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4" r:id="rId6"/>
    <p:sldId id="261" r:id="rId7"/>
    <p:sldId id="258" r:id="rId8"/>
    <p:sldId id="265" r:id="rId9"/>
    <p:sldId id="266" r:id="rId10"/>
    <p:sldId id="259" r:id="rId11"/>
    <p:sldId id="267" r:id="rId12"/>
    <p:sldId id="262" r:id="rId13"/>
    <p:sldId id="268" r:id="rId14"/>
    <p:sldId id="260" r:id="rId15"/>
    <p:sldId id="263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174" y="63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DA16-EBF2-4F77-99F7-83D9D7B62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00638-F773-4E83-B072-48D4422EC1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DA16-EBF2-4F77-99F7-83D9D7B62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00638-F773-4E83-B072-48D4422EC1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DA16-EBF2-4F77-99F7-83D9D7B62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00638-F773-4E83-B072-48D4422EC1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DA16-EBF2-4F77-99F7-83D9D7B62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00638-F773-4E83-B072-48D4422EC1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DA16-EBF2-4F77-99F7-83D9D7B62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00638-F773-4E83-B072-48D4422EC1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DA16-EBF2-4F77-99F7-83D9D7B62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00638-F773-4E83-B072-48D4422EC1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DA16-EBF2-4F77-99F7-83D9D7B62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00638-F773-4E83-B072-48D4422EC1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DA16-EBF2-4F77-99F7-83D9D7B62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00638-F773-4E83-B072-48D4422EC1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DA16-EBF2-4F77-99F7-83D9D7B62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00638-F773-4E83-B072-48D4422EC1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DA16-EBF2-4F77-99F7-83D9D7B62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00638-F773-4E83-B072-48D4422EC1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6DA16-EBF2-4F77-99F7-83D9D7B62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A00638-F773-4E83-B072-48D4422EC17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6DA16-EBF2-4F77-99F7-83D9D7B626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00638-F773-4E83-B072-48D4422EC17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Vivado</a:t>
            </a:r>
            <a:r>
              <a:rPr lang="en-US" altLang="zh-CN" dirty="0"/>
              <a:t> 2020.2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176792"/>
            <a:ext cx="9144000" cy="1081007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安装步骤</a:t>
            </a:r>
            <a:endParaRPr lang="zh-CN" altLang="en-US" sz="3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3264" r="26146"/>
          <a:stretch>
            <a:fillRect/>
          </a:stretch>
        </p:blipFill>
        <p:spPr>
          <a:xfrm>
            <a:off x="5134610" y="1305560"/>
            <a:ext cx="1845945" cy="844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88285" y="2252521"/>
            <a:ext cx="1077925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访问：链接</a:t>
            </a:r>
            <a:r>
              <a:rPr lang="en-US" altLang="zh-CN" dirty="0"/>
              <a:t>: https://pan.baidu.com/s/18JOgLMQIwk59Aao3DUhicw?pwd=gjd9 </a:t>
            </a:r>
            <a:r>
              <a:rPr lang="zh-CN" altLang="en-US" dirty="0"/>
              <a:t>提取码</a:t>
            </a:r>
            <a:r>
              <a:rPr lang="en-US" altLang="zh-CN" dirty="0"/>
              <a:t>: gjd9</a:t>
            </a:r>
            <a:r>
              <a:rPr lang="zh-CN" altLang="en-US" dirty="0"/>
              <a:t>直接下载安装包（</a:t>
            </a:r>
            <a:r>
              <a:rPr lang="en-US" altLang="zh-CN" dirty="0"/>
              <a:t>vivado 2020.2</a:t>
            </a:r>
            <a:r>
              <a:rPr lang="zh-CN" altLang="en-US" dirty="0"/>
              <a:t>版本）完全解压后运行</a:t>
            </a:r>
            <a:r>
              <a:rPr lang="en-US" altLang="zh-CN" dirty="0"/>
              <a:t>xsetup.exe</a:t>
            </a:r>
            <a:r>
              <a:rPr lang="zh-CN" altLang="en-US" dirty="0"/>
              <a:t>：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57289" y="1192965"/>
            <a:ext cx="8101919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effectLst/>
                <a:latin typeface="Roboto" panose="020B0604020202020204" pitchFamily="2" charset="0"/>
              </a:rPr>
              <a:t>2020.2 </a:t>
            </a:r>
            <a:r>
              <a:rPr lang="zh-CN" altLang="en-US" b="0" i="0" dirty="0">
                <a:effectLst/>
                <a:latin typeface="Roboto" panose="020B0604020202020204" pitchFamily="2" charset="0"/>
              </a:rPr>
              <a:t>版本的 </a:t>
            </a:r>
            <a:r>
              <a:rPr lang="en-US" altLang="zh-CN" b="0" i="0" dirty="0" err="1">
                <a:effectLst/>
                <a:latin typeface="Roboto" panose="020B0604020202020204" pitchFamily="2" charset="0"/>
              </a:rPr>
              <a:t>Vivado</a:t>
            </a:r>
            <a:r>
              <a:rPr lang="en-US" altLang="zh-CN" b="0" i="0" dirty="0">
                <a:effectLst/>
                <a:latin typeface="Roboto" panose="020B0604020202020204" pitchFamily="2" charset="0"/>
              </a:rPr>
              <a:t> </a:t>
            </a:r>
            <a:r>
              <a:rPr lang="zh-CN" altLang="en-US" b="0" i="0" dirty="0">
                <a:effectLst/>
                <a:latin typeface="Roboto" panose="020B0604020202020204" pitchFamily="2" charset="0"/>
              </a:rPr>
              <a:t>需要至少 </a:t>
            </a:r>
            <a:r>
              <a:rPr lang="en-US" altLang="zh-CN" b="0" i="0" dirty="0">
                <a:effectLst/>
                <a:latin typeface="Roboto" panose="020B0604020202020204" pitchFamily="2" charset="0"/>
              </a:rPr>
              <a:t>60 G </a:t>
            </a:r>
            <a:r>
              <a:rPr lang="zh-CN" altLang="en-US" b="0" i="0" dirty="0">
                <a:effectLst/>
                <a:latin typeface="Roboto" panose="020B0604020202020204" pitchFamily="2" charset="0"/>
              </a:rPr>
              <a:t>的可用存储空间（最终占用 </a:t>
            </a:r>
            <a:r>
              <a:rPr lang="en-US" altLang="zh-CN" dirty="0">
                <a:latin typeface="Roboto" panose="020B0604020202020204" pitchFamily="2" charset="0"/>
              </a:rPr>
              <a:t>30</a:t>
            </a:r>
            <a:r>
              <a:rPr lang="en-US" altLang="zh-CN" b="0" i="0" dirty="0">
                <a:effectLst/>
                <a:latin typeface="Roboto" panose="020B0604020202020204" pitchFamily="2" charset="0"/>
              </a:rPr>
              <a:t>G</a:t>
            </a:r>
            <a:r>
              <a:rPr lang="zh-CN" altLang="en-US" b="0" i="0" dirty="0">
                <a:effectLst/>
                <a:latin typeface="Roboto" panose="020B0604020202020204" pitchFamily="2" charset="0"/>
              </a:rPr>
              <a:t>左右）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315" y="3123565"/>
            <a:ext cx="10767060" cy="7099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1950" y="1685925"/>
            <a:ext cx="5476875" cy="40671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50670" y="1042670"/>
            <a:ext cx="4545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这个界面可能比较慢，需要稍微多等一下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595" y="142875"/>
            <a:ext cx="8315325" cy="63627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167245" y="6145530"/>
            <a:ext cx="736600" cy="455295"/>
          </a:xfrm>
          <a:prstGeom prst="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883650" y="3528695"/>
            <a:ext cx="30238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400" b="1">
                <a:solidFill>
                  <a:srgbClr val="FF0000"/>
                </a:solidFill>
              </a:rPr>
              <a:t>提示下载最新的版本，不要下载，点击【Continue</a:t>
            </a:r>
            <a:r>
              <a:rPr lang="zh-CN" altLang="en-US" sz="2400" b="1">
                <a:solidFill>
                  <a:srgbClr val="FF0000"/>
                </a:solidFill>
              </a:rPr>
              <a:t>】，如果没弹出来这个就不管，然后点击【next】。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2590" y="213995"/>
            <a:ext cx="8439150" cy="64293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4625" y="2133600"/>
            <a:ext cx="1638300" cy="927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zh-CN" altLang="en-US" sz="2400" b="1">
                <a:solidFill>
                  <a:srgbClr val="FF0000"/>
                </a:solidFill>
              </a:rPr>
              <a:t>选择这一个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1695450" y="2425700"/>
            <a:ext cx="1162685" cy="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7845" y="233045"/>
            <a:ext cx="8362950" cy="6391275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1637030" y="1582420"/>
            <a:ext cx="1308735" cy="952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9920" y="219075"/>
            <a:ext cx="8391525" cy="64198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005330" y="5798185"/>
            <a:ext cx="1899920" cy="464820"/>
          </a:xfrm>
          <a:prstGeom prst="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583430" y="5855970"/>
            <a:ext cx="2664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400" b="1">
                <a:solidFill>
                  <a:srgbClr val="FF0000"/>
                </a:solidFill>
              </a:rPr>
              <a:t>这里是所需内存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cxnSp>
        <p:nvCxnSpPr>
          <p:cNvPr id="8" name="直接箭头连接符 7"/>
          <p:cNvCxnSpPr>
            <a:stCxn id="7" idx="1"/>
          </p:cNvCxnSpPr>
          <p:nvPr/>
        </p:nvCxnSpPr>
        <p:spPr>
          <a:xfrm flipH="1">
            <a:off x="4001770" y="6086475"/>
            <a:ext cx="581660" cy="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9285" y="223520"/>
            <a:ext cx="8391525" cy="64103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0510" y="3018155"/>
            <a:ext cx="17049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400" b="1">
                <a:solidFill>
                  <a:srgbClr val="FF0000"/>
                </a:solidFill>
              </a:rPr>
              <a:t>三个全部勾选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918335" y="2085975"/>
            <a:ext cx="1414780" cy="112458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1927860" y="3375025"/>
            <a:ext cx="1434465" cy="43624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1898650" y="3608705"/>
            <a:ext cx="1424940" cy="125920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d4067d0518b9b35ce5c211b5ef0883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5645" y="151130"/>
            <a:ext cx="8429625" cy="64198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410585" y="1029970"/>
            <a:ext cx="2887980" cy="726440"/>
          </a:xfrm>
          <a:prstGeom prst="rect">
            <a:avLst/>
          </a:prstGeom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47980" y="962025"/>
            <a:ext cx="23164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400" b="1">
                <a:solidFill>
                  <a:srgbClr val="FF0000"/>
                </a:solidFill>
              </a:rPr>
              <a:t>默认安装在C</a:t>
            </a:r>
            <a:r>
              <a:rPr lang="zh-CN" altLang="en-US" sz="2400" b="1">
                <a:solidFill>
                  <a:srgbClr val="FF0000"/>
                </a:solidFill>
              </a:rPr>
              <a:t>盘，也可选择其他磁盘安装，但需要确认没有中文路径！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2664460" y="1223645"/>
            <a:ext cx="678180" cy="9525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25" y="175895"/>
            <a:ext cx="8467725" cy="65055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420225" y="4398645"/>
            <a:ext cx="19678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400" b="1">
                <a:solidFill>
                  <a:srgbClr val="FF0000"/>
                </a:solidFill>
              </a:rPr>
              <a:t>点击安装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8169275" y="4751705"/>
            <a:ext cx="1366520" cy="143383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0830" y="190500"/>
            <a:ext cx="8486775" cy="6477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1815" y="1805305"/>
            <a:ext cx="19380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开始安装！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40" y="190500"/>
            <a:ext cx="8486775" cy="6477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730615" y="1581785"/>
            <a:ext cx="33724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rgbClr val="FF0000"/>
                </a:solidFill>
              </a:rPr>
              <a:t>出现此界面，点击【安装】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687070" y="486410"/>
            <a:ext cx="50107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rgbClr val="FF0000"/>
                </a:solidFill>
              </a:rPr>
              <a:t>安装完成后桌面出现的以下图标：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330" y="1626235"/>
            <a:ext cx="809625" cy="387667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051175" y="1726565"/>
            <a:ext cx="30035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 </a:t>
            </a:r>
            <a:r>
              <a:rPr lang="zh-CN" altLang="en-US" sz="2400" b="1">
                <a:solidFill>
                  <a:srgbClr val="FF0000"/>
                </a:solidFill>
              </a:rPr>
              <a:t>是</a:t>
            </a:r>
            <a:r>
              <a:rPr lang="en-US" altLang="zh-CN" sz="2400" b="1">
                <a:solidFill>
                  <a:srgbClr val="FF0000"/>
                </a:solidFill>
              </a:rPr>
              <a:t>Xilix</a:t>
            </a:r>
            <a:r>
              <a:rPr lang="zh-CN" altLang="en-US" sz="2400" b="1">
                <a:solidFill>
                  <a:srgbClr val="FF0000"/>
                </a:solidFill>
              </a:rPr>
              <a:t>的文档导航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147695" y="2667000"/>
            <a:ext cx="7753350" cy="946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HLS</a:t>
            </a:r>
            <a:r>
              <a:rPr lang="zh-CN" altLang="en-US" sz="2400" b="1">
                <a:solidFill>
                  <a:srgbClr val="FF0000"/>
                </a:solidFill>
              </a:rPr>
              <a:t>开发软件，它可以将</a:t>
            </a:r>
            <a:r>
              <a:rPr lang="en-US" altLang="zh-CN" sz="2400" b="1">
                <a:solidFill>
                  <a:srgbClr val="FF0000"/>
                </a:solidFill>
              </a:rPr>
              <a:t>C</a:t>
            </a:r>
            <a:r>
              <a:rPr lang="zh-CN" altLang="en-US" sz="2400" b="1">
                <a:solidFill>
                  <a:srgbClr val="FF0000"/>
                </a:solidFill>
              </a:rPr>
              <a:t>语言经过编译之后生成一个代码，用于</a:t>
            </a:r>
            <a:r>
              <a:rPr lang="en-US" altLang="zh-CN" sz="2400" b="1">
                <a:solidFill>
                  <a:srgbClr val="FF0000"/>
                </a:solidFill>
              </a:rPr>
              <a:t>FPGA</a:t>
            </a:r>
            <a:r>
              <a:rPr lang="zh-CN" altLang="en-US" sz="2400" b="1">
                <a:solidFill>
                  <a:srgbClr val="FF0000"/>
                </a:solidFill>
              </a:rPr>
              <a:t>开发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9450" y="3782695"/>
            <a:ext cx="70751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rgbClr val="FF0000"/>
                </a:solidFill>
              </a:rPr>
              <a:t>最核心的软件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1966595" y="1936750"/>
            <a:ext cx="1211580" cy="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1960245" y="2930525"/>
            <a:ext cx="1211580" cy="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1960245" y="3997325"/>
            <a:ext cx="1211580" cy="0"/>
          </a:xfrm>
          <a:prstGeom prst="straightConnector1">
            <a:avLst/>
          </a:prstGeom>
          <a:ln w="28575" cmpd="sng">
            <a:solidFill>
              <a:srgbClr val="FF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387</Words>
  <Application>WPS 演示</Application>
  <PresentationFormat>宽屏</PresentationFormat>
  <Paragraphs>34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Roboto</vt:lpstr>
      <vt:lpstr>Times New Roman</vt:lpstr>
      <vt:lpstr>等线 Light</vt:lpstr>
      <vt:lpstr>等线</vt:lpstr>
      <vt:lpstr>微软雅黑</vt:lpstr>
      <vt:lpstr>Arial Unicode MS</vt:lpstr>
      <vt:lpstr>Calibri</vt:lpstr>
      <vt:lpstr>Office 主题​​</vt:lpstr>
      <vt:lpstr>Vivado 2020.2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Sam2020</dc:creator>
  <cp:lastModifiedBy>薛敏坤</cp:lastModifiedBy>
  <cp:revision>46</cp:revision>
  <dcterms:created xsi:type="dcterms:W3CDTF">2020-05-03T00:24:00Z</dcterms:created>
  <dcterms:modified xsi:type="dcterms:W3CDTF">2026-03-06T08:12:40Z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12CF3A9FDDDC4DFB93FB9BBF19CC54DB_13</vt:lpwstr>
  </property>
  <property fmtid="{D5CDD505-2E9C-101B-9397-08002B2CF9AE}" pid="3" name="KSOProductBuildVer">
    <vt:lpwstr>2052-12.1.0.25225</vt:lpwstr>
  </property>
</Properties>
</file>