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14" r:id="rId2"/>
    <p:sldId id="487" r:id="rId3"/>
    <p:sldId id="489" r:id="rId4"/>
    <p:sldId id="488" r:id="rId5"/>
    <p:sldId id="313" r:id="rId6"/>
    <p:sldId id="470" r:id="rId7"/>
    <p:sldId id="308" r:id="rId8"/>
    <p:sldId id="421" r:id="rId9"/>
    <p:sldId id="483" r:id="rId10"/>
    <p:sldId id="331" r:id="rId11"/>
    <p:sldId id="420" r:id="rId12"/>
    <p:sldId id="417" r:id="rId13"/>
    <p:sldId id="491" r:id="rId14"/>
    <p:sldId id="492" r:id="rId15"/>
    <p:sldId id="493" r:id="rId16"/>
    <p:sldId id="334" r:id="rId17"/>
    <p:sldId id="446" r:id="rId18"/>
    <p:sldId id="484" r:id="rId19"/>
    <p:sldId id="425" r:id="rId20"/>
    <p:sldId id="485" r:id="rId21"/>
    <p:sldId id="427" r:id="rId22"/>
    <p:sldId id="432" r:id="rId23"/>
    <p:sldId id="433" r:id="rId24"/>
    <p:sldId id="436" r:id="rId25"/>
    <p:sldId id="458" r:id="rId26"/>
    <p:sldId id="437" r:id="rId27"/>
    <p:sldId id="438" r:id="rId28"/>
    <p:sldId id="442" r:id="rId29"/>
    <p:sldId id="439" r:id="rId30"/>
    <p:sldId id="443" r:id="rId31"/>
    <p:sldId id="440" r:id="rId32"/>
    <p:sldId id="1088" r:id="rId33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5" autoAdjust="0"/>
    <p:restoredTop sz="80990" autoAdjust="0"/>
  </p:normalViewPr>
  <p:slideViewPr>
    <p:cSldViewPr snapToGrid="0">
      <p:cViewPr varScale="1">
        <p:scale>
          <a:sx n="82" d="100"/>
          <a:sy n="82" d="100"/>
        </p:scale>
        <p:origin x="87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17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530" y="-72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4F5BA-9A5E-6D40-9DF3-AE09CA8F7E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3A2F36-25E0-D64C-AACC-6C17C7F4CB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7F390BD0-8EB3-D747-8230-1D8ABD108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8FA15FE5-6DB0-744F-A49C-731249118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DB9E52D9-AF3A-7C4F-A9EF-786D206CC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E4BCA273-4714-FF4E-A7DB-A317B81E3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18973139-3787-FC4F-B574-B79589CF7E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B6393245-57D0-2044-88AD-BA1E311A7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294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>
            <a:extLst>
              <a:ext uri="{FF2B5EF4-FFF2-40B4-BE49-F238E27FC236}">
                <a16:creationId xmlns:a16="http://schemas.microsoft.com/office/drawing/2014/main" id="{638D5149-7455-4F42-87D4-3C56F7FF1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1C6AEDF2-5809-984C-8D1A-B4E50ADDD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8489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305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4246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5613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16B8C829-13A8-8944-865F-407A1C819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675BD880-F70A-4847-A6CA-DB537E5DEA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618FB9D4-7CD2-924E-A8B1-49ED520194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768CDEDF-7262-F046-AB47-08348FB06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E12CBB0F-9FDF-F34C-BED9-E7E9D63BA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96A0CBA7-3391-B245-82D7-7C001093A7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6785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A9E9649D-87DF-4B4E-AF01-D42B575CFB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2E545733-0FFD-774A-82E7-F28A9472B0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7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727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3524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2730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8305F38C-06F6-FA4B-B21A-85F4B00BB6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A63E9BDE-DA29-0240-AF03-C18F1DC1B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32" tIns="50666" rIns="101332" bIns="50666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79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621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32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8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9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49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4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2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38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64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561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7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203200"/>
            <a:ext cx="2060575" cy="327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203200"/>
            <a:ext cx="6029325" cy="327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11280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14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462213"/>
            <a:ext cx="4019550" cy="101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312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95300" y="1295400"/>
            <a:ext cx="8191500" cy="21828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66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8D1772-028C-7F4F-AF0D-622CE6ED9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3200"/>
            <a:ext cx="7499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F6EA149F-8210-1F42-A477-DF33EAA0D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7CA66598-929D-E048-97EC-97BDE98A56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596900"/>
            <a:ext cx="865187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 kern="12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DE970E08-9BCD-A441-A6A8-1B41C7589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875213" cy="42545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第五讲 微程序设计和异常处理</a:t>
            </a:r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1652C315-EA94-A943-889B-81E9B530D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1270000"/>
            <a:ext cx="7962900" cy="5267325"/>
          </a:xfrm>
        </p:spPr>
        <p:txBody>
          <a:bodyPr/>
          <a:lstStyle/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硬连线路控制器设计的优点和缺点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微程序设计控制器的基本思想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微程序、微指令、微操作和微命令的概念及其关系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微指令格式设计</a:t>
            </a:r>
          </a:p>
          <a:p>
            <a:pPr lvl="1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微操作码字段</a:t>
            </a:r>
          </a:p>
          <a:p>
            <a:pPr lvl="2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水平微程序：不译法、字段直接编译法、字段间接编译法</a:t>
            </a:r>
          </a:p>
          <a:p>
            <a:pPr lvl="2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垂直微程序：垂直编译法</a:t>
            </a:r>
          </a:p>
          <a:p>
            <a:pPr lvl="1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下条微指令地址确定方式</a:t>
            </a:r>
          </a:p>
          <a:p>
            <a:pPr lvl="2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增量法（计数器法）</a:t>
            </a:r>
          </a:p>
          <a:p>
            <a:pPr lvl="2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断定法（下址字段法）</a:t>
            </a:r>
          </a:p>
          <a:p>
            <a:pPr>
              <a:spcBef>
                <a:spcPct val="15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指令子集的微程序控制器设计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为什么处理器设计要考虑异常的处理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“异常”和“中断”的概念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如何在数据通路中加入异常处理部件</a:t>
            </a:r>
          </a:p>
          <a:p>
            <a:pPr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如何控制数据通路中的异常处理部件</a:t>
            </a:r>
          </a:p>
        </p:txBody>
      </p:sp>
      <p:sp>
        <p:nvSpPr>
          <p:cNvPr id="244740" name="Text Box 4">
            <a:extLst>
              <a:ext uri="{FF2B5EF4-FFF2-40B4-BE49-F238E27FC236}">
                <a16:creationId xmlns:a16="http://schemas.microsoft.com/office/drawing/2014/main" id="{291DCEF7-46EA-964E-968E-A2804A760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150" y="741363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 要 内 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ext Box 2">
            <a:extLst>
              <a:ext uri="{FF2B5EF4-FFF2-40B4-BE49-F238E27FC236}">
                <a16:creationId xmlns:a16="http://schemas.microsoft.com/office/drawing/2014/main" id="{290426D2-1995-3F46-9EBF-3C120BB47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6383338"/>
            <a:ext cx="6321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下一步目标：设计“状态转换电路” 即：控制器</a:t>
            </a:r>
          </a:p>
        </p:txBody>
      </p:sp>
      <p:pic>
        <p:nvPicPr>
          <p:cNvPr id="245763" name="Picture 3">
            <a:extLst>
              <a:ext uri="{FF2B5EF4-FFF2-40B4-BE49-F238E27FC236}">
                <a16:creationId xmlns:a16="http://schemas.microsoft.com/office/drawing/2014/main" id="{465D0F2F-21BC-A74C-8DF3-FA35F62BF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450850"/>
            <a:ext cx="8513763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64" name="Text Box 4">
            <a:extLst>
              <a:ext uri="{FF2B5EF4-FFF2-40B4-BE49-F238E27FC236}">
                <a16:creationId xmlns:a16="http://schemas.microsoft.com/office/drawing/2014/main" id="{39355A63-A5F1-1346-9713-E69F96FB5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24550"/>
            <a:ext cx="4657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问题：各指令的时钟数多少？</a:t>
            </a:r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A6949BEE-E6C9-7345-AC8F-E614DED43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727075"/>
            <a:ext cx="1841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每来一个时钟，进入下一个状态</a:t>
            </a: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A4C08C44-F61A-3844-B6F6-A0212AAFE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850" y="5965825"/>
            <a:ext cx="4635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R-4, ori-4, beq-3, Jump-3, lw-5, sw-4</a:t>
            </a:r>
          </a:p>
        </p:txBody>
      </p:sp>
      <p:sp>
        <p:nvSpPr>
          <p:cNvPr id="245767" name="Rectangle 7">
            <a:extLst>
              <a:ext uri="{FF2B5EF4-FFF2-40B4-BE49-F238E27FC236}">
                <a16:creationId xmlns:a16="http://schemas.microsoft.com/office/drawing/2014/main" id="{89C9509F-A2AA-9E4B-83AC-85EC76ED0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13" y="128588"/>
            <a:ext cx="6034087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回顾：状态转换图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768" name="Text Box 8">
            <a:extLst>
              <a:ext uri="{FF2B5EF4-FFF2-40B4-BE49-F238E27FC236}">
                <a16:creationId xmlns:a16="http://schemas.microsoft.com/office/drawing/2014/main" id="{3C9B9ABB-6D4F-ED4B-A9D2-03B69AAF8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1412875"/>
            <a:ext cx="19431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问题：控制器应采用“摩尔机”还是“米利机”实现？</a:t>
            </a:r>
          </a:p>
        </p:txBody>
      </p:sp>
      <p:sp>
        <p:nvSpPr>
          <p:cNvPr id="245769" name="Text Box 9">
            <a:extLst>
              <a:ext uri="{FF2B5EF4-FFF2-40B4-BE49-F238E27FC236}">
                <a16:creationId xmlns:a16="http://schemas.microsoft.com/office/drawing/2014/main" id="{E6694E04-1159-B54C-92BD-FEBD4FF78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42863"/>
            <a:ext cx="52673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每个状态下，输出的控制信号有相应的不同取值！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26091EDD-EB5D-2F4E-833F-02147A0DF3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0944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回顾：多周期控制器的实现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2C46E62A-8515-4643-87D2-F1C6BD5B6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24288"/>
            <a:ext cx="4208463" cy="1851025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多周期控制器功能描述方式：</a:t>
            </a:r>
          </a:p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有限状态机：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FontTx/>
              <a:buNone/>
              <a:tabLst>
                <a:tab pos="4284663" algn="ctr"/>
                <a:tab pos="6807200" algn="ctr"/>
              </a:tab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用硬连线路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(PLA)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  <a:p>
            <a:pPr>
              <a:lnSpc>
                <a:spcPct val="130000"/>
              </a:lnSpc>
              <a:spcBef>
                <a:spcPct val="0"/>
              </a:spcBef>
              <a:tabLst>
                <a:tab pos="4284663" algn="ctr"/>
                <a:tab pos="6807200" algn="ctr"/>
              </a:tabLst>
            </a:pPr>
            <a:r>
              <a:rPr lang="zh-CN" altLang="en-US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微程序：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FontTx/>
              <a:buNone/>
              <a:tabLst>
                <a:tab pos="4284663" algn="ctr"/>
                <a:tab pos="6807200" algn="ctr"/>
              </a:tab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存放微程序实现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7012" name="Text Box 4">
            <a:extLst>
              <a:ext uri="{FF2B5EF4-FFF2-40B4-BE49-F238E27FC236}">
                <a16:creationId xmlns:a16="http://schemas.microsoft.com/office/drawing/2014/main" id="{1040C98F-130C-0040-B130-61333FFF2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5516563"/>
            <a:ext cx="203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硬连线路控制器</a:t>
            </a:r>
            <a:endParaRPr lang="zh-CN" altLang="en-US" sz="1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（硬布线控制器）</a:t>
            </a:r>
          </a:p>
        </p:txBody>
      </p:sp>
      <p:sp>
        <p:nvSpPr>
          <p:cNvPr id="427013" name="Text Box 5">
            <a:extLst>
              <a:ext uri="{FF2B5EF4-FFF2-40B4-BE49-F238E27FC236}">
                <a16:creationId xmlns:a16="http://schemas.microsoft.com/office/drawing/2014/main" id="{5D975B05-4E88-A647-B9CE-7CB568AD8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723900"/>
            <a:ext cx="79994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回忆单周期控制器的实现：控制信号在整个指令执行过程中不变，用真值表能反映指令和控制信号的关系。根据真值表就能实现控制器！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多周期控制器能不能这样做？</a:t>
            </a:r>
            <a:endParaRPr lang="en-US" altLang="zh-CN" sz="20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7014" name="Rectangle 6">
            <a:extLst>
              <a:ext uri="{FF2B5EF4-FFF2-40B4-BE49-F238E27FC236}">
                <a16:creationId xmlns:a16="http://schemas.microsoft.com/office/drawing/2014/main" id="{C2C9B06E-6AD8-CB4F-A738-94F92BE4C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1916113"/>
            <a:ext cx="1206500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初始表示</a:t>
            </a:r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顺序控制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b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逻辑表示</a:t>
            </a:r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实现技术	</a:t>
            </a:r>
            <a:r>
              <a:rPr lang="en-US" altLang="zh-CN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27015" name="Group 7">
            <a:extLst>
              <a:ext uri="{FF2B5EF4-FFF2-40B4-BE49-F238E27FC236}">
                <a16:creationId xmlns:a16="http://schemas.microsoft.com/office/drawing/2014/main" id="{71EABC91-AF91-5245-A283-C5599D7F17BE}"/>
              </a:ext>
            </a:extLst>
          </p:cNvPr>
          <p:cNvGrpSpPr>
            <a:grpSpLocks/>
          </p:cNvGrpSpPr>
          <p:nvPr/>
        </p:nvGrpSpPr>
        <p:grpSpPr bwMode="auto">
          <a:xfrm>
            <a:off x="3932238" y="1860550"/>
            <a:ext cx="3017837" cy="3644900"/>
            <a:chOff x="2289" y="1537"/>
            <a:chExt cx="1934" cy="2296"/>
          </a:xfrm>
        </p:grpSpPr>
        <p:sp>
          <p:nvSpPr>
            <p:cNvPr id="247829" name="Rectangle 8">
              <a:extLst>
                <a:ext uri="{FF2B5EF4-FFF2-40B4-BE49-F238E27FC236}">
                  <a16:creationId xmlns:a16="http://schemas.microsoft.com/office/drawing/2014/main" id="{855D38E7-8C76-C140-9DD5-141C5ABA0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537"/>
              <a:ext cx="1432" cy="229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30" name="Rectangle 9">
              <a:extLst>
                <a:ext uri="{FF2B5EF4-FFF2-40B4-BE49-F238E27FC236}">
                  <a16:creationId xmlns:a16="http://schemas.microsoft.com/office/drawing/2014/main" id="{3C48A671-E140-CD42-B330-D1D2BAA8F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590"/>
              <a:ext cx="150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chemeClr val="accent1"/>
                  </a:solidFill>
                  <a:ea typeface="宋体" panose="02010600030101010101" pitchFamily="2" charset="-122"/>
                </a:rPr>
                <a:t>“</a:t>
              </a:r>
              <a:r>
                <a:rPr lang="en-US" altLang="zh-CN" sz="1800" i="1">
                  <a:solidFill>
                    <a:schemeClr val="accent1"/>
                  </a:solidFill>
                  <a:ea typeface="宋体" panose="02010600030101010101" pitchFamily="2" charset="-122"/>
                </a:rPr>
                <a:t>hardwired control</a:t>
              </a:r>
              <a:r>
                <a:rPr lang="en-US" altLang="zh-CN" sz="1800">
                  <a:solidFill>
                    <a:schemeClr val="accent1"/>
                  </a:solidFill>
                  <a:ea typeface="宋体" panose="02010600030101010101" pitchFamily="2" charset="-122"/>
                </a:rPr>
                <a:t>”</a:t>
              </a:r>
            </a:p>
          </p:txBody>
        </p:sp>
        <p:sp>
          <p:nvSpPr>
            <p:cNvPr id="247831" name="Line 10">
              <a:extLst>
                <a:ext uri="{FF2B5EF4-FFF2-40B4-BE49-F238E27FC236}">
                  <a16:creationId xmlns:a16="http://schemas.microsoft.com/office/drawing/2014/main" id="{086B9292-0CEF-8E40-B178-07AE1187D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25"/>
              <a:ext cx="0" cy="257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32" name="Line 11">
              <a:extLst>
                <a:ext uri="{FF2B5EF4-FFF2-40B4-BE49-F238E27FC236}">
                  <a16:creationId xmlns:a16="http://schemas.microsoft.com/office/drawing/2014/main" id="{53CE0DAB-4E05-2F48-8277-A2E00A4ED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400"/>
              <a:ext cx="0" cy="292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33" name="Line 12">
              <a:extLst>
                <a:ext uri="{FF2B5EF4-FFF2-40B4-BE49-F238E27FC236}">
                  <a16:creationId xmlns:a16="http://schemas.microsoft.com/office/drawing/2014/main" id="{572D7A28-923F-D54F-8C08-2EDB0DEE6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875"/>
              <a:ext cx="0" cy="312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34" name="Rectangle 13">
              <a:extLst>
                <a:ext uri="{FF2B5EF4-FFF2-40B4-BE49-F238E27FC236}">
                  <a16:creationId xmlns:a16="http://schemas.microsoft.com/office/drawing/2014/main" id="{52D04DD0-249B-5F49-AEAC-4398315AB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605"/>
              <a:ext cx="18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Finite State Diagram	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35" name="Rectangle 14">
              <a:extLst>
                <a:ext uri="{FF2B5EF4-FFF2-40B4-BE49-F238E27FC236}">
                  <a16:creationId xmlns:a16="http://schemas.microsoft.com/office/drawing/2014/main" id="{29416873-D7A0-C242-B909-BBFFF4417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2045"/>
              <a:ext cx="129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Explicit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Next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State</a:t>
              </a:r>
            </a:p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lang="en-US" altLang="zh-CN">
                  <a:ea typeface="宋体" panose="02010600030101010101" pitchFamily="2" charset="-122"/>
                </a:rPr>
                <a:t>Function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	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7836" name="Rectangle 15">
              <a:extLst>
                <a:ext uri="{FF2B5EF4-FFF2-40B4-BE49-F238E27FC236}">
                  <a16:creationId xmlns:a16="http://schemas.microsoft.com/office/drawing/2014/main" id="{F9F0EC62-7E42-C945-B3B5-BF9551E8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2658"/>
              <a:ext cx="1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Logic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Equations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37" name="Rectangle 16">
              <a:extLst>
                <a:ext uri="{FF2B5EF4-FFF2-40B4-BE49-F238E27FC236}">
                  <a16:creationId xmlns:a16="http://schemas.microsoft.com/office/drawing/2014/main" id="{A752327C-F3DD-8844-BD4E-97BCC4A4E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42"/>
              <a:ext cx="37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PLA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427025" name="Group 17">
            <a:extLst>
              <a:ext uri="{FF2B5EF4-FFF2-40B4-BE49-F238E27FC236}">
                <a16:creationId xmlns:a16="http://schemas.microsoft.com/office/drawing/2014/main" id="{9778360D-79E4-2048-A884-4BCE0225B494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1860550"/>
            <a:ext cx="2811463" cy="4108450"/>
            <a:chOff x="4136" y="1172"/>
            <a:chExt cx="1514" cy="2588"/>
          </a:xfrm>
        </p:grpSpPr>
        <p:sp>
          <p:nvSpPr>
            <p:cNvPr id="247819" name="Text Box 18">
              <a:extLst>
                <a:ext uri="{FF2B5EF4-FFF2-40B4-BE49-F238E27FC236}">
                  <a16:creationId xmlns:a16="http://schemas.microsoft.com/office/drawing/2014/main" id="{787B0AA5-343B-2B4A-9BB8-141C9CC0B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6" y="3529"/>
              <a:ext cx="104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微程序控制器</a:t>
              </a:r>
            </a:p>
          </p:txBody>
        </p:sp>
        <p:sp>
          <p:nvSpPr>
            <p:cNvPr id="247820" name="Rectangle 19">
              <a:extLst>
                <a:ext uri="{FF2B5EF4-FFF2-40B4-BE49-F238E27FC236}">
                  <a16:creationId xmlns:a16="http://schemas.microsoft.com/office/drawing/2014/main" id="{CDCFA0FE-1B85-794F-BB64-BA288A758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1172"/>
              <a:ext cx="1514" cy="2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21" name="Rectangle 20">
              <a:extLst>
                <a:ext uri="{FF2B5EF4-FFF2-40B4-BE49-F238E27FC236}">
                  <a16:creationId xmlns:a16="http://schemas.microsoft.com/office/drawing/2014/main" id="{A5724143-39A1-2248-B1D1-1C275648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3077"/>
              <a:ext cx="133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“</a:t>
              </a:r>
              <a:r>
                <a:rPr lang="en-US" altLang="zh-CN" sz="1800" i="1">
                  <a:solidFill>
                    <a:srgbClr val="0000FF"/>
                  </a:solidFill>
                  <a:ea typeface="宋体" panose="02010600030101010101" pitchFamily="2" charset="-122"/>
                </a:rPr>
                <a:t>microprogrammed control</a:t>
              </a: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”</a:t>
              </a:r>
            </a:p>
          </p:txBody>
        </p:sp>
        <p:sp>
          <p:nvSpPr>
            <p:cNvPr id="247822" name="Line 21">
              <a:extLst>
                <a:ext uri="{FF2B5EF4-FFF2-40B4-BE49-F238E27FC236}">
                  <a16:creationId xmlns:a16="http://schemas.microsoft.com/office/drawing/2014/main" id="{6CF1CEFF-9065-E944-855A-3F51DEA24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451"/>
              <a:ext cx="0" cy="257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23" name="Line 22">
              <a:extLst>
                <a:ext uri="{FF2B5EF4-FFF2-40B4-BE49-F238E27FC236}">
                  <a16:creationId xmlns:a16="http://schemas.microsoft.com/office/drawing/2014/main" id="{E593BC79-7C91-BB43-81E5-A040B3E8E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9" y="2027"/>
              <a:ext cx="9" cy="300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24" name="Line 23">
              <a:extLst>
                <a:ext uri="{FF2B5EF4-FFF2-40B4-BE49-F238E27FC236}">
                  <a16:creationId xmlns:a16="http://schemas.microsoft.com/office/drawing/2014/main" id="{5105C5F0-FCDD-A347-9021-C7897865F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483"/>
              <a:ext cx="0" cy="331"/>
            </a:xfrm>
            <a:prstGeom prst="line">
              <a:avLst/>
            </a:prstGeom>
            <a:noFill/>
            <a:ln w="38100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825" name="Rectangle 24">
              <a:extLst>
                <a:ext uri="{FF2B5EF4-FFF2-40B4-BE49-F238E27FC236}">
                  <a16:creationId xmlns:a16="http://schemas.microsoft.com/office/drawing/2014/main" id="{E78CEE29-D64C-CE47-ABC7-D9B252D93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" y="1212"/>
              <a:ext cx="8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Microprogram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26" name="Rectangle 25">
              <a:extLst>
                <a:ext uri="{FF2B5EF4-FFF2-40B4-BE49-F238E27FC236}">
                  <a16:creationId xmlns:a16="http://schemas.microsoft.com/office/drawing/2014/main" id="{6F1BACC4-6B36-7B4A-8ADF-53D84F63B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1679"/>
              <a:ext cx="126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Microprogram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counter</a:t>
              </a:r>
            </a:p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+ </a:t>
              </a:r>
              <a:r>
                <a:rPr lang="en-US" altLang="zh-CN">
                  <a:ea typeface="宋体" panose="02010600030101010101" pitchFamily="2" charset="-122"/>
                </a:rPr>
                <a:t>Dispatch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ROMs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7827" name="Rectangle 26">
              <a:extLst>
                <a:ext uri="{FF2B5EF4-FFF2-40B4-BE49-F238E27FC236}">
                  <a16:creationId xmlns:a16="http://schemas.microsoft.com/office/drawing/2014/main" id="{7E344A24-4D26-5D4B-B5D1-28642CAA8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" y="2302"/>
              <a:ext cx="75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Truth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Tables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47828" name="Rectangle 27">
              <a:extLst>
                <a:ext uri="{FF2B5EF4-FFF2-40B4-BE49-F238E27FC236}">
                  <a16:creationId xmlns:a16="http://schemas.microsoft.com/office/drawing/2014/main" id="{F8F3AF87-0344-1444-9C49-B54FF0EBE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7" y="2801"/>
              <a:ext cx="35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ROM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427036" name="Text Box 28">
            <a:extLst>
              <a:ext uri="{FF2B5EF4-FFF2-40B4-BE49-F238E27FC236}">
                <a16:creationId xmlns:a16="http://schemas.microsoft.com/office/drawing/2014/main" id="{020628F2-42FC-E143-BDFF-93DC2B8DC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2178050"/>
            <a:ext cx="2801937" cy="164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多周期数据通路的控制更复杂，体现在：</a:t>
            </a:r>
          </a:p>
          <a:p>
            <a:pPr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每个指令有多个周期，每个周期控制信号取值不同！</a:t>
            </a:r>
          </a:p>
        </p:txBody>
      </p:sp>
      <p:sp>
        <p:nvSpPr>
          <p:cNvPr id="427037" name="Text Box 29">
            <a:extLst>
              <a:ext uri="{FF2B5EF4-FFF2-40B4-BE49-F238E27FC236}">
                <a16:creationId xmlns:a16="http://schemas.microsoft.com/office/drawing/2014/main" id="{BDA9E695-808D-184E-9377-7D2A552B9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6272213"/>
            <a:ext cx="1538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SKIP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7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7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2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2" grpId="0"/>
      <p:bldP spid="427014" grpId="0"/>
      <p:bldP spid="427036" grpId="0"/>
      <p:bldP spid="4270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Oval 2">
            <a:extLst>
              <a:ext uri="{FF2B5EF4-FFF2-40B4-BE49-F238E27FC236}">
                <a16:creationId xmlns:a16="http://schemas.microsoft.com/office/drawing/2014/main" id="{50CBE1EE-A35D-F044-BD8E-B1802EA16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813" y="6427788"/>
            <a:ext cx="103187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59" name="Oval 3">
            <a:extLst>
              <a:ext uri="{FF2B5EF4-FFF2-40B4-BE49-F238E27FC236}">
                <a16:creationId xmlns:a16="http://schemas.microsoft.com/office/drawing/2014/main" id="{311D3334-CCBE-8745-ABB0-AFA055A8E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42937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60" name="Line 4">
            <a:extLst>
              <a:ext uri="{FF2B5EF4-FFF2-40B4-BE49-F238E27FC236}">
                <a16:creationId xmlns:a16="http://schemas.microsoft.com/office/drawing/2014/main" id="{31740DFD-F553-C74A-A5E6-E1F1E8885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61" name="Rectangle 5">
            <a:extLst>
              <a:ext uri="{FF2B5EF4-FFF2-40B4-BE49-F238E27FC236}">
                <a16:creationId xmlns:a16="http://schemas.microsoft.com/office/drawing/2014/main" id="{B737161F-A04E-0B4E-A79F-DCDD51E1A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318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Op5</a:t>
            </a:r>
          </a:p>
        </p:txBody>
      </p:sp>
      <p:sp>
        <p:nvSpPr>
          <p:cNvPr id="249862" name="Rectangle 6">
            <a:extLst>
              <a:ext uri="{FF2B5EF4-FFF2-40B4-BE49-F238E27FC236}">
                <a16:creationId xmlns:a16="http://schemas.microsoft.com/office/drawing/2014/main" id="{606FFD2F-3E31-1A4B-8927-8465E7DBB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366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Op4</a:t>
            </a:r>
          </a:p>
        </p:txBody>
      </p:sp>
      <p:sp>
        <p:nvSpPr>
          <p:cNvPr id="249863" name="Rectangle 7">
            <a:extLst>
              <a:ext uri="{FF2B5EF4-FFF2-40B4-BE49-F238E27FC236}">
                <a16:creationId xmlns:a16="http://schemas.microsoft.com/office/drawing/2014/main" id="{5D2B8D2F-C90A-5741-9DE2-3F376EC93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14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Op3</a:t>
            </a:r>
          </a:p>
        </p:txBody>
      </p:sp>
      <p:sp>
        <p:nvSpPr>
          <p:cNvPr id="249864" name="Rectangle 8">
            <a:extLst>
              <a:ext uri="{FF2B5EF4-FFF2-40B4-BE49-F238E27FC236}">
                <a16:creationId xmlns:a16="http://schemas.microsoft.com/office/drawing/2014/main" id="{9DE7A50F-A328-4C4B-8F8B-C9C71C815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462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Op2</a:t>
            </a:r>
          </a:p>
        </p:txBody>
      </p:sp>
      <p:sp>
        <p:nvSpPr>
          <p:cNvPr id="249865" name="Rectangle 9">
            <a:extLst>
              <a:ext uri="{FF2B5EF4-FFF2-40B4-BE49-F238E27FC236}">
                <a16:creationId xmlns:a16="http://schemas.microsoft.com/office/drawing/2014/main" id="{D94828F7-27CA-6A4F-A944-2D28C76DC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383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Op1</a:t>
            </a:r>
          </a:p>
        </p:txBody>
      </p:sp>
      <p:sp>
        <p:nvSpPr>
          <p:cNvPr id="249866" name="Rectangle 10">
            <a:extLst>
              <a:ext uri="{FF2B5EF4-FFF2-40B4-BE49-F238E27FC236}">
                <a16:creationId xmlns:a16="http://schemas.microsoft.com/office/drawing/2014/main" id="{478D809A-7E8A-1442-81BE-2DE59D83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2355850"/>
            <a:ext cx="600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Op0</a:t>
            </a:r>
          </a:p>
        </p:txBody>
      </p:sp>
      <p:grpSp>
        <p:nvGrpSpPr>
          <p:cNvPr id="249867" name="Group 11">
            <a:extLst>
              <a:ext uri="{FF2B5EF4-FFF2-40B4-BE49-F238E27FC236}">
                <a16:creationId xmlns:a16="http://schemas.microsoft.com/office/drawing/2014/main" id="{302A2515-2758-254D-B92A-EE45A5070DC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660650"/>
            <a:ext cx="422275" cy="1277938"/>
            <a:chOff x="135" y="2180"/>
            <a:chExt cx="266" cy="805"/>
          </a:xfrm>
        </p:grpSpPr>
        <p:sp>
          <p:nvSpPr>
            <p:cNvPr id="250151" name="Rectangle 12">
              <a:extLst>
                <a:ext uri="{FF2B5EF4-FFF2-40B4-BE49-F238E27FC236}">
                  <a16:creationId xmlns:a16="http://schemas.microsoft.com/office/drawing/2014/main" id="{9453DD70-16BD-8D46-9F09-BB21B8F8D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180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S3</a:t>
              </a:r>
            </a:p>
          </p:txBody>
        </p:sp>
        <p:sp>
          <p:nvSpPr>
            <p:cNvPr id="250152" name="Rectangle 13">
              <a:extLst>
                <a:ext uri="{FF2B5EF4-FFF2-40B4-BE49-F238E27FC236}">
                  <a16:creationId xmlns:a16="http://schemas.microsoft.com/office/drawing/2014/main" id="{423F0F1F-33D4-0D49-A3C5-A06E2186F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372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</a:p>
          </p:txBody>
        </p:sp>
        <p:sp>
          <p:nvSpPr>
            <p:cNvPr id="250153" name="Rectangle 14">
              <a:extLst>
                <a:ext uri="{FF2B5EF4-FFF2-40B4-BE49-F238E27FC236}">
                  <a16:creationId xmlns:a16="http://schemas.microsoft.com/office/drawing/2014/main" id="{94C051C8-FAD1-AD4C-9A60-70E6490A7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564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</a:p>
          </p:txBody>
        </p:sp>
        <p:sp>
          <p:nvSpPr>
            <p:cNvPr id="250154" name="Rectangle 15">
              <a:extLst>
                <a:ext uri="{FF2B5EF4-FFF2-40B4-BE49-F238E27FC236}">
                  <a16:creationId xmlns:a16="http://schemas.microsoft.com/office/drawing/2014/main" id="{E4579CD1-63DA-1446-AD58-C23C80066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2756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S0</a:t>
              </a:r>
            </a:p>
          </p:txBody>
        </p:sp>
      </p:grpSp>
      <p:grpSp>
        <p:nvGrpSpPr>
          <p:cNvPr id="249868" name="Group 16">
            <a:extLst>
              <a:ext uri="{FF2B5EF4-FFF2-40B4-BE49-F238E27FC236}">
                <a16:creationId xmlns:a16="http://schemas.microsoft.com/office/drawing/2014/main" id="{B3E749D7-8B09-2D4D-BB94-BC972A23095D}"/>
              </a:ext>
            </a:extLst>
          </p:cNvPr>
          <p:cNvGrpSpPr>
            <a:grpSpLocks/>
          </p:cNvGrpSpPr>
          <p:nvPr/>
        </p:nvGrpSpPr>
        <p:grpSpPr bwMode="auto">
          <a:xfrm>
            <a:off x="8121650" y="4132263"/>
            <a:ext cx="587375" cy="1298575"/>
            <a:chOff x="5145" y="3170"/>
            <a:chExt cx="370" cy="818"/>
          </a:xfrm>
        </p:grpSpPr>
        <p:sp>
          <p:nvSpPr>
            <p:cNvPr id="250147" name="Rectangle 17">
              <a:extLst>
                <a:ext uri="{FF2B5EF4-FFF2-40B4-BE49-F238E27FC236}">
                  <a16:creationId xmlns:a16="http://schemas.microsoft.com/office/drawing/2014/main" id="{04FED0B4-5E3D-EA40-91F3-BD68121E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170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NS3</a:t>
              </a:r>
            </a:p>
          </p:txBody>
        </p:sp>
        <p:sp>
          <p:nvSpPr>
            <p:cNvPr id="250148" name="Rectangle 18">
              <a:extLst>
                <a:ext uri="{FF2B5EF4-FFF2-40B4-BE49-F238E27FC236}">
                  <a16:creationId xmlns:a16="http://schemas.microsoft.com/office/drawing/2014/main" id="{389B4F08-17F7-6144-9161-2428CB7E3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366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NS2</a:t>
              </a:r>
            </a:p>
          </p:txBody>
        </p:sp>
        <p:sp>
          <p:nvSpPr>
            <p:cNvPr id="250149" name="Rectangle 19">
              <a:extLst>
                <a:ext uri="{FF2B5EF4-FFF2-40B4-BE49-F238E27FC236}">
                  <a16:creationId xmlns:a16="http://schemas.microsoft.com/office/drawing/2014/main" id="{765BB312-A16E-414F-B870-98D699E4C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563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NS1</a:t>
              </a:r>
            </a:p>
          </p:txBody>
        </p:sp>
        <p:sp>
          <p:nvSpPr>
            <p:cNvPr id="250150" name="Rectangle 20">
              <a:extLst>
                <a:ext uri="{FF2B5EF4-FFF2-40B4-BE49-F238E27FC236}">
                  <a16:creationId xmlns:a16="http://schemas.microsoft.com/office/drawing/2014/main" id="{F85955D2-B052-9642-95EE-E0397D69C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759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NS0</a:t>
              </a:r>
            </a:p>
          </p:txBody>
        </p:sp>
      </p:grpSp>
      <p:grpSp>
        <p:nvGrpSpPr>
          <p:cNvPr id="249869" name="Group 21">
            <a:extLst>
              <a:ext uri="{FF2B5EF4-FFF2-40B4-BE49-F238E27FC236}">
                <a16:creationId xmlns:a16="http://schemas.microsoft.com/office/drawing/2014/main" id="{492B77C2-B545-4449-B506-CD358D8794A5}"/>
              </a:ext>
            </a:extLst>
          </p:cNvPr>
          <p:cNvGrpSpPr>
            <a:grpSpLocks/>
          </p:cNvGrpSpPr>
          <p:nvPr/>
        </p:nvGrpSpPr>
        <p:grpSpPr bwMode="auto">
          <a:xfrm>
            <a:off x="1087438" y="952500"/>
            <a:ext cx="6632575" cy="2820988"/>
            <a:chOff x="685" y="600"/>
            <a:chExt cx="3986" cy="1777"/>
          </a:xfrm>
        </p:grpSpPr>
        <p:grpSp>
          <p:nvGrpSpPr>
            <p:cNvPr id="250100" name="Group 22">
              <a:extLst>
                <a:ext uri="{FF2B5EF4-FFF2-40B4-BE49-F238E27FC236}">
                  <a16:creationId xmlns:a16="http://schemas.microsoft.com/office/drawing/2014/main" id="{58A59194-57F4-0C4F-B186-EC20894561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600"/>
              <a:ext cx="3976" cy="145"/>
              <a:chOff x="532" y="1104"/>
              <a:chExt cx="3976" cy="145"/>
            </a:xfrm>
          </p:grpSpPr>
          <p:sp>
            <p:nvSpPr>
              <p:cNvPr id="250143" name="Line 23">
                <a:extLst>
                  <a:ext uri="{FF2B5EF4-FFF2-40B4-BE49-F238E27FC236}">
                    <a16:creationId xmlns:a16="http://schemas.microsoft.com/office/drawing/2014/main" id="{0C88BE7B-291A-AD49-9B48-33E62009D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104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44" name="Freeform 24">
                <a:extLst>
                  <a:ext uri="{FF2B5EF4-FFF2-40B4-BE49-F238E27FC236}">
                    <a16:creationId xmlns:a16="http://schemas.microsoft.com/office/drawing/2014/main" id="{6E5545EC-8B0F-0342-A637-4C5498FE4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104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45" name="Freeform 25">
                <a:extLst>
                  <a:ext uri="{FF2B5EF4-FFF2-40B4-BE49-F238E27FC236}">
                    <a16:creationId xmlns:a16="http://schemas.microsoft.com/office/drawing/2014/main" id="{82D3C399-D661-5145-92D5-92A5BBB9B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152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46" name="Oval 26">
                <a:extLst>
                  <a:ext uri="{FF2B5EF4-FFF2-40B4-BE49-F238E27FC236}">
                    <a16:creationId xmlns:a16="http://schemas.microsoft.com/office/drawing/2014/main" id="{2684CB92-D94C-C64F-A327-29C980348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178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1" name="Group 27">
              <a:extLst>
                <a:ext uri="{FF2B5EF4-FFF2-40B4-BE49-F238E27FC236}">
                  <a16:creationId xmlns:a16="http://schemas.microsoft.com/office/drawing/2014/main" id="{E72D41DB-02C8-8A47-B181-8508BC9123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786"/>
              <a:ext cx="3976" cy="145"/>
              <a:chOff x="532" y="1290"/>
              <a:chExt cx="3976" cy="145"/>
            </a:xfrm>
          </p:grpSpPr>
          <p:sp>
            <p:nvSpPr>
              <p:cNvPr id="250139" name="Line 28">
                <a:extLst>
                  <a:ext uri="{FF2B5EF4-FFF2-40B4-BE49-F238E27FC236}">
                    <a16:creationId xmlns:a16="http://schemas.microsoft.com/office/drawing/2014/main" id="{668E05AD-63EB-F948-B62C-D09BDF39D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290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40" name="Freeform 29">
                <a:extLst>
                  <a:ext uri="{FF2B5EF4-FFF2-40B4-BE49-F238E27FC236}">
                    <a16:creationId xmlns:a16="http://schemas.microsoft.com/office/drawing/2014/main" id="{62C489B6-F45D-0C48-A30F-00795D150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290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41" name="Freeform 30">
                <a:extLst>
                  <a:ext uri="{FF2B5EF4-FFF2-40B4-BE49-F238E27FC236}">
                    <a16:creationId xmlns:a16="http://schemas.microsoft.com/office/drawing/2014/main" id="{00E93873-1882-FE45-B1D3-8372E2C2F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338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42" name="Oval 31">
                <a:extLst>
                  <a:ext uri="{FF2B5EF4-FFF2-40B4-BE49-F238E27FC236}">
                    <a16:creationId xmlns:a16="http://schemas.microsoft.com/office/drawing/2014/main" id="{A27DB8D1-B77D-6D43-AD82-559D1B057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364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2" name="Group 32">
              <a:extLst>
                <a:ext uri="{FF2B5EF4-FFF2-40B4-BE49-F238E27FC236}">
                  <a16:creationId xmlns:a16="http://schemas.microsoft.com/office/drawing/2014/main" id="{E93BF3B2-4AA3-0B4B-9E38-91D77BA3A2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972"/>
              <a:ext cx="3976" cy="145"/>
              <a:chOff x="532" y="1476"/>
              <a:chExt cx="3976" cy="145"/>
            </a:xfrm>
          </p:grpSpPr>
          <p:sp>
            <p:nvSpPr>
              <p:cNvPr id="250135" name="Line 33">
                <a:extLst>
                  <a:ext uri="{FF2B5EF4-FFF2-40B4-BE49-F238E27FC236}">
                    <a16:creationId xmlns:a16="http://schemas.microsoft.com/office/drawing/2014/main" id="{69DC62E8-8D21-6F46-9FAF-5E41A9E49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476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36" name="Freeform 34">
                <a:extLst>
                  <a:ext uri="{FF2B5EF4-FFF2-40B4-BE49-F238E27FC236}">
                    <a16:creationId xmlns:a16="http://schemas.microsoft.com/office/drawing/2014/main" id="{7BAE6D74-81C9-F541-881C-AF7E3FDF3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476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37" name="Freeform 35">
                <a:extLst>
                  <a:ext uri="{FF2B5EF4-FFF2-40B4-BE49-F238E27FC236}">
                    <a16:creationId xmlns:a16="http://schemas.microsoft.com/office/drawing/2014/main" id="{3103A8D6-B322-9444-B26A-4916F8877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524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38" name="Oval 36">
                <a:extLst>
                  <a:ext uri="{FF2B5EF4-FFF2-40B4-BE49-F238E27FC236}">
                    <a16:creationId xmlns:a16="http://schemas.microsoft.com/office/drawing/2014/main" id="{37D01FDB-1F9A-5944-AD5F-F0B20B736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550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3" name="Group 37">
              <a:extLst>
                <a:ext uri="{FF2B5EF4-FFF2-40B4-BE49-F238E27FC236}">
                  <a16:creationId xmlns:a16="http://schemas.microsoft.com/office/drawing/2014/main" id="{2C40591C-AE60-F643-A271-F4E34472FE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158"/>
              <a:ext cx="3976" cy="145"/>
              <a:chOff x="532" y="1662"/>
              <a:chExt cx="3976" cy="145"/>
            </a:xfrm>
          </p:grpSpPr>
          <p:sp>
            <p:nvSpPr>
              <p:cNvPr id="250131" name="Line 38">
                <a:extLst>
                  <a:ext uri="{FF2B5EF4-FFF2-40B4-BE49-F238E27FC236}">
                    <a16:creationId xmlns:a16="http://schemas.microsoft.com/office/drawing/2014/main" id="{97CFD1A3-55F2-B044-A146-97B26D1D0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662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32" name="Freeform 39">
                <a:extLst>
                  <a:ext uri="{FF2B5EF4-FFF2-40B4-BE49-F238E27FC236}">
                    <a16:creationId xmlns:a16="http://schemas.microsoft.com/office/drawing/2014/main" id="{283A6C4E-93F6-044F-A138-4F86E7C5C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662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33" name="Freeform 40">
                <a:extLst>
                  <a:ext uri="{FF2B5EF4-FFF2-40B4-BE49-F238E27FC236}">
                    <a16:creationId xmlns:a16="http://schemas.microsoft.com/office/drawing/2014/main" id="{7DFE0D60-A00D-A940-83C2-3334D8A32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710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34" name="Oval 41">
                <a:extLst>
                  <a:ext uri="{FF2B5EF4-FFF2-40B4-BE49-F238E27FC236}">
                    <a16:creationId xmlns:a16="http://schemas.microsoft.com/office/drawing/2014/main" id="{60EE1596-718A-354F-8980-4E4711D86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736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4" name="Group 42">
              <a:extLst>
                <a:ext uri="{FF2B5EF4-FFF2-40B4-BE49-F238E27FC236}">
                  <a16:creationId xmlns:a16="http://schemas.microsoft.com/office/drawing/2014/main" id="{FD8A3165-9B11-9841-AAC8-E8D57C2D1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344"/>
              <a:ext cx="3976" cy="145"/>
              <a:chOff x="532" y="1848"/>
              <a:chExt cx="3976" cy="145"/>
            </a:xfrm>
          </p:grpSpPr>
          <p:sp>
            <p:nvSpPr>
              <p:cNvPr id="250127" name="Line 43">
                <a:extLst>
                  <a:ext uri="{FF2B5EF4-FFF2-40B4-BE49-F238E27FC236}">
                    <a16:creationId xmlns:a16="http://schemas.microsoft.com/office/drawing/2014/main" id="{8921D5E9-7605-1341-8477-5B1F65A02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1848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28" name="Freeform 44">
                <a:extLst>
                  <a:ext uri="{FF2B5EF4-FFF2-40B4-BE49-F238E27FC236}">
                    <a16:creationId xmlns:a16="http://schemas.microsoft.com/office/drawing/2014/main" id="{AEB0FA69-89D6-774E-B2FB-247BE0D5B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848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29" name="Freeform 45">
                <a:extLst>
                  <a:ext uri="{FF2B5EF4-FFF2-40B4-BE49-F238E27FC236}">
                    <a16:creationId xmlns:a16="http://schemas.microsoft.com/office/drawing/2014/main" id="{526735ED-3E97-AD4D-9863-C9913D9A2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1896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30" name="Oval 46">
                <a:extLst>
                  <a:ext uri="{FF2B5EF4-FFF2-40B4-BE49-F238E27FC236}">
                    <a16:creationId xmlns:a16="http://schemas.microsoft.com/office/drawing/2014/main" id="{4CA969E5-7B3D-FE4D-A349-DC8BF158C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1922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5" name="Group 47">
              <a:extLst>
                <a:ext uri="{FF2B5EF4-FFF2-40B4-BE49-F238E27FC236}">
                  <a16:creationId xmlns:a16="http://schemas.microsoft.com/office/drawing/2014/main" id="{E9248B43-8922-9C4A-9481-6B320F1BF4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530"/>
              <a:ext cx="3976" cy="145"/>
              <a:chOff x="532" y="2034"/>
              <a:chExt cx="3976" cy="145"/>
            </a:xfrm>
          </p:grpSpPr>
          <p:sp>
            <p:nvSpPr>
              <p:cNvPr id="250123" name="Line 48">
                <a:extLst>
                  <a:ext uri="{FF2B5EF4-FFF2-40B4-BE49-F238E27FC236}">
                    <a16:creationId xmlns:a16="http://schemas.microsoft.com/office/drawing/2014/main" id="{CC855918-1F85-FA4E-AA83-AF31BEE58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034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24" name="Freeform 49">
                <a:extLst>
                  <a:ext uri="{FF2B5EF4-FFF2-40B4-BE49-F238E27FC236}">
                    <a16:creationId xmlns:a16="http://schemas.microsoft.com/office/drawing/2014/main" id="{C2667378-3150-E548-B651-DCFCF9B8A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034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25" name="Freeform 50">
                <a:extLst>
                  <a:ext uri="{FF2B5EF4-FFF2-40B4-BE49-F238E27FC236}">
                    <a16:creationId xmlns:a16="http://schemas.microsoft.com/office/drawing/2014/main" id="{C72C021C-849B-D640-8FF5-C6B0A92DC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082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26" name="Oval 51">
                <a:extLst>
                  <a:ext uri="{FF2B5EF4-FFF2-40B4-BE49-F238E27FC236}">
                    <a16:creationId xmlns:a16="http://schemas.microsoft.com/office/drawing/2014/main" id="{B27100D3-E9F6-A841-8BC7-B458F52EC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108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6" name="Group 52">
              <a:extLst>
                <a:ext uri="{FF2B5EF4-FFF2-40B4-BE49-F238E27FC236}">
                  <a16:creationId xmlns:a16="http://schemas.microsoft.com/office/drawing/2014/main" id="{0E14E671-DAA2-C549-AA40-A6BCBC2E17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716"/>
              <a:ext cx="3976" cy="145"/>
              <a:chOff x="532" y="2220"/>
              <a:chExt cx="3976" cy="145"/>
            </a:xfrm>
          </p:grpSpPr>
          <p:sp>
            <p:nvSpPr>
              <p:cNvPr id="250119" name="Line 53">
                <a:extLst>
                  <a:ext uri="{FF2B5EF4-FFF2-40B4-BE49-F238E27FC236}">
                    <a16:creationId xmlns:a16="http://schemas.microsoft.com/office/drawing/2014/main" id="{26AAFDE4-8F20-2F4B-A31B-2F9B33998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220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20" name="Freeform 54">
                <a:extLst>
                  <a:ext uri="{FF2B5EF4-FFF2-40B4-BE49-F238E27FC236}">
                    <a16:creationId xmlns:a16="http://schemas.microsoft.com/office/drawing/2014/main" id="{74AEC43E-4627-644B-9D42-928463C48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220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21" name="Freeform 55">
                <a:extLst>
                  <a:ext uri="{FF2B5EF4-FFF2-40B4-BE49-F238E27FC236}">
                    <a16:creationId xmlns:a16="http://schemas.microsoft.com/office/drawing/2014/main" id="{19AEB430-D047-5345-9288-420BA576B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268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22" name="Oval 56">
                <a:extLst>
                  <a:ext uri="{FF2B5EF4-FFF2-40B4-BE49-F238E27FC236}">
                    <a16:creationId xmlns:a16="http://schemas.microsoft.com/office/drawing/2014/main" id="{2C42F885-87C3-D047-B9E1-B0A64ED97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294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7" name="Group 57">
              <a:extLst>
                <a:ext uri="{FF2B5EF4-FFF2-40B4-BE49-F238E27FC236}">
                  <a16:creationId xmlns:a16="http://schemas.microsoft.com/office/drawing/2014/main" id="{ED912E33-C296-324A-B7AD-F50958EC8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1902"/>
              <a:ext cx="3976" cy="145"/>
              <a:chOff x="532" y="2406"/>
              <a:chExt cx="3976" cy="145"/>
            </a:xfrm>
          </p:grpSpPr>
          <p:sp>
            <p:nvSpPr>
              <p:cNvPr id="250115" name="Line 58">
                <a:extLst>
                  <a:ext uri="{FF2B5EF4-FFF2-40B4-BE49-F238E27FC236}">
                    <a16:creationId xmlns:a16="http://schemas.microsoft.com/office/drawing/2014/main" id="{B0AB59D6-0743-BC44-B0F4-ABA307647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406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16" name="Freeform 59">
                <a:extLst>
                  <a:ext uri="{FF2B5EF4-FFF2-40B4-BE49-F238E27FC236}">
                    <a16:creationId xmlns:a16="http://schemas.microsoft.com/office/drawing/2014/main" id="{190190FE-A85D-9F41-9846-592209B60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406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17" name="Freeform 60">
                <a:extLst>
                  <a:ext uri="{FF2B5EF4-FFF2-40B4-BE49-F238E27FC236}">
                    <a16:creationId xmlns:a16="http://schemas.microsoft.com/office/drawing/2014/main" id="{72F63664-D2BF-F34B-90EF-8F4EB3CAC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454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18" name="Oval 61">
                <a:extLst>
                  <a:ext uri="{FF2B5EF4-FFF2-40B4-BE49-F238E27FC236}">
                    <a16:creationId xmlns:a16="http://schemas.microsoft.com/office/drawing/2014/main" id="{957671AD-6E3C-5342-92CF-88DFFE086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480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108" name="Group 62">
              <a:extLst>
                <a:ext uri="{FF2B5EF4-FFF2-40B4-BE49-F238E27FC236}">
                  <a16:creationId xmlns:a16="http://schemas.microsoft.com/office/drawing/2014/main" id="{E9205CBB-2D02-AE48-961A-12FD958641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" y="2088"/>
              <a:ext cx="3976" cy="145"/>
              <a:chOff x="532" y="2592"/>
              <a:chExt cx="3976" cy="145"/>
            </a:xfrm>
          </p:grpSpPr>
          <p:sp>
            <p:nvSpPr>
              <p:cNvPr id="250111" name="Line 63">
                <a:extLst>
                  <a:ext uri="{FF2B5EF4-FFF2-40B4-BE49-F238E27FC236}">
                    <a16:creationId xmlns:a16="http://schemas.microsoft.com/office/drawing/2014/main" id="{96E83B05-2C32-534E-B64B-5AA841DFB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" y="2592"/>
                <a:ext cx="3770" cy="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0112" name="Freeform 64">
                <a:extLst>
                  <a:ext uri="{FF2B5EF4-FFF2-40B4-BE49-F238E27FC236}">
                    <a16:creationId xmlns:a16="http://schemas.microsoft.com/office/drawing/2014/main" id="{40926CF8-B79F-3044-A539-C651AD9A6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2592"/>
                <a:ext cx="3779" cy="97"/>
              </a:xfrm>
              <a:custGeom>
                <a:avLst/>
                <a:gdLst>
                  <a:gd name="T0" fmla="*/ 0 w 3779"/>
                  <a:gd name="T1" fmla="*/ 0 h 97"/>
                  <a:gd name="T2" fmla="*/ 0 w 3779"/>
                  <a:gd name="T3" fmla="*/ 96 h 97"/>
                  <a:gd name="T4" fmla="*/ 3778 w 3779"/>
                  <a:gd name="T5" fmla="*/ 96 h 97"/>
                  <a:gd name="T6" fmla="*/ 3778 w 3779"/>
                  <a:gd name="T7" fmla="*/ 96 h 97"/>
                  <a:gd name="T8" fmla="*/ 3778 w 3779"/>
                  <a:gd name="T9" fmla="*/ 96 h 97"/>
                  <a:gd name="T10" fmla="*/ 3778 w 3779"/>
                  <a:gd name="T11" fmla="*/ 96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79" h="97">
                    <a:moveTo>
                      <a:pt x="0" y="0"/>
                    </a:moveTo>
                    <a:lnTo>
                      <a:pt x="0" y="96"/>
                    </a:lnTo>
                    <a:lnTo>
                      <a:pt x="3778" y="96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13" name="Freeform 65">
                <a:extLst>
                  <a:ext uri="{FF2B5EF4-FFF2-40B4-BE49-F238E27FC236}">
                    <a16:creationId xmlns:a16="http://schemas.microsoft.com/office/drawing/2014/main" id="{04A72765-0C7D-8149-9ABB-1D32CE70D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0" y="2640"/>
                <a:ext cx="81" cy="97"/>
              </a:xfrm>
              <a:custGeom>
                <a:avLst/>
                <a:gdLst>
                  <a:gd name="T0" fmla="*/ 0 w 81"/>
                  <a:gd name="T1" fmla="*/ 0 h 97"/>
                  <a:gd name="T2" fmla="*/ 0 w 81"/>
                  <a:gd name="T3" fmla="*/ 96 h 97"/>
                  <a:gd name="T4" fmla="*/ 80 w 81"/>
                  <a:gd name="T5" fmla="*/ 48 h 97"/>
                  <a:gd name="T6" fmla="*/ 0 w 81"/>
                  <a:gd name="T7" fmla="*/ 0 h 9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1" h="97">
                    <a:moveTo>
                      <a:pt x="0" y="0"/>
                    </a:moveTo>
                    <a:lnTo>
                      <a:pt x="0" y="96"/>
                    </a:lnTo>
                    <a:lnTo>
                      <a:pt x="80" y="4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114" name="Oval 66">
                <a:extLst>
                  <a:ext uri="{FF2B5EF4-FFF2-40B4-BE49-F238E27FC236}">
                    <a16:creationId xmlns:a16="http://schemas.microsoft.com/office/drawing/2014/main" id="{BB18DD25-0208-2443-99FC-778CE965B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666"/>
                <a:ext cx="32" cy="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50109" name="Line 67">
              <a:extLst>
                <a:ext uri="{FF2B5EF4-FFF2-40B4-BE49-F238E27FC236}">
                  <a16:creationId xmlns:a16="http://schemas.microsoft.com/office/drawing/2014/main" id="{1747EDA8-73D3-BF46-ABEB-C8D65D3B8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" y="2280"/>
              <a:ext cx="3770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110" name="Freeform 68">
              <a:extLst>
                <a:ext uri="{FF2B5EF4-FFF2-40B4-BE49-F238E27FC236}">
                  <a16:creationId xmlns:a16="http://schemas.microsoft.com/office/drawing/2014/main" id="{782296E1-6B68-4348-A31E-923290E33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280"/>
              <a:ext cx="3770" cy="97"/>
            </a:xfrm>
            <a:custGeom>
              <a:avLst/>
              <a:gdLst>
                <a:gd name="T0" fmla="*/ 0 w 3770"/>
                <a:gd name="T1" fmla="*/ 0 h 97"/>
                <a:gd name="T2" fmla="*/ 0 w 3770"/>
                <a:gd name="T3" fmla="*/ 96 h 97"/>
                <a:gd name="T4" fmla="*/ 3769 w 3770"/>
                <a:gd name="T5" fmla="*/ 96 h 97"/>
                <a:gd name="T6" fmla="*/ 3769 w 3770"/>
                <a:gd name="T7" fmla="*/ 96 h 97"/>
                <a:gd name="T8" fmla="*/ 3769 w 3770"/>
                <a:gd name="T9" fmla="*/ 96 h 97"/>
                <a:gd name="T10" fmla="*/ 3769 w 3770"/>
                <a:gd name="T11" fmla="*/ 96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70" h="97">
                  <a:moveTo>
                    <a:pt x="0" y="0"/>
                  </a:moveTo>
                  <a:lnTo>
                    <a:pt x="0" y="96"/>
                  </a:lnTo>
                  <a:lnTo>
                    <a:pt x="3769" y="9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9870" name="Freeform 69">
            <a:extLst>
              <a:ext uri="{FF2B5EF4-FFF2-40B4-BE49-F238E27FC236}">
                <a16:creationId xmlns:a16="http://schemas.microsoft.com/office/drawing/2014/main" id="{B150274D-B8B2-834E-AE52-7FF589427EF8}"/>
              </a:ext>
            </a:extLst>
          </p:cNvPr>
          <p:cNvSpPr>
            <a:spLocks/>
          </p:cNvSpPr>
          <p:nvPr/>
        </p:nvSpPr>
        <p:spPr bwMode="auto">
          <a:xfrm>
            <a:off x="1639888" y="3695700"/>
            <a:ext cx="141287" cy="153988"/>
          </a:xfrm>
          <a:custGeom>
            <a:avLst/>
            <a:gdLst>
              <a:gd name="T0" fmla="*/ 0 w 89"/>
              <a:gd name="T1" fmla="*/ 0 h 97"/>
              <a:gd name="T2" fmla="*/ 0 w 89"/>
              <a:gd name="T3" fmla="*/ 2147483646 h 97"/>
              <a:gd name="T4" fmla="*/ 2147483646 w 89"/>
              <a:gd name="T5" fmla="*/ 2147483646 h 97"/>
              <a:gd name="T6" fmla="*/ 0 w 89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" h="97">
                <a:moveTo>
                  <a:pt x="0" y="0"/>
                </a:moveTo>
                <a:lnTo>
                  <a:pt x="0" y="96"/>
                </a:lnTo>
                <a:lnTo>
                  <a:pt x="88" y="48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871" name="Oval 70">
            <a:extLst>
              <a:ext uri="{FF2B5EF4-FFF2-40B4-BE49-F238E27FC236}">
                <a16:creationId xmlns:a16="http://schemas.microsoft.com/office/drawing/2014/main" id="{EA69E72C-005A-244F-A681-52727B424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3736975"/>
            <a:ext cx="57150" cy="63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9872" name="Group 71">
            <a:extLst>
              <a:ext uri="{FF2B5EF4-FFF2-40B4-BE49-F238E27FC236}">
                <a16:creationId xmlns:a16="http://schemas.microsoft.com/office/drawing/2014/main" id="{827BEF74-D0D3-B746-8526-23E65B90A466}"/>
              </a:ext>
            </a:extLst>
          </p:cNvPr>
          <p:cNvGrpSpPr>
            <a:grpSpLocks/>
          </p:cNvGrpSpPr>
          <p:nvPr/>
        </p:nvGrpSpPr>
        <p:grpSpPr bwMode="auto">
          <a:xfrm>
            <a:off x="2247900" y="4406900"/>
            <a:ext cx="5816600" cy="914400"/>
            <a:chOff x="1494" y="2830"/>
            <a:chExt cx="3805" cy="576"/>
          </a:xfrm>
        </p:grpSpPr>
        <p:sp>
          <p:nvSpPr>
            <p:cNvPr id="250096" name="Line 72">
              <a:extLst>
                <a:ext uri="{FF2B5EF4-FFF2-40B4-BE49-F238E27FC236}">
                  <a16:creationId xmlns:a16="http://schemas.microsoft.com/office/drawing/2014/main" id="{964CCCAD-B009-1D4C-936A-F58FE249B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2830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97" name="Line 73">
              <a:extLst>
                <a:ext uri="{FF2B5EF4-FFF2-40B4-BE49-F238E27FC236}">
                  <a16:creationId xmlns:a16="http://schemas.microsoft.com/office/drawing/2014/main" id="{507E3029-B868-3049-91AE-28B9348B0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022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98" name="Line 74">
              <a:extLst>
                <a:ext uri="{FF2B5EF4-FFF2-40B4-BE49-F238E27FC236}">
                  <a16:creationId xmlns:a16="http://schemas.microsoft.com/office/drawing/2014/main" id="{38C41B99-428C-9046-8335-1CE379F13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214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99" name="Line 75">
              <a:extLst>
                <a:ext uri="{FF2B5EF4-FFF2-40B4-BE49-F238E27FC236}">
                  <a16:creationId xmlns:a16="http://schemas.microsoft.com/office/drawing/2014/main" id="{59BEF71B-C038-3644-ADE6-563F0F9851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4" y="3406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9873" name="Line 76">
            <a:extLst>
              <a:ext uri="{FF2B5EF4-FFF2-40B4-BE49-F238E27FC236}">
                <a16:creationId xmlns:a16="http://schemas.microsoft.com/office/drawing/2014/main" id="{7308856B-3116-D94C-BCEF-D5D539080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4" name="Line 77">
            <a:extLst>
              <a:ext uri="{FF2B5EF4-FFF2-40B4-BE49-F238E27FC236}">
                <a16:creationId xmlns:a16="http://schemas.microsoft.com/office/drawing/2014/main" id="{07E477C9-32EA-5948-8584-95B18FE69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1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5" name="Line 78">
            <a:extLst>
              <a:ext uri="{FF2B5EF4-FFF2-40B4-BE49-F238E27FC236}">
                <a16:creationId xmlns:a16="http://schemas.microsoft.com/office/drawing/2014/main" id="{0BB7F089-78A1-7347-878D-00C85A9C9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6" name="Line 79">
            <a:extLst>
              <a:ext uri="{FF2B5EF4-FFF2-40B4-BE49-F238E27FC236}">
                <a16:creationId xmlns:a16="http://schemas.microsoft.com/office/drawing/2014/main" id="{9B1926B3-A147-474C-B5A0-07BEBC488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9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7" name="Line 80">
            <a:extLst>
              <a:ext uri="{FF2B5EF4-FFF2-40B4-BE49-F238E27FC236}">
                <a16:creationId xmlns:a16="http://schemas.microsoft.com/office/drawing/2014/main" id="{EB7A1B1D-4872-E344-AF36-49AE2185C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0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8" name="Line 81">
            <a:extLst>
              <a:ext uri="{FF2B5EF4-FFF2-40B4-BE49-F238E27FC236}">
                <a16:creationId xmlns:a16="http://schemas.microsoft.com/office/drawing/2014/main" id="{FEC0C735-DC51-954E-A2EB-9407B5512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4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79" name="Line 82">
            <a:extLst>
              <a:ext uri="{FF2B5EF4-FFF2-40B4-BE49-F238E27FC236}">
                <a16:creationId xmlns:a16="http://schemas.microsoft.com/office/drawing/2014/main" id="{20A45D91-E2A8-394B-9AF2-F98908662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8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80" name="Line 83">
            <a:extLst>
              <a:ext uri="{FF2B5EF4-FFF2-40B4-BE49-F238E27FC236}">
                <a16:creationId xmlns:a16="http://schemas.microsoft.com/office/drawing/2014/main" id="{52FE4160-6353-3C4D-B343-5B6B364CE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2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881" name="Rectangle 84">
            <a:extLst>
              <a:ext uri="{FF2B5EF4-FFF2-40B4-BE49-F238E27FC236}">
                <a16:creationId xmlns:a16="http://schemas.microsoft.com/office/drawing/2014/main" id="{D004B06B-AD0A-3244-AD28-6BEA7DEDA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4532313"/>
            <a:ext cx="9969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0 = 0000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 = 0001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2 = 0010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3 = 0011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4 = 0100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5 = 0101</a:t>
            </a:r>
          </a:p>
        </p:txBody>
      </p:sp>
      <p:sp>
        <p:nvSpPr>
          <p:cNvPr id="249882" name="Rectangle 85">
            <a:extLst>
              <a:ext uri="{FF2B5EF4-FFF2-40B4-BE49-F238E27FC236}">
                <a16:creationId xmlns:a16="http://schemas.microsoft.com/office/drawing/2014/main" id="{53E1599D-95C1-7B43-8F2D-F32B7FE7B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4545013"/>
            <a:ext cx="11112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6 = 0110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7 = 0111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8 = 1000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9 = 1001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10 = 1010</a:t>
            </a:r>
          </a:p>
          <a:p>
            <a:pPr algn="r"/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11 = 1011</a:t>
            </a:r>
          </a:p>
        </p:txBody>
      </p:sp>
      <p:sp>
        <p:nvSpPr>
          <p:cNvPr id="249883" name="Rectangle 86">
            <a:extLst>
              <a:ext uri="{FF2B5EF4-FFF2-40B4-BE49-F238E27FC236}">
                <a16:creationId xmlns:a16="http://schemas.microsoft.com/office/drawing/2014/main" id="{52E1FEEF-BE30-AF42-AAF2-629E05249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38" y="4565650"/>
            <a:ext cx="1922462" cy="170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4" name="Oval 87">
            <a:extLst>
              <a:ext uri="{FF2B5EF4-FFF2-40B4-BE49-F238E27FC236}">
                <a16:creationId xmlns:a16="http://schemas.microsoft.com/office/drawing/2014/main" id="{9FA328BF-C14D-D846-A17A-BD71974A8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30924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5" name="Oval 88">
            <a:extLst>
              <a:ext uri="{FF2B5EF4-FFF2-40B4-BE49-F238E27FC236}">
                <a16:creationId xmlns:a16="http://schemas.microsoft.com/office/drawing/2014/main" id="{34F5D3F3-0D81-BA46-9DBC-BAB431D32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26622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6" name="Oval 89">
            <a:extLst>
              <a:ext uri="{FF2B5EF4-FFF2-40B4-BE49-F238E27FC236}">
                <a16:creationId xmlns:a16="http://schemas.microsoft.com/office/drawing/2014/main" id="{6FFA8987-3A5F-3A4B-B844-294A4C7EC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7" name="Oval 90">
            <a:extLst>
              <a:ext uri="{FF2B5EF4-FFF2-40B4-BE49-F238E27FC236}">
                <a16:creationId xmlns:a16="http://schemas.microsoft.com/office/drawing/2014/main" id="{241DB645-B006-6E45-BF60-44B6644D3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419475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8" name="Oval 91">
            <a:extLst>
              <a:ext uri="{FF2B5EF4-FFF2-40B4-BE49-F238E27FC236}">
                <a16:creationId xmlns:a16="http://schemas.microsoft.com/office/drawing/2014/main" id="{5072F9BA-94AC-A84A-8000-055EBE23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5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89" name="Oval 92">
            <a:extLst>
              <a:ext uri="{FF2B5EF4-FFF2-40B4-BE49-F238E27FC236}">
                <a16:creationId xmlns:a16="http://schemas.microsoft.com/office/drawing/2014/main" id="{F3A088B2-83FA-1141-AC47-F507FA16D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6733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0" name="Oval 93">
            <a:extLst>
              <a:ext uri="{FF2B5EF4-FFF2-40B4-BE49-F238E27FC236}">
                <a16:creationId xmlns:a16="http://schemas.microsoft.com/office/drawing/2014/main" id="{07C05233-3CFF-6D4E-B397-F6FAA05E8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7211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9891" name="Group 94">
            <a:extLst>
              <a:ext uri="{FF2B5EF4-FFF2-40B4-BE49-F238E27FC236}">
                <a16:creationId xmlns:a16="http://schemas.microsoft.com/office/drawing/2014/main" id="{C9AEDC64-E39E-2E4F-8242-F6EE6AA1AEBD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1033463"/>
            <a:ext cx="123825" cy="2647950"/>
            <a:chOff x="1812" y="651"/>
            <a:chExt cx="78" cy="1668"/>
          </a:xfrm>
        </p:grpSpPr>
        <p:sp>
          <p:nvSpPr>
            <p:cNvPr id="250086" name="Oval 95">
              <a:extLst>
                <a:ext uri="{FF2B5EF4-FFF2-40B4-BE49-F238E27FC236}">
                  <a16:creationId xmlns:a16="http://schemas.microsoft.com/office/drawing/2014/main" id="{EC98F780-9C28-2644-9B42-EA71251D7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7" name="Oval 96">
              <a:extLst>
                <a:ext uri="{FF2B5EF4-FFF2-40B4-BE49-F238E27FC236}">
                  <a16:creationId xmlns:a16="http://schemas.microsoft.com/office/drawing/2014/main" id="{C90C81BF-B3F0-BD4D-8F45-2FEE08C13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8" name="Oval 97">
              <a:extLst>
                <a:ext uri="{FF2B5EF4-FFF2-40B4-BE49-F238E27FC236}">
                  <a16:creationId xmlns:a16="http://schemas.microsoft.com/office/drawing/2014/main" id="{1A21A5DF-2CF7-EE46-A3AD-AFFBDBA9A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9" name="Oval 98">
              <a:extLst>
                <a:ext uri="{FF2B5EF4-FFF2-40B4-BE49-F238E27FC236}">
                  <a16:creationId xmlns:a16="http://schemas.microsoft.com/office/drawing/2014/main" id="{664E74D5-1C90-A746-A89D-3DEB1F2C6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0" name="Oval 99">
              <a:extLst>
                <a:ext uri="{FF2B5EF4-FFF2-40B4-BE49-F238E27FC236}">
                  <a16:creationId xmlns:a16="http://schemas.microsoft.com/office/drawing/2014/main" id="{1BE9D449-208C-3442-998B-20145F3B1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1" name="Oval 100">
              <a:extLst>
                <a:ext uri="{FF2B5EF4-FFF2-40B4-BE49-F238E27FC236}">
                  <a16:creationId xmlns:a16="http://schemas.microsoft.com/office/drawing/2014/main" id="{0AD12B69-8296-814C-A2B3-A51BD0F78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400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2" name="Oval 101">
              <a:extLst>
                <a:ext uri="{FF2B5EF4-FFF2-40B4-BE49-F238E27FC236}">
                  <a16:creationId xmlns:a16="http://schemas.microsoft.com/office/drawing/2014/main" id="{57FC037C-79E0-5143-B95A-A65EB1EC2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3" name="Oval 102">
              <a:extLst>
                <a:ext uri="{FF2B5EF4-FFF2-40B4-BE49-F238E27FC236}">
                  <a16:creationId xmlns:a16="http://schemas.microsoft.com/office/drawing/2014/main" id="{9AA68418-FE70-3642-8347-D88DA3DE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4" name="Oval 103">
              <a:extLst>
                <a:ext uri="{FF2B5EF4-FFF2-40B4-BE49-F238E27FC236}">
                  <a16:creationId xmlns:a16="http://schemas.microsoft.com/office/drawing/2014/main" id="{416A9832-4397-1345-A4DF-40126DD71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95" name="Oval 104">
              <a:extLst>
                <a:ext uri="{FF2B5EF4-FFF2-40B4-BE49-F238E27FC236}">
                  <a16:creationId xmlns:a16="http://schemas.microsoft.com/office/drawing/2014/main" id="{D50F4075-9252-5847-AE62-B71CF1598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49892" name="Group 105">
            <a:extLst>
              <a:ext uri="{FF2B5EF4-FFF2-40B4-BE49-F238E27FC236}">
                <a16:creationId xmlns:a16="http://schemas.microsoft.com/office/drawing/2014/main" id="{4FB16F36-6636-3A42-B2B8-56999E4871F3}"/>
              </a:ext>
            </a:extLst>
          </p:cNvPr>
          <p:cNvGrpSpPr>
            <a:grpSpLocks/>
          </p:cNvGrpSpPr>
          <p:nvPr/>
        </p:nvGrpSpPr>
        <p:grpSpPr bwMode="auto">
          <a:xfrm>
            <a:off x="2881313" y="1041400"/>
            <a:ext cx="111125" cy="2640013"/>
            <a:chOff x="1975" y="656"/>
            <a:chExt cx="70" cy="1663"/>
          </a:xfrm>
        </p:grpSpPr>
        <p:sp>
          <p:nvSpPr>
            <p:cNvPr id="250076" name="Oval 106">
              <a:extLst>
                <a:ext uri="{FF2B5EF4-FFF2-40B4-BE49-F238E27FC236}">
                  <a16:creationId xmlns:a16="http://schemas.microsoft.com/office/drawing/2014/main" id="{E2DE1781-42B1-894C-952D-CD71887AA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7" name="Oval 107">
              <a:extLst>
                <a:ext uri="{FF2B5EF4-FFF2-40B4-BE49-F238E27FC236}">
                  <a16:creationId xmlns:a16="http://schemas.microsoft.com/office/drawing/2014/main" id="{FD03C2CE-8890-3049-BB5A-E1DE7984D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8" name="Oval 108">
              <a:extLst>
                <a:ext uri="{FF2B5EF4-FFF2-40B4-BE49-F238E27FC236}">
                  <a16:creationId xmlns:a16="http://schemas.microsoft.com/office/drawing/2014/main" id="{E0C47C8C-AB01-FA46-8650-07346977F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9" name="Oval 109">
              <a:extLst>
                <a:ext uri="{FF2B5EF4-FFF2-40B4-BE49-F238E27FC236}">
                  <a16:creationId xmlns:a16="http://schemas.microsoft.com/office/drawing/2014/main" id="{C2EE0C19-3864-FC49-8D0A-D40E4BC5C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0" name="Oval 110">
              <a:extLst>
                <a:ext uri="{FF2B5EF4-FFF2-40B4-BE49-F238E27FC236}">
                  <a16:creationId xmlns:a16="http://schemas.microsoft.com/office/drawing/2014/main" id="{179E6771-DFA7-484E-A84F-DD13BC019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50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1" name="Oval 111">
              <a:extLst>
                <a:ext uri="{FF2B5EF4-FFF2-40B4-BE49-F238E27FC236}">
                  <a16:creationId xmlns:a16="http://schemas.microsoft.com/office/drawing/2014/main" id="{A472FA62-15BB-C84E-8A2A-AE103BEE3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2" name="Oval 112">
              <a:extLst>
                <a:ext uri="{FF2B5EF4-FFF2-40B4-BE49-F238E27FC236}">
                  <a16:creationId xmlns:a16="http://schemas.microsoft.com/office/drawing/2014/main" id="{BDC78987-E944-8B49-BDCC-21BC0E7F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3" name="Oval 113">
              <a:extLst>
                <a:ext uri="{FF2B5EF4-FFF2-40B4-BE49-F238E27FC236}">
                  <a16:creationId xmlns:a16="http://schemas.microsoft.com/office/drawing/2014/main" id="{CCA3D831-16BE-904D-BAF8-8E4F9151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945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4" name="Oval 114">
              <a:extLst>
                <a:ext uri="{FF2B5EF4-FFF2-40B4-BE49-F238E27FC236}">
                  <a16:creationId xmlns:a16="http://schemas.microsoft.com/office/drawing/2014/main" id="{C897DC42-9CCD-E04D-B948-7573C8DBF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84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85" name="Oval 115">
              <a:extLst>
                <a:ext uri="{FF2B5EF4-FFF2-40B4-BE49-F238E27FC236}">
                  <a16:creationId xmlns:a16="http://schemas.microsoft.com/office/drawing/2014/main" id="{5B37838C-7E48-5E41-994C-A2492A975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65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49893" name="Group 116">
            <a:extLst>
              <a:ext uri="{FF2B5EF4-FFF2-40B4-BE49-F238E27FC236}">
                <a16:creationId xmlns:a16="http://schemas.microsoft.com/office/drawing/2014/main" id="{FE409A09-8725-AA46-BFBA-4D465607A4A9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1033463"/>
            <a:ext cx="365125" cy="2635250"/>
            <a:chOff x="2124" y="659"/>
            <a:chExt cx="230" cy="1660"/>
          </a:xfrm>
        </p:grpSpPr>
        <p:sp>
          <p:nvSpPr>
            <p:cNvPr id="250056" name="Oval 117">
              <a:extLst>
                <a:ext uri="{FF2B5EF4-FFF2-40B4-BE49-F238E27FC236}">
                  <a16:creationId xmlns:a16="http://schemas.microsoft.com/office/drawing/2014/main" id="{6E7A6EEA-0361-D243-8F89-5428F7F1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7" name="Oval 118">
              <a:extLst>
                <a:ext uri="{FF2B5EF4-FFF2-40B4-BE49-F238E27FC236}">
                  <a16:creationId xmlns:a16="http://schemas.microsoft.com/office/drawing/2014/main" id="{6161C377-123A-234A-B45A-6F110E503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8" name="Oval 119">
              <a:extLst>
                <a:ext uri="{FF2B5EF4-FFF2-40B4-BE49-F238E27FC236}">
                  <a16:creationId xmlns:a16="http://schemas.microsoft.com/office/drawing/2014/main" id="{DF02ABF8-7003-D947-AC56-1FF3EA33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9" name="Oval 120">
              <a:extLst>
                <a:ext uri="{FF2B5EF4-FFF2-40B4-BE49-F238E27FC236}">
                  <a16:creationId xmlns:a16="http://schemas.microsoft.com/office/drawing/2014/main" id="{59E79E15-E33D-0046-9927-450C05AF4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0" name="Oval 121">
              <a:extLst>
                <a:ext uri="{FF2B5EF4-FFF2-40B4-BE49-F238E27FC236}">
                  <a16:creationId xmlns:a16="http://schemas.microsoft.com/office/drawing/2014/main" id="{09ED78D7-8295-2849-9EED-FC702755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1" name="Oval 122">
              <a:extLst>
                <a:ext uri="{FF2B5EF4-FFF2-40B4-BE49-F238E27FC236}">
                  <a16:creationId xmlns:a16="http://schemas.microsoft.com/office/drawing/2014/main" id="{2C92FA95-FBCF-994C-9A07-A6EF1484F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2" name="Oval 123">
              <a:extLst>
                <a:ext uri="{FF2B5EF4-FFF2-40B4-BE49-F238E27FC236}">
                  <a16:creationId xmlns:a16="http://schemas.microsoft.com/office/drawing/2014/main" id="{443488EA-7FC4-4F4C-9863-7D54FF801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3" name="Oval 124">
              <a:extLst>
                <a:ext uri="{FF2B5EF4-FFF2-40B4-BE49-F238E27FC236}">
                  <a16:creationId xmlns:a16="http://schemas.microsoft.com/office/drawing/2014/main" id="{4DE4E532-EF6B-E443-B712-90336FDEF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4" name="Oval 125">
              <a:extLst>
                <a:ext uri="{FF2B5EF4-FFF2-40B4-BE49-F238E27FC236}">
                  <a16:creationId xmlns:a16="http://schemas.microsoft.com/office/drawing/2014/main" id="{13435383-7622-FE42-BC3C-7AD5460E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5" name="Oval 126">
              <a:extLst>
                <a:ext uri="{FF2B5EF4-FFF2-40B4-BE49-F238E27FC236}">
                  <a16:creationId xmlns:a16="http://schemas.microsoft.com/office/drawing/2014/main" id="{9D7110D5-F853-3842-928D-D22160835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400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6" name="Oval 127">
              <a:extLst>
                <a:ext uri="{FF2B5EF4-FFF2-40B4-BE49-F238E27FC236}">
                  <a16:creationId xmlns:a16="http://schemas.microsoft.com/office/drawing/2014/main" id="{555DF576-2859-B14C-B0DC-FDAEFFD4F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12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7" name="Oval 128">
              <a:extLst>
                <a:ext uri="{FF2B5EF4-FFF2-40B4-BE49-F238E27FC236}">
                  <a16:creationId xmlns:a16="http://schemas.microsoft.com/office/drawing/2014/main" id="{246AD5CA-8A35-234E-921A-8992F1524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8" name="Oval 129">
              <a:extLst>
                <a:ext uri="{FF2B5EF4-FFF2-40B4-BE49-F238E27FC236}">
                  <a16:creationId xmlns:a16="http://schemas.microsoft.com/office/drawing/2014/main" id="{E1E02F75-082C-924E-AA88-7957A6B3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69" name="Oval 130">
              <a:extLst>
                <a:ext uri="{FF2B5EF4-FFF2-40B4-BE49-F238E27FC236}">
                  <a16:creationId xmlns:a16="http://schemas.microsoft.com/office/drawing/2014/main" id="{CDA7F435-393C-664D-A142-0EA4274B2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6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0" name="Oval 131">
              <a:extLst>
                <a:ext uri="{FF2B5EF4-FFF2-40B4-BE49-F238E27FC236}">
                  <a16:creationId xmlns:a16="http://schemas.microsoft.com/office/drawing/2014/main" id="{983CFB6E-CFD0-1145-B804-D98F5C9BF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592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1" name="Oval 132">
              <a:extLst>
                <a:ext uri="{FF2B5EF4-FFF2-40B4-BE49-F238E27FC236}">
                  <a16:creationId xmlns:a16="http://schemas.microsoft.com/office/drawing/2014/main" id="{117C9D83-738B-F341-B809-EFB8A08D0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2" name="Oval 133">
              <a:extLst>
                <a:ext uri="{FF2B5EF4-FFF2-40B4-BE49-F238E27FC236}">
                  <a16:creationId xmlns:a16="http://schemas.microsoft.com/office/drawing/2014/main" id="{02DB5CF0-FB4B-FA44-BCEC-E45A01510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3" name="Oval 134">
              <a:extLst>
                <a:ext uri="{FF2B5EF4-FFF2-40B4-BE49-F238E27FC236}">
                  <a16:creationId xmlns:a16="http://schemas.microsoft.com/office/drawing/2014/main" id="{0214A8C0-D239-EA4D-BE12-902E0E461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4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4" name="Oval 135">
              <a:extLst>
                <a:ext uri="{FF2B5EF4-FFF2-40B4-BE49-F238E27FC236}">
                  <a16:creationId xmlns:a16="http://schemas.microsoft.com/office/drawing/2014/main" id="{B24E14E5-DA88-3F44-94C5-AC5F40A2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75" name="Oval 136">
              <a:extLst>
                <a:ext uri="{FF2B5EF4-FFF2-40B4-BE49-F238E27FC236}">
                  <a16:creationId xmlns:a16="http://schemas.microsoft.com/office/drawing/2014/main" id="{91C473A7-45E8-CC46-BA33-F67C04CA6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6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9894" name="Oval 137">
            <a:extLst>
              <a:ext uri="{FF2B5EF4-FFF2-40B4-BE49-F238E27FC236}">
                <a16:creationId xmlns:a16="http://schemas.microsoft.com/office/drawing/2014/main" id="{B3A50BC1-6DC1-AF40-91A4-C220CE001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23749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5" name="Oval 138">
            <a:extLst>
              <a:ext uri="{FF2B5EF4-FFF2-40B4-BE49-F238E27FC236}">
                <a16:creationId xmlns:a16="http://schemas.microsoft.com/office/drawing/2014/main" id="{BB6C6B43-E10F-A347-AC6C-9CB7CF41D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2078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6" name="Oval 139">
            <a:extLst>
              <a:ext uri="{FF2B5EF4-FFF2-40B4-BE49-F238E27FC236}">
                <a16:creationId xmlns:a16="http://schemas.microsoft.com/office/drawing/2014/main" id="{30B50D7C-286C-FD4D-A3D6-1AAB562DF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19256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7" name="Oval 140">
            <a:extLst>
              <a:ext uri="{FF2B5EF4-FFF2-40B4-BE49-F238E27FC236}">
                <a16:creationId xmlns:a16="http://schemas.microsoft.com/office/drawing/2014/main" id="{48D0ABAF-9F97-2D4E-8228-9E9D0F7C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16367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8" name="Oval 141">
            <a:extLst>
              <a:ext uri="{FF2B5EF4-FFF2-40B4-BE49-F238E27FC236}">
                <a16:creationId xmlns:a16="http://schemas.microsoft.com/office/drawing/2014/main" id="{4A80A0F9-7DDC-9D45-9AEA-36383C9E1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13509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899" name="Oval 142">
            <a:extLst>
              <a:ext uri="{FF2B5EF4-FFF2-40B4-BE49-F238E27FC236}">
                <a16:creationId xmlns:a16="http://schemas.microsoft.com/office/drawing/2014/main" id="{37D64052-DCC0-B842-B7FF-E9359779D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901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0" name="Oval 143">
            <a:extLst>
              <a:ext uri="{FF2B5EF4-FFF2-40B4-BE49-F238E27FC236}">
                <a16:creationId xmlns:a16="http://schemas.microsoft.com/office/drawing/2014/main" id="{1EFBD427-65EC-DF4D-8779-D26DA6AED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3669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1" name="Oval 144">
            <a:extLst>
              <a:ext uri="{FF2B5EF4-FFF2-40B4-BE49-F238E27FC236}">
                <a16:creationId xmlns:a16="http://schemas.microsoft.com/office/drawing/2014/main" id="{2F4A5DE4-B581-3C49-B632-4B3BFB7B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078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2" name="Oval 145">
            <a:extLst>
              <a:ext uri="{FF2B5EF4-FFF2-40B4-BE49-F238E27FC236}">
                <a16:creationId xmlns:a16="http://schemas.microsoft.com/office/drawing/2014/main" id="{BDC43135-D6F5-3247-BFC4-E701DDCC3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19256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3" name="Oval 146">
            <a:extLst>
              <a:ext uri="{FF2B5EF4-FFF2-40B4-BE49-F238E27FC236}">
                <a16:creationId xmlns:a16="http://schemas.microsoft.com/office/drawing/2014/main" id="{389A6FA4-DA37-0547-8650-3F7738E0C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14938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4" name="Oval 147">
            <a:extLst>
              <a:ext uri="{FF2B5EF4-FFF2-40B4-BE49-F238E27FC236}">
                <a16:creationId xmlns:a16="http://schemas.microsoft.com/office/drawing/2014/main" id="{FF852535-C05D-E74D-9BC0-428B1499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75" y="13382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5" name="Oval 148">
            <a:extLst>
              <a:ext uri="{FF2B5EF4-FFF2-40B4-BE49-F238E27FC236}">
                <a16:creationId xmlns:a16="http://schemas.microsoft.com/office/drawing/2014/main" id="{9D161522-667D-1F4A-A1AA-EBB274BC9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901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49906" name="Group 149">
            <a:extLst>
              <a:ext uri="{FF2B5EF4-FFF2-40B4-BE49-F238E27FC236}">
                <a16:creationId xmlns:a16="http://schemas.microsoft.com/office/drawing/2014/main" id="{C8110EFF-069E-554D-B0E6-41624E079FA5}"/>
              </a:ext>
            </a:extLst>
          </p:cNvPr>
          <p:cNvGrpSpPr>
            <a:grpSpLocks/>
          </p:cNvGrpSpPr>
          <p:nvPr/>
        </p:nvGrpSpPr>
        <p:grpSpPr bwMode="auto">
          <a:xfrm>
            <a:off x="3376613" y="901700"/>
            <a:ext cx="382587" cy="3559175"/>
            <a:chOff x="1487" y="568"/>
            <a:chExt cx="241" cy="2242"/>
          </a:xfrm>
        </p:grpSpPr>
        <p:sp>
          <p:nvSpPr>
            <p:cNvPr id="250034" name="Oval 150">
              <a:extLst>
                <a:ext uri="{FF2B5EF4-FFF2-40B4-BE49-F238E27FC236}">
                  <a16:creationId xmlns:a16="http://schemas.microsoft.com/office/drawing/2014/main" id="{0A5F4897-F0E0-9444-BE33-BA5F3D3E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35" name="Oval 151">
              <a:extLst>
                <a:ext uri="{FF2B5EF4-FFF2-40B4-BE49-F238E27FC236}">
                  <a16:creationId xmlns:a16="http://schemas.microsoft.com/office/drawing/2014/main" id="{0332BBDE-420C-104F-AC0E-B571B5F77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36" name="Oval 152">
              <a:extLst>
                <a:ext uri="{FF2B5EF4-FFF2-40B4-BE49-F238E27FC236}">
                  <a16:creationId xmlns:a16="http://schemas.microsoft.com/office/drawing/2014/main" id="{F073E27C-4514-BB4C-9A94-D26737CD7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37" name="Oval 153">
              <a:extLst>
                <a:ext uri="{FF2B5EF4-FFF2-40B4-BE49-F238E27FC236}">
                  <a16:creationId xmlns:a16="http://schemas.microsoft.com/office/drawing/2014/main" id="{CC49902B-0379-7749-AB88-8745F44F8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38" name="Oval 154">
              <a:extLst>
                <a:ext uri="{FF2B5EF4-FFF2-40B4-BE49-F238E27FC236}">
                  <a16:creationId xmlns:a16="http://schemas.microsoft.com/office/drawing/2014/main" id="{5F749271-1F6D-784B-9ED3-FE78925A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14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39" name="Oval 155">
              <a:extLst>
                <a:ext uri="{FF2B5EF4-FFF2-40B4-BE49-F238E27FC236}">
                  <a16:creationId xmlns:a16="http://schemas.microsoft.com/office/drawing/2014/main" id="{48B6D412-9DA0-CA41-A5D2-DBDF47263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195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0" name="Oval 156">
              <a:extLst>
                <a:ext uri="{FF2B5EF4-FFF2-40B4-BE49-F238E27FC236}">
                  <a16:creationId xmlns:a16="http://schemas.microsoft.com/office/drawing/2014/main" id="{D0FF05ED-D639-F048-810E-5804466A6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1" name="Oval 157">
              <a:extLst>
                <a:ext uri="{FF2B5EF4-FFF2-40B4-BE49-F238E27FC236}">
                  <a16:creationId xmlns:a16="http://schemas.microsoft.com/office/drawing/2014/main" id="{F2C869FC-1729-CD4F-BE9C-DD75880C2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24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2" name="Oval 158">
              <a:extLst>
                <a:ext uri="{FF2B5EF4-FFF2-40B4-BE49-F238E27FC236}">
                  <a16:creationId xmlns:a16="http://schemas.microsoft.com/office/drawing/2014/main" id="{A64C0A79-FFC0-C249-AF71-15D726CFD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496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3" name="Oval 159">
              <a:extLst>
                <a:ext uri="{FF2B5EF4-FFF2-40B4-BE49-F238E27FC236}">
                  <a16:creationId xmlns:a16="http://schemas.microsoft.com/office/drawing/2014/main" id="{AD9484AE-9753-D446-A4A2-5B37FAF5A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4" name="Oval 160">
              <a:extLst>
                <a:ext uri="{FF2B5EF4-FFF2-40B4-BE49-F238E27FC236}">
                  <a16:creationId xmlns:a16="http://schemas.microsoft.com/office/drawing/2014/main" id="{0F805BF3-492E-1D4C-9F38-61138206D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5" name="Oval 161">
              <a:extLst>
                <a:ext uri="{FF2B5EF4-FFF2-40B4-BE49-F238E27FC236}">
                  <a16:creationId xmlns:a16="http://schemas.microsoft.com/office/drawing/2014/main" id="{A2430E87-6359-9F4A-BA55-ABBB52967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" y="103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6" name="Oval 162">
              <a:extLst>
                <a:ext uri="{FF2B5EF4-FFF2-40B4-BE49-F238E27FC236}">
                  <a16:creationId xmlns:a16="http://schemas.microsoft.com/office/drawing/2014/main" id="{9C04A108-97F5-C645-A4C7-1C1923C0A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7" name="Oval 163">
              <a:extLst>
                <a:ext uri="{FF2B5EF4-FFF2-40B4-BE49-F238E27FC236}">
                  <a16:creationId xmlns:a16="http://schemas.microsoft.com/office/drawing/2014/main" id="{8EA969C8-B2BE-4048-8A95-5B274E85F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5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8" name="Oval 164">
              <a:extLst>
                <a:ext uri="{FF2B5EF4-FFF2-40B4-BE49-F238E27FC236}">
                  <a16:creationId xmlns:a16="http://schemas.microsoft.com/office/drawing/2014/main" id="{592B6B82-50F0-3B48-AC09-C3890A920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49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49" name="Oval 165">
              <a:extLst>
                <a:ext uri="{FF2B5EF4-FFF2-40B4-BE49-F238E27FC236}">
                  <a16:creationId xmlns:a16="http://schemas.microsoft.com/office/drawing/2014/main" id="{D505B4EE-C474-B34D-8F90-EF2841B64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30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0" name="Oval 166">
              <a:extLst>
                <a:ext uri="{FF2B5EF4-FFF2-40B4-BE49-F238E27FC236}">
                  <a16:creationId xmlns:a16="http://schemas.microsoft.com/office/drawing/2014/main" id="{B8BF6E37-0B37-174C-8BDC-1883AB049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1213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1" name="Oval 167">
              <a:extLst>
                <a:ext uri="{FF2B5EF4-FFF2-40B4-BE49-F238E27FC236}">
                  <a16:creationId xmlns:a16="http://schemas.microsoft.com/office/drawing/2014/main" id="{DC8236E3-1E6D-CA40-A21E-BA5AF953B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" y="94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2" name="Oval 168">
              <a:extLst>
                <a:ext uri="{FF2B5EF4-FFF2-40B4-BE49-F238E27FC236}">
                  <a16:creationId xmlns:a16="http://schemas.microsoft.com/office/drawing/2014/main" id="{62B37397-BE1F-4744-9BFE-4A765939C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0" y="85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3" name="Oval 169">
              <a:extLst>
                <a:ext uri="{FF2B5EF4-FFF2-40B4-BE49-F238E27FC236}">
                  <a16:creationId xmlns:a16="http://schemas.microsoft.com/office/drawing/2014/main" id="{99A5B21A-0641-1C4D-A4CC-3CDAE2457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0" y="5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4" name="Oval 170">
              <a:extLst>
                <a:ext uri="{FF2B5EF4-FFF2-40B4-BE49-F238E27FC236}">
                  <a16:creationId xmlns:a16="http://schemas.microsoft.com/office/drawing/2014/main" id="{DF34E13B-4205-6346-A59F-5BF2D9A76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2739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55" name="Oval 171">
              <a:extLst>
                <a:ext uri="{FF2B5EF4-FFF2-40B4-BE49-F238E27FC236}">
                  <a16:creationId xmlns:a16="http://schemas.microsoft.com/office/drawing/2014/main" id="{516AE462-B8AD-B648-BD77-878E93887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" y="2736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9907" name="Oval 172">
            <a:extLst>
              <a:ext uri="{FF2B5EF4-FFF2-40B4-BE49-F238E27FC236}">
                <a16:creationId xmlns:a16="http://schemas.microsoft.com/office/drawing/2014/main" id="{1B5FF3C4-6353-8844-8ABA-7B0F1E00B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49434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8" name="Oval 173">
            <a:extLst>
              <a:ext uri="{FF2B5EF4-FFF2-40B4-BE49-F238E27FC236}">
                <a16:creationId xmlns:a16="http://schemas.microsoft.com/office/drawing/2014/main" id="{27991328-A1E2-E045-8E3D-6176DE827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4659313"/>
            <a:ext cx="103188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09" name="Oval 174">
            <a:extLst>
              <a:ext uri="{FF2B5EF4-FFF2-40B4-BE49-F238E27FC236}">
                <a16:creationId xmlns:a16="http://schemas.microsoft.com/office/drawing/2014/main" id="{1AFBFAA2-0735-8146-8762-717665F9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660900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0" name="Oval 175">
            <a:extLst>
              <a:ext uri="{FF2B5EF4-FFF2-40B4-BE49-F238E27FC236}">
                <a16:creationId xmlns:a16="http://schemas.microsoft.com/office/drawing/2014/main" id="{C2D74166-2511-1644-B461-424AB62F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138" y="4954588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1" name="Oval 176">
            <a:extLst>
              <a:ext uri="{FF2B5EF4-FFF2-40B4-BE49-F238E27FC236}">
                <a16:creationId xmlns:a16="http://schemas.microsoft.com/office/drawing/2014/main" id="{51A0E064-C241-D04D-9B4B-E7D94C202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49688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2" name="Oval 177">
            <a:extLst>
              <a:ext uri="{FF2B5EF4-FFF2-40B4-BE49-F238E27FC236}">
                <a16:creationId xmlns:a16="http://schemas.microsoft.com/office/drawing/2014/main" id="{1773AC41-3FFC-0843-BFE7-D5C5D391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5260975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3" name="Oval 178">
            <a:extLst>
              <a:ext uri="{FF2B5EF4-FFF2-40B4-BE49-F238E27FC236}">
                <a16:creationId xmlns:a16="http://schemas.microsoft.com/office/drawing/2014/main" id="{173E47C9-20CB-7E44-913E-E70E91E1F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4967288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4" name="Oval 179">
            <a:extLst>
              <a:ext uri="{FF2B5EF4-FFF2-40B4-BE49-F238E27FC236}">
                <a16:creationId xmlns:a16="http://schemas.microsoft.com/office/drawing/2014/main" id="{AB32A656-AED5-7A47-BB11-3CE295904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43434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5" name="Oval 180">
            <a:extLst>
              <a:ext uri="{FF2B5EF4-FFF2-40B4-BE49-F238E27FC236}">
                <a16:creationId xmlns:a16="http://schemas.microsoft.com/office/drawing/2014/main" id="{5A3229AB-EA59-A54B-A5FA-4455AB207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52705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6" name="Oval 181">
            <a:extLst>
              <a:ext uri="{FF2B5EF4-FFF2-40B4-BE49-F238E27FC236}">
                <a16:creationId xmlns:a16="http://schemas.microsoft.com/office/drawing/2014/main" id="{2E68C871-8116-0843-8738-B7619296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349750"/>
            <a:ext cx="103188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17" name="Text Box 182">
            <a:extLst>
              <a:ext uri="{FF2B5EF4-FFF2-40B4-BE49-F238E27FC236}">
                <a16:creationId xmlns:a16="http://schemas.microsoft.com/office/drawing/2014/main" id="{278903C4-6408-0C48-BC0F-D0B1C56E8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541338"/>
            <a:ext cx="39481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beq j ori R lw sw lw sw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49918" name="Group 183">
            <a:extLst>
              <a:ext uri="{FF2B5EF4-FFF2-40B4-BE49-F238E27FC236}">
                <a16:creationId xmlns:a16="http://schemas.microsoft.com/office/drawing/2014/main" id="{044ACE8E-FD43-0548-A33D-CD92DF0CA32C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5657850"/>
            <a:ext cx="5827712" cy="841375"/>
            <a:chOff x="1409" y="3618"/>
            <a:chExt cx="3805" cy="576"/>
          </a:xfrm>
        </p:grpSpPr>
        <p:sp>
          <p:nvSpPr>
            <p:cNvPr id="250030" name="Line 184">
              <a:extLst>
                <a:ext uri="{FF2B5EF4-FFF2-40B4-BE49-F238E27FC236}">
                  <a16:creationId xmlns:a16="http://schemas.microsoft.com/office/drawing/2014/main" id="{FCBD5F2A-7174-E548-AD9E-7F7A333CE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3618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31" name="Line 185">
              <a:extLst>
                <a:ext uri="{FF2B5EF4-FFF2-40B4-BE49-F238E27FC236}">
                  <a16:creationId xmlns:a16="http://schemas.microsoft.com/office/drawing/2014/main" id="{29396F18-510B-D648-B429-C833B049F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3810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32" name="Line 186">
              <a:extLst>
                <a:ext uri="{FF2B5EF4-FFF2-40B4-BE49-F238E27FC236}">
                  <a16:creationId xmlns:a16="http://schemas.microsoft.com/office/drawing/2014/main" id="{3CCB3D78-ED7B-3F44-8220-2E6B01447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4002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033" name="Line 187">
              <a:extLst>
                <a:ext uri="{FF2B5EF4-FFF2-40B4-BE49-F238E27FC236}">
                  <a16:creationId xmlns:a16="http://schemas.microsoft.com/office/drawing/2014/main" id="{B3ABF601-45F2-074C-B69B-7FFF70DC2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9" y="4194"/>
              <a:ext cx="3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9919" name="Rectangle 188">
            <a:extLst>
              <a:ext uri="{FF2B5EF4-FFF2-40B4-BE49-F238E27FC236}">
                <a16:creationId xmlns:a16="http://schemas.microsoft.com/office/drawing/2014/main" id="{3EA5DDFF-5C00-8C48-9D91-34058D1D1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448300"/>
            <a:ext cx="815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49920" name="Rectangle 189">
            <a:extLst>
              <a:ext uri="{FF2B5EF4-FFF2-40B4-BE49-F238E27FC236}">
                <a16:creationId xmlns:a16="http://schemas.microsoft.com/office/drawing/2014/main" id="{43C65BC1-A730-514A-84F3-AEDD92205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705475"/>
            <a:ext cx="7143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IorD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49921" name="Rectangle 190">
            <a:extLst>
              <a:ext uri="{FF2B5EF4-FFF2-40B4-BE49-F238E27FC236}">
                <a16:creationId xmlns:a16="http://schemas.microsoft.com/office/drawing/2014/main" id="{CA3F97C7-17E5-2C4E-9014-2CBC2F2F8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75" y="5875338"/>
            <a:ext cx="687388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249922" name="Rectangle 191">
            <a:extLst>
              <a:ext uri="{FF2B5EF4-FFF2-40B4-BE49-F238E27FC236}">
                <a16:creationId xmlns:a16="http://schemas.microsoft.com/office/drawing/2014/main" id="{B7A5F198-0AC4-664D-845E-88A09F01E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5" y="6246813"/>
            <a:ext cx="9366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249923" name="Line 192">
            <a:extLst>
              <a:ext uri="{FF2B5EF4-FFF2-40B4-BE49-F238E27FC236}">
                <a16:creationId xmlns:a16="http://schemas.microsoft.com/office/drawing/2014/main" id="{44FD29C6-264A-E64D-8EF5-534745C0F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7763" y="54800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4" name="Line 193">
            <a:extLst>
              <a:ext uri="{FF2B5EF4-FFF2-40B4-BE49-F238E27FC236}">
                <a16:creationId xmlns:a16="http://schemas.microsoft.com/office/drawing/2014/main" id="{19606B28-BA14-4944-9818-9EAD5D567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4800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5" name="Line 194">
            <a:extLst>
              <a:ext uri="{FF2B5EF4-FFF2-40B4-BE49-F238E27FC236}">
                <a16:creationId xmlns:a16="http://schemas.microsoft.com/office/drawing/2014/main" id="{DB44265D-9E85-4C45-A0D8-719783D70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288" y="5487988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6" name="Line 195">
            <a:extLst>
              <a:ext uri="{FF2B5EF4-FFF2-40B4-BE49-F238E27FC236}">
                <a16:creationId xmlns:a16="http://schemas.microsoft.com/office/drawing/2014/main" id="{E0E43DED-09EB-EE4F-A9EA-D2155055C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5638" y="5476875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7" name="Line 196">
            <a:extLst>
              <a:ext uri="{FF2B5EF4-FFF2-40B4-BE49-F238E27FC236}">
                <a16:creationId xmlns:a16="http://schemas.microsoft.com/office/drawing/2014/main" id="{3851B3C0-91DB-F946-BEDF-98401CD42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8525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8" name="Line 197">
            <a:extLst>
              <a:ext uri="{FF2B5EF4-FFF2-40B4-BE49-F238E27FC236}">
                <a16:creationId xmlns:a16="http://schemas.microsoft.com/office/drawing/2014/main" id="{1FA440A9-F57A-4043-86E4-79806481E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29" name="Line 198">
            <a:extLst>
              <a:ext uri="{FF2B5EF4-FFF2-40B4-BE49-F238E27FC236}">
                <a16:creationId xmlns:a16="http://schemas.microsoft.com/office/drawing/2014/main" id="{7A2FB3E0-BCBC-2249-BCA9-E34EE1C5F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549275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30" name="Line 199">
            <a:extLst>
              <a:ext uri="{FF2B5EF4-FFF2-40B4-BE49-F238E27FC236}">
                <a16:creationId xmlns:a16="http://schemas.microsoft.com/office/drawing/2014/main" id="{ABFABE54-1514-B944-B658-38FA64385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5763" y="5456238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31" name="Line 200">
            <a:extLst>
              <a:ext uri="{FF2B5EF4-FFF2-40B4-BE49-F238E27FC236}">
                <a16:creationId xmlns:a16="http://schemas.microsoft.com/office/drawing/2014/main" id="{80AE906E-C054-F94A-B546-05F28390D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32" name="Line 201">
            <a:extLst>
              <a:ext uri="{FF2B5EF4-FFF2-40B4-BE49-F238E27FC236}">
                <a16:creationId xmlns:a16="http://schemas.microsoft.com/office/drawing/2014/main" id="{8750F770-3689-C044-B8B9-8CD86BCEF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33" name="Line 202">
            <a:extLst>
              <a:ext uri="{FF2B5EF4-FFF2-40B4-BE49-F238E27FC236}">
                <a16:creationId xmlns:a16="http://schemas.microsoft.com/office/drawing/2014/main" id="{46628042-633B-9744-B22D-FD8241F67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988" y="8493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9934" name="Group 203">
            <a:extLst>
              <a:ext uri="{FF2B5EF4-FFF2-40B4-BE49-F238E27FC236}">
                <a16:creationId xmlns:a16="http://schemas.microsoft.com/office/drawing/2014/main" id="{FD495D84-220E-E141-8D33-0FFFFFDC23E5}"/>
              </a:ext>
            </a:extLst>
          </p:cNvPr>
          <p:cNvGrpSpPr>
            <a:grpSpLocks/>
          </p:cNvGrpSpPr>
          <p:nvPr/>
        </p:nvGrpSpPr>
        <p:grpSpPr bwMode="auto">
          <a:xfrm>
            <a:off x="5443538" y="2805113"/>
            <a:ext cx="122237" cy="2568575"/>
            <a:chOff x="2925" y="1767"/>
            <a:chExt cx="77" cy="1618"/>
          </a:xfrm>
        </p:grpSpPr>
        <p:sp>
          <p:nvSpPr>
            <p:cNvPr id="250024" name="Oval 204">
              <a:extLst>
                <a:ext uri="{FF2B5EF4-FFF2-40B4-BE49-F238E27FC236}">
                  <a16:creationId xmlns:a16="http://schemas.microsoft.com/office/drawing/2014/main" id="{DD0F7FDA-7C23-9647-BDF9-478EC1BD4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149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5" name="Oval 205">
              <a:extLst>
                <a:ext uri="{FF2B5EF4-FFF2-40B4-BE49-F238E27FC236}">
                  <a16:creationId xmlns:a16="http://schemas.microsoft.com/office/drawing/2014/main" id="{64E0D972-BE28-DD4A-AD9D-A866D20E2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186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6" name="Oval 206">
              <a:extLst>
                <a:ext uri="{FF2B5EF4-FFF2-40B4-BE49-F238E27FC236}">
                  <a16:creationId xmlns:a16="http://schemas.microsoft.com/office/drawing/2014/main" id="{81896A71-ADE3-7148-AB85-0C6C490B7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7" name="Oval 207">
              <a:extLst>
                <a:ext uri="{FF2B5EF4-FFF2-40B4-BE49-F238E27FC236}">
                  <a16:creationId xmlns:a16="http://schemas.microsoft.com/office/drawing/2014/main" id="{DC1D95B9-2D64-7C4B-8902-2B6743CA4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234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8" name="Oval 208">
              <a:extLst>
                <a:ext uri="{FF2B5EF4-FFF2-40B4-BE49-F238E27FC236}">
                  <a16:creationId xmlns:a16="http://schemas.microsoft.com/office/drawing/2014/main" id="{9305CF9F-7E94-C148-A33F-F81556EFB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9" y="3314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9" name="Oval 209">
              <a:extLst>
                <a:ext uri="{FF2B5EF4-FFF2-40B4-BE49-F238E27FC236}">
                  <a16:creationId xmlns:a16="http://schemas.microsoft.com/office/drawing/2014/main" id="{AB7573AE-A944-C047-BA82-C044DF958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936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49935" name="Line 210">
            <a:extLst>
              <a:ext uri="{FF2B5EF4-FFF2-40B4-BE49-F238E27FC236}">
                <a16:creationId xmlns:a16="http://schemas.microsoft.com/office/drawing/2014/main" id="{6D5EE878-937F-8045-B99A-7C1A87BC3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3763" y="5464175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9936" name="Group 211">
            <a:extLst>
              <a:ext uri="{FF2B5EF4-FFF2-40B4-BE49-F238E27FC236}">
                <a16:creationId xmlns:a16="http://schemas.microsoft.com/office/drawing/2014/main" id="{11C4C3E6-91F9-9A4B-8A11-86844435E615}"/>
              </a:ext>
            </a:extLst>
          </p:cNvPr>
          <p:cNvGrpSpPr>
            <a:grpSpLocks/>
          </p:cNvGrpSpPr>
          <p:nvPr/>
        </p:nvGrpSpPr>
        <p:grpSpPr bwMode="auto">
          <a:xfrm>
            <a:off x="5984875" y="2792413"/>
            <a:ext cx="107950" cy="3835400"/>
            <a:chOff x="3098" y="1767"/>
            <a:chExt cx="68" cy="2416"/>
          </a:xfrm>
        </p:grpSpPr>
        <p:sp>
          <p:nvSpPr>
            <p:cNvPr id="250016" name="Oval 212">
              <a:extLst>
                <a:ext uri="{FF2B5EF4-FFF2-40B4-BE49-F238E27FC236}">
                  <a16:creationId xmlns:a16="http://schemas.microsoft.com/office/drawing/2014/main" id="{05013115-6842-984C-AF02-4305F0FE5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061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17" name="Oval 213">
              <a:extLst>
                <a:ext uri="{FF2B5EF4-FFF2-40B4-BE49-F238E27FC236}">
                  <a16:creationId xmlns:a16="http://schemas.microsoft.com/office/drawing/2014/main" id="{EDACA11D-9118-7B43-9EA6-964027548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868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18" name="Oval 214">
              <a:extLst>
                <a:ext uri="{FF2B5EF4-FFF2-40B4-BE49-F238E27FC236}">
                  <a16:creationId xmlns:a16="http://schemas.microsoft.com/office/drawing/2014/main" id="{6441DDA3-3790-A340-AEBE-2C1EF586D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1767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19" name="Oval 215">
              <a:extLst>
                <a:ext uri="{FF2B5EF4-FFF2-40B4-BE49-F238E27FC236}">
                  <a16:creationId xmlns:a16="http://schemas.microsoft.com/office/drawing/2014/main" id="{6B915518-2B0D-3746-8A0B-6FB8C8202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" y="2344"/>
              <a:ext cx="65" cy="71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0" name="Oval 216">
              <a:extLst>
                <a:ext uri="{FF2B5EF4-FFF2-40B4-BE49-F238E27FC236}">
                  <a16:creationId xmlns:a16="http://schemas.microsoft.com/office/drawing/2014/main" id="{709CB047-48EF-8146-B92A-5051A08A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2928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1" name="Oval 217">
              <a:extLst>
                <a:ext uri="{FF2B5EF4-FFF2-40B4-BE49-F238E27FC236}">
                  <a16:creationId xmlns:a16="http://schemas.microsoft.com/office/drawing/2014/main" id="{DCD856AC-572A-144E-9A01-0F1A7292D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3115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2" name="Oval 218">
              <a:extLst>
                <a:ext uri="{FF2B5EF4-FFF2-40B4-BE49-F238E27FC236}">
                  <a16:creationId xmlns:a16="http://schemas.microsoft.com/office/drawing/2014/main" id="{47BDAB1F-212D-554E-AB4B-054EEE57F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" y="3312"/>
              <a:ext cx="65" cy="71"/>
            </a:xfrm>
            <a:prstGeom prst="ellipse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0023" name="Line 219">
              <a:extLst>
                <a:ext uri="{FF2B5EF4-FFF2-40B4-BE49-F238E27FC236}">
                  <a16:creationId xmlns:a16="http://schemas.microsoft.com/office/drawing/2014/main" id="{4861D97A-F55C-9547-8D64-6EFD73723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3442"/>
              <a:ext cx="0" cy="7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9937" name="Line 220">
            <a:extLst>
              <a:ext uri="{FF2B5EF4-FFF2-40B4-BE49-F238E27FC236}">
                <a16:creationId xmlns:a16="http://schemas.microsoft.com/office/drawing/2014/main" id="{C38B6738-B1E6-C542-8598-F9D6D8F13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988" y="54721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38" name="Line 221">
            <a:extLst>
              <a:ext uri="{FF2B5EF4-FFF2-40B4-BE49-F238E27FC236}">
                <a16:creationId xmlns:a16="http://schemas.microsoft.com/office/drawing/2014/main" id="{D29C7E9D-F234-0C4F-8E69-E8EABD06F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862013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39" name="Oval 222">
            <a:extLst>
              <a:ext uri="{FF2B5EF4-FFF2-40B4-BE49-F238E27FC236}">
                <a16:creationId xmlns:a16="http://schemas.microsoft.com/office/drawing/2014/main" id="{9AEB2003-0559-A142-B313-D2CBC60BC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7242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0" name="Oval 223">
            <a:extLst>
              <a:ext uri="{FF2B5EF4-FFF2-40B4-BE49-F238E27FC236}">
                <a16:creationId xmlns:a16="http://schemas.microsoft.com/office/drawing/2014/main" id="{79E8B78D-57F4-E540-9B8F-5B52B0930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4194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1" name="Oval 224">
            <a:extLst>
              <a:ext uri="{FF2B5EF4-FFF2-40B4-BE49-F238E27FC236}">
                <a16:creationId xmlns:a16="http://schemas.microsoft.com/office/drawing/2014/main" id="{03A2EC04-6201-CF45-B7A7-3AC94D1C0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31226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2" name="Oval 225">
            <a:extLst>
              <a:ext uri="{FF2B5EF4-FFF2-40B4-BE49-F238E27FC236}">
                <a16:creationId xmlns:a16="http://schemas.microsoft.com/office/drawing/2014/main" id="{2A3D1A3B-984C-ED4E-A9A7-531ACBA2B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8178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3" name="Oval 226">
            <a:extLst>
              <a:ext uri="{FF2B5EF4-FFF2-40B4-BE49-F238E27FC236}">
                <a16:creationId xmlns:a16="http://schemas.microsoft.com/office/drawing/2014/main" id="{3D84AD83-01B7-E842-B574-EDB218937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5273675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4" name="Line 227">
            <a:extLst>
              <a:ext uri="{FF2B5EF4-FFF2-40B4-BE49-F238E27FC236}">
                <a16:creationId xmlns:a16="http://schemas.microsoft.com/office/drawing/2014/main" id="{2A1790C9-79EE-D14D-A27C-C5F6D5598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588" y="548481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45" name="Oval 228">
            <a:extLst>
              <a:ext uri="{FF2B5EF4-FFF2-40B4-BE49-F238E27FC236}">
                <a16:creationId xmlns:a16="http://schemas.microsoft.com/office/drawing/2014/main" id="{F7D7ED4F-6DC6-8746-A3DE-05F8CE568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559752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6" name="Oval 229">
            <a:extLst>
              <a:ext uri="{FF2B5EF4-FFF2-40B4-BE49-F238E27FC236}">
                <a16:creationId xmlns:a16="http://schemas.microsoft.com/office/drawing/2014/main" id="{0041D492-FCFC-4645-86B8-42D63FA90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2718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7" name="Oval 230">
            <a:extLst>
              <a:ext uri="{FF2B5EF4-FFF2-40B4-BE49-F238E27FC236}">
                <a16:creationId xmlns:a16="http://schemas.microsoft.com/office/drawing/2014/main" id="{615B0AFD-BB02-8741-99F5-EEFF7690E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8" name="Oval 231">
            <a:extLst>
              <a:ext uri="{FF2B5EF4-FFF2-40B4-BE49-F238E27FC236}">
                <a16:creationId xmlns:a16="http://schemas.microsoft.com/office/drawing/2014/main" id="{7380200B-BFF1-7F43-8BAA-7FC00F7C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670175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49" name="Oval 232">
            <a:extLst>
              <a:ext uri="{FF2B5EF4-FFF2-40B4-BE49-F238E27FC236}">
                <a16:creationId xmlns:a16="http://schemas.microsoft.com/office/drawing/2014/main" id="{D91F87C3-3731-1443-83B0-6172131A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7211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0" name="Oval 233">
            <a:extLst>
              <a:ext uri="{FF2B5EF4-FFF2-40B4-BE49-F238E27FC236}">
                <a16:creationId xmlns:a16="http://schemas.microsoft.com/office/drawing/2014/main" id="{5192D1B4-B338-A246-B38D-BFAC6D6E8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4348163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1" name="Oval 234">
            <a:extLst>
              <a:ext uri="{FF2B5EF4-FFF2-40B4-BE49-F238E27FC236}">
                <a16:creationId xmlns:a16="http://schemas.microsoft.com/office/drawing/2014/main" id="{FFB6F248-9623-EF46-AA2D-B096C439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957763"/>
            <a:ext cx="103187" cy="112712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2" name="Oval 235">
            <a:extLst>
              <a:ext uri="{FF2B5EF4-FFF2-40B4-BE49-F238E27FC236}">
                <a16:creationId xmlns:a16="http://schemas.microsoft.com/office/drawing/2014/main" id="{2B05FC61-B2F5-2C4B-BD35-EC13AAB7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5270500"/>
            <a:ext cx="103187" cy="112713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3" name="Oval 236">
            <a:extLst>
              <a:ext uri="{FF2B5EF4-FFF2-40B4-BE49-F238E27FC236}">
                <a16:creationId xmlns:a16="http://schemas.microsoft.com/office/drawing/2014/main" id="{F2366CFC-DF53-E04C-BD76-DBEFE6402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5861050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4" name="Oval 237">
            <a:extLst>
              <a:ext uri="{FF2B5EF4-FFF2-40B4-BE49-F238E27FC236}">
                <a16:creationId xmlns:a16="http://schemas.microsoft.com/office/drawing/2014/main" id="{FFE61BC9-468D-3B4E-A48E-F3879A439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25" y="5600700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5" name="Oval 238">
            <a:extLst>
              <a:ext uri="{FF2B5EF4-FFF2-40B4-BE49-F238E27FC236}">
                <a16:creationId xmlns:a16="http://schemas.microsoft.com/office/drawing/2014/main" id="{21E7CA93-E825-9747-ADA1-D2C9602C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4138" y="37084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56" name="Text Box 239">
            <a:extLst>
              <a:ext uri="{FF2B5EF4-FFF2-40B4-BE49-F238E27FC236}">
                <a16:creationId xmlns:a16="http://schemas.microsoft.com/office/drawing/2014/main" id="{1D3DC8C6-48E7-554F-9CD4-0A41CC2CA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738" y="3832225"/>
            <a:ext cx="5719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1    1   1   1   1   1   8   8   0   1   2   3    4   5   6   7   8   9   10  11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9957" name="Text Box 240">
            <a:extLst>
              <a:ext uri="{FF2B5EF4-FFF2-40B4-BE49-F238E27FC236}">
                <a16:creationId xmlns:a16="http://schemas.microsoft.com/office/drawing/2014/main" id="{3099EF74-D9E0-B742-BAF1-C501DC141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3848100"/>
            <a:ext cx="11414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当前状态</a:t>
            </a:r>
          </a:p>
        </p:txBody>
      </p:sp>
      <p:sp>
        <p:nvSpPr>
          <p:cNvPr id="249958" name="Line 241">
            <a:extLst>
              <a:ext uri="{FF2B5EF4-FFF2-40B4-BE49-F238E27FC236}">
                <a16:creationId xmlns:a16="http://schemas.microsoft.com/office/drawing/2014/main" id="{2E99AD68-6398-B24B-B2C3-172A3EA55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0068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59" name="Line 242">
            <a:extLst>
              <a:ext uri="{FF2B5EF4-FFF2-40B4-BE49-F238E27FC236}">
                <a16:creationId xmlns:a16="http://schemas.microsoft.com/office/drawing/2014/main" id="{CFFF4D9D-5E27-A443-9DAC-FEBD1382A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60" name="Line 243">
            <a:extLst>
              <a:ext uri="{FF2B5EF4-FFF2-40B4-BE49-F238E27FC236}">
                <a16:creationId xmlns:a16="http://schemas.microsoft.com/office/drawing/2014/main" id="{69F8AF3F-0F9A-D94B-8510-270C5007B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61" name="Line 244">
            <a:extLst>
              <a:ext uri="{FF2B5EF4-FFF2-40B4-BE49-F238E27FC236}">
                <a16:creationId xmlns:a16="http://schemas.microsoft.com/office/drawing/2014/main" id="{150D73F0-3C38-AE42-BE15-85A5321C9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8382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62" name="Oval 245">
            <a:extLst>
              <a:ext uri="{FF2B5EF4-FFF2-40B4-BE49-F238E27FC236}">
                <a16:creationId xmlns:a16="http://schemas.microsoft.com/office/drawing/2014/main" id="{83587C26-6B78-C547-95DB-E28B75727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63" name="Oval 246">
            <a:extLst>
              <a:ext uri="{FF2B5EF4-FFF2-40B4-BE49-F238E27FC236}">
                <a16:creationId xmlns:a16="http://schemas.microsoft.com/office/drawing/2014/main" id="{34156090-C563-414F-B209-613F8C049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29575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64" name="Oval 247">
            <a:extLst>
              <a:ext uri="{FF2B5EF4-FFF2-40B4-BE49-F238E27FC236}">
                <a16:creationId xmlns:a16="http://schemas.microsoft.com/office/drawing/2014/main" id="{9EAB1E33-FC18-4248-8B17-86C283066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27876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65" name="Oval 248">
            <a:extLst>
              <a:ext uri="{FF2B5EF4-FFF2-40B4-BE49-F238E27FC236}">
                <a16:creationId xmlns:a16="http://schemas.microsoft.com/office/drawing/2014/main" id="{73CF1045-F923-F642-AACE-C9B1986BC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3" y="354965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66" name="Line 249">
            <a:extLst>
              <a:ext uri="{FF2B5EF4-FFF2-40B4-BE49-F238E27FC236}">
                <a16:creationId xmlns:a16="http://schemas.microsoft.com/office/drawing/2014/main" id="{C6B9246D-11ED-C947-87F2-D127741FA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8975" y="54530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67" name="Line 250">
            <a:extLst>
              <a:ext uri="{FF2B5EF4-FFF2-40B4-BE49-F238E27FC236}">
                <a16:creationId xmlns:a16="http://schemas.microsoft.com/office/drawing/2014/main" id="{F6A250FA-8665-D341-B54B-2353FCCC6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3613" y="54530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68" name="Line 251">
            <a:extLst>
              <a:ext uri="{FF2B5EF4-FFF2-40B4-BE49-F238E27FC236}">
                <a16:creationId xmlns:a16="http://schemas.microsoft.com/office/drawing/2014/main" id="{E090A45A-C01E-B741-80CA-B3EF4E1DB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9200" y="54610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69" name="Line 252">
            <a:extLst>
              <a:ext uri="{FF2B5EF4-FFF2-40B4-BE49-F238E27FC236}">
                <a16:creationId xmlns:a16="http://schemas.microsoft.com/office/drawing/2014/main" id="{66AB0022-874B-634D-9578-8C45DFFB2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70" name="Line 253">
            <a:extLst>
              <a:ext uri="{FF2B5EF4-FFF2-40B4-BE49-F238E27FC236}">
                <a16:creationId xmlns:a16="http://schemas.microsoft.com/office/drawing/2014/main" id="{FA2095C6-7046-5441-AB37-5E79163FC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54737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71" name="Line 254">
            <a:extLst>
              <a:ext uri="{FF2B5EF4-FFF2-40B4-BE49-F238E27FC236}">
                <a16:creationId xmlns:a16="http://schemas.microsoft.com/office/drawing/2014/main" id="{1EDD769D-0D93-CA43-A4AB-A5755EAFB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03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72" name="Line 255">
            <a:extLst>
              <a:ext uri="{FF2B5EF4-FFF2-40B4-BE49-F238E27FC236}">
                <a16:creationId xmlns:a16="http://schemas.microsoft.com/office/drawing/2014/main" id="{41E16891-140B-CF49-9E82-050226705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70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73" name="Line 256">
            <a:extLst>
              <a:ext uri="{FF2B5EF4-FFF2-40B4-BE49-F238E27FC236}">
                <a16:creationId xmlns:a16="http://schemas.microsoft.com/office/drawing/2014/main" id="{13D92421-27C2-BF44-8CAF-586A06F70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3775" y="8509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74" name="Oval 257">
            <a:extLst>
              <a:ext uri="{FF2B5EF4-FFF2-40B4-BE49-F238E27FC236}">
                <a16:creationId xmlns:a16="http://schemas.microsoft.com/office/drawing/2014/main" id="{2C17545F-B9FB-2842-BFF6-0AFD4729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34131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75" name="Oval 258">
            <a:extLst>
              <a:ext uri="{FF2B5EF4-FFF2-40B4-BE49-F238E27FC236}">
                <a16:creationId xmlns:a16="http://schemas.microsoft.com/office/drawing/2014/main" id="{91014618-9EB5-4047-9C96-41AE8E4AF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30797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76" name="Oval 259">
            <a:extLst>
              <a:ext uri="{FF2B5EF4-FFF2-40B4-BE49-F238E27FC236}">
                <a16:creationId xmlns:a16="http://schemas.microsoft.com/office/drawing/2014/main" id="{2761EE34-B331-6A4A-9FB0-283D59384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6590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77" name="Oval 260">
            <a:extLst>
              <a:ext uri="{FF2B5EF4-FFF2-40B4-BE49-F238E27FC236}">
                <a16:creationId xmlns:a16="http://schemas.microsoft.com/office/drawing/2014/main" id="{16836E73-877F-D147-87C9-E3D8DC028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37274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78" name="Oval 261">
            <a:extLst>
              <a:ext uri="{FF2B5EF4-FFF2-40B4-BE49-F238E27FC236}">
                <a16:creationId xmlns:a16="http://schemas.microsoft.com/office/drawing/2014/main" id="{0CA2E622-57C0-2141-A9E6-4B302F301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40677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79" name="Oval 262">
            <a:extLst>
              <a:ext uri="{FF2B5EF4-FFF2-40B4-BE49-F238E27FC236}">
                <a16:creationId xmlns:a16="http://schemas.microsoft.com/office/drawing/2014/main" id="{206CD35C-6A76-E846-82C3-A1C6A6DB5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09721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0" name="Oval 263">
            <a:extLst>
              <a:ext uri="{FF2B5EF4-FFF2-40B4-BE49-F238E27FC236}">
                <a16:creationId xmlns:a16="http://schemas.microsoft.com/office/drawing/2014/main" id="{33A3A318-6392-2843-B1BD-B7911320E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26416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1" name="Oval 264">
            <a:extLst>
              <a:ext uri="{FF2B5EF4-FFF2-40B4-BE49-F238E27FC236}">
                <a16:creationId xmlns:a16="http://schemas.microsoft.com/office/drawing/2014/main" id="{FE7E845F-FD12-7048-B8A2-00B3F72FB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35639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2" name="Oval 265">
            <a:extLst>
              <a:ext uri="{FF2B5EF4-FFF2-40B4-BE49-F238E27FC236}">
                <a16:creationId xmlns:a16="http://schemas.microsoft.com/office/drawing/2014/main" id="{50556663-F875-E445-8333-9A048B989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32734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3" name="Oval 266">
            <a:extLst>
              <a:ext uri="{FF2B5EF4-FFF2-40B4-BE49-F238E27FC236}">
                <a16:creationId xmlns:a16="http://schemas.microsoft.com/office/drawing/2014/main" id="{9572C1E0-B381-D745-BDF7-0C97A6B73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31115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4" name="Oval 267">
            <a:extLst>
              <a:ext uri="{FF2B5EF4-FFF2-40B4-BE49-F238E27FC236}">
                <a16:creationId xmlns:a16="http://schemas.microsoft.com/office/drawing/2014/main" id="{38F74299-E333-7048-B88A-3E6FA23E6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26717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5" name="Oval 268">
            <a:extLst>
              <a:ext uri="{FF2B5EF4-FFF2-40B4-BE49-F238E27FC236}">
                <a16:creationId xmlns:a16="http://schemas.microsoft.com/office/drawing/2014/main" id="{BBFE4E61-332D-954D-A9CD-19906F2AC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560763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86" name="Line 269">
            <a:extLst>
              <a:ext uri="{FF2B5EF4-FFF2-40B4-BE49-F238E27FC236}">
                <a16:creationId xmlns:a16="http://schemas.microsoft.com/office/drawing/2014/main" id="{60609EAC-5CD7-2149-9474-3EFF9B21C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550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87" name="Line 270">
            <a:extLst>
              <a:ext uri="{FF2B5EF4-FFF2-40B4-BE49-F238E27FC236}">
                <a16:creationId xmlns:a16="http://schemas.microsoft.com/office/drawing/2014/main" id="{264DE416-CF5F-3B4B-858F-52BF8237B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3775" y="54737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88" name="Line 271">
            <a:extLst>
              <a:ext uri="{FF2B5EF4-FFF2-40B4-BE49-F238E27FC236}">
                <a16:creationId xmlns:a16="http://schemas.microsoft.com/office/drawing/2014/main" id="{BF84A5FB-51BF-FD45-8A35-D261A3002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863600"/>
            <a:ext cx="0" cy="4625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9989" name="Oval 272">
            <a:extLst>
              <a:ext uri="{FF2B5EF4-FFF2-40B4-BE49-F238E27FC236}">
                <a16:creationId xmlns:a16="http://schemas.microsoft.com/office/drawing/2014/main" id="{03820146-9B51-154A-83AE-77D9C6397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5607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0" name="Oval 273">
            <a:extLst>
              <a:ext uri="{FF2B5EF4-FFF2-40B4-BE49-F238E27FC236}">
                <a16:creationId xmlns:a16="http://schemas.microsoft.com/office/drawing/2014/main" id="{C197AB16-198E-484B-B4FB-61C4F0978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32464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1" name="Oval 274">
            <a:extLst>
              <a:ext uri="{FF2B5EF4-FFF2-40B4-BE49-F238E27FC236}">
                <a16:creationId xmlns:a16="http://schemas.microsoft.com/office/drawing/2014/main" id="{848D750A-54DA-D948-ADAE-BAE1B93B6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967038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2" name="Oval 275">
            <a:extLst>
              <a:ext uri="{FF2B5EF4-FFF2-40B4-BE49-F238E27FC236}">
                <a16:creationId xmlns:a16="http://schemas.microsoft.com/office/drawing/2014/main" id="{8D0D58F6-C27D-8048-94BA-98B780AE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28194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3" name="Line 276">
            <a:extLst>
              <a:ext uri="{FF2B5EF4-FFF2-40B4-BE49-F238E27FC236}">
                <a16:creationId xmlns:a16="http://schemas.microsoft.com/office/drawing/2014/main" id="{495AA6C3-479E-124C-B236-BC0A3E81D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9075" y="5486400"/>
            <a:ext cx="0" cy="1176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994" name="Oval 277">
            <a:extLst>
              <a:ext uri="{FF2B5EF4-FFF2-40B4-BE49-F238E27FC236}">
                <a16:creationId xmlns:a16="http://schemas.microsoft.com/office/drawing/2014/main" id="{21D7AEE1-7FD7-124D-A5E1-E483C5BED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275" y="5862638"/>
            <a:ext cx="103188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5" name="Oval 278">
            <a:extLst>
              <a:ext uri="{FF2B5EF4-FFF2-40B4-BE49-F238E27FC236}">
                <a16:creationId xmlns:a16="http://schemas.microsoft.com/office/drawing/2014/main" id="{B4B84531-E0D5-A541-A13B-A3B7E5FCE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5883275"/>
            <a:ext cx="103188" cy="112713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6" name="Oval 279">
            <a:extLst>
              <a:ext uri="{FF2B5EF4-FFF2-40B4-BE49-F238E27FC236}">
                <a16:creationId xmlns:a16="http://schemas.microsoft.com/office/drawing/2014/main" id="{23DBA50D-3023-0D4A-9B0F-2E931DB4E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5868988"/>
            <a:ext cx="103187" cy="1127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9997" name="Rectangle 280">
            <a:extLst>
              <a:ext uri="{FF2B5EF4-FFF2-40B4-BE49-F238E27FC236}">
                <a16:creationId xmlns:a16="http://schemas.microsoft.com/office/drawing/2014/main" id="{9F9C43E5-917D-FC40-BE92-B0025F56E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5" y="640715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249998" name="Rectangle 281">
            <a:extLst>
              <a:ext uri="{FF2B5EF4-FFF2-40B4-BE49-F238E27FC236}">
                <a16:creationId xmlns:a16="http://schemas.microsoft.com/office/drawing/2014/main" id="{A0A1BF88-F638-8B49-A80D-716860C5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0" y="869950"/>
            <a:ext cx="136525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R=   000000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beq=000100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lw=  100011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sw=  101011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ori= 001011</a:t>
            </a:r>
          </a:p>
          <a:p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j=    000010</a:t>
            </a:r>
          </a:p>
        </p:txBody>
      </p:sp>
      <p:sp>
        <p:nvSpPr>
          <p:cNvPr id="249999" name="Rectangle 282">
            <a:extLst>
              <a:ext uri="{FF2B5EF4-FFF2-40B4-BE49-F238E27FC236}">
                <a16:creationId xmlns:a16="http://schemas.microsoft.com/office/drawing/2014/main" id="{C3A2FAAE-C514-084C-8CC9-6D455C84C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5100" y="901700"/>
            <a:ext cx="1276350" cy="1708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0" name="Oval 283">
            <a:extLst>
              <a:ext uri="{FF2B5EF4-FFF2-40B4-BE49-F238E27FC236}">
                <a16:creationId xmlns:a16="http://schemas.microsoft.com/office/drawing/2014/main" id="{05293187-4585-7546-AA05-D5BB6DB6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2575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1" name="Oval 284">
            <a:extLst>
              <a:ext uri="{FF2B5EF4-FFF2-40B4-BE49-F238E27FC236}">
                <a16:creationId xmlns:a16="http://schemas.microsoft.com/office/drawing/2014/main" id="{B8BEB5F9-5166-AE45-A68B-92F025E67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310991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2" name="Oval 285">
            <a:extLst>
              <a:ext uri="{FF2B5EF4-FFF2-40B4-BE49-F238E27FC236}">
                <a16:creationId xmlns:a16="http://schemas.microsoft.com/office/drawing/2014/main" id="{92FFE39A-C446-0F45-910C-BF8127D8B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28067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3" name="Oval 286">
            <a:extLst>
              <a:ext uri="{FF2B5EF4-FFF2-40B4-BE49-F238E27FC236}">
                <a16:creationId xmlns:a16="http://schemas.microsoft.com/office/drawing/2014/main" id="{40A72A0D-616A-3F4A-B8C0-C13682D12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71475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4" name="Oval 287">
            <a:extLst>
              <a:ext uri="{FF2B5EF4-FFF2-40B4-BE49-F238E27FC236}">
                <a16:creationId xmlns:a16="http://schemas.microsoft.com/office/drawing/2014/main" id="{DC518008-8676-D947-A946-02D19AF6D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260725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5" name="Oval 288">
            <a:extLst>
              <a:ext uri="{FF2B5EF4-FFF2-40B4-BE49-F238E27FC236}">
                <a16:creationId xmlns:a16="http://schemas.microsoft.com/office/drawing/2014/main" id="{3F62700C-CCD4-5947-ADA8-390FD41F9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09403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6" name="Oval 289">
            <a:extLst>
              <a:ext uri="{FF2B5EF4-FFF2-40B4-BE49-F238E27FC236}">
                <a16:creationId xmlns:a16="http://schemas.microsoft.com/office/drawing/2014/main" id="{E6B07B6F-424C-8849-95D4-153982C2D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806700"/>
            <a:ext cx="103187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7" name="Oval 290">
            <a:extLst>
              <a:ext uri="{FF2B5EF4-FFF2-40B4-BE49-F238E27FC236}">
                <a16:creationId xmlns:a16="http://schemas.microsoft.com/office/drawing/2014/main" id="{8F1A41DA-F719-7F46-A6D1-7490C90DF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570288"/>
            <a:ext cx="103187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8" name="Oval 291">
            <a:extLst>
              <a:ext uri="{FF2B5EF4-FFF2-40B4-BE49-F238E27FC236}">
                <a16:creationId xmlns:a16="http://schemas.microsoft.com/office/drawing/2014/main" id="{0C93C10C-2266-3542-9CCC-059A4470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5734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09" name="Oval 292">
            <a:extLst>
              <a:ext uri="{FF2B5EF4-FFF2-40B4-BE49-F238E27FC236}">
                <a16:creationId xmlns:a16="http://schemas.microsoft.com/office/drawing/2014/main" id="{4E0CA7B8-5FE6-854F-A89C-BAA2D292C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408363"/>
            <a:ext cx="103188" cy="112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10" name="Oval 293">
            <a:extLst>
              <a:ext uri="{FF2B5EF4-FFF2-40B4-BE49-F238E27FC236}">
                <a16:creationId xmlns:a16="http://schemas.microsoft.com/office/drawing/2014/main" id="{932F2E3A-A25E-E049-9C5C-DCAFE46FD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31115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11" name="Oval 294">
            <a:extLst>
              <a:ext uri="{FF2B5EF4-FFF2-40B4-BE49-F238E27FC236}">
                <a16:creationId xmlns:a16="http://schemas.microsoft.com/office/drawing/2014/main" id="{2F08A4F0-C439-6C40-B828-7115AE25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725" y="2806700"/>
            <a:ext cx="103188" cy="1127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12" name="Rectangle 295">
            <a:extLst>
              <a:ext uri="{FF2B5EF4-FFF2-40B4-BE49-F238E27FC236}">
                <a16:creationId xmlns:a16="http://schemas.microsoft.com/office/drawing/2014/main" id="{CDC04AD8-7733-7A44-8860-45568B808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2514600"/>
            <a:ext cx="3233737" cy="4140200"/>
          </a:xfrm>
          <a:prstGeom prst="rect">
            <a:avLst/>
          </a:prstGeom>
          <a:solidFill>
            <a:srgbClr val="CC99FF">
              <a:alpha val="3098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13" name="Line 296">
            <a:extLst>
              <a:ext uri="{FF2B5EF4-FFF2-40B4-BE49-F238E27FC236}">
                <a16:creationId xmlns:a16="http://schemas.microsoft.com/office/drawing/2014/main" id="{D9776D89-4B69-DE4B-8721-5B8267451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5465763"/>
            <a:ext cx="0" cy="11763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0014" name="Rectangle 297">
            <a:extLst>
              <a:ext uri="{FF2B5EF4-FFF2-40B4-BE49-F238E27FC236}">
                <a16:creationId xmlns:a16="http://schemas.microsoft.com/office/drawing/2014/main" id="{C141A54F-83FA-E843-8FD6-ED0828EB3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877888"/>
            <a:ext cx="2332038" cy="4597400"/>
          </a:xfrm>
          <a:prstGeom prst="rect">
            <a:avLst/>
          </a:prstGeom>
          <a:solidFill>
            <a:srgbClr val="CC99FF">
              <a:alpha val="3098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0015" name="Rectangle 298">
            <a:extLst>
              <a:ext uri="{FF2B5EF4-FFF2-40B4-BE49-F238E27FC236}">
                <a16:creationId xmlns:a16="http://schemas.microsoft.com/office/drawing/2014/main" id="{FB5B3BC7-2985-4547-A0DB-AABA8279D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8286750" cy="368300"/>
          </a:xfrm>
        </p:spPr>
        <p:txBody>
          <a:bodyPr/>
          <a:lstStyle/>
          <a:p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回顾：用</a:t>
            </a:r>
            <a:r>
              <a:rPr lang="en-US" altLang="zh-CN" sz="2400">
                <a:solidFill>
                  <a:schemeClr val="accent1"/>
                </a:solidFill>
                <a:ea typeface="宋体" panose="02010600030101010101" pitchFamily="2" charset="-122"/>
              </a:rPr>
              <a:t>PLA</a:t>
            </a:r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电路实现的组合逻辑控制单元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F86BD27F-D8D8-DA41-A0A9-3E376F227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563" y="215900"/>
            <a:ext cx="58229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硬连线路设计和微程序设计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18D5C82C-39F7-F647-BE27-660BCA570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779463"/>
            <a:ext cx="8407400" cy="189865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硬连线路设计的特点：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速度快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，适合于简单或规整的指令系统，例如，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指令集。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它是一个多输入/多输出的巨大逻辑网络。对于复杂指令系统来说，</a:t>
            </a:r>
            <a:r>
              <a:rPr kumimoji="1"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结构庞杂，实现困难；修改、维护不易；灵活性差。甚至无法用有限状态机描述！</a:t>
            </a:r>
            <a:endParaRPr lang="zh-CN" altLang="en-US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05" name="Text Box 5">
            <a:extLst>
              <a:ext uri="{FF2B5EF4-FFF2-40B4-BE49-F238E27FC236}">
                <a16:creationId xmlns:a16="http://schemas.microsoft.com/office/drawing/2014/main" id="{1E0B77D7-D429-8B4C-9C7C-1D399E76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88" y="2419350"/>
            <a:ext cx="537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简化控制器设计的一个方法：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</a:t>
            </a:r>
          </a:p>
        </p:txBody>
      </p:sp>
      <p:sp>
        <p:nvSpPr>
          <p:cNvPr id="128006" name="Rectangle 6">
            <a:extLst>
              <a:ext uri="{FF2B5EF4-FFF2-40B4-BE49-F238E27FC236}">
                <a16:creationId xmlns:a16="http://schemas.microsoft.com/office/drawing/2014/main" id="{EBC4AF61-6788-C14D-9649-E22D03CE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2876550"/>
            <a:ext cx="8723312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None/>
            </a:pPr>
            <a:r>
              <a:rPr kumimoji="1"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微程序控制器的</a:t>
            </a: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仿照程序设计的方法，编制每个指令对应的微程序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每个微程序由若干条微指令构成，各微指令包含若干条微命令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（一条微指令相当于一个状态，一个微命令就是状态中的控制信号）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所有指令对应的微程序放在只读存储器中，执行某条指令时，取出对应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微程序中的各条微指令，对微指令译码产生对应的微命令，这个微命    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令就是控制信号。这个只读存储器称为控制存储器（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Control  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Storage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），简称控存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endParaRPr lang="zh-CN" altLang="en-US" sz="2000">
              <a:ea typeface="黑体" panose="02010609060101010101" pitchFamily="49" charset="-122"/>
            </a:endParaRPr>
          </a:p>
        </p:txBody>
      </p:sp>
      <p:sp>
        <p:nvSpPr>
          <p:cNvPr id="128007" name="Rectangle 7">
            <a:extLst>
              <a:ext uri="{FF2B5EF4-FFF2-40B4-BE49-F238E27FC236}">
                <a16:creationId xmlns:a16="http://schemas.microsoft.com/office/drawing/2014/main" id="{5877610D-2C17-C144-9459-4AE79D7E1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63" y="6343650"/>
            <a:ext cx="7340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微程序设计的特点：</a:t>
            </a:r>
            <a:r>
              <a:rPr kumimoji="1"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具有规整性、可维性和灵活性，但速度慢。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80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280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280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80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280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/>
      <p:bldP spid="1280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274885FD-C234-E545-AEE8-EFB0D3C25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微程序控制器的基本结构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E9FF536A-8881-D04E-97D9-E34CDB4EF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925" y="895350"/>
            <a:ext cx="2924175" cy="56261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输入：指令、条件码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输出：控制信号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核心：控存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</a:p>
          <a:p>
            <a:pPr>
              <a:lnSpc>
                <a:spcPct val="125000"/>
              </a:lnSpc>
            </a:pP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µPC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：指出将要执行的微指令在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CS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中的位置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µIR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正在执行的微指令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每个时钟执行一条微指令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微程序第一条微指令地址由起始地址发生器产生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顺序执行时， 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µPC+1</a:t>
            </a:r>
          </a:p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转移执行时，由转移控制字段指出对哪些条件码进行测试，转移地址发生器根据条件码修改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µPC</a:t>
            </a:r>
            <a:endParaRPr lang="zh-CN" altLang="en-US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2932" name="Group 9">
            <a:extLst>
              <a:ext uri="{FF2B5EF4-FFF2-40B4-BE49-F238E27FC236}">
                <a16:creationId xmlns:a16="http://schemas.microsoft.com/office/drawing/2014/main" id="{A2F85F77-C28E-094F-A0E6-A183B7DA79F2}"/>
              </a:ext>
            </a:extLst>
          </p:cNvPr>
          <p:cNvGrpSpPr>
            <a:grpSpLocks/>
          </p:cNvGrpSpPr>
          <p:nvPr/>
        </p:nvGrpSpPr>
        <p:grpSpPr bwMode="auto">
          <a:xfrm>
            <a:off x="3162300" y="695325"/>
            <a:ext cx="5981700" cy="4429125"/>
            <a:chOff x="1806" y="996"/>
            <a:chExt cx="3942" cy="2610"/>
          </a:xfrm>
        </p:grpSpPr>
        <p:pic>
          <p:nvPicPr>
            <p:cNvPr id="252935" name="Picture 4">
              <a:extLst>
                <a:ext uri="{FF2B5EF4-FFF2-40B4-BE49-F238E27FC236}">
                  <a16:creationId xmlns:a16="http://schemas.microsoft.com/office/drawing/2014/main" id="{AE9F061E-560A-7C42-A585-320984964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4" y="996"/>
              <a:ext cx="3894" cy="2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2936" name="Rectangle 5">
              <a:extLst>
                <a:ext uri="{FF2B5EF4-FFF2-40B4-BE49-F238E27FC236}">
                  <a16:creationId xmlns:a16="http://schemas.microsoft.com/office/drawing/2014/main" id="{7D953981-7115-A046-B802-A75F9B984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6" y="1380"/>
              <a:ext cx="3414" cy="2226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2937" name="Rectangle 6">
              <a:extLst>
                <a:ext uri="{FF2B5EF4-FFF2-40B4-BE49-F238E27FC236}">
                  <a16:creationId xmlns:a16="http://schemas.microsoft.com/office/drawing/2014/main" id="{731C136F-FE3B-CB4A-B2FC-3AEF249BE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" y="1470"/>
              <a:ext cx="600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2938" name="Line 7">
              <a:extLst>
                <a:ext uri="{FF2B5EF4-FFF2-40B4-BE49-F238E27FC236}">
                  <a16:creationId xmlns:a16="http://schemas.microsoft.com/office/drawing/2014/main" id="{77D350D2-2609-634F-B84A-931781E72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0" y="1200"/>
              <a:ext cx="0" cy="5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39" name="Text Box 8">
              <a:extLst>
                <a:ext uri="{FF2B5EF4-FFF2-40B4-BE49-F238E27FC236}">
                  <a16:creationId xmlns:a16="http://schemas.microsoft.com/office/drawing/2014/main" id="{F38D4F3B-05B9-6744-B23E-0C220BE49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996"/>
              <a:ext cx="52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指令</a:t>
              </a:r>
            </a:p>
          </p:txBody>
        </p:sp>
      </p:grpSp>
      <p:sp>
        <p:nvSpPr>
          <p:cNvPr id="252933" name="Rectangle 10">
            <a:extLst>
              <a:ext uri="{FF2B5EF4-FFF2-40B4-BE49-F238E27FC236}">
                <a16:creationId xmlns:a16="http://schemas.microsoft.com/office/drawing/2014/main" id="{7B045243-B784-E74B-95B7-3EAAAB2EF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5376863"/>
            <a:ext cx="5567363" cy="114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最初把固化在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的微程序称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固件（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Firmware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，表示用软件实现的硬部件，现在对固件通俗的理解是在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中“固化的软件”。</a:t>
            </a:r>
          </a:p>
        </p:txBody>
      </p:sp>
      <p:sp>
        <p:nvSpPr>
          <p:cNvPr id="252934" name="Rectangle 12">
            <a:extLst>
              <a:ext uri="{FF2B5EF4-FFF2-40B4-BE49-F238E27FC236}">
                <a16:creationId xmlns:a16="http://schemas.microsoft.com/office/drawing/2014/main" id="{67EC7F8E-7E65-E841-A707-DFB9D57F7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924175"/>
            <a:ext cx="1219200" cy="742950"/>
          </a:xfrm>
          <a:prstGeom prst="rect">
            <a:avLst/>
          </a:prstGeom>
          <a:solidFill>
            <a:schemeClr val="accent1">
              <a:alpha val="901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2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2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2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54" name="Picture 125">
            <a:extLst>
              <a:ext uri="{FF2B5EF4-FFF2-40B4-BE49-F238E27FC236}">
                <a16:creationId xmlns:a16="http://schemas.microsoft.com/office/drawing/2014/main" id="{3267F821-E675-9D4E-9956-F8DF3B29A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647700"/>
            <a:ext cx="8513762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3955" name="Text Box 117">
            <a:extLst>
              <a:ext uri="{FF2B5EF4-FFF2-40B4-BE49-F238E27FC236}">
                <a16:creationId xmlns:a16="http://schemas.microsoft.com/office/drawing/2014/main" id="{844154FE-8446-464D-AEE9-A62441197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2133600"/>
            <a:ext cx="15827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3956" name="Rectangle 123">
            <a:extLst>
              <a:ext uri="{FF2B5EF4-FFF2-40B4-BE49-F238E27FC236}">
                <a16:creationId xmlns:a16="http://schemas.microsoft.com/office/drawing/2014/main" id="{643F05E7-51B3-0549-86FF-09B93CD3F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0"/>
            <a:ext cx="83439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400">
                <a:solidFill>
                  <a:srgbClr val="A50021"/>
                </a:solidFill>
                <a:ea typeface="宋体" panose="02010600030101010101" pitchFamily="2" charset="-122"/>
              </a:rPr>
              <a:t>状态和微程序的对应关系</a:t>
            </a:r>
            <a:endParaRPr lang="en-US" altLang="zh-CN" sz="2400">
              <a:solidFill>
                <a:srgbClr val="A50021"/>
              </a:solidFill>
              <a:ea typeface="宋体" panose="02010600030101010101" pitchFamily="2" charset="-122"/>
            </a:endParaRPr>
          </a:p>
        </p:txBody>
      </p:sp>
      <p:sp>
        <p:nvSpPr>
          <p:cNvPr id="117884" name="Text Box 124">
            <a:extLst>
              <a:ext uri="{FF2B5EF4-FFF2-40B4-BE49-F238E27FC236}">
                <a16:creationId xmlns:a16="http://schemas.microsoft.com/office/drawing/2014/main" id="{C38CB5BA-885F-EB41-B9E2-F41ED0938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4500"/>
            <a:ext cx="2363788" cy="239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每条指令用一个微程序实现</a:t>
            </a:r>
            <a:endParaRPr lang="en-US" altLang="zh-CN" sz="17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每个微程序由若干微指令组成，每个状态对应一条微指令</a:t>
            </a:r>
          </a:p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取指令和译码用专门的微程序实现，称为取指微程序</a:t>
            </a:r>
          </a:p>
        </p:txBody>
      </p:sp>
      <p:sp>
        <p:nvSpPr>
          <p:cNvPr id="117886" name="Text Box 126">
            <a:extLst>
              <a:ext uri="{FF2B5EF4-FFF2-40B4-BE49-F238E27FC236}">
                <a16:creationId xmlns:a16="http://schemas.microsoft.com/office/drawing/2014/main" id="{C5D81442-56E8-7C4F-80A5-FF40803EF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6286500"/>
            <a:ext cx="7554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上述取指微程序包含几条微指令？                  </a:t>
            </a: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指令有几条微指令？</a:t>
            </a:r>
          </a:p>
        </p:txBody>
      </p:sp>
      <p:sp>
        <p:nvSpPr>
          <p:cNvPr id="117887" name="Text Box 127">
            <a:extLst>
              <a:ext uri="{FF2B5EF4-FFF2-40B4-BE49-F238E27FC236}">
                <a16:creationId xmlns:a16="http://schemas.microsoft.com/office/drawing/2014/main" id="{1A7EF6A2-CA4E-FC49-A146-C8D51443C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7288" y="6294438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黑体" panose="02010609060101010101" pitchFamily="49" charset="-122"/>
              </a:rPr>
              <a:t>2</a:t>
            </a:r>
            <a:r>
              <a:rPr lang="zh-CN" altLang="en-US" sz="1800">
                <a:ea typeface="黑体" panose="02010609060101010101" pitchFamily="49" charset="-122"/>
              </a:rPr>
              <a:t>条</a:t>
            </a:r>
          </a:p>
        </p:txBody>
      </p:sp>
      <p:sp>
        <p:nvSpPr>
          <p:cNvPr id="117888" name="Text Box 128">
            <a:extLst>
              <a:ext uri="{FF2B5EF4-FFF2-40B4-BE49-F238E27FC236}">
                <a16:creationId xmlns:a16="http://schemas.microsoft.com/office/drawing/2014/main" id="{386FEEF5-7312-514A-90F8-A166B9D6C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6284913"/>
            <a:ext cx="62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黑体" panose="02010609060101010101" pitchFamily="49" charset="-122"/>
              </a:rPr>
              <a:t>3</a:t>
            </a:r>
            <a:r>
              <a:rPr lang="zh-CN" altLang="en-US" sz="1800">
                <a:ea typeface="黑体" panose="02010609060101010101" pitchFamily="49" charset="-122"/>
              </a:rPr>
              <a:t>条</a:t>
            </a:r>
          </a:p>
        </p:txBody>
      </p:sp>
      <p:sp>
        <p:nvSpPr>
          <p:cNvPr id="117889" name="Text Box 129">
            <a:extLst>
              <a:ext uri="{FF2B5EF4-FFF2-40B4-BE49-F238E27FC236}">
                <a16:creationId xmlns:a16="http://schemas.microsoft.com/office/drawing/2014/main" id="{C9084262-70D4-5645-B8E8-5D940FBF1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187325"/>
            <a:ext cx="3773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该处理器的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中有几个微程序？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86" grpId="0"/>
      <p:bldP spid="117887" grpId="0"/>
      <p:bldP spid="117888" grpId="0"/>
      <p:bldP spid="1178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0C578767-515C-A943-8C12-68B6DAF2D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7663" y="128588"/>
            <a:ext cx="8396287" cy="422275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微程序\微指令\微命令\微操作的关系</a:t>
            </a:r>
          </a:p>
        </p:txBody>
      </p:sp>
      <p:grpSp>
        <p:nvGrpSpPr>
          <p:cNvPr id="256003" name="Group 3">
            <a:extLst>
              <a:ext uri="{FF2B5EF4-FFF2-40B4-BE49-F238E27FC236}">
                <a16:creationId xmlns:a16="http://schemas.microsoft.com/office/drawing/2014/main" id="{62C10AF0-9727-7D49-A73B-B4632CA8413E}"/>
              </a:ext>
            </a:extLst>
          </p:cNvPr>
          <p:cNvGrpSpPr>
            <a:grpSpLocks/>
          </p:cNvGrpSpPr>
          <p:nvPr/>
        </p:nvGrpSpPr>
        <p:grpSpPr bwMode="auto">
          <a:xfrm>
            <a:off x="3036888" y="1539875"/>
            <a:ext cx="6064250" cy="4672013"/>
            <a:chOff x="141" y="803"/>
            <a:chExt cx="4197" cy="3244"/>
          </a:xfrm>
        </p:grpSpPr>
        <p:sp>
          <p:nvSpPr>
            <p:cNvPr id="256006" name="Text Box 4" descr="信纸">
              <a:extLst>
                <a:ext uri="{FF2B5EF4-FFF2-40B4-BE49-F238E27FC236}">
                  <a16:creationId xmlns:a16="http://schemas.microsoft.com/office/drawing/2014/main" id="{6C8CBEA5-64F1-6245-8A96-5E519FAB7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803"/>
              <a:ext cx="1412" cy="29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一条机器指令</a:t>
              </a:r>
            </a:p>
          </p:txBody>
        </p:sp>
        <p:sp>
          <p:nvSpPr>
            <p:cNvPr id="256007" name="Line 5">
              <a:extLst>
                <a:ext uri="{FF2B5EF4-FFF2-40B4-BE49-F238E27FC236}">
                  <a16:creationId xmlns:a16="http://schemas.microsoft.com/office/drawing/2014/main" id="{3AB48267-9C4F-774F-AE9F-F8D487ED6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1" y="1111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08" name="Text Box 6" descr="信纸">
              <a:extLst>
                <a:ext uri="{FF2B5EF4-FFF2-40B4-BE49-F238E27FC236}">
                  <a16:creationId xmlns:a16="http://schemas.microsoft.com/office/drawing/2014/main" id="{40821702-1428-D447-A7E9-1F353CB8F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402"/>
              <a:ext cx="1411" cy="29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一个微程序</a:t>
              </a:r>
            </a:p>
          </p:txBody>
        </p:sp>
        <p:sp>
          <p:nvSpPr>
            <p:cNvPr id="256009" name="Line 7">
              <a:extLst>
                <a:ext uri="{FF2B5EF4-FFF2-40B4-BE49-F238E27FC236}">
                  <a16:creationId xmlns:a16="http://schemas.microsoft.com/office/drawing/2014/main" id="{6026E875-A750-FA46-9A88-D5769034F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1" y="1710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0" name="Line 8">
              <a:extLst>
                <a:ext uri="{FF2B5EF4-FFF2-40B4-BE49-F238E27FC236}">
                  <a16:creationId xmlns:a16="http://schemas.microsoft.com/office/drawing/2014/main" id="{9875A829-B8D4-E149-B18C-0A6A9C004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2004"/>
              <a:ext cx="3058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1" name="Line 9">
              <a:extLst>
                <a:ext uri="{FF2B5EF4-FFF2-40B4-BE49-F238E27FC236}">
                  <a16:creationId xmlns:a16="http://schemas.microsoft.com/office/drawing/2014/main" id="{CC5DA090-CEA0-204F-96F5-E97C77CB1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" y="1996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2" name="Line 10">
              <a:extLst>
                <a:ext uri="{FF2B5EF4-FFF2-40B4-BE49-F238E27FC236}">
                  <a16:creationId xmlns:a16="http://schemas.microsoft.com/office/drawing/2014/main" id="{DA36B46B-BA99-7F45-9B28-6921E391C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" y="1994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3" name="Line 11">
              <a:extLst>
                <a:ext uri="{FF2B5EF4-FFF2-40B4-BE49-F238E27FC236}">
                  <a16:creationId xmlns:a16="http://schemas.microsoft.com/office/drawing/2014/main" id="{94EBE39B-950E-E14D-8372-1A1428C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9" y="2007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4" name="Line 12">
              <a:extLst>
                <a:ext uri="{FF2B5EF4-FFF2-40B4-BE49-F238E27FC236}">
                  <a16:creationId xmlns:a16="http://schemas.microsoft.com/office/drawing/2014/main" id="{729BC7BD-7C14-974B-8038-CD35F948C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5" y="2007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5" name="Line 13">
              <a:extLst>
                <a:ext uri="{FF2B5EF4-FFF2-40B4-BE49-F238E27FC236}">
                  <a16:creationId xmlns:a16="http://schemas.microsoft.com/office/drawing/2014/main" id="{A1A05C52-4F2B-7D46-9FEA-3EE7741D3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422"/>
              <a:ext cx="283" cy="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6" name="Text Box 14" descr="信纸">
              <a:extLst>
                <a:ext uri="{FF2B5EF4-FFF2-40B4-BE49-F238E27FC236}">
                  <a16:creationId xmlns:a16="http://schemas.microsoft.com/office/drawing/2014/main" id="{A36D2B8E-E3B9-1942-8B2E-6347AA31C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2302"/>
              <a:ext cx="852" cy="2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微指令1</a:t>
              </a:r>
            </a:p>
          </p:txBody>
        </p:sp>
        <p:sp>
          <p:nvSpPr>
            <p:cNvPr id="256017" name="Text Box 15" descr="信纸">
              <a:extLst>
                <a:ext uri="{FF2B5EF4-FFF2-40B4-BE49-F238E27FC236}">
                  <a16:creationId xmlns:a16="http://schemas.microsoft.com/office/drawing/2014/main" id="{7C72B614-FD9D-E047-B7BF-90C4A84EE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8" y="2293"/>
              <a:ext cx="852" cy="2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微指令2</a:t>
              </a:r>
            </a:p>
          </p:txBody>
        </p:sp>
        <p:sp>
          <p:nvSpPr>
            <p:cNvPr id="256018" name="Text Box 16" descr="信纸">
              <a:extLst>
                <a:ext uri="{FF2B5EF4-FFF2-40B4-BE49-F238E27FC236}">
                  <a16:creationId xmlns:a16="http://schemas.microsoft.com/office/drawing/2014/main" id="{B31909A1-EEC4-784C-8049-87280031D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6" y="2292"/>
              <a:ext cx="852" cy="2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微指令</a:t>
              </a:r>
              <a:r>
                <a:rPr lang="en-US" altLang="zh-CN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56019" name="Line 17">
              <a:extLst>
                <a:ext uri="{FF2B5EF4-FFF2-40B4-BE49-F238E27FC236}">
                  <a16:creationId xmlns:a16="http://schemas.microsoft.com/office/drawing/2014/main" id="{6D53492B-70E6-F042-9D7B-C73D260C4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2602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0" name="Line 18">
              <a:extLst>
                <a:ext uri="{FF2B5EF4-FFF2-40B4-BE49-F238E27FC236}">
                  <a16:creationId xmlns:a16="http://schemas.microsoft.com/office/drawing/2014/main" id="{AEDD91C7-E658-B74C-A8C8-7FABF5200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" y="2896"/>
              <a:ext cx="2435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1" name="Line 19">
              <a:extLst>
                <a:ext uri="{FF2B5EF4-FFF2-40B4-BE49-F238E27FC236}">
                  <a16:creationId xmlns:a16="http://schemas.microsoft.com/office/drawing/2014/main" id="{A29A9589-E397-594F-8346-14BCA2E68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" y="2888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2" name="Line 20">
              <a:extLst>
                <a:ext uri="{FF2B5EF4-FFF2-40B4-BE49-F238E27FC236}">
                  <a16:creationId xmlns:a16="http://schemas.microsoft.com/office/drawing/2014/main" id="{42EE310D-5E3B-F24D-9BF6-647B38E8E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7" y="2886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3" name="Line 21">
              <a:extLst>
                <a:ext uri="{FF2B5EF4-FFF2-40B4-BE49-F238E27FC236}">
                  <a16:creationId xmlns:a16="http://schemas.microsoft.com/office/drawing/2014/main" id="{91788D3A-A73B-A149-9490-FE1DEE9F9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" y="2908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4" name="Line 22">
              <a:extLst>
                <a:ext uri="{FF2B5EF4-FFF2-40B4-BE49-F238E27FC236}">
                  <a16:creationId xmlns:a16="http://schemas.microsoft.com/office/drawing/2014/main" id="{095AFF5F-EA52-F848-82B4-CB56FA3CA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" y="2899"/>
              <a:ext cx="0" cy="28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5" name="Line 23">
              <a:extLst>
                <a:ext uri="{FF2B5EF4-FFF2-40B4-BE49-F238E27FC236}">
                  <a16:creationId xmlns:a16="http://schemas.microsoft.com/office/drawing/2014/main" id="{6394CD9E-3F58-9246-B134-A8D3E81B2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7" y="3307"/>
              <a:ext cx="225" cy="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26" name="Text Box 24" descr="信纸">
              <a:extLst>
                <a:ext uri="{FF2B5EF4-FFF2-40B4-BE49-F238E27FC236}">
                  <a16:creationId xmlns:a16="http://schemas.microsoft.com/office/drawing/2014/main" id="{A964DFCD-5EF7-8B47-A0F8-2DED5157C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" y="3194"/>
              <a:ext cx="785" cy="29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微命令1</a:t>
              </a:r>
            </a:p>
          </p:txBody>
        </p:sp>
        <p:sp>
          <p:nvSpPr>
            <p:cNvPr id="256027" name="Text Box 25" descr="信纸">
              <a:extLst>
                <a:ext uri="{FF2B5EF4-FFF2-40B4-BE49-F238E27FC236}">
                  <a16:creationId xmlns:a16="http://schemas.microsoft.com/office/drawing/2014/main" id="{2F83B4E5-B09D-F146-9796-1976435C0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" y="3184"/>
              <a:ext cx="785" cy="29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微命令2</a:t>
              </a:r>
            </a:p>
          </p:txBody>
        </p:sp>
        <p:sp>
          <p:nvSpPr>
            <p:cNvPr id="256028" name="Text Box 26" descr="信纸">
              <a:extLst>
                <a:ext uri="{FF2B5EF4-FFF2-40B4-BE49-F238E27FC236}">
                  <a16:creationId xmlns:a16="http://schemas.microsoft.com/office/drawing/2014/main" id="{1817B926-FD89-B448-AD4E-87360E105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8" y="3177"/>
              <a:ext cx="785" cy="29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微命令</a:t>
              </a:r>
              <a:r>
                <a:rPr lang="en-US" altLang="zh-CN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256029" name="Line 27">
              <a:extLst>
                <a:ext uri="{FF2B5EF4-FFF2-40B4-BE49-F238E27FC236}">
                  <a16:creationId xmlns:a16="http://schemas.microsoft.com/office/drawing/2014/main" id="{846EF175-8A38-CB44-B0D5-2A3AE7322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" y="3491"/>
              <a:ext cx="0" cy="28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30" name="Line 28">
              <a:extLst>
                <a:ext uri="{FF2B5EF4-FFF2-40B4-BE49-F238E27FC236}">
                  <a16:creationId xmlns:a16="http://schemas.microsoft.com/office/drawing/2014/main" id="{A4AC37AC-9571-7A4E-A6F9-8A5F5463C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" y="3489"/>
              <a:ext cx="0" cy="28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31" name="Line 29">
              <a:extLst>
                <a:ext uri="{FF2B5EF4-FFF2-40B4-BE49-F238E27FC236}">
                  <a16:creationId xmlns:a16="http://schemas.microsoft.com/office/drawing/2014/main" id="{E3CAB7C2-9620-0B4A-B6EE-40F23C18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" y="3478"/>
              <a:ext cx="0" cy="28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32" name="Text Box 30" descr="花束">
              <a:extLst>
                <a:ext uri="{FF2B5EF4-FFF2-40B4-BE49-F238E27FC236}">
                  <a16:creationId xmlns:a16="http://schemas.microsoft.com/office/drawing/2014/main" id="{6FCA73A2-A197-1F40-A210-EB87BEE86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" y="3752"/>
              <a:ext cx="785" cy="295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微操作</a:t>
              </a:r>
              <a:endParaRPr lang="en-US" altLang="zh-CN" sz="20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33" name="Text Box 31" descr="花束">
              <a:extLst>
                <a:ext uri="{FF2B5EF4-FFF2-40B4-BE49-F238E27FC236}">
                  <a16:creationId xmlns:a16="http://schemas.microsoft.com/office/drawing/2014/main" id="{9D7181F3-6F50-0B41-8042-544E1CABE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" y="3742"/>
              <a:ext cx="785" cy="295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微操作</a:t>
              </a:r>
            </a:p>
          </p:txBody>
        </p:sp>
        <p:sp>
          <p:nvSpPr>
            <p:cNvPr id="256034" name="Text Box 32" descr="花束">
              <a:extLst>
                <a:ext uri="{FF2B5EF4-FFF2-40B4-BE49-F238E27FC236}">
                  <a16:creationId xmlns:a16="http://schemas.microsoft.com/office/drawing/2014/main" id="{62F1A0DD-ACBD-B545-9280-6FCF40BD6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8" y="3735"/>
              <a:ext cx="785" cy="295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微操作</a:t>
              </a:r>
              <a:endParaRPr lang="en-US" altLang="zh-CN" sz="20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3857" name="Text Box 33">
            <a:extLst>
              <a:ext uri="{FF2B5EF4-FFF2-40B4-BE49-F238E27FC236}">
                <a16:creationId xmlns:a16="http://schemas.microsoft.com/office/drawing/2014/main" id="{26AB8947-13B2-B04E-96B7-E66FDB431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644525"/>
            <a:ext cx="4195762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将指令的执行转换为微程序的执行</a:t>
            </a:r>
          </a:p>
          <a:p>
            <a:pPr>
              <a:spcBef>
                <a:spcPct val="2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微程序是一个微指令序列</a:t>
            </a:r>
          </a:p>
          <a:p>
            <a:pPr>
              <a:spcBef>
                <a:spcPct val="2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每条微指令是一个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序列，其中包含若干个微命令（即：控制信号）</a:t>
            </a:r>
          </a:p>
          <a:p>
            <a:pPr>
              <a:spcBef>
                <a:spcPct val="2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微命令控制数据通路的执行</a:t>
            </a:r>
          </a:p>
        </p:txBody>
      </p:sp>
      <p:sp>
        <p:nvSpPr>
          <p:cNvPr id="333858" name="Rectangle 34">
            <a:extLst>
              <a:ext uri="{FF2B5EF4-FFF2-40B4-BE49-F238E27FC236}">
                <a16:creationId xmlns:a16="http://schemas.microsoft.com/office/drawing/2014/main" id="{5077B505-5CAE-474E-B756-A7F1014BD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2416175"/>
            <a:ext cx="342265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控制程序执行要解决什么问题？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指令如何译码、执行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下条指令到哪里去取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微程序执行也要解决两个问题：</a:t>
            </a: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微指令如何对微命令编码</a:t>
            </a:r>
            <a:endParaRPr lang="en-US" altLang="zh-CN" sz="18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下条微指令在哪里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3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3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3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3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3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3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3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3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3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3">
            <a:extLst>
              <a:ext uri="{FF2B5EF4-FFF2-40B4-BE49-F238E27FC236}">
                <a16:creationId xmlns:a16="http://schemas.microsoft.com/office/drawing/2014/main" id="{58AF3DF2-062A-8840-8518-2F2149C8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200025"/>
            <a:ext cx="52435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第一个问题：微指令格式的设计</a:t>
            </a:r>
          </a:p>
        </p:txBody>
      </p:sp>
      <p:sp>
        <p:nvSpPr>
          <p:cNvPr id="419850" name="Rectangle 10">
            <a:extLst>
              <a:ext uri="{FF2B5EF4-FFF2-40B4-BE49-F238E27FC236}">
                <a16:creationId xmlns:a16="http://schemas.microsoft.com/office/drawing/2014/main" id="{A6FCD0AA-A998-A946-9BD9-8C774456E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942975"/>
            <a:ext cx="81280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Char char="•"/>
            </a:pPr>
            <a:r>
              <a:rPr kumimoji="1" lang="zh-CN" altLang="en-US" sz="2000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kumimoji="1"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水平型微指令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基本思想：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相容微命令尽量多地安排在一条微指令中。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优点：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微程序短，并行性高，适合于较高速度的场合。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微指令长，编码空间利用率较低，并且编制困难。</a:t>
            </a:r>
          </a:p>
        </p:txBody>
      </p:sp>
      <p:sp>
        <p:nvSpPr>
          <p:cNvPr id="419851" name="Rectangle 11">
            <a:extLst>
              <a:ext uri="{FF2B5EF4-FFF2-40B4-BE49-F238E27FC236}">
                <a16:creationId xmlns:a16="http://schemas.microsoft.com/office/drawing/2014/main" id="{19ACD688-30D2-1945-8BC5-B3825C4AF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968625"/>
            <a:ext cx="8580437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Char char="•"/>
            </a:pPr>
            <a:r>
              <a:rPr kumimoji="1"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垂直型微指令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基本思想：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一条微指令只控制一、二个微命令</a:t>
            </a:r>
            <a:r>
              <a:rPr kumimoji="1"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优点：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微指令短，编码效率高，格式与机器指令类似，故编制容易。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1" lang="zh-CN" altLang="en-US" sz="20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微程序长，一条微指令只能控制一、二个，无并行，速度慢。</a:t>
            </a:r>
          </a:p>
        </p:txBody>
      </p:sp>
      <p:sp>
        <p:nvSpPr>
          <p:cNvPr id="419852" name="Rectangle 12">
            <a:extLst>
              <a:ext uri="{FF2B5EF4-FFF2-40B4-BE49-F238E27FC236}">
                <a16:creationId xmlns:a16="http://schemas.microsoft.com/office/drawing/2014/main" id="{8743D02E-5CD5-AE49-B2F6-D3B8656F1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13" y="4833938"/>
            <a:ext cx="85883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kumimoji="1"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垂直型微指令面向算法描述，水平型微指令面向内部控制逻辑描述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0" grpId="0"/>
      <p:bldP spid="419851" grpId="0"/>
      <p:bldP spid="4198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>
            <a:extLst>
              <a:ext uri="{FF2B5EF4-FFF2-40B4-BE49-F238E27FC236}">
                <a16:creationId xmlns:a16="http://schemas.microsoft.com/office/drawing/2014/main" id="{CBB139B2-4E77-EC4F-9D6E-F337677A8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3362325"/>
            <a:ext cx="8558213" cy="275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5000"/>
              </a:spcBef>
              <a:buFontTx/>
              <a:buChar char="•"/>
            </a:pPr>
            <a:r>
              <a:rPr kumimoji="1" lang="zh-CN" altLang="en-US" sz="2000" b="0">
                <a:ea typeface="黑体" panose="02010609060101010101" pitchFamily="49" charset="-122"/>
              </a:rPr>
              <a:t> </a:t>
            </a: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微指令格式设计风格取决于微操作码的编码方式 （微命令：控制信号）</a:t>
            </a:r>
          </a:p>
          <a:p>
            <a:pPr>
              <a:lnSpc>
                <a:spcPct val="125000"/>
              </a:lnSpc>
              <a:spcBef>
                <a:spcPct val="25000"/>
              </a:spcBef>
              <a:buFontTx/>
              <a:buChar char="•"/>
            </a:pPr>
            <a:r>
              <a:rPr kumimoji="1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微操作码编码方式：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</a:pPr>
            <a:r>
              <a:rPr kumimoji="1"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不译法（直接控制法）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</a:pPr>
            <a:r>
              <a:rPr kumimoji="1"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字段直接编码（译）法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</a:pPr>
            <a:r>
              <a:rPr kumimoji="1"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字段间接编码（译）法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</a:pPr>
            <a:r>
              <a:rPr kumimoji="1"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最小（最短、垂直）编码（译）法</a:t>
            </a:r>
          </a:p>
        </p:txBody>
      </p:sp>
      <p:sp>
        <p:nvSpPr>
          <p:cNvPr id="258051" name="Rectangle 5">
            <a:extLst>
              <a:ext uri="{FF2B5EF4-FFF2-40B4-BE49-F238E27FC236}">
                <a16:creationId xmlns:a16="http://schemas.microsoft.com/office/drawing/2014/main" id="{5890C141-B68D-804C-95DE-2388ABCE5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200025"/>
            <a:ext cx="52435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第一个问题：微指令格式的设计</a:t>
            </a:r>
          </a:p>
        </p:txBody>
      </p:sp>
      <p:grpSp>
        <p:nvGrpSpPr>
          <p:cNvPr id="167956" name="Group 20">
            <a:extLst>
              <a:ext uri="{FF2B5EF4-FFF2-40B4-BE49-F238E27FC236}">
                <a16:creationId xmlns:a16="http://schemas.microsoft.com/office/drawing/2014/main" id="{26E608A9-9D85-284D-980C-79EE22758678}"/>
              </a:ext>
            </a:extLst>
          </p:cNvPr>
          <p:cNvGrpSpPr>
            <a:grpSpLocks/>
          </p:cNvGrpSpPr>
          <p:nvPr/>
        </p:nvGrpSpPr>
        <p:grpSpPr bwMode="auto">
          <a:xfrm>
            <a:off x="3883025" y="4438650"/>
            <a:ext cx="3622675" cy="1081088"/>
            <a:chOff x="2238" y="1255"/>
            <a:chExt cx="1457" cy="465"/>
          </a:xfrm>
        </p:grpSpPr>
        <p:sp>
          <p:nvSpPr>
            <p:cNvPr id="258066" name="AutoShape 6">
              <a:extLst>
                <a:ext uri="{FF2B5EF4-FFF2-40B4-BE49-F238E27FC236}">
                  <a16:creationId xmlns:a16="http://schemas.microsoft.com/office/drawing/2014/main" id="{CE8E3055-5CB4-E54D-BE27-D4A8EF7BB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1255"/>
              <a:ext cx="110" cy="465"/>
            </a:xfrm>
            <a:prstGeom prst="rightBrace">
              <a:avLst>
                <a:gd name="adj1" fmla="val 35227"/>
                <a:gd name="adj2" fmla="val 51713"/>
              </a:avLst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8067" name="Text Box 7">
              <a:extLst>
                <a:ext uri="{FF2B5EF4-FFF2-40B4-BE49-F238E27FC236}">
                  <a16:creationId xmlns:a16="http://schemas.microsoft.com/office/drawing/2014/main" id="{F903CE68-A84A-7D44-8B49-706F63046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419"/>
              <a:ext cx="134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水平型微指令风格</a:t>
              </a:r>
            </a:p>
          </p:txBody>
        </p:sp>
      </p:grpSp>
      <p:grpSp>
        <p:nvGrpSpPr>
          <p:cNvPr id="167958" name="Group 22">
            <a:extLst>
              <a:ext uri="{FF2B5EF4-FFF2-40B4-BE49-F238E27FC236}">
                <a16:creationId xmlns:a16="http://schemas.microsoft.com/office/drawing/2014/main" id="{EC97FF32-18E6-FA4A-98D0-FA63D7748ED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5703888"/>
            <a:ext cx="3160712" cy="400050"/>
            <a:chOff x="2697" y="2021"/>
            <a:chExt cx="1400" cy="252"/>
          </a:xfrm>
        </p:grpSpPr>
        <p:sp>
          <p:nvSpPr>
            <p:cNvPr id="258064" name="Text Box 8">
              <a:extLst>
                <a:ext uri="{FF2B5EF4-FFF2-40B4-BE49-F238E27FC236}">
                  <a16:creationId xmlns:a16="http://schemas.microsoft.com/office/drawing/2014/main" id="{9413D576-487E-F64F-BDD8-87DCBB202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5" y="2021"/>
              <a:ext cx="127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CC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CC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垂直型微指令风格</a:t>
              </a:r>
            </a:p>
          </p:txBody>
        </p:sp>
        <p:sp>
          <p:nvSpPr>
            <p:cNvPr id="258065" name="Line 9">
              <a:extLst>
                <a:ext uri="{FF2B5EF4-FFF2-40B4-BE49-F238E27FC236}">
                  <a16:creationId xmlns:a16="http://schemas.microsoft.com/office/drawing/2014/main" id="{276F2154-28B4-BC42-BF5A-213CB7734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131"/>
              <a:ext cx="210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054" name="Text Box 13">
            <a:extLst>
              <a:ext uri="{FF2B5EF4-FFF2-40B4-BE49-F238E27FC236}">
                <a16:creationId xmlns:a16="http://schemas.microsoft.com/office/drawing/2014/main" id="{767B88A7-B474-F14D-AE24-C4213BC5D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570038"/>
            <a:ext cx="17541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微指令格式：</a:t>
            </a:r>
          </a:p>
        </p:txBody>
      </p:sp>
      <p:sp>
        <p:nvSpPr>
          <p:cNvPr id="258055" name="Rectangle 14">
            <a:extLst>
              <a:ext uri="{FF2B5EF4-FFF2-40B4-BE49-F238E27FC236}">
                <a16:creationId xmlns:a16="http://schemas.microsoft.com/office/drawing/2014/main" id="{C9BC9B31-31C2-D542-8BCA-D6C6AA1C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1573213"/>
            <a:ext cx="5087938" cy="449262"/>
          </a:xfrm>
          <a:prstGeom prst="rect">
            <a:avLst/>
          </a:prstGeom>
          <a:noFill/>
          <a:ln w="50800">
            <a:solidFill>
              <a:srgbClr val="FE9AA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8056" name="Line 15">
            <a:extLst>
              <a:ext uri="{FF2B5EF4-FFF2-40B4-BE49-F238E27FC236}">
                <a16:creationId xmlns:a16="http://schemas.microsoft.com/office/drawing/2014/main" id="{84471AD0-1F2F-5048-B13A-4B71EBBD5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9325" y="1557338"/>
            <a:ext cx="0" cy="46513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57" name="Text Box 16">
            <a:extLst>
              <a:ext uri="{FF2B5EF4-FFF2-40B4-BE49-F238E27FC236}">
                <a16:creationId xmlns:a16="http://schemas.microsoft.com/office/drawing/2014/main" id="{E2120F7F-1939-6B4F-916E-53A3B7F71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1630363"/>
            <a:ext cx="88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µOP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058" name="Line 17">
            <a:extLst>
              <a:ext uri="{FF2B5EF4-FFF2-40B4-BE49-F238E27FC236}">
                <a16:creationId xmlns:a16="http://schemas.microsoft.com/office/drawing/2014/main" id="{ED615D96-B72B-A640-84AC-58FCAAAEF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138" y="1582738"/>
            <a:ext cx="0" cy="46513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59" name="Text Box 18">
            <a:extLst>
              <a:ext uri="{FF2B5EF4-FFF2-40B4-BE49-F238E27FC236}">
                <a16:creationId xmlns:a16="http://schemas.microsoft.com/office/drawing/2014/main" id="{F6054A06-5C8F-C64C-848A-125780076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1625600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µAddr</a:t>
            </a:r>
          </a:p>
        </p:txBody>
      </p:sp>
      <p:sp>
        <p:nvSpPr>
          <p:cNvPr id="258060" name="Text Box 23">
            <a:extLst>
              <a:ext uri="{FF2B5EF4-FFF2-40B4-BE49-F238E27FC236}">
                <a16:creationId xmlns:a16="http://schemas.microsoft.com/office/drawing/2014/main" id="{7B05F028-DFD0-C946-A430-39D945D9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985838"/>
            <a:ext cx="8456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微指令中包含了：若干微命令、下条微指令地址（可选）、常数（可选）</a:t>
            </a:r>
          </a:p>
        </p:txBody>
      </p:sp>
      <p:sp>
        <p:nvSpPr>
          <p:cNvPr id="258061" name="Text Box 24">
            <a:extLst>
              <a:ext uri="{FF2B5EF4-FFF2-40B4-BE49-F238E27FC236}">
                <a16:creationId xmlns:a16="http://schemas.microsoft.com/office/drawing/2014/main" id="{2A7BC48A-E17A-C742-B8A1-7F679CA65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225" y="1631950"/>
            <a:ext cx="10636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常数</a:t>
            </a:r>
          </a:p>
        </p:txBody>
      </p:sp>
      <p:sp>
        <p:nvSpPr>
          <p:cNvPr id="258062" name="Text Box 25">
            <a:extLst>
              <a:ext uri="{FF2B5EF4-FFF2-40B4-BE49-F238E27FC236}">
                <a16:creationId xmlns:a16="http://schemas.microsoft.com/office/drawing/2014/main" id="{155B2ADD-7C6C-D141-B2B3-BCBB7DAF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775" y="3937000"/>
            <a:ext cx="24526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65" name="Rectangle 29">
            <a:extLst>
              <a:ext uri="{FF2B5EF4-FFF2-40B4-BE49-F238E27FC236}">
                <a16:creationId xmlns:a16="http://schemas.microsoft.com/office/drawing/2014/main" id="{34140E81-3CA2-4043-AF7F-C20130A48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2373313"/>
            <a:ext cx="5802313" cy="8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9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µOP: 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微操作码字段，产生微命令； </a:t>
            </a:r>
          </a:p>
          <a:p>
            <a:pPr>
              <a:lnSpc>
                <a:spcPts val="29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µAddr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微地址码字段，产生下条微指令地址。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7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7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7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7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52036618-7DD2-BE4A-A2A2-99C9A1E43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165100"/>
            <a:ext cx="6245225" cy="422275"/>
          </a:xfrm>
        </p:spPr>
        <p:txBody>
          <a:bodyPr/>
          <a:lstStyle/>
          <a:p>
            <a:r>
              <a:rPr lang="zh-CN" altLang="en-US">
                <a:latin typeface="方正舒体" pitchFamily="2" charset="-122"/>
                <a:ea typeface="宋体" panose="02010600030101010101" pitchFamily="2" charset="-122"/>
              </a:rPr>
              <a:t>不译法(直接控制法)</a:t>
            </a:r>
            <a:endParaRPr lang="zh-CN" altLang="en-US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59075" name="Group 3">
            <a:extLst>
              <a:ext uri="{FF2B5EF4-FFF2-40B4-BE49-F238E27FC236}">
                <a16:creationId xmlns:a16="http://schemas.microsoft.com/office/drawing/2014/main" id="{2293B89D-15DA-F74B-8984-02839A784856}"/>
              </a:ext>
            </a:extLst>
          </p:cNvPr>
          <p:cNvGrpSpPr>
            <a:grpSpLocks/>
          </p:cNvGrpSpPr>
          <p:nvPr/>
        </p:nvGrpSpPr>
        <p:grpSpPr bwMode="auto">
          <a:xfrm>
            <a:off x="331788" y="1266825"/>
            <a:ext cx="8464550" cy="4757738"/>
            <a:chOff x="2694" y="2108"/>
            <a:chExt cx="7800" cy="6000"/>
          </a:xfrm>
        </p:grpSpPr>
        <p:sp>
          <p:nvSpPr>
            <p:cNvPr id="259090" name="Text Box 4">
              <a:extLst>
                <a:ext uri="{FF2B5EF4-FFF2-40B4-BE49-F238E27FC236}">
                  <a16:creationId xmlns:a16="http://schemas.microsoft.com/office/drawing/2014/main" id="{9CFCAC89-8371-764D-A83A-7D13D906B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2590"/>
              <a:ext cx="168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微地址寄存器Ⅱ</a:t>
              </a:r>
            </a:p>
          </p:txBody>
        </p:sp>
        <p:sp>
          <p:nvSpPr>
            <p:cNvPr id="259091" name="Text Box 5">
              <a:extLst>
                <a:ext uri="{FF2B5EF4-FFF2-40B4-BE49-F238E27FC236}">
                  <a16:creationId xmlns:a16="http://schemas.microsoft.com/office/drawing/2014/main" id="{529C5EB2-0D5B-4248-BC7E-0E0908C9C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4228"/>
              <a:ext cx="1680" cy="4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微地址寄存器Ⅰ</a:t>
              </a:r>
            </a:p>
          </p:txBody>
        </p:sp>
        <p:sp>
          <p:nvSpPr>
            <p:cNvPr id="259092" name="Text Box 6">
              <a:extLst>
                <a:ext uri="{FF2B5EF4-FFF2-40B4-BE49-F238E27FC236}">
                  <a16:creationId xmlns:a16="http://schemas.microsoft.com/office/drawing/2014/main" id="{F717A339-7CDB-B943-9AE7-C8E89DB41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4" y="3500"/>
              <a:ext cx="480" cy="5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000">
                  <a:latin typeface="微软雅黑 Light" panose="020B0503020204020204" pitchFamily="34" charset="-122"/>
                  <a:ea typeface="微软雅黑 Light" panose="020B0503020204020204" pitchFamily="34" charset="-122"/>
                </a:rPr>
                <a:t>G</a:t>
              </a:r>
            </a:p>
          </p:txBody>
        </p:sp>
        <p:sp>
          <p:nvSpPr>
            <p:cNvPr id="259093" name="Line 7">
              <a:extLst>
                <a:ext uri="{FF2B5EF4-FFF2-40B4-BE49-F238E27FC236}">
                  <a16:creationId xmlns:a16="http://schemas.microsoft.com/office/drawing/2014/main" id="{D4328B88-3319-3F4D-B30B-2757FD33D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4" y="21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094" name="Line 8">
              <a:extLst>
                <a:ext uri="{FF2B5EF4-FFF2-40B4-BE49-F238E27FC236}">
                  <a16:creationId xmlns:a16="http://schemas.microsoft.com/office/drawing/2014/main" id="{C86FEBD7-C878-0642-9D20-78F237AC0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" y="2108"/>
              <a:ext cx="0" cy="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095" name="Line 9">
              <a:extLst>
                <a:ext uri="{FF2B5EF4-FFF2-40B4-BE49-F238E27FC236}">
                  <a16:creationId xmlns:a16="http://schemas.microsoft.com/office/drawing/2014/main" id="{1B0562D2-5167-EF46-A959-054ADFD04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3136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096" name="Line 10">
              <a:extLst>
                <a:ext uri="{FF2B5EF4-FFF2-40B4-BE49-F238E27FC236}">
                  <a16:creationId xmlns:a16="http://schemas.microsoft.com/office/drawing/2014/main" id="{3EAB0648-212D-4F4D-BCA1-6B6CFD350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4046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097" name="Text Box 11">
              <a:extLst>
                <a:ext uri="{FF2B5EF4-FFF2-40B4-BE49-F238E27FC236}">
                  <a16:creationId xmlns:a16="http://schemas.microsoft.com/office/drawing/2014/main" id="{34F8E134-5A75-8E4D-A349-0D27BB0B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5502"/>
              <a:ext cx="1680" cy="20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just"/>
              <a:endParaRPr lang="zh-CN" altLang="en-US" sz="10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/>
              <a:endParaRPr lang="zh-CN" altLang="en-US" sz="10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b="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微地址</a:t>
              </a:r>
            </a:p>
            <a:p>
              <a:pPr algn="ctr"/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 译码器</a:t>
              </a:r>
            </a:p>
          </p:txBody>
        </p:sp>
        <p:sp>
          <p:nvSpPr>
            <p:cNvPr id="259098" name="Line 12">
              <a:extLst>
                <a:ext uri="{FF2B5EF4-FFF2-40B4-BE49-F238E27FC236}">
                  <a16:creationId xmlns:a16="http://schemas.microsoft.com/office/drawing/2014/main" id="{458562B3-2479-C84C-BBDC-AEB1F6214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" y="477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099" name="Line 13">
              <a:extLst>
                <a:ext uri="{FF2B5EF4-FFF2-40B4-BE49-F238E27FC236}">
                  <a16:creationId xmlns:a16="http://schemas.microsoft.com/office/drawing/2014/main" id="{676FF8CE-5FBE-5945-B125-53C9A156B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477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0" name="Line 14">
              <a:extLst>
                <a:ext uri="{FF2B5EF4-FFF2-40B4-BE49-F238E27FC236}">
                  <a16:creationId xmlns:a16="http://schemas.microsoft.com/office/drawing/2014/main" id="{BED631C8-D77E-F64D-82BB-16D1A667D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4" y="4774"/>
              <a:ext cx="0" cy="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1" name="Line 15">
              <a:extLst>
                <a:ext uri="{FF2B5EF4-FFF2-40B4-BE49-F238E27FC236}">
                  <a16:creationId xmlns:a16="http://schemas.microsoft.com/office/drawing/2014/main" id="{776AE642-A455-9A49-AF82-F695C0B6A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4" y="4956"/>
              <a:ext cx="48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2" name="Line 16">
              <a:extLst>
                <a:ext uri="{FF2B5EF4-FFF2-40B4-BE49-F238E27FC236}">
                  <a16:creationId xmlns:a16="http://schemas.microsoft.com/office/drawing/2014/main" id="{15F092A4-80B8-0646-8F64-2A47583C1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" y="6412"/>
              <a:ext cx="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3" name="Line 17">
              <a:extLst>
                <a:ext uri="{FF2B5EF4-FFF2-40B4-BE49-F238E27FC236}">
                  <a16:creationId xmlns:a16="http://schemas.microsoft.com/office/drawing/2014/main" id="{02AD32E2-649F-DF43-B291-FD5CB4511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5684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4" name="Line 18">
              <a:extLst>
                <a:ext uri="{FF2B5EF4-FFF2-40B4-BE49-F238E27FC236}">
                  <a16:creationId xmlns:a16="http://schemas.microsoft.com/office/drawing/2014/main" id="{90FA1B86-0A85-E845-9F8A-A8B194822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5866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5" name="Line 19">
              <a:extLst>
                <a:ext uri="{FF2B5EF4-FFF2-40B4-BE49-F238E27FC236}">
                  <a16:creationId xmlns:a16="http://schemas.microsoft.com/office/drawing/2014/main" id="{B6C95917-FEB4-384F-92C7-959EAED9F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6048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6" name="Line 20">
              <a:extLst>
                <a:ext uri="{FF2B5EF4-FFF2-40B4-BE49-F238E27FC236}">
                  <a16:creationId xmlns:a16="http://schemas.microsoft.com/office/drawing/2014/main" id="{08CC04BA-C930-C14A-AEB1-CBCB63E28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6230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7" name="Line 21">
              <a:extLst>
                <a:ext uri="{FF2B5EF4-FFF2-40B4-BE49-F238E27FC236}">
                  <a16:creationId xmlns:a16="http://schemas.microsoft.com/office/drawing/2014/main" id="{E2893541-F994-D546-9A5F-BF04C8AE5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7322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8" name="Line 22">
              <a:extLst>
                <a:ext uri="{FF2B5EF4-FFF2-40B4-BE49-F238E27FC236}">
                  <a16:creationId xmlns:a16="http://schemas.microsoft.com/office/drawing/2014/main" id="{2772BAED-F551-8A4E-B66E-18E35BA4F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6958"/>
              <a:ext cx="25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09" name="Line 23">
              <a:extLst>
                <a:ext uri="{FF2B5EF4-FFF2-40B4-BE49-F238E27FC236}">
                  <a16:creationId xmlns:a16="http://schemas.microsoft.com/office/drawing/2014/main" id="{B1EA7120-A760-BC4C-A653-17EE67100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4" y="6594"/>
              <a:ext cx="52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0" name="Line 24">
              <a:extLst>
                <a:ext uri="{FF2B5EF4-FFF2-40B4-BE49-F238E27FC236}">
                  <a16:creationId xmlns:a16="http://schemas.microsoft.com/office/drawing/2014/main" id="{E6176F68-B85B-5B4E-89C7-F93B91A90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4" y="6776"/>
              <a:ext cx="25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1" name="Line 25">
              <a:extLst>
                <a:ext uri="{FF2B5EF4-FFF2-40B4-BE49-F238E27FC236}">
                  <a16:creationId xmlns:a16="http://schemas.microsoft.com/office/drawing/2014/main" id="{5A95DB30-03A0-8F43-9C01-903AB4302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4" y="7140"/>
              <a:ext cx="25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2" name="Line 26">
              <a:extLst>
                <a:ext uri="{FF2B5EF4-FFF2-40B4-BE49-F238E27FC236}">
                  <a16:creationId xmlns:a16="http://schemas.microsoft.com/office/drawing/2014/main" id="{FD87D14E-00A0-6A4A-BF43-D13E04A83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4" y="5684"/>
              <a:ext cx="0" cy="2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3" name="Line 27">
              <a:extLst>
                <a:ext uri="{FF2B5EF4-FFF2-40B4-BE49-F238E27FC236}">
                  <a16:creationId xmlns:a16="http://schemas.microsoft.com/office/drawing/2014/main" id="{5BDCD5E9-A663-FF42-9FF3-98D87A9BB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4" y="5866"/>
              <a:ext cx="0" cy="20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4" name="Line 28">
              <a:extLst>
                <a:ext uri="{FF2B5EF4-FFF2-40B4-BE49-F238E27FC236}">
                  <a16:creationId xmlns:a16="http://schemas.microsoft.com/office/drawing/2014/main" id="{4B88218B-AD9C-E745-BD9C-6EB22C418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4" y="6594"/>
              <a:ext cx="0" cy="1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5" name="Line 29">
              <a:extLst>
                <a:ext uri="{FF2B5EF4-FFF2-40B4-BE49-F238E27FC236}">
                  <a16:creationId xmlns:a16="http://schemas.microsoft.com/office/drawing/2014/main" id="{7D1B0310-4BD0-2D49-B7B4-3EB407D09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4" y="5684"/>
              <a:ext cx="0" cy="9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6" name="Line 30">
              <a:extLst>
                <a:ext uri="{FF2B5EF4-FFF2-40B4-BE49-F238E27FC236}">
                  <a16:creationId xmlns:a16="http://schemas.microsoft.com/office/drawing/2014/main" id="{77182DE9-8828-5E4F-9E6D-77D3342FA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" y="5684"/>
              <a:ext cx="0" cy="2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7" name="Line 31">
              <a:extLst>
                <a:ext uri="{FF2B5EF4-FFF2-40B4-BE49-F238E27FC236}">
                  <a16:creationId xmlns:a16="http://schemas.microsoft.com/office/drawing/2014/main" id="{BFDE066B-D9BD-0F45-BCD9-B44359049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4" y="6230"/>
              <a:ext cx="0" cy="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8" name="Line 32">
              <a:extLst>
                <a:ext uri="{FF2B5EF4-FFF2-40B4-BE49-F238E27FC236}">
                  <a16:creationId xmlns:a16="http://schemas.microsoft.com/office/drawing/2014/main" id="{FDCC2F3F-FDDF-8F48-AC42-92576282D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4" y="6278"/>
              <a:ext cx="0" cy="15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19" name="Line 33">
              <a:extLst>
                <a:ext uri="{FF2B5EF4-FFF2-40B4-BE49-F238E27FC236}">
                  <a16:creationId xmlns:a16="http://schemas.microsoft.com/office/drawing/2014/main" id="{04ED69FA-6710-BF4E-B404-995E399234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4" y="5866"/>
              <a:ext cx="0" cy="1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0" name="AutoShape 34">
              <a:extLst>
                <a:ext uri="{FF2B5EF4-FFF2-40B4-BE49-F238E27FC236}">
                  <a16:creationId xmlns:a16="http://schemas.microsoft.com/office/drawing/2014/main" id="{068A2CB2-DE9F-3147-BA6F-323752874025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6114" y="7328"/>
              <a:ext cx="240" cy="1320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9121" name="Line 35">
              <a:extLst>
                <a:ext uri="{FF2B5EF4-FFF2-40B4-BE49-F238E27FC236}">
                  <a16:creationId xmlns:a16="http://schemas.microsoft.com/office/drawing/2014/main" id="{EF8DC50F-7867-F448-BE02-5E5FCBABA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4" y="6048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2" name="Line 36">
              <a:extLst>
                <a:ext uri="{FF2B5EF4-FFF2-40B4-BE49-F238E27FC236}">
                  <a16:creationId xmlns:a16="http://schemas.microsoft.com/office/drawing/2014/main" id="{AE3D0A3A-6A5B-D748-8F00-35576B0B6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4" y="4774"/>
              <a:ext cx="0" cy="9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3" name="Line 37">
              <a:extLst>
                <a:ext uri="{FF2B5EF4-FFF2-40B4-BE49-F238E27FC236}">
                  <a16:creationId xmlns:a16="http://schemas.microsoft.com/office/drawing/2014/main" id="{4FB1CA09-413C-DB48-899D-15C8F5C8F0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4" y="5684"/>
              <a:ext cx="0" cy="1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4" name="Line 38">
              <a:extLst>
                <a:ext uri="{FF2B5EF4-FFF2-40B4-BE49-F238E27FC236}">
                  <a16:creationId xmlns:a16="http://schemas.microsoft.com/office/drawing/2014/main" id="{6ACA2E4E-716B-DD49-B3DA-DA3C970A0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14" y="4774"/>
              <a:ext cx="0" cy="16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5" name="Line 39">
              <a:extLst>
                <a:ext uri="{FF2B5EF4-FFF2-40B4-BE49-F238E27FC236}">
                  <a16:creationId xmlns:a16="http://schemas.microsoft.com/office/drawing/2014/main" id="{4B93F60E-CB5F-8E42-8AA9-E2071310C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4" y="5866"/>
              <a:ext cx="0" cy="9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6" name="Line 40">
              <a:extLst>
                <a:ext uri="{FF2B5EF4-FFF2-40B4-BE49-F238E27FC236}">
                  <a16:creationId xmlns:a16="http://schemas.microsoft.com/office/drawing/2014/main" id="{EC097C7D-BA07-DC4A-966A-25AEEB9B8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34" y="4774"/>
              <a:ext cx="0" cy="18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7" name="Line 41">
              <a:extLst>
                <a:ext uri="{FF2B5EF4-FFF2-40B4-BE49-F238E27FC236}">
                  <a16:creationId xmlns:a16="http://schemas.microsoft.com/office/drawing/2014/main" id="{35DB06FF-C9E2-C94C-9665-93CDD621E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94" y="4774"/>
              <a:ext cx="0" cy="16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8" name="Line 42">
              <a:extLst>
                <a:ext uri="{FF2B5EF4-FFF2-40B4-BE49-F238E27FC236}">
                  <a16:creationId xmlns:a16="http://schemas.microsoft.com/office/drawing/2014/main" id="{E203C590-FFAE-8F46-BAF8-E834FD90D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4" y="6230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29" name="Line 43">
              <a:extLst>
                <a:ext uri="{FF2B5EF4-FFF2-40B4-BE49-F238E27FC236}">
                  <a16:creationId xmlns:a16="http://schemas.microsoft.com/office/drawing/2014/main" id="{B09C8D82-5850-8642-A148-9FDCE0589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34" y="6594"/>
              <a:ext cx="0" cy="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0" name="AutoShape 44">
              <a:extLst>
                <a:ext uri="{FF2B5EF4-FFF2-40B4-BE49-F238E27FC236}">
                  <a16:creationId xmlns:a16="http://schemas.microsoft.com/office/drawing/2014/main" id="{E448789E-6DB6-DF41-8BBE-12C2ED91EA6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8992" y="3632"/>
              <a:ext cx="364" cy="1920"/>
            </a:xfrm>
            <a:prstGeom prst="rightBrace">
              <a:avLst>
                <a:gd name="adj1" fmla="val 4395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59131" name="Line 45">
              <a:extLst>
                <a:ext uri="{FF2B5EF4-FFF2-40B4-BE49-F238E27FC236}">
                  <a16:creationId xmlns:a16="http://schemas.microsoft.com/office/drawing/2014/main" id="{6C4E37F9-53C0-8542-89D1-5F3435B69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23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2" name="Line 46">
              <a:extLst>
                <a:ext uri="{FF2B5EF4-FFF2-40B4-BE49-F238E27FC236}">
                  <a16:creationId xmlns:a16="http://schemas.microsoft.com/office/drawing/2014/main" id="{0E13B3A6-5B9D-7E4C-9D85-63CB08706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226"/>
              <a:ext cx="43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3" name="Line 47">
              <a:extLst>
                <a:ext uri="{FF2B5EF4-FFF2-40B4-BE49-F238E27FC236}">
                  <a16:creationId xmlns:a16="http://schemas.microsoft.com/office/drawing/2014/main" id="{BB3323BA-629A-7744-A09E-BC7137E12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4" y="2238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4" name="Line 48">
              <a:extLst>
                <a:ext uri="{FF2B5EF4-FFF2-40B4-BE49-F238E27FC236}">
                  <a16:creationId xmlns:a16="http://schemas.microsoft.com/office/drawing/2014/main" id="{C4B94E68-2431-BE4C-88F7-E42244615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" y="6594"/>
              <a:ext cx="0" cy="7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5" name="Line 49">
              <a:extLst>
                <a:ext uri="{FF2B5EF4-FFF2-40B4-BE49-F238E27FC236}">
                  <a16:creationId xmlns:a16="http://schemas.microsoft.com/office/drawing/2014/main" id="{A34FF902-FBEC-E54C-B656-54A5A5C59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54" y="568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136" name="Line 50">
              <a:extLst>
                <a:ext uri="{FF2B5EF4-FFF2-40B4-BE49-F238E27FC236}">
                  <a16:creationId xmlns:a16="http://schemas.microsoft.com/office/drawing/2014/main" id="{06E797E9-2625-BD4D-9BA5-EDF7D426C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34" y="6958"/>
              <a:ext cx="0" cy="7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9076" name="Text Box 51">
            <a:extLst>
              <a:ext uri="{FF2B5EF4-FFF2-40B4-BE49-F238E27FC236}">
                <a16:creationId xmlns:a16="http://schemas.microsoft.com/office/drawing/2014/main" id="{BA6BCB30-F4D7-3C40-B394-4BCAA993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2334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</a:p>
        </p:txBody>
      </p:sp>
      <p:sp>
        <p:nvSpPr>
          <p:cNvPr id="259077" name="Text Box 52">
            <a:extLst>
              <a:ext uri="{FF2B5EF4-FFF2-40B4-BE49-F238E27FC236}">
                <a16:creationId xmlns:a16="http://schemas.microsoft.com/office/drawing/2014/main" id="{B824FA05-978C-C940-AEBB-FA095044A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79888"/>
            <a:ext cx="957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</a:p>
        </p:txBody>
      </p:sp>
      <p:sp>
        <p:nvSpPr>
          <p:cNvPr id="259078" name="Line 53">
            <a:extLst>
              <a:ext uri="{FF2B5EF4-FFF2-40B4-BE49-F238E27FC236}">
                <a16:creationId xmlns:a16="http://schemas.microsoft.com/office/drawing/2014/main" id="{6E31F593-F593-FB4C-94B8-D454578041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5488" y="4906963"/>
            <a:ext cx="276225" cy="160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79" name="Line 54">
            <a:extLst>
              <a:ext uri="{FF2B5EF4-FFF2-40B4-BE49-F238E27FC236}">
                <a16:creationId xmlns:a16="http://schemas.microsoft.com/office/drawing/2014/main" id="{F8A0E51F-4C6C-0745-A1CB-05DE76EF0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488" y="5081588"/>
            <a:ext cx="247650" cy="144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80" name="Oval 55">
            <a:extLst>
              <a:ext uri="{FF2B5EF4-FFF2-40B4-BE49-F238E27FC236}">
                <a16:creationId xmlns:a16="http://schemas.microsoft.com/office/drawing/2014/main" id="{A2B69473-B2C8-1242-AFD2-E42F1B56D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5037138"/>
            <a:ext cx="74612" cy="5873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9081" name="Line 56">
            <a:extLst>
              <a:ext uri="{FF2B5EF4-FFF2-40B4-BE49-F238E27FC236}">
                <a16:creationId xmlns:a16="http://schemas.microsoft.com/office/drawing/2014/main" id="{157C2749-7D4B-D846-B01D-E0802655A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4906963"/>
            <a:ext cx="231775" cy="0"/>
          </a:xfrm>
          <a:prstGeom prst="lin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82" name="Line 57">
            <a:extLst>
              <a:ext uri="{FF2B5EF4-FFF2-40B4-BE49-F238E27FC236}">
                <a16:creationId xmlns:a16="http://schemas.microsoft.com/office/drawing/2014/main" id="{3091CD64-5DB8-074B-886E-6169BC2C6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0275" y="3521075"/>
            <a:ext cx="522288" cy="0"/>
          </a:xfrm>
          <a:prstGeom prst="line">
            <a:avLst/>
          </a:prstGeom>
          <a:noFill/>
          <a:ln w="28575">
            <a:solidFill>
              <a:srgbClr val="CC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83" name="Line 58">
            <a:extLst>
              <a:ext uri="{FF2B5EF4-FFF2-40B4-BE49-F238E27FC236}">
                <a16:creationId xmlns:a16="http://schemas.microsoft.com/office/drawing/2014/main" id="{707FB712-AD7E-7E4B-BAD2-5265F4A2E8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7775" y="3295650"/>
            <a:ext cx="0" cy="10017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9084" name="Text Box 59">
            <a:extLst>
              <a:ext uri="{FF2B5EF4-FFF2-40B4-BE49-F238E27FC236}">
                <a16:creationId xmlns:a16="http://schemas.microsoft.com/office/drawing/2014/main" id="{7BA59AC2-BDBE-6344-AE70-A62645CB1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325" y="5775325"/>
            <a:ext cx="14366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59085" name="Text Box 60">
            <a:extLst>
              <a:ext uri="{FF2B5EF4-FFF2-40B4-BE49-F238E27FC236}">
                <a16:creationId xmlns:a16="http://schemas.microsoft.com/office/drawing/2014/main" id="{7644EE65-B379-0E4D-B42D-80DD36D35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946775"/>
            <a:ext cx="1436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控制信号</a:t>
            </a:r>
          </a:p>
        </p:txBody>
      </p:sp>
      <p:sp>
        <p:nvSpPr>
          <p:cNvPr id="259086" name="Text Box 61">
            <a:extLst>
              <a:ext uri="{FF2B5EF4-FFF2-40B4-BE49-F238E27FC236}">
                <a16:creationId xmlns:a16="http://schemas.microsoft.com/office/drawing/2014/main" id="{D7192562-9F53-BE45-8245-12D10ED3D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1339850"/>
            <a:ext cx="27146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下条微指令地址</a:t>
            </a:r>
          </a:p>
        </p:txBody>
      </p:sp>
      <p:sp>
        <p:nvSpPr>
          <p:cNvPr id="259087" name="Text Box 63">
            <a:extLst>
              <a:ext uri="{FF2B5EF4-FFF2-40B4-BE49-F238E27FC236}">
                <a16:creationId xmlns:a16="http://schemas.microsoft.com/office/drawing/2014/main" id="{2B343885-4B0D-FB40-9303-632E8ED66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3" y="3844925"/>
            <a:ext cx="5554662" cy="1687513"/>
          </a:xfrm>
          <a:prstGeom prst="rect">
            <a:avLst/>
          </a:prstGeom>
          <a:solidFill>
            <a:srgbClr val="FFCC00">
              <a:alpha val="34901"/>
            </a:srgb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59088" name="Rectangle 64">
            <a:extLst>
              <a:ext uri="{FF2B5EF4-FFF2-40B4-BE49-F238E27FC236}">
                <a16:creationId xmlns:a16="http://schemas.microsoft.com/office/drawing/2014/main" id="{23AB8D4D-801F-9B4A-913A-4C6734940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6346825"/>
            <a:ext cx="66770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Wilkes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</a:t>
            </a:r>
            <a:r>
              <a:rPr lang="zh-CN" altLang="en-US" sz="20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是最早提出的，采用的就是不译法。</a:t>
            </a:r>
          </a:p>
        </p:txBody>
      </p:sp>
      <p:sp>
        <p:nvSpPr>
          <p:cNvPr id="259089" name="Rectangle 65">
            <a:extLst>
              <a:ext uri="{FF2B5EF4-FFF2-40B4-BE49-F238E27FC236}">
                <a16:creationId xmlns:a16="http://schemas.microsoft.com/office/drawing/2014/main" id="{C07369F2-E7B3-8649-96AE-3459A9A0F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703263"/>
            <a:ext cx="7454900" cy="355600"/>
          </a:xfrm>
        </p:spPr>
        <p:txBody>
          <a:bodyPr/>
          <a:lstStyle/>
          <a:p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 一位对应一个微命令（控制信号），不需译码。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4">
            <a:extLst>
              <a:ext uri="{FF2B5EF4-FFF2-40B4-BE49-F238E27FC236}">
                <a16:creationId xmlns:a16="http://schemas.microsoft.com/office/drawing/2014/main" id="{8F3C1170-A36E-8B4E-A923-09E353EA5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12248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099" name="Rectangle 5">
            <a:extLst>
              <a:ext uri="{FF2B5EF4-FFF2-40B4-BE49-F238E27FC236}">
                <a16:creationId xmlns:a16="http://schemas.microsoft.com/office/drawing/2014/main" id="{16FD809F-4ACB-704F-82D7-6284A64C9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2587625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Ideal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60100" name="Rectangle 6">
            <a:extLst>
              <a:ext uri="{FF2B5EF4-FFF2-40B4-BE49-F238E27FC236}">
                <a16:creationId xmlns:a16="http://schemas.microsoft.com/office/drawing/2014/main" id="{01DB9DC3-A10C-C940-9953-88EEACDD3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048000"/>
            <a:ext cx="801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WrAdr</a:t>
            </a:r>
          </a:p>
        </p:txBody>
      </p:sp>
      <p:sp>
        <p:nvSpPr>
          <p:cNvPr id="260101" name="Rectangle 7">
            <a:extLst>
              <a:ext uri="{FF2B5EF4-FFF2-40B4-BE49-F238E27FC236}">
                <a16:creationId xmlns:a16="http://schemas.microsoft.com/office/drawing/2014/main" id="{8F274D9E-4BED-9644-9711-8A9078D6B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276600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60102" name="Rectangle 8">
            <a:extLst>
              <a:ext uri="{FF2B5EF4-FFF2-40B4-BE49-F238E27FC236}">
                <a16:creationId xmlns:a16="http://schemas.microsoft.com/office/drawing/2014/main" id="{4D98A001-C1B5-2848-B190-605EA4E49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286000"/>
            <a:ext cx="6762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RAdr</a:t>
            </a:r>
          </a:p>
        </p:txBody>
      </p:sp>
      <p:sp>
        <p:nvSpPr>
          <p:cNvPr id="260103" name="Line 9">
            <a:extLst>
              <a:ext uri="{FF2B5EF4-FFF2-40B4-BE49-F238E27FC236}">
                <a16:creationId xmlns:a16="http://schemas.microsoft.com/office/drawing/2014/main" id="{A84EC47A-5A8B-E44F-8FF8-CFE9BBAF18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4145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4" name="Line 10">
            <a:extLst>
              <a:ext uri="{FF2B5EF4-FFF2-40B4-BE49-F238E27FC236}">
                <a16:creationId xmlns:a16="http://schemas.microsoft.com/office/drawing/2014/main" id="{60954B46-E57C-2A48-9533-03094FF666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17658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5" name="Line 11">
            <a:extLst>
              <a:ext uri="{FF2B5EF4-FFF2-40B4-BE49-F238E27FC236}">
                <a16:creationId xmlns:a16="http://schemas.microsoft.com/office/drawing/2014/main" id="{B9ABD4F1-E5D2-5944-92ED-0B89595E06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31067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6" name="Rectangle 12">
            <a:extLst>
              <a:ext uri="{FF2B5EF4-FFF2-40B4-BE49-F238E27FC236}">
                <a16:creationId xmlns:a16="http://schemas.microsoft.com/office/drawing/2014/main" id="{609DDB93-05E7-4042-9EEF-906BF0456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32004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07" name="Line 13">
            <a:extLst>
              <a:ext uri="{FF2B5EF4-FFF2-40B4-BE49-F238E27FC236}">
                <a16:creationId xmlns:a16="http://schemas.microsoft.com/office/drawing/2014/main" id="{25D63AAB-721F-9849-9F95-E3F7FCC7DD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3481388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8" name="Line 14">
            <a:extLst>
              <a:ext uri="{FF2B5EF4-FFF2-40B4-BE49-F238E27FC236}">
                <a16:creationId xmlns:a16="http://schemas.microsoft.com/office/drawing/2014/main" id="{187B5CDB-2137-0349-9DB3-8E5F47254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34115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09" name="Rectangle 15">
            <a:extLst>
              <a:ext uri="{FF2B5EF4-FFF2-40B4-BE49-F238E27FC236}">
                <a16:creationId xmlns:a16="http://schemas.microsoft.com/office/drawing/2014/main" id="{1BC2789D-DE7B-BA4F-9FBF-6C0104DD6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5052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10" name="Line 16">
            <a:extLst>
              <a:ext uri="{FF2B5EF4-FFF2-40B4-BE49-F238E27FC236}">
                <a16:creationId xmlns:a16="http://schemas.microsoft.com/office/drawing/2014/main" id="{14946014-3925-F744-9515-529AE29108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3405188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1" name="Line 17">
            <a:extLst>
              <a:ext uri="{FF2B5EF4-FFF2-40B4-BE49-F238E27FC236}">
                <a16:creationId xmlns:a16="http://schemas.microsoft.com/office/drawing/2014/main" id="{25BB422F-F4FA-764B-BFA9-9B66B986F5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33353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2" name="Rectangle 18">
            <a:extLst>
              <a:ext uri="{FF2B5EF4-FFF2-40B4-BE49-F238E27FC236}">
                <a16:creationId xmlns:a16="http://schemas.microsoft.com/office/drawing/2014/main" id="{BA97D436-7A8D-F34A-80E2-8EDD42BCC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0480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13" name="Rectangle 19">
            <a:extLst>
              <a:ext uri="{FF2B5EF4-FFF2-40B4-BE49-F238E27FC236}">
                <a16:creationId xmlns:a16="http://schemas.microsoft.com/office/drawing/2014/main" id="{7F1287A3-5AC5-C24D-9971-6DBC85725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3276600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60114" name="Line 20">
            <a:extLst>
              <a:ext uri="{FF2B5EF4-FFF2-40B4-BE49-F238E27FC236}">
                <a16:creationId xmlns:a16="http://schemas.microsoft.com/office/drawing/2014/main" id="{75200D9E-3001-044E-8427-9DD668F62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436688"/>
            <a:ext cx="0" cy="6985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5" name="Rectangle 21">
            <a:extLst>
              <a:ext uri="{FF2B5EF4-FFF2-40B4-BE49-F238E27FC236}">
                <a16:creationId xmlns:a16="http://schemas.microsoft.com/office/drawing/2014/main" id="{9E96D4A3-7684-664A-901B-FDA9340B1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136650"/>
            <a:ext cx="915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260116" name="Line 22">
            <a:extLst>
              <a:ext uri="{FF2B5EF4-FFF2-40B4-BE49-F238E27FC236}">
                <a16:creationId xmlns:a16="http://schemas.microsoft.com/office/drawing/2014/main" id="{DE688B96-AEAE-BD4D-BC04-8481EFACFE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1957388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7" name="Line 23">
            <a:extLst>
              <a:ext uri="{FF2B5EF4-FFF2-40B4-BE49-F238E27FC236}">
                <a16:creationId xmlns:a16="http://schemas.microsoft.com/office/drawing/2014/main" id="{72E1468E-F88F-3E43-B11C-7CB8DF480B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16589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18" name="Rectangle 24">
            <a:extLst>
              <a:ext uri="{FF2B5EF4-FFF2-40B4-BE49-F238E27FC236}">
                <a16:creationId xmlns:a16="http://schemas.microsoft.com/office/drawing/2014/main" id="{8093C4B8-8099-CA44-A56F-C214AD8F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4478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60119" name="Group 25">
            <a:extLst>
              <a:ext uri="{FF2B5EF4-FFF2-40B4-BE49-F238E27FC236}">
                <a16:creationId xmlns:a16="http://schemas.microsoft.com/office/drawing/2014/main" id="{C1D7F09F-89BA-F64A-B5E4-599C0F087D27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046288"/>
            <a:ext cx="381000" cy="1295400"/>
            <a:chOff x="4944" y="1928"/>
            <a:chExt cx="240" cy="816"/>
          </a:xfrm>
        </p:grpSpPr>
        <p:sp>
          <p:nvSpPr>
            <p:cNvPr id="260346" name="Line 26">
              <a:extLst>
                <a:ext uri="{FF2B5EF4-FFF2-40B4-BE49-F238E27FC236}">
                  <a16:creationId xmlns:a16="http://schemas.microsoft.com/office/drawing/2014/main" id="{E6B02870-73FF-E841-BF0C-438EC684C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47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47" name="Line 27">
              <a:extLst>
                <a:ext uri="{FF2B5EF4-FFF2-40B4-BE49-F238E27FC236}">
                  <a16:creationId xmlns:a16="http://schemas.microsoft.com/office/drawing/2014/main" id="{9351843D-7A7E-894B-B0B1-855369F70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8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48" name="Line 28">
              <a:extLst>
                <a:ext uri="{FF2B5EF4-FFF2-40B4-BE49-F238E27FC236}">
                  <a16:creationId xmlns:a16="http://schemas.microsoft.com/office/drawing/2014/main" id="{B72F7C1E-F119-B240-A885-047C16484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928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49" name="Line 29">
              <a:extLst>
                <a:ext uri="{FF2B5EF4-FFF2-40B4-BE49-F238E27FC236}">
                  <a16:creationId xmlns:a16="http://schemas.microsoft.com/office/drawing/2014/main" id="{3BEA170D-456B-9C42-B2D9-76576797D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77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50" name="Line 30">
              <a:extLst>
                <a:ext uri="{FF2B5EF4-FFF2-40B4-BE49-F238E27FC236}">
                  <a16:creationId xmlns:a16="http://schemas.microsoft.com/office/drawing/2014/main" id="{35740BE3-37A8-2F4D-8003-34B3837240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579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51" name="Line 31">
              <a:extLst>
                <a:ext uri="{FF2B5EF4-FFF2-40B4-BE49-F238E27FC236}">
                  <a16:creationId xmlns:a16="http://schemas.microsoft.com/office/drawing/2014/main" id="{19D165E8-3C42-4C47-9938-82E068230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62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52" name="Rectangle 32">
              <a:extLst>
                <a:ext uri="{FF2B5EF4-FFF2-40B4-BE49-F238E27FC236}">
                  <a16:creationId xmlns:a16="http://schemas.microsoft.com/office/drawing/2014/main" id="{C0C6C391-F427-8B4C-854E-639528B8EB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244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60353" name="Line 33">
              <a:extLst>
                <a:ext uri="{FF2B5EF4-FFF2-40B4-BE49-F238E27FC236}">
                  <a16:creationId xmlns:a16="http://schemas.microsoft.com/office/drawing/2014/main" id="{A2F536D7-08AC-5E4C-9F52-6D2798989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225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54" name="Line 34">
              <a:extLst>
                <a:ext uri="{FF2B5EF4-FFF2-40B4-BE49-F238E27FC236}">
                  <a16:creationId xmlns:a16="http://schemas.microsoft.com/office/drawing/2014/main" id="{C7AA3831-7CF0-BB4E-8A61-F25ABD7EB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394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120" name="Line 35">
            <a:extLst>
              <a:ext uri="{FF2B5EF4-FFF2-40B4-BE49-F238E27FC236}">
                <a16:creationId xmlns:a16="http://schemas.microsoft.com/office/drawing/2014/main" id="{C58876D8-06CB-2F4D-9160-BF8F5D91C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2500" y="317658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1" name="Line 36">
            <a:extLst>
              <a:ext uri="{FF2B5EF4-FFF2-40B4-BE49-F238E27FC236}">
                <a16:creationId xmlns:a16="http://schemas.microsoft.com/office/drawing/2014/main" id="{2A179C1E-2A54-3047-B132-EA5BC5DB37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31067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2" name="Rectangle 37">
            <a:extLst>
              <a:ext uri="{FF2B5EF4-FFF2-40B4-BE49-F238E27FC236}">
                <a16:creationId xmlns:a16="http://schemas.microsoft.com/office/drawing/2014/main" id="{90482CD3-BAE8-074C-A291-B6F3E9647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32004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23" name="Line 38">
            <a:extLst>
              <a:ext uri="{FF2B5EF4-FFF2-40B4-BE49-F238E27FC236}">
                <a16:creationId xmlns:a16="http://schemas.microsoft.com/office/drawing/2014/main" id="{90CC8C79-2931-974B-85CA-C0A677E0B2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294798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4" name="Line 39">
            <a:extLst>
              <a:ext uri="{FF2B5EF4-FFF2-40B4-BE49-F238E27FC236}">
                <a16:creationId xmlns:a16="http://schemas.microsoft.com/office/drawing/2014/main" id="{BE85415C-B5A7-7847-A43D-A10B0CCDAE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28781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5" name="Rectangle 40">
            <a:extLst>
              <a:ext uri="{FF2B5EF4-FFF2-40B4-BE49-F238E27FC236}">
                <a16:creationId xmlns:a16="http://schemas.microsoft.com/office/drawing/2014/main" id="{5D00E99A-6168-E644-ABA2-0A42B6BA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29718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26" name="Line 41">
            <a:extLst>
              <a:ext uri="{FF2B5EF4-FFF2-40B4-BE49-F238E27FC236}">
                <a16:creationId xmlns:a16="http://schemas.microsoft.com/office/drawing/2014/main" id="{997EDAE5-DC6E-574E-8CBD-6B181337C8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3163888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27" name="Rectangle 42">
            <a:extLst>
              <a:ext uri="{FF2B5EF4-FFF2-40B4-BE49-F238E27FC236}">
                <a16:creationId xmlns:a16="http://schemas.microsoft.com/office/drawing/2014/main" id="{197A2AA2-34DC-B641-BFEC-651DC3C01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4886325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</a:t>
            </a:r>
          </a:p>
        </p:txBody>
      </p:sp>
      <p:grpSp>
        <p:nvGrpSpPr>
          <p:cNvPr id="260128" name="Group 43">
            <a:extLst>
              <a:ext uri="{FF2B5EF4-FFF2-40B4-BE49-F238E27FC236}">
                <a16:creationId xmlns:a16="http://schemas.microsoft.com/office/drawing/2014/main" id="{78887965-0930-0E4E-810D-C8A35FAF5E72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3557588"/>
            <a:ext cx="903287" cy="577850"/>
            <a:chOff x="4681" y="2880"/>
            <a:chExt cx="569" cy="364"/>
          </a:xfrm>
        </p:grpSpPr>
        <p:sp>
          <p:nvSpPr>
            <p:cNvPr id="260344" name="Rectangle 44">
              <a:extLst>
                <a:ext uri="{FF2B5EF4-FFF2-40B4-BE49-F238E27FC236}">
                  <a16:creationId xmlns:a16="http://schemas.microsoft.com/office/drawing/2014/main" id="{2AB2C7DF-64D4-A54A-96CA-9EA895D83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888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0345" name="Rectangle 45">
              <a:extLst>
                <a:ext uri="{FF2B5EF4-FFF2-40B4-BE49-F238E27FC236}">
                  <a16:creationId xmlns:a16="http://schemas.microsoft.com/office/drawing/2014/main" id="{905B4250-0621-C04C-B923-99B6B7FCD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880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60129" name="Line 46">
            <a:extLst>
              <a:ext uri="{FF2B5EF4-FFF2-40B4-BE49-F238E27FC236}">
                <a16:creationId xmlns:a16="http://schemas.microsoft.com/office/drawing/2014/main" id="{C7D3137F-C95E-714A-9C8E-102B507380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078288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0" name="Rectangle 47">
            <a:extLst>
              <a:ext uri="{FF2B5EF4-FFF2-40B4-BE49-F238E27FC236}">
                <a16:creationId xmlns:a16="http://schemas.microsoft.com/office/drawing/2014/main" id="{207DD41E-05BA-AD43-9750-53977A86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122488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131" name="Oval 48">
            <a:extLst>
              <a:ext uri="{FF2B5EF4-FFF2-40B4-BE49-F238E27FC236}">
                <a16:creationId xmlns:a16="http://schemas.microsoft.com/office/drawing/2014/main" id="{D73B241F-5028-5C45-977E-EBE9947D8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646488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132" name="Rectangle 49">
            <a:extLst>
              <a:ext uri="{FF2B5EF4-FFF2-40B4-BE49-F238E27FC236}">
                <a16:creationId xmlns:a16="http://schemas.microsoft.com/office/drawing/2014/main" id="{E97F0858-216E-534D-9B2F-928CA8A8C7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2663031"/>
            <a:ext cx="16652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60133" name="Line 50">
            <a:extLst>
              <a:ext uri="{FF2B5EF4-FFF2-40B4-BE49-F238E27FC236}">
                <a16:creationId xmlns:a16="http://schemas.microsoft.com/office/drawing/2014/main" id="{C4D25056-90B9-AC4A-88EF-EE57CA0A66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249078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4" name="Line 51">
            <a:extLst>
              <a:ext uri="{FF2B5EF4-FFF2-40B4-BE49-F238E27FC236}">
                <a16:creationId xmlns:a16="http://schemas.microsoft.com/office/drawing/2014/main" id="{6A187E6C-6D17-4D48-A958-DBFA2560D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24209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5" name="Rectangle 52">
            <a:extLst>
              <a:ext uri="{FF2B5EF4-FFF2-40B4-BE49-F238E27FC236}">
                <a16:creationId xmlns:a16="http://schemas.microsoft.com/office/drawing/2014/main" id="{C203D2FE-2DF5-034E-B760-48086A6C7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25146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36" name="Line 53">
            <a:extLst>
              <a:ext uri="{FF2B5EF4-FFF2-40B4-BE49-F238E27FC236}">
                <a16:creationId xmlns:a16="http://schemas.microsoft.com/office/drawing/2014/main" id="{61793407-C7A6-1841-B4B4-1A3B4E93F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436688"/>
            <a:ext cx="0" cy="673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7" name="Rectangle 54">
            <a:extLst>
              <a:ext uri="{FF2B5EF4-FFF2-40B4-BE49-F238E27FC236}">
                <a16:creationId xmlns:a16="http://schemas.microsoft.com/office/drawing/2014/main" id="{91DBF214-B471-FF42-9DBA-C9510158D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136650"/>
            <a:ext cx="655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</a:t>
            </a:r>
          </a:p>
        </p:txBody>
      </p:sp>
      <p:sp>
        <p:nvSpPr>
          <p:cNvPr id="260138" name="Line 55">
            <a:extLst>
              <a:ext uri="{FF2B5EF4-FFF2-40B4-BE49-F238E27FC236}">
                <a16:creationId xmlns:a16="http://schemas.microsoft.com/office/drawing/2014/main" id="{DF7E3CDB-5CE4-6149-849B-FE613EBEE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798888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39" name="Line 56">
            <a:extLst>
              <a:ext uri="{FF2B5EF4-FFF2-40B4-BE49-F238E27FC236}">
                <a16:creationId xmlns:a16="http://schemas.microsoft.com/office/drawing/2014/main" id="{29E23F8E-6580-1E4D-9277-7E95A2E0DE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18875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40" name="Rectangle 57">
            <a:extLst>
              <a:ext uri="{FF2B5EF4-FFF2-40B4-BE49-F238E27FC236}">
                <a16:creationId xmlns:a16="http://schemas.microsoft.com/office/drawing/2014/main" id="{419CB599-7189-F94C-8E46-65E99206D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19050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41" name="Line 58">
            <a:extLst>
              <a:ext uri="{FF2B5EF4-FFF2-40B4-BE49-F238E27FC236}">
                <a16:creationId xmlns:a16="http://schemas.microsoft.com/office/drawing/2014/main" id="{E12CA4B5-F75E-BB4D-BE6D-E71B92AFD3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411288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42" name="Line 59">
            <a:extLst>
              <a:ext uri="{FF2B5EF4-FFF2-40B4-BE49-F238E27FC236}">
                <a16:creationId xmlns:a16="http://schemas.microsoft.com/office/drawing/2014/main" id="{778EC335-8FC2-924C-AC5D-006308377C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728788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43" name="Rectangle 60">
            <a:extLst>
              <a:ext uri="{FF2B5EF4-FFF2-40B4-BE49-F238E27FC236}">
                <a16:creationId xmlns:a16="http://schemas.microsoft.com/office/drawing/2014/main" id="{A8E93961-69B3-5E4C-9846-EF73E9AE4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122488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144" name="Rectangle 61">
            <a:extLst>
              <a:ext uri="{FF2B5EF4-FFF2-40B4-BE49-F238E27FC236}">
                <a16:creationId xmlns:a16="http://schemas.microsoft.com/office/drawing/2014/main" id="{83F00912-FB6E-DB45-90CF-78AFE0672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2663825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Reg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60145" name="Rectangle 62">
            <a:extLst>
              <a:ext uri="{FF2B5EF4-FFF2-40B4-BE49-F238E27FC236}">
                <a16:creationId xmlns:a16="http://schemas.microsoft.com/office/drawing/2014/main" id="{B70A8EC0-EA24-5042-BDB6-A58D77C2C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13360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60146" name="Rectangle 63">
            <a:extLst>
              <a:ext uri="{FF2B5EF4-FFF2-40B4-BE49-F238E27FC236}">
                <a16:creationId xmlns:a16="http://schemas.microsoft.com/office/drawing/2014/main" id="{7CFDB6E6-A801-9244-9B64-2A72D70A6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97180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60147" name="Rectangle 64">
            <a:extLst>
              <a:ext uri="{FF2B5EF4-FFF2-40B4-BE49-F238E27FC236}">
                <a16:creationId xmlns:a16="http://schemas.microsoft.com/office/drawing/2014/main" id="{E5834DBF-A24C-DD40-B445-619B30A2E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276600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60148" name="Rectangle 65">
            <a:extLst>
              <a:ext uri="{FF2B5EF4-FFF2-40B4-BE49-F238E27FC236}">
                <a16:creationId xmlns:a16="http://schemas.microsoft.com/office/drawing/2014/main" id="{494B47C1-A357-AC45-B78C-BFE0A28A5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43840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60149" name="Line 66">
            <a:extLst>
              <a:ext uri="{FF2B5EF4-FFF2-40B4-BE49-F238E27FC236}">
                <a16:creationId xmlns:a16="http://schemas.microsoft.com/office/drawing/2014/main" id="{97D69C07-E913-B84D-A6BE-7992C297B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643188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0" name="Line 67">
            <a:extLst>
              <a:ext uri="{FF2B5EF4-FFF2-40B4-BE49-F238E27FC236}">
                <a16:creationId xmlns:a16="http://schemas.microsoft.com/office/drawing/2014/main" id="{25348D3B-C478-4640-A952-95B893CB16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5733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1" name="Rectangle 68">
            <a:extLst>
              <a:ext uri="{FF2B5EF4-FFF2-40B4-BE49-F238E27FC236}">
                <a16:creationId xmlns:a16="http://schemas.microsoft.com/office/drawing/2014/main" id="{C42521C2-1E6B-764F-8336-6D3D25995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6670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0152" name="Line 69">
            <a:extLst>
              <a:ext uri="{FF2B5EF4-FFF2-40B4-BE49-F238E27FC236}">
                <a16:creationId xmlns:a16="http://schemas.microsoft.com/office/drawing/2014/main" id="{1177EC78-19DE-8E44-AFB8-AA883C301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2262188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3" name="Line 70">
            <a:extLst>
              <a:ext uri="{FF2B5EF4-FFF2-40B4-BE49-F238E27FC236}">
                <a16:creationId xmlns:a16="http://schemas.microsoft.com/office/drawing/2014/main" id="{45C030D7-0BFB-454F-B545-B99C0E969C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21923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4" name="Rectangle 71">
            <a:extLst>
              <a:ext uri="{FF2B5EF4-FFF2-40B4-BE49-F238E27FC236}">
                <a16:creationId xmlns:a16="http://schemas.microsoft.com/office/drawing/2014/main" id="{4AAF8FF6-4F13-214A-8C44-2763AD1BF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22860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0155" name="Line 72">
            <a:extLst>
              <a:ext uri="{FF2B5EF4-FFF2-40B4-BE49-F238E27FC236}">
                <a16:creationId xmlns:a16="http://schemas.microsoft.com/office/drawing/2014/main" id="{53FC081C-4F94-9E45-9C90-D9090B6D3E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5663" y="2643188"/>
            <a:ext cx="782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6" name="Line 73">
            <a:extLst>
              <a:ext uri="{FF2B5EF4-FFF2-40B4-BE49-F238E27FC236}">
                <a16:creationId xmlns:a16="http://schemas.microsoft.com/office/drawing/2014/main" id="{4712FEE3-DB05-D44E-A018-8519CBCDED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257333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57" name="Rectangle 74">
            <a:extLst>
              <a:ext uri="{FF2B5EF4-FFF2-40B4-BE49-F238E27FC236}">
                <a16:creationId xmlns:a16="http://schemas.microsoft.com/office/drawing/2014/main" id="{E60B17AF-7991-C949-893D-FF90BC9E1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26670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58" name="Rectangle 75">
            <a:extLst>
              <a:ext uri="{FF2B5EF4-FFF2-40B4-BE49-F238E27FC236}">
                <a16:creationId xmlns:a16="http://schemas.microsoft.com/office/drawing/2014/main" id="{653D9618-8CAE-3F43-A55F-BE926C319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236220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60159" name="Line 76">
            <a:extLst>
              <a:ext uri="{FF2B5EF4-FFF2-40B4-BE49-F238E27FC236}">
                <a16:creationId xmlns:a16="http://schemas.microsoft.com/office/drawing/2014/main" id="{6ACDE803-CC78-6A48-8198-1ACA5ED561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7250" y="3252788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60" name="Line 77">
            <a:extLst>
              <a:ext uri="{FF2B5EF4-FFF2-40B4-BE49-F238E27FC236}">
                <a16:creationId xmlns:a16="http://schemas.microsoft.com/office/drawing/2014/main" id="{3247DFC3-F296-8749-9B28-879B83365C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3182938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61" name="Rectangle 78">
            <a:extLst>
              <a:ext uri="{FF2B5EF4-FFF2-40B4-BE49-F238E27FC236}">
                <a16:creationId xmlns:a16="http://schemas.microsoft.com/office/drawing/2014/main" id="{BF74F0BD-A794-AB46-98EB-423A81BE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2766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62" name="Rectangle 79">
            <a:extLst>
              <a:ext uri="{FF2B5EF4-FFF2-40B4-BE49-F238E27FC236}">
                <a16:creationId xmlns:a16="http://schemas.microsoft.com/office/drawing/2014/main" id="{47872CC5-8990-9449-8859-5A0776FB5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060700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60163" name="Line 80">
            <a:extLst>
              <a:ext uri="{FF2B5EF4-FFF2-40B4-BE49-F238E27FC236}">
                <a16:creationId xmlns:a16="http://schemas.microsoft.com/office/drawing/2014/main" id="{D385DC85-6714-5E4B-9773-EDF93C870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436688"/>
            <a:ext cx="0" cy="6731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64" name="Rectangle 81">
            <a:extLst>
              <a:ext uri="{FF2B5EF4-FFF2-40B4-BE49-F238E27FC236}">
                <a16:creationId xmlns:a16="http://schemas.microsoft.com/office/drawing/2014/main" id="{B6C7CF30-95DC-9347-9A55-8337B9572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136650"/>
            <a:ext cx="8350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260165" name="Line 82">
            <a:extLst>
              <a:ext uri="{FF2B5EF4-FFF2-40B4-BE49-F238E27FC236}">
                <a16:creationId xmlns:a16="http://schemas.microsoft.com/office/drawing/2014/main" id="{B2B90912-A417-AC45-8A20-017058AB8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274888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66" name="Rectangle 83">
            <a:extLst>
              <a:ext uri="{FF2B5EF4-FFF2-40B4-BE49-F238E27FC236}">
                <a16:creationId xmlns:a16="http://schemas.microsoft.com/office/drawing/2014/main" id="{ACE29143-92DE-FF4C-BE9B-B8D32E330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1981200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60167" name="Rectangle 84">
            <a:extLst>
              <a:ext uri="{FF2B5EF4-FFF2-40B4-BE49-F238E27FC236}">
                <a16:creationId xmlns:a16="http://schemas.microsoft.com/office/drawing/2014/main" id="{D9412AC9-43CA-9D4D-9FAB-E6DBF22F7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362200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260168" name="Group 85">
            <a:extLst>
              <a:ext uri="{FF2B5EF4-FFF2-40B4-BE49-F238E27FC236}">
                <a16:creationId xmlns:a16="http://schemas.microsoft.com/office/drawing/2014/main" id="{382A8A79-31E2-0742-9F8D-E2D933950E80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2732088"/>
            <a:ext cx="333375" cy="946150"/>
            <a:chOff x="2602" y="2360"/>
            <a:chExt cx="210" cy="596"/>
          </a:xfrm>
        </p:grpSpPr>
        <p:sp>
          <p:nvSpPr>
            <p:cNvPr id="260337" name="Line 86">
              <a:extLst>
                <a:ext uri="{FF2B5EF4-FFF2-40B4-BE49-F238E27FC236}">
                  <a16:creationId xmlns:a16="http://schemas.microsoft.com/office/drawing/2014/main" id="{A4790B12-DEA9-1A4E-B571-1CD188E03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36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8" name="Line 87">
              <a:extLst>
                <a:ext uri="{FF2B5EF4-FFF2-40B4-BE49-F238E27FC236}">
                  <a16:creationId xmlns:a16="http://schemas.microsoft.com/office/drawing/2014/main" id="{CC8ED78E-F74D-104A-B40D-1E3854B2A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36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9" name="Line 88">
              <a:extLst>
                <a:ext uri="{FF2B5EF4-FFF2-40B4-BE49-F238E27FC236}">
                  <a16:creationId xmlns:a16="http://schemas.microsoft.com/office/drawing/2014/main" id="{AA184F74-3B65-DF4B-89A0-EA48094B4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40" name="Line 89">
              <a:extLst>
                <a:ext uri="{FF2B5EF4-FFF2-40B4-BE49-F238E27FC236}">
                  <a16:creationId xmlns:a16="http://schemas.microsoft.com/office/drawing/2014/main" id="{D7C3B7CC-AA4E-994F-A665-89E375364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1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41" name="Rectangle 90">
              <a:extLst>
                <a:ext uri="{FF2B5EF4-FFF2-40B4-BE49-F238E27FC236}">
                  <a16:creationId xmlns:a16="http://schemas.microsoft.com/office/drawing/2014/main" id="{BCC7A267-EE6F-F54E-B9F9-F1EE6A5390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22" y="254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0342" name="Rectangle 91">
              <a:extLst>
                <a:ext uri="{FF2B5EF4-FFF2-40B4-BE49-F238E27FC236}">
                  <a16:creationId xmlns:a16="http://schemas.microsoft.com/office/drawing/2014/main" id="{A8BEF36D-4359-AC45-9405-B499CE614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37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0343" name="Rectangle 92">
              <a:extLst>
                <a:ext uri="{FF2B5EF4-FFF2-40B4-BE49-F238E27FC236}">
                  <a16:creationId xmlns:a16="http://schemas.microsoft.com/office/drawing/2014/main" id="{14B1A6FF-0915-C84D-B104-6561B8440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276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0169" name="Line 93">
            <a:extLst>
              <a:ext uri="{FF2B5EF4-FFF2-40B4-BE49-F238E27FC236}">
                <a16:creationId xmlns:a16="http://schemas.microsoft.com/office/drawing/2014/main" id="{09543468-DBB6-DC41-BBBB-95FBC87E74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3100388"/>
            <a:ext cx="66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70" name="Line 94">
            <a:extLst>
              <a:ext uri="{FF2B5EF4-FFF2-40B4-BE49-F238E27FC236}">
                <a16:creationId xmlns:a16="http://schemas.microsoft.com/office/drawing/2014/main" id="{8770B622-7289-D448-82B6-45D7B112B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481388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71" name="Line 95">
            <a:extLst>
              <a:ext uri="{FF2B5EF4-FFF2-40B4-BE49-F238E27FC236}">
                <a16:creationId xmlns:a16="http://schemas.microsoft.com/office/drawing/2014/main" id="{5C895F25-E252-994D-A958-25FE07387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2871788"/>
            <a:ext cx="292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72" name="Rectangle 96">
            <a:extLst>
              <a:ext uri="{FF2B5EF4-FFF2-40B4-BE49-F238E27FC236}">
                <a16:creationId xmlns:a16="http://schemas.microsoft.com/office/drawing/2014/main" id="{C0479186-ECD5-F943-B3AA-AA0B4E89E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832100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60173" name="Rectangle 97">
            <a:extLst>
              <a:ext uri="{FF2B5EF4-FFF2-40B4-BE49-F238E27FC236}">
                <a16:creationId xmlns:a16="http://schemas.microsoft.com/office/drawing/2014/main" id="{CE874CF3-CD37-D44C-9193-14E9BCAE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20040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60174" name="Rectangle 98">
            <a:extLst>
              <a:ext uri="{FF2B5EF4-FFF2-40B4-BE49-F238E27FC236}">
                <a16:creationId xmlns:a16="http://schemas.microsoft.com/office/drawing/2014/main" id="{87E49E01-4E31-3648-A504-047AFB86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58578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60175" name="Rectangle 99">
            <a:extLst>
              <a:ext uri="{FF2B5EF4-FFF2-40B4-BE49-F238E27FC236}">
                <a16:creationId xmlns:a16="http://schemas.microsoft.com/office/drawing/2014/main" id="{E109EF0D-18EA-F24D-BF57-5B27AF2DE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119188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</a:t>
            </a:r>
          </a:p>
        </p:txBody>
      </p:sp>
      <p:grpSp>
        <p:nvGrpSpPr>
          <p:cNvPr id="260176" name="Group 100">
            <a:extLst>
              <a:ext uri="{FF2B5EF4-FFF2-40B4-BE49-F238E27FC236}">
                <a16:creationId xmlns:a16="http://schemas.microsoft.com/office/drawing/2014/main" id="{11AF34A0-76AC-3044-B05C-7A990202174B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3633788"/>
            <a:ext cx="941387" cy="333375"/>
            <a:chOff x="2547" y="2928"/>
            <a:chExt cx="593" cy="210"/>
          </a:xfrm>
        </p:grpSpPr>
        <p:sp>
          <p:nvSpPr>
            <p:cNvPr id="260330" name="Line 101">
              <a:extLst>
                <a:ext uri="{FF2B5EF4-FFF2-40B4-BE49-F238E27FC236}">
                  <a16:creationId xmlns:a16="http://schemas.microsoft.com/office/drawing/2014/main" id="{BD5A2F1D-842E-7A43-A342-22E58EEB49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" y="2949"/>
              <a:ext cx="3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1" name="Line 102">
              <a:extLst>
                <a:ext uri="{FF2B5EF4-FFF2-40B4-BE49-F238E27FC236}">
                  <a16:creationId xmlns:a16="http://schemas.microsoft.com/office/drawing/2014/main" id="{B5BC02C1-7643-6B44-B35E-BADB20B34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4" y="2949"/>
              <a:ext cx="86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2" name="Line 103">
              <a:extLst>
                <a:ext uri="{FF2B5EF4-FFF2-40B4-BE49-F238E27FC236}">
                  <a16:creationId xmlns:a16="http://schemas.microsoft.com/office/drawing/2014/main" id="{8BBBA130-828F-6D44-889F-B7FB488A2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3" y="3101"/>
              <a:ext cx="5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3" name="Line 104">
              <a:extLst>
                <a:ext uri="{FF2B5EF4-FFF2-40B4-BE49-F238E27FC236}">
                  <a16:creationId xmlns:a16="http://schemas.microsoft.com/office/drawing/2014/main" id="{17C86EEA-E092-AC44-9911-0FEAA434C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2957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34" name="Rectangle 105">
              <a:extLst>
                <a:ext uri="{FF2B5EF4-FFF2-40B4-BE49-F238E27FC236}">
                  <a16:creationId xmlns:a16="http://schemas.microsoft.com/office/drawing/2014/main" id="{ADF0866D-A29F-C24D-95D5-EF6D3240F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0335" name="Rectangle 106">
              <a:extLst>
                <a:ext uri="{FF2B5EF4-FFF2-40B4-BE49-F238E27FC236}">
                  <a16:creationId xmlns:a16="http://schemas.microsoft.com/office/drawing/2014/main" id="{3E20BBA9-9DCF-2549-889F-3AB8DAF11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0336" name="Rectangle 107">
              <a:extLst>
                <a:ext uri="{FF2B5EF4-FFF2-40B4-BE49-F238E27FC236}">
                  <a16:creationId xmlns:a16="http://schemas.microsoft.com/office/drawing/2014/main" id="{A1D32EA1-EE16-424C-9C20-7231AF179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294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0177" name="Line 108">
            <a:extLst>
              <a:ext uri="{FF2B5EF4-FFF2-40B4-BE49-F238E27FC236}">
                <a16:creationId xmlns:a16="http://schemas.microsoft.com/office/drawing/2014/main" id="{C9D37ACD-0DE8-6F4A-A13A-7A76D5511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2900" y="3367088"/>
            <a:ext cx="12700" cy="698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78" name="Line 109">
            <a:extLst>
              <a:ext uri="{FF2B5EF4-FFF2-40B4-BE49-F238E27FC236}">
                <a16:creationId xmlns:a16="http://schemas.microsoft.com/office/drawing/2014/main" id="{46615E45-6165-404A-B0D1-EA8E295286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340518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79" name="Line 110">
            <a:extLst>
              <a:ext uri="{FF2B5EF4-FFF2-40B4-BE49-F238E27FC236}">
                <a16:creationId xmlns:a16="http://schemas.microsoft.com/office/drawing/2014/main" id="{F8000830-3027-B543-95F8-4FC878ACD6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6600" y="3405188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0" name="Line 111">
            <a:extLst>
              <a:ext uri="{FF2B5EF4-FFF2-40B4-BE49-F238E27FC236}">
                <a16:creationId xmlns:a16="http://schemas.microsoft.com/office/drawing/2014/main" id="{40A868AB-6522-BE41-83A9-40130D441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3430588"/>
            <a:ext cx="127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1" name="Line 112">
            <a:extLst>
              <a:ext uri="{FF2B5EF4-FFF2-40B4-BE49-F238E27FC236}">
                <a16:creationId xmlns:a16="http://schemas.microsoft.com/office/drawing/2014/main" id="{D5C63DD4-5F93-F44B-A0C5-031FB7BC3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913188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2" name="Line 113">
            <a:extLst>
              <a:ext uri="{FF2B5EF4-FFF2-40B4-BE49-F238E27FC236}">
                <a16:creationId xmlns:a16="http://schemas.microsoft.com/office/drawing/2014/main" id="{58F8F571-F025-514F-8BFB-AF4308149A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0200" y="4090988"/>
            <a:ext cx="1346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3" name="Line 114">
            <a:extLst>
              <a:ext uri="{FF2B5EF4-FFF2-40B4-BE49-F238E27FC236}">
                <a16:creationId xmlns:a16="http://schemas.microsoft.com/office/drawing/2014/main" id="{C155720F-317D-6942-B103-662DE86191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2200" y="3786188"/>
            <a:ext cx="3683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4" name="Line 115">
            <a:extLst>
              <a:ext uri="{FF2B5EF4-FFF2-40B4-BE49-F238E27FC236}">
                <a16:creationId xmlns:a16="http://schemas.microsoft.com/office/drawing/2014/main" id="{49B6921A-3ECC-A044-8A39-4C9F3885C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411288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5" name="Rectangle 116">
            <a:extLst>
              <a:ext uri="{FF2B5EF4-FFF2-40B4-BE49-F238E27FC236}">
                <a16:creationId xmlns:a16="http://schemas.microsoft.com/office/drawing/2014/main" id="{72125C9D-B7BD-7B4F-84E6-69301C89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136650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260186" name="Line 117">
            <a:extLst>
              <a:ext uri="{FF2B5EF4-FFF2-40B4-BE49-F238E27FC236}">
                <a16:creationId xmlns:a16="http://schemas.microsoft.com/office/drawing/2014/main" id="{53C17914-402D-B14F-A62D-5CB599CC0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951288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7" name="Line 118">
            <a:extLst>
              <a:ext uri="{FF2B5EF4-FFF2-40B4-BE49-F238E27FC236}">
                <a16:creationId xmlns:a16="http://schemas.microsoft.com/office/drawing/2014/main" id="{637F0187-CBFF-F246-9B81-2801A2C809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4548188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88" name="Line 119">
            <a:extLst>
              <a:ext uri="{FF2B5EF4-FFF2-40B4-BE49-F238E27FC236}">
                <a16:creationId xmlns:a16="http://schemas.microsoft.com/office/drawing/2014/main" id="{7B266F7E-71DA-6649-9749-2C50377CD6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798888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0189" name="Group 120">
            <a:extLst>
              <a:ext uri="{FF2B5EF4-FFF2-40B4-BE49-F238E27FC236}">
                <a16:creationId xmlns:a16="http://schemas.microsoft.com/office/drawing/2014/main" id="{6C733BF4-CDDE-E64E-A296-FBBBC597593E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122488"/>
            <a:ext cx="333375" cy="946150"/>
            <a:chOff x="634" y="1976"/>
            <a:chExt cx="210" cy="596"/>
          </a:xfrm>
        </p:grpSpPr>
        <p:sp>
          <p:nvSpPr>
            <p:cNvPr id="260323" name="Line 121">
              <a:extLst>
                <a:ext uri="{FF2B5EF4-FFF2-40B4-BE49-F238E27FC236}">
                  <a16:creationId xmlns:a16="http://schemas.microsoft.com/office/drawing/2014/main" id="{CE389DD3-6666-6F44-979F-C3AD1B8BE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76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24" name="Line 122">
              <a:extLst>
                <a:ext uri="{FF2B5EF4-FFF2-40B4-BE49-F238E27FC236}">
                  <a16:creationId xmlns:a16="http://schemas.microsoft.com/office/drawing/2014/main" id="{0BA79DEE-8DF8-B24F-BE73-B80502082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976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25" name="Line 123">
              <a:extLst>
                <a:ext uri="{FF2B5EF4-FFF2-40B4-BE49-F238E27FC236}">
                  <a16:creationId xmlns:a16="http://schemas.microsoft.com/office/drawing/2014/main" id="{F825C77B-7EEB-7B4C-AF9B-68A4ED53C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467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26" name="Line 124">
              <a:extLst>
                <a:ext uri="{FF2B5EF4-FFF2-40B4-BE49-F238E27FC236}">
                  <a16:creationId xmlns:a16="http://schemas.microsoft.com/office/drawing/2014/main" id="{33F9F283-0323-C14B-BAC3-67A1EFD6E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028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27" name="Rectangle 125">
              <a:extLst>
                <a:ext uri="{FF2B5EF4-FFF2-40B4-BE49-F238E27FC236}">
                  <a16:creationId xmlns:a16="http://schemas.microsoft.com/office/drawing/2014/main" id="{F6D81740-4D29-C449-9C62-D932B15421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0328" name="Rectangle 126">
              <a:extLst>
                <a:ext uri="{FF2B5EF4-FFF2-40B4-BE49-F238E27FC236}">
                  <a16:creationId xmlns:a16="http://schemas.microsoft.com/office/drawing/2014/main" id="{4E32E219-D9C1-544E-95FB-8F5C50D26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988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0329" name="Rectangle 127">
              <a:extLst>
                <a:ext uri="{FF2B5EF4-FFF2-40B4-BE49-F238E27FC236}">
                  <a16:creationId xmlns:a16="http://schemas.microsoft.com/office/drawing/2014/main" id="{5A29E026-D9AB-8A43-B103-A6506F944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38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0190" name="Line 128">
            <a:extLst>
              <a:ext uri="{FF2B5EF4-FFF2-40B4-BE49-F238E27FC236}">
                <a16:creationId xmlns:a16="http://schemas.microsoft.com/office/drawing/2014/main" id="{3CEB344F-76D2-7848-8603-BB23355892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2621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91" name="Line 129">
            <a:extLst>
              <a:ext uri="{FF2B5EF4-FFF2-40B4-BE49-F238E27FC236}">
                <a16:creationId xmlns:a16="http://schemas.microsoft.com/office/drawing/2014/main" id="{EE232104-04AC-834C-9155-DBFDC82F2B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21923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92" name="Rectangle 130">
            <a:extLst>
              <a:ext uri="{FF2B5EF4-FFF2-40B4-BE49-F238E27FC236}">
                <a16:creationId xmlns:a16="http://schemas.microsoft.com/office/drawing/2014/main" id="{A5618ED3-3436-584F-992C-D0F75B619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22860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193" name="Line 131">
            <a:extLst>
              <a:ext uri="{FF2B5EF4-FFF2-40B4-BE49-F238E27FC236}">
                <a16:creationId xmlns:a16="http://schemas.microsoft.com/office/drawing/2014/main" id="{2DD5D063-354D-F647-A172-B830ADFD5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189288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94" name="Line 132">
            <a:extLst>
              <a:ext uri="{FF2B5EF4-FFF2-40B4-BE49-F238E27FC236}">
                <a16:creationId xmlns:a16="http://schemas.microsoft.com/office/drawing/2014/main" id="{873647B5-A556-7A44-8F3E-8BD6F84FF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287178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95" name="Rectangle 133">
            <a:extLst>
              <a:ext uri="{FF2B5EF4-FFF2-40B4-BE49-F238E27FC236}">
                <a16:creationId xmlns:a16="http://schemas.microsoft.com/office/drawing/2014/main" id="{4CD2BE59-ADB0-794C-B5D1-0CD177EDC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589088"/>
            <a:ext cx="508000" cy="2460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196" name="Rectangle 134">
            <a:extLst>
              <a:ext uri="{FF2B5EF4-FFF2-40B4-BE49-F238E27FC236}">
                <a16:creationId xmlns:a16="http://schemas.microsoft.com/office/drawing/2014/main" id="{3CCAF884-EBF0-2549-8A51-C80721C6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1546225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60197" name="Line 135">
            <a:extLst>
              <a:ext uri="{FF2B5EF4-FFF2-40B4-BE49-F238E27FC236}">
                <a16:creationId xmlns:a16="http://schemas.microsoft.com/office/drawing/2014/main" id="{CAEC68F7-CBDA-2945-85FA-434EE0B43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893888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198" name="Rectangle 136">
            <a:extLst>
              <a:ext uri="{FF2B5EF4-FFF2-40B4-BE49-F238E27FC236}">
                <a16:creationId xmlns:a16="http://schemas.microsoft.com/office/drawing/2014/main" id="{FEB3B0C9-B766-024A-9F66-9C0ED3957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5157788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</a:t>
            </a:r>
          </a:p>
        </p:txBody>
      </p:sp>
      <p:grpSp>
        <p:nvGrpSpPr>
          <p:cNvPr id="260199" name="Group 137">
            <a:extLst>
              <a:ext uri="{FF2B5EF4-FFF2-40B4-BE49-F238E27FC236}">
                <a16:creationId xmlns:a16="http://schemas.microsoft.com/office/drawing/2014/main" id="{8A8CAF64-47C2-AA4E-A4B9-83A7DA65DF83}"/>
              </a:ext>
            </a:extLst>
          </p:cNvPr>
          <p:cNvGrpSpPr>
            <a:grpSpLocks/>
          </p:cNvGrpSpPr>
          <p:nvPr/>
        </p:nvGrpSpPr>
        <p:grpSpPr bwMode="auto">
          <a:xfrm>
            <a:off x="4349750" y="4700588"/>
            <a:ext cx="939800" cy="333375"/>
            <a:chOff x="2776" y="3600"/>
            <a:chExt cx="540" cy="202"/>
          </a:xfrm>
        </p:grpSpPr>
        <p:sp>
          <p:nvSpPr>
            <p:cNvPr id="260321" name="Rectangle 138">
              <a:extLst>
                <a:ext uri="{FF2B5EF4-FFF2-40B4-BE49-F238E27FC236}">
                  <a16:creationId xmlns:a16="http://schemas.microsoft.com/office/drawing/2014/main" id="{2497BFCE-1953-FC46-BEDA-D3CECD695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08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0322" name="Rectangle 139">
              <a:extLst>
                <a:ext uri="{FF2B5EF4-FFF2-40B4-BE49-F238E27FC236}">
                  <a16:creationId xmlns:a16="http://schemas.microsoft.com/office/drawing/2014/main" id="{C16C01CC-C399-0B4A-AFE7-F1AFE5B25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600"/>
              <a:ext cx="54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60200" name="Line 140">
            <a:extLst>
              <a:ext uri="{FF2B5EF4-FFF2-40B4-BE49-F238E27FC236}">
                <a16:creationId xmlns:a16="http://schemas.microsoft.com/office/drawing/2014/main" id="{7AA9C2F4-16F1-DE46-8720-8297D18C1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979988"/>
            <a:ext cx="0" cy="3937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1" name="Rectangle 141">
            <a:extLst>
              <a:ext uri="{FF2B5EF4-FFF2-40B4-BE49-F238E27FC236}">
                <a16:creationId xmlns:a16="http://schemas.microsoft.com/office/drawing/2014/main" id="{1AEB9658-71FA-CD41-BC7C-792E19085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157788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260202" name="Group 142">
            <a:extLst>
              <a:ext uri="{FF2B5EF4-FFF2-40B4-BE49-F238E27FC236}">
                <a16:creationId xmlns:a16="http://schemas.microsoft.com/office/drawing/2014/main" id="{CA8ABE5B-3534-9049-96BF-CC945F875B70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1817688"/>
            <a:ext cx="333375" cy="946150"/>
            <a:chOff x="4186" y="1784"/>
            <a:chExt cx="210" cy="596"/>
          </a:xfrm>
        </p:grpSpPr>
        <p:sp>
          <p:nvSpPr>
            <p:cNvPr id="260314" name="Line 143">
              <a:extLst>
                <a:ext uri="{FF2B5EF4-FFF2-40B4-BE49-F238E27FC236}">
                  <a16:creationId xmlns:a16="http://schemas.microsoft.com/office/drawing/2014/main" id="{DEC07297-0713-534F-A525-761AA1539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78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15" name="Line 144">
              <a:extLst>
                <a:ext uri="{FF2B5EF4-FFF2-40B4-BE49-F238E27FC236}">
                  <a16:creationId xmlns:a16="http://schemas.microsoft.com/office/drawing/2014/main" id="{7C7464E9-3002-A74A-A110-2E7B53255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78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16" name="Line 145">
              <a:extLst>
                <a:ext uri="{FF2B5EF4-FFF2-40B4-BE49-F238E27FC236}">
                  <a16:creationId xmlns:a16="http://schemas.microsoft.com/office/drawing/2014/main" id="{C4927C63-0444-CE48-8D81-FCD4EE448D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27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17" name="Line 146">
              <a:extLst>
                <a:ext uri="{FF2B5EF4-FFF2-40B4-BE49-F238E27FC236}">
                  <a16:creationId xmlns:a16="http://schemas.microsoft.com/office/drawing/2014/main" id="{BC0475F8-0C93-9648-8D16-28198C5B8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3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18" name="Rectangle 147">
              <a:extLst>
                <a:ext uri="{FF2B5EF4-FFF2-40B4-BE49-F238E27FC236}">
                  <a16:creationId xmlns:a16="http://schemas.microsoft.com/office/drawing/2014/main" id="{296AF7BF-421B-1B46-82CB-4C33F67695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96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0319" name="Rectangle 148">
              <a:extLst>
                <a:ext uri="{FF2B5EF4-FFF2-40B4-BE49-F238E27FC236}">
                  <a16:creationId xmlns:a16="http://schemas.microsoft.com/office/drawing/2014/main" id="{60444524-6274-2C42-BBF7-15812847A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9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0320" name="Rectangle 149">
              <a:extLst>
                <a:ext uri="{FF2B5EF4-FFF2-40B4-BE49-F238E27FC236}">
                  <a16:creationId xmlns:a16="http://schemas.microsoft.com/office/drawing/2014/main" id="{07CEFE3D-2975-194C-ACA1-2F4D45A4D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19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0203" name="Line 150">
            <a:extLst>
              <a:ext uri="{FF2B5EF4-FFF2-40B4-BE49-F238E27FC236}">
                <a16:creationId xmlns:a16="http://schemas.microsoft.com/office/drawing/2014/main" id="{C1D14AC9-76FB-B242-ABD4-24223B7D2B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0" y="226218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4" name="Line 151">
            <a:extLst>
              <a:ext uri="{FF2B5EF4-FFF2-40B4-BE49-F238E27FC236}">
                <a16:creationId xmlns:a16="http://schemas.microsoft.com/office/drawing/2014/main" id="{643C787B-64F8-C64B-9C19-5DCB34D094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21923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5" name="Rectangle 152">
            <a:extLst>
              <a:ext uri="{FF2B5EF4-FFF2-40B4-BE49-F238E27FC236}">
                <a16:creationId xmlns:a16="http://schemas.microsoft.com/office/drawing/2014/main" id="{AEF1D2EC-95C3-E24D-8C60-2A1D6583E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22860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206" name="Line 153">
            <a:extLst>
              <a:ext uri="{FF2B5EF4-FFF2-40B4-BE49-F238E27FC236}">
                <a16:creationId xmlns:a16="http://schemas.microsoft.com/office/drawing/2014/main" id="{900E8519-BFA1-5E49-AA22-613E50186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436688"/>
            <a:ext cx="0" cy="406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7" name="Line 154">
            <a:extLst>
              <a:ext uri="{FF2B5EF4-FFF2-40B4-BE49-F238E27FC236}">
                <a16:creationId xmlns:a16="http://schemas.microsoft.com/office/drawing/2014/main" id="{2CF1736C-DCCA-0C4A-AD54-58E434EC8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771775"/>
            <a:ext cx="0" cy="1230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8" name="Line 155">
            <a:extLst>
              <a:ext uri="{FF2B5EF4-FFF2-40B4-BE49-F238E27FC236}">
                <a16:creationId xmlns:a16="http://schemas.microsoft.com/office/drawing/2014/main" id="{6871D372-FE0E-C649-A1DB-31EE3859A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2771775"/>
            <a:ext cx="279400" cy="87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09" name="Line 156">
            <a:extLst>
              <a:ext uri="{FF2B5EF4-FFF2-40B4-BE49-F238E27FC236}">
                <a16:creationId xmlns:a16="http://schemas.microsoft.com/office/drawing/2014/main" id="{6AFF084A-A09C-A24B-833A-628EFA4F6D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3849688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10" name="Line 157">
            <a:extLst>
              <a:ext uri="{FF2B5EF4-FFF2-40B4-BE49-F238E27FC236}">
                <a16:creationId xmlns:a16="http://schemas.microsoft.com/office/drawing/2014/main" id="{D5D397F6-C092-9346-86D9-26E50688F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2884488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11" name="Line 158">
            <a:extLst>
              <a:ext uri="{FF2B5EF4-FFF2-40B4-BE49-F238E27FC236}">
                <a16:creationId xmlns:a16="http://schemas.microsoft.com/office/drawing/2014/main" id="{E9F8E6EA-E309-FC44-BB92-7B5054DFA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992563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12" name="Rectangle 159">
            <a:extLst>
              <a:ext uri="{FF2B5EF4-FFF2-40B4-BE49-F238E27FC236}">
                <a16:creationId xmlns:a16="http://schemas.microsoft.com/office/drawing/2014/main" id="{81E69EE2-CD1D-CE4E-8C65-1CDB4263F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281940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0213" name="Rectangle 160">
            <a:extLst>
              <a:ext uri="{FF2B5EF4-FFF2-40B4-BE49-F238E27FC236}">
                <a16:creationId xmlns:a16="http://schemas.microsoft.com/office/drawing/2014/main" id="{22724363-7A21-7B47-80B6-F20BD649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1416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0214" name="Rectangle 161">
            <a:extLst>
              <a:ext uri="{FF2B5EF4-FFF2-40B4-BE49-F238E27FC236}">
                <a16:creationId xmlns:a16="http://schemas.microsoft.com/office/drawing/2014/main" id="{5C8AF95E-2103-584F-B77F-AC8325AF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4464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0215" name="Rectangle 162">
            <a:extLst>
              <a:ext uri="{FF2B5EF4-FFF2-40B4-BE49-F238E27FC236}">
                <a16:creationId xmlns:a16="http://schemas.microsoft.com/office/drawing/2014/main" id="{43804AE6-AFA7-324C-8E7A-FF5B3DEDD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67506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60216" name="Line 163">
            <a:extLst>
              <a:ext uri="{FF2B5EF4-FFF2-40B4-BE49-F238E27FC236}">
                <a16:creationId xmlns:a16="http://schemas.microsoft.com/office/drawing/2014/main" id="{5404654D-CDCE-E245-9324-3928C7DC31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29479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17" name="Rectangle 164">
            <a:extLst>
              <a:ext uri="{FF2B5EF4-FFF2-40B4-BE49-F238E27FC236}">
                <a16:creationId xmlns:a16="http://schemas.microsoft.com/office/drawing/2014/main" id="{F15DD688-57DA-E649-8CDF-86A2AF34C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279558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60218" name="Line 165">
            <a:extLst>
              <a:ext uri="{FF2B5EF4-FFF2-40B4-BE49-F238E27FC236}">
                <a16:creationId xmlns:a16="http://schemas.microsoft.com/office/drawing/2014/main" id="{325795B5-FCF2-7148-8C7D-CDD9199CD3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4852988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19" name="Line 166">
            <a:extLst>
              <a:ext uri="{FF2B5EF4-FFF2-40B4-BE49-F238E27FC236}">
                <a16:creationId xmlns:a16="http://schemas.microsoft.com/office/drawing/2014/main" id="{06320C64-8DB6-8847-AF50-9A39B7BC5D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6050" y="47831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0" name="Rectangle 167">
            <a:extLst>
              <a:ext uri="{FF2B5EF4-FFF2-40B4-BE49-F238E27FC236}">
                <a16:creationId xmlns:a16="http://schemas.microsoft.com/office/drawing/2014/main" id="{38825C1D-EBDF-B043-8277-6B5D06BB4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48768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260221" name="Rectangle 168">
            <a:extLst>
              <a:ext uri="{FF2B5EF4-FFF2-40B4-BE49-F238E27FC236}">
                <a16:creationId xmlns:a16="http://schemas.microsoft.com/office/drawing/2014/main" id="{93542EC7-8DF4-3144-B5E9-6C49711B9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453866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60222" name="Line 169">
            <a:extLst>
              <a:ext uri="{FF2B5EF4-FFF2-40B4-BE49-F238E27FC236}">
                <a16:creationId xmlns:a16="http://schemas.microsoft.com/office/drawing/2014/main" id="{EFA7D37F-351F-F64E-AB74-8079FC6517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4852988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3" name="Line 170">
            <a:extLst>
              <a:ext uri="{FF2B5EF4-FFF2-40B4-BE49-F238E27FC236}">
                <a16:creationId xmlns:a16="http://schemas.microsoft.com/office/drawing/2014/main" id="{C26322F4-0449-CD45-A8E4-C459B001CA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4783138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4" name="Rectangle 171">
            <a:extLst>
              <a:ext uri="{FF2B5EF4-FFF2-40B4-BE49-F238E27FC236}">
                <a16:creationId xmlns:a16="http://schemas.microsoft.com/office/drawing/2014/main" id="{D74CA919-8BDC-AE46-A29D-A8BF62E0A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48768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60225" name="Group 172">
            <a:extLst>
              <a:ext uri="{FF2B5EF4-FFF2-40B4-BE49-F238E27FC236}">
                <a16:creationId xmlns:a16="http://schemas.microsoft.com/office/drawing/2014/main" id="{406F67F0-2132-9944-ACA4-EB9F17D8A872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3786188"/>
            <a:ext cx="565150" cy="333375"/>
            <a:chOff x="3587" y="3024"/>
            <a:chExt cx="356" cy="210"/>
          </a:xfrm>
        </p:grpSpPr>
        <p:sp>
          <p:nvSpPr>
            <p:cNvPr id="260312" name="Rectangle 173">
              <a:extLst>
                <a:ext uri="{FF2B5EF4-FFF2-40B4-BE49-F238E27FC236}">
                  <a16:creationId xmlns:a16="http://schemas.microsoft.com/office/drawing/2014/main" id="{AEC11B00-4D8E-7947-9D70-AF1AAED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3032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0313" name="Rectangle 174">
              <a:extLst>
                <a:ext uri="{FF2B5EF4-FFF2-40B4-BE49-F238E27FC236}">
                  <a16:creationId xmlns:a16="http://schemas.microsoft.com/office/drawing/2014/main" id="{23DA994D-180E-184F-81C8-B60636120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" y="3024"/>
              <a:ext cx="3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60226" name="Line 175">
            <a:extLst>
              <a:ext uri="{FF2B5EF4-FFF2-40B4-BE49-F238E27FC236}">
                <a16:creationId xmlns:a16="http://schemas.microsoft.com/office/drawing/2014/main" id="{3629AD45-08D0-B049-97AC-2B18DAA14A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355758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7" name="Line 176">
            <a:extLst>
              <a:ext uri="{FF2B5EF4-FFF2-40B4-BE49-F238E27FC236}">
                <a16:creationId xmlns:a16="http://schemas.microsoft.com/office/drawing/2014/main" id="{582565CC-85A1-4D46-91C1-071E26EA1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70288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8" name="Line 177">
            <a:extLst>
              <a:ext uri="{FF2B5EF4-FFF2-40B4-BE49-F238E27FC236}">
                <a16:creationId xmlns:a16="http://schemas.microsoft.com/office/drawing/2014/main" id="{FB011DAF-A69D-AD47-9295-F2B54E34D6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078288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29" name="Line 178">
            <a:extLst>
              <a:ext uri="{FF2B5EF4-FFF2-40B4-BE49-F238E27FC236}">
                <a16:creationId xmlns:a16="http://schemas.microsoft.com/office/drawing/2014/main" id="{07407109-D85C-9E4B-9131-58AA46302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8623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0" name="Line 179">
            <a:extLst>
              <a:ext uri="{FF2B5EF4-FFF2-40B4-BE49-F238E27FC236}">
                <a16:creationId xmlns:a16="http://schemas.microsoft.com/office/drawing/2014/main" id="{D08E610A-BAC6-CA4A-8662-941802FA1F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875088"/>
            <a:ext cx="0" cy="977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1" name="Line 180">
            <a:extLst>
              <a:ext uri="{FF2B5EF4-FFF2-40B4-BE49-F238E27FC236}">
                <a16:creationId xmlns:a16="http://schemas.microsoft.com/office/drawing/2014/main" id="{174B7EBB-F8A6-AA4C-89A7-4D005BE804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6300" y="48529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2" name="Line 181">
            <a:extLst>
              <a:ext uri="{FF2B5EF4-FFF2-40B4-BE49-F238E27FC236}">
                <a16:creationId xmlns:a16="http://schemas.microsoft.com/office/drawing/2014/main" id="{561AAE27-CBFC-2D46-9471-89C8B6263F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25278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3" name="Rectangle 182">
            <a:extLst>
              <a:ext uri="{FF2B5EF4-FFF2-40B4-BE49-F238E27FC236}">
                <a16:creationId xmlns:a16="http://schemas.microsoft.com/office/drawing/2014/main" id="{3BD48CF6-D535-2244-A19A-94108460D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157788"/>
            <a:ext cx="1047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</a:t>
            </a:r>
          </a:p>
        </p:txBody>
      </p:sp>
      <p:sp>
        <p:nvSpPr>
          <p:cNvPr id="260234" name="Line 183">
            <a:extLst>
              <a:ext uri="{FF2B5EF4-FFF2-40B4-BE49-F238E27FC236}">
                <a16:creationId xmlns:a16="http://schemas.microsoft.com/office/drawing/2014/main" id="{BC8BCDA1-0D93-B340-90D7-A5EA6B667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2960688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5" name="Line 184">
            <a:extLst>
              <a:ext uri="{FF2B5EF4-FFF2-40B4-BE49-F238E27FC236}">
                <a16:creationId xmlns:a16="http://schemas.microsoft.com/office/drawing/2014/main" id="{3B102F60-C4C1-DE46-BA80-DD5B8EEF0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131888"/>
            <a:ext cx="0" cy="890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6" name="Line 185">
            <a:extLst>
              <a:ext uri="{FF2B5EF4-FFF2-40B4-BE49-F238E27FC236}">
                <a16:creationId xmlns:a16="http://schemas.microsoft.com/office/drawing/2014/main" id="{6FF37FB7-07C2-9D47-879C-04F3874265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131888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7" name="Line 186">
            <a:extLst>
              <a:ext uri="{FF2B5EF4-FFF2-40B4-BE49-F238E27FC236}">
                <a16:creationId xmlns:a16="http://schemas.microsoft.com/office/drawing/2014/main" id="{ABD43519-5FE8-784D-A37B-6193281652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1911350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8" name="Line 187">
            <a:extLst>
              <a:ext uri="{FF2B5EF4-FFF2-40B4-BE49-F238E27FC236}">
                <a16:creationId xmlns:a16="http://schemas.microsoft.com/office/drawing/2014/main" id="{449A2582-20D9-2549-8494-9C06583FC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1214438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39" name="Rectangle 188">
            <a:extLst>
              <a:ext uri="{FF2B5EF4-FFF2-40B4-BE49-F238E27FC236}">
                <a16:creationId xmlns:a16="http://schemas.microsoft.com/office/drawing/2014/main" id="{BB53CAE6-EAD5-B441-8CCC-A77BE238612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1423988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60240" name="Rectangle 189">
            <a:extLst>
              <a:ext uri="{FF2B5EF4-FFF2-40B4-BE49-F238E27FC236}">
                <a16:creationId xmlns:a16="http://schemas.microsoft.com/office/drawing/2014/main" id="{53595236-6D11-AE4E-8D05-1100050D3F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1150938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0241" name="Rectangle 190">
            <a:extLst>
              <a:ext uri="{FF2B5EF4-FFF2-40B4-BE49-F238E27FC236}">
                <a16:creationId xmlns:a16="http://schemas.microsoft.com/office/drawing/2014/main" id="{6B19CE0B-4B75-864F-BD5C-8169D91253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1776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60242" name="Group 191">
            <a:extLst>
              <a:ext uri="{FF2B5EF4-FFF2-40B4-BE49-F238E27FC236}">
                <a16:creationId xmlns:a16="http://schemas.microsoft.com/office/drawing/2014/main" id="{503CE522-7D40-454E-8404-00773A8F50F2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119188"/>
            <a:ext cx="801687" cy="333375"/>
            <a:chOff x="5175" y="1344"/>
            <a:chExt cx="505" cy="210"/>
          </a:xfrm>
        </p:grpSpPr>
        <p:sp>
          <p:nvSpPr>
            <p:cNvPr id="260310" name="Rectangle 192">
              <a:extLst>
                <a:ext uri="{FF2B5EF4-FFF2-40B4-BE49-F238E27FC236}">
                  <a16:creationId xmlns:a16="http://schemas.microsoft.com/office/drawing/2014/main" id="{0478B249-D7C1-A244-9DB3-453264AED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352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0311" name="Rectangle 193">
              <a:extLst>
                <a:ext uri="{FF2B5EF4-FFF2-40B4-BE49-F238E27FC236}">
                  <a16:creationId xmlns:a16="http://schemas.microsoft.com/office/drawing/2014/main" id="{0EBEC527-8732-564D-8100-B4F38A060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344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60243" name="Oval 194">
            <a:extLst>
              <a:ext uri="{FF2B5EF4-FFF2-40B4-BE49-F238E27FC236}">
                <a16:creationId xmlns:a16="http://schemas.microsoft.com/office/drawing/2014/main" id="{183BD251-ACE8-8647-82F4-3F390E80A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43668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244" name="Line 195">
            <a:extLst>
              <a:ext uri="{FF2B5EF4-FFF2-40B4-BE49-F238E27FC236}">
                <a16:creationId xmlns:a16="http://schemas.microsoft.com/office/drawing/2014/main" id="{53C41D7D-32EC-F840-99B6-5BA41DF6A6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801688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45" name="Line 196">
            <a:extLst>
              <a:ext uri="{FF2B5EF4-FFF2-40B4-BE49-F238E27FC236}">
                <a16:creationId xmlns:a16="http://schemas.microsoft.com/office/drawing/2014/main" id="{D671D4E5-7BC5-0E41-9A60-3B882D3AA3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80168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46" name="Oval 197">
            <a:extLst>
              <a:ext uri="{FF2B5EF4-FFF2-40B4-BE49-F238E27FC236}">
                <a16:creationId xmlns:a16="http://schemas.microsoft.com/office/drawing/2014/main" id="{3A48E409-119E-734B-9A20-BAB26712A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97948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247" name="Line 198">
            <a:extLst>
              <a:ext uri="{FF2B5EF4-FFF2-40B4-BE49-F238E27FC236}">
                <a16:creationId xmlns:a16="http://schemas.microsoft.com/office/drawing/2014/main" id="{07743E50-4C9D-8647-8F4A-68D00AA041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801688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0248" name="Group 199">
            <a:extLst>
              <a:ext uri="{FF2B5EF4-FFF2-40B4-BE49-F238E27FC236}">
                <a16:creationId xmlns:a16="http://schemas.microsoft.com/office/drawing/2014/main" id="{40180E69-D63C-C14C-A315-AF24C5B04568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1201738"/>
            <a:ext cx="641350" cy="395287"/>
            <a:chOff x="4760" y="1396"/>
            <a:chExt cx="404" cy="249"/>
          </a:xfrm>
        </p:grpSpPr>
        <p:sp>
          <p:nvSpPr>
            <p:cNvPr id="260307" name="Line 200">
              <a:extLst>
                <a:ext uri="{FF2B5EF4-FFF2-40B4-BE49-F238E27FC236}">
                  <a16:creationId xmlns:a16="http://schemas.microsoft.com/office/drawing/2014/main" id="{63C1180D-B824-D24D-834D-42F45ACB3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440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8" name="Line 201">
              <a:extLst>
                <a:ext uri="{FF2B5EF4-FFF2-40B4-BE49-F238E27FC236}">
                  <a16:creationId xmlns:a16="http://schemas.microsoft.com/office/drawing/2014/main" id="{482EA2F1-2075-BD4D-9649-68910A80F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96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9" name="Rectangle 202">
              <a:extLst>
                <a:ext uri="{FF2B5EF4-FFF2-40B4-BE49-F238E27FC236}">
                  <a16:creationId xmlns:a16="http://schemas.microsoft.com/office/drawing/2014/main" id="{6336314F-E3BF-D244-91E0-71A97E5D880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45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60249" name="Line 203">
            <a:extLst>
              <a:ext uri="{FF2B5EF4-FFF2-40B4-BE49-F238E27FC236}">
                <a16:creationId xmlns:a16="http://schemas.microsoft.com/office/drawing/2014/main" id="{8763CF51-F0A6-9341-A076-9AD243F3CB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2173288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0" name="Line 204">
            <a:extLst>
              <a:ext uri="{FF2B5EF4-FFF2-40B4-BE49-F238E27FC236}">
                <a16:creationId xmlns:a16="http://schemas.microsoft.com/office/drawing/2014/main" id="{3E82EF41-53D9-5E4A-A995-C0F6008432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271938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1" name="Rectangle 205">
            <a:extLst>
              <a:ext uri="{FF2B5EF4-FFF2-40B4-BE49-F238E27FC236}">
                <a16:creationId xmlns:a16="http://schemas.microsoft.com/office/drawing/2014/main" id="{231C7A09-FDBE-C147-BA08-2B9FBD257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1898650"/>
            <a:ext cx="565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60252" name="Line 206">
            <a:extLst>
              <a:ext uri="{FF2B5EF4-FFF2-40B4-BE49-F238E27FC236}">
                <a16:creationId xmlns:a16="http://schemas.microsoft.com/office/drawing/2014/main" id="{4FB8D1F2-4AFD-D148-A239-D19015295F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1881188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3" name="Line 207">
            <a:extLst>
              <a:ext uri="{FF2B5EF4-FFF2-40B4-BE49-F238E27FC236}">
                <a16:creationId xmlns:a16="http://schemas.microsoft.com/office/drawing/2014/main" id="{9EA732C2-2D3E-9F4A-9328-6D3BD220A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890588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4" name="Line 208">
            <a:extLst>
              <a:ext uri="{FF2B5EF4-FFF2-40B4-BE49-F238E27FC236}">
                <a16:creationId xmlns:a16="http://schemas.microsoft.com/office/drawing/2014/main" id="{85134272-B83D-CE4B-ADFE-5B15E66468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0429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5" name="Line 209">
            <a:extLst>
              <a:ext uri="{FF2B5EF4-FFF2-40B4-BE49-F238E27FC236}">
                <a16:creationId xmlns:a16="http://schemas.microsoft.com/office/drawing/2014/main" id="{DE240523-6DFE-5848-9FB4-8B9699BC11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966788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0256" name="Group 210">
            <a:extLst>
              <a:ext uri="{FF2B5EF4-FFF2-40B4-BE49-F238E27FC236}">
                <a16:creationId xmlns:a16="http://schemas.microsoft.com/office/drawing/2014/main" id="{FD49BD0F-0086-254E-83C8-14C450C588B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814388"/>
            <a:ext cx="381000" cy="306387"/>
            <a:chOff x="672" y="1152"/>
            <a:chExt cx="240" cy="193"/>
          </a:xfrm>
        </p:grpSpPr>
        <p:sp>
          <p:nvSpPr>
            <p:cNvPr id="260302" name="Arc 211">
              <a:extLst>
                <a:ext uri="{FF2B5EF4-FFF2-40B4-BE49-F238E27FC236}">
                  <a16:creationId xmlns:a16="http://schemas.microsoft.com/office/drawing/2014/main" id="{A0FE15DF-3A8B-7943-A0DF-7696843CE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1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3" name="Arc 212">
              <a:extLst>
                <a:ext uri="{FF2B5EF4-FFF2-40B4-BE49-F238E27FC236}">
                  <a16:creationId xmlns:a16="http://schemas.microsoft.com/office/drawing/2014/main" id="{36EC859E-D470-F64A-9B8E-EB017859BB0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257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4" name="Line 213">
              <a:extLst>
                <a:ext uri="{FF2B5EF4-FFF2-40B4-BE49-F238E27FC236}">
                  <a16:creationId xmlns:a16="http://schemas.microsoft.com/office/drawing/2014/main" id="{39E036BF-BA94-934E-8259-088967E9B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152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5" name="Line 214">
              <a:extLst>
                <a:ext uri="{FF2B5EF4-FFF2-40B4-BE49-F238E27FC236}">
                  <a16:creationId xmlns:a16="http://schemas.microsoft.com/office/drawing/2014/main" id="{F01808EF-4FBC-014C-B33F-5BCD67976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344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6" name="Line 215">
              <a:extLst>
                <a:ext uri="{FF2B5EF4-FFF2-40B4-BE49-F238E27FC236}">
                  <a16:creationId xmlns:a16="http://schemas.microsoft.com/office/drawing/2014/main" id="{7A92C539-2790-BB4E-A150-DA0C78E35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16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257" name="Line 216">
            <a:extLst>
              <a:ext uri="{FF2B5EF4-FFF2-40B4-BE49-F238E27FC236}">
                <a16:creationId xmlns:a16="http://schemas.microsoft.com/office/drawing/2014/main" id="{5A10FD49-7E60-274E-963B-DB49AD6F82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11826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8" name="Arc 217">
            <a:extLst>
              <a:ext uri="{FF2B5EF4-FFF2-40B4-BE49-F238E27FC236}">
                <a16:creationId xmlns:a16="http://schemas.microsoft.com/office/drawing/2014/main" id="{2B94D803-A6E6-7942-A892-E069C1EAE161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119188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59" name="Arc 218">
            <a:extLst>
              <a:ext uri="{FF2B5EF4-FFF2-40B4-BE49-F238E27FC236}">
                <a16:creationId xmlns:a16="http://schemas.microsoft.com/office/drawing/2014/main" id="{D2988066-36C8-E640-A9F1-E716301E1729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119188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0260" name="Group 219">
            <a:extLst>
              <a:ext uri="{FF2B5EF4-FFF2-40B4-BE49-F238E27FC236}">
                <a16:creationId xmlns:a16="http://schemas.microsoft.com/office/drawing/2014/main" id="{6AC0A7E7-CD1A-944E-97C0-77AA6DEE397E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038225"/>
            <a:ext cx="373062" cy="101600"/>
            <a:chOff x="345" y="1293"/>
            <a:chExt cx="235" cy="64"/>
          </a:xfrm>
        </p:grpSpPr>
        <p:sp>
          <p:nvSpPr>
            <p:cNvPr id="260300" name="Arc 220">
              <a:extLst>
                <a:ext uri="{FF2B5EF4-FFF2-40B4-BE49-F238E27FC236}">
                  <a16:creationId xmlns:a16="http://schemas.microsoft.com/office/drawing/2014/main" id="{C9945651-A4EA-FA41-98E0-54F5B165F19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257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301" name="Arc 221">
              <a:extLst>
                <a:ext uri="{FF2B5EF4-FFF2-40B4-BE49-F238E27FC236}">
                  <a16:creationId xmlns:a16="http://schemas.microsoft.com/office/drawing/2014/main" id="{1F964481-6868-DD4F-B80B-32158C43FEA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257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261" name="Line 222">
            <a:extLst>
              <a:ext uri="{FF2B5EF4-FFF2-40B4-BE49-F238E27FC236}">
                <a16:creationId xmlns:a16="http://schemas.microsoft.com/office/drawing/2014/main" id="{15F08AAD-D7D1-2C46-A8B0-B389F3BFC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300" y="139858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62" name="Line 223">
            <a:extLst>
              <a:ext uri="{FF2B5EF4-FFF2-40B4-BE49-F238E27FC236}">
                <a16:creationId xmlns:a16="http://schemas.microsoft.com/office/drawing/2014/main" id="{F7CE890A-1601-2849-A3DA-517100A759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877888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63" name="Line 224">
            <a:extLst>
              <a:ext uri="{FF2B5EF4-FFF2-40B4-BE49-F238E27FC236}">
                <a16:creationId xmlns:a16="http://schemas.microsoft.com/office/drawing/2014/main" id="{8001CC1A-83BF-8F43-BF97-A93DA7AC07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954088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64" name="Rectangle 225">
            <a:extLst>
              <a:ext uri="{FF2B5EF4-FFF2-40B4-BE49-F238E27FC236}">
                <a16:creationId xmlns:a16="http://schemas.microsoft.com/office/drawing/2014/main" id="{ED42F1E6-2215-504D-AD8E-3656189A2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831850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60265" name="Rectangle 226">
            <a:extLst>
              <a:ext uri="{FF2B5EF4-FFF2-40B4-BE49-F238E27FC236}">
                <a16:creationId xmlns:a16="http://schemas.microsoft.com/office/drawing/2014/main" id="{0DCE566E-61DF-4244-8FE8-5E8C41EC2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585788"/>
            <a:ext cx="1250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</a:t>
            </a:r>
          </a:p>
        </p:txBody>
      </p:sp>
      <p:sp>
        <p:nvSpPr>
          <p:cNvPr id="260266" name="Rectangle 227">
            <a:extLst>
              <a:ext uri="{FF2B5EF4-FFF2-40B4-BE49-F238E27FC236}">
                <a16:creationId xmlns:a16="http://schemas.microsoft.com/office/drawing/2014/main" id="{8FBC8601-F7E9-044A-AD5D-5E90782E1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585788"/>
            <a:ext cx="788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260267" name="Rectangle 228">
            <a:extLst>
              <a:ext uri="{FF2B5EF4-FFF2-40B4-BE49-F238E27FC236}">
                <a16:creationId xmlns:a16="http://schemas.microsoft.com/office/drawing/2014/main" id="{0F6F6AD3-E596-5A48-8720-7FF7754E2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025" y="585788"/>
            <a:ext cx="6778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</a:t>
            </a:r>
          </a:p>
        </p:txBody>
      </p:sp>
      <p:sp>
        <p:nvSpPr>
          <p:cNvPr id="260268" name="Line 229">
            <a:extLst>
              <a:ext uri="{FF2B5EF4-FFF2-40B4-BE49-F238E27FC236}">
                <a16:creationId xmlns:a16="http://schemas.microsoft.com/office/drawing/2014/main" id="{27C41E26-D5B0-2348-8DC1-DE1835544A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28019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69" name="Rectangle 230">
            <a:extLst>
              <a:ext uri="{FF2B5EF4-FFF2-40B4-BE49-F238E27FC236}">
                <a16:creationId xmlns:a16="http://schemas.microsoft.com/office/drawing/2014/main" id="{46CCA667-0F74-3048-9318-19366828B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25908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0270" name="Line 231">
            <a:extLst>
              <a:ext uri="{FF2B5EF4-FFF2-40B4-BE49-F238E27FC236}">
                <a16:creationId xmlns:a16="http://schemas.microsoft.com/office/drawing/2014/main" id="{36BDF621-1F75-3741-B741-5D2D7BCF6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436688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1" name="Rectangle 232">
            <a:extLst>
              <a:ext uri="{FF2B5EF4-FFF2-40B4-BE49-F238E27FC236}">
                <a16:creationId xmlns:a16="http://schemas.microsoft.com/office/drawing/2014/main" id="{26B4FD0D-0AE7-FC4C-9147-92F5BFD8E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13665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</a:t>
            </a:r>
          </a:p>
        </p:txBody>
      </p:sp>
      <p:sp>
        <p:nvSpPr>
          <p:cNvPr id="260272" name="Line 234">
            <a:extLst>
              <a:ext uri="{FF2B5EF4-FFF2-40B4-BE49-F238E27FC236}">
                <a16:creationId xmlns:a16="http://schemas.microsoft.com/office/drawing/2014/main" id="{1B024FF1-94CF-A741-8058-F432CDFF89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4548188"/>
            <a:ext cx="429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3" name="Line 236">
            <a:extLst>
              <a:ext uri="{FF2B5EF4-FFF2-40B4-BE49-F238E27FC236}">
                <a16:creationId xmlns:a16="http://schemas.microsoft.com/office/drawing/2014/main" id="{D1403492-4E0F-4E4D-B316-1BC9F56B2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2884488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4" name="Line 237">
            <a:extLst>
              <a:ext uri="{FF2B5EF4-FFF2-40B4-BE49-F238E27FC236}">
                <a16:creationId xmlns:a16="http://schemas.microsoft.com/office/drawing/2014/main" id="{C4E8EE82-861A-FD43-AB3A-14DFFBFE5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265488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5" name="Line 238">
            <a:extLst>
              <a:ext uri="{FF2B5EF4-FFF2-40B4-BE49-F238E27FC236}">
                <a16:creationId xmlns:a16="http://schemas.microsoft.com/office/drawing/2014/main" id="{D01DA93C-B983-B74D-A52D-DE687CAB7E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243388"/>
            <a:ext cx="528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6" name="Line 239">
            <a:extLst>
              <a:ext uri="{FF2B5EF4-FFF2-40B4-BE49-F238E27FC236}">
                <a16:creationId xmlns:a16="http://schemas.microsoft.com/office/drawing/2014/main" id="{A7C7AE78-7335-4A49-9B43-D1A71AC3B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494088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77" name="Rectangle 255">
            <a:extLst>
              <a:ext uri="{FF2B5EF4-FFF2-40B4-BE49-F238E27FC236}">
                <a16:creationId xmlns:a16="http://schemas.microsoft.com/office/drawing/2014/main" id="{0C8A0A32-B30F-FD4E-88A3-AC4897FAE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152400"/>
            <a:ext cx="668813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多周期数据通路对应的微操作码</a:t>
            </a:r>
          </a:p>
        </p:txBody>
      </p:sp>
      <p:sp>
        <p:nvSpPr>
          <p:cNvPr id="260278" name="Text Box 257">
            <a:extLst>
              <a:ext uri="{FF2B5EF4-FFF2-40B4-BE49-F238E27FC236}">
                <a16:creationId xmlns:a16="http://schemas.microsoft.com/office/drawing/2014/main" id="{D26EEAA5-F6BB-8645-A422-9FC886832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5010150"/>
            <a:ext cx="3841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ea typeface="黑体" panose="02010609060101010101" pitchFamily="49" charset="-122"/>
              </a:rPr>
              <a:t>采用</a:t>
            </a:r>
            <a:r>
              <a:rPr lang="zh-CN" altLang="en-US" sz="2000">
                <a:solidFill>
                  <a:schemeClr val="accent1"/>
                </a:solidFill>
                <a:ea typeface="黑体" panose="02010609060101010101" pitchFamily="49" charset="-122"/>
              </a:rPr>
              <a:t>不译法</a:t>
            </a:r>
            <a:r>
              <a:rPr lang="zh-CN" altLang="en-US" sz="2000">
                <a:solidFill>
                  <a:srgbClr val="A50021"/>
                </a:solidFill>
                <a:ea typeface="黑体" panose="02010609060101010101" pitchFamily="49" charset="-122"/>
              </a:rPr>
              <a:t>的微操作码格式为：</a:t>
            </a:r>
          </a:p>
        </p:txBody>
      </p:sp>
      <p:sp>
        <p:nvSpPr>
          <p:cNvPr id="260279" name="Rectangle 260">
            <a:extLst>
              <a:ext uri="{FF2B5EF4-FFF2-40B4-BE49-F238E27FC236}">
                <a16:creationId xmlns:a16="http://schemas.microsoft.com/office/drawing/2014/main" id="{C5FCBF19-0762-7F4C-8408-56FC0C72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8" y="5635625"/>
            <a:ext cx="5348287" cy="449263"/>
          </a:xfrm>
          <a:prstGeom prst="rect">
            <a:avLst/>
          </a:prstGeom>
          <a:noFill/>
          <a:ln w="50800">
            <a:solidFill>
              <a:srgbClr val="FE9AA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0280" name="Line 261">
            <a:extLst>
              <a:ext uri="{FF2B5EF4-FFF2-40B4-BE49-F238E27FC236}">
                <a16:creationId xmlns:a16="http://schemas.microsoft.com/office/drawing/2014/main" id="{6917AE84-C412-EF40-978C-749AD637C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8" y="562133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1" name="Line 262">
            <a:extLst>
              <a:ext uri="{FF2B5EF4-FFF2-40B4-BE49-F238E27FC236}">
                <a16:creationId xmlns:a16="http://schemas.microsoft.com/office/drawing/2014/main" id="{8A0EFB60-79E4-214F-9F71-438073881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8813" y="562133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2" name="Line 263">
            <a:extLst>
              <a:ext uri="{FF2B5EF4-FFF2-40B4-BE49-F238E27FC236}">
                <a16:creationId xmlns:a16="http://schemas.microsoft.com/office/drawing/2014/main" id="{4A36E86E-9B96-804E-8C9B-157BBB510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561816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3" name="Line 264">
            <a:extLst>
              <a:ext uri="{FF2B5EF4-FFF2-40B4-BE49-F238E27FC236}">
                <a16:creationId xmlns:a16="http://schemas.microsoft.com/office/drawing/2014/main" id="{FF4BEDA2-31B6-C648-BFED-C103ABC9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363" y="563086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4" name="Rectangle 265">
            <a:extLst>
              <a:ext uri="{FF2B5EF4-FFF2-40B4-BE49-F238E27FC236}">
                <a16:creationId xmlns:a16="http://schemas.microsoft.com/office/drawing/2014/main" id="{7C0265E0-1BA5-5643-B103-F351071F1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71023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60285" name="Rectangle 266">
            <a:extLst>
              <a:ext uri="{FF2B5EF4-FFF2-40B4-BE49-F238E27FC236}">
                <a16:creationId xmlns:a16="http://schemas.microsoft.com/office/drawing/2014/main" id="{DFF0BBE8-143D-B846-9762-618836487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69595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</a:t>
            </a:r>
          </a:p>
        </p:txBody>
      </p:sp>
      <p:sp>
        <p:nvSpPr>
          <p:cNvPr id="260286" name="Line 267">
            <a:extLst>
              <a:ext uri="{FF2B5EF4-FFF2-40B4-BE49-F238E27FC236}">
                <a16:creationId xmlns:a16="http://schemas.microsoft.com/office/drawing/2014/main" id="{4FAA78D0-CF4C-5E48-87E6-72127244A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5897563"/>
            <a:ext cx="581025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7" name="Rectangle 268">
            <a:extLst>
              <a:ext uri="{FF2B5EF4-FFF2-40B4-BE49-F238E27FC236}">
                <a16:creationId xmlns:a16="http://schemas.microsoft.com/office/drawing/2014/main" id="{786BDE73-5964-1C4A-A57B-C5438287F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5694363"/>
            <a:ext cx="7889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260288" name="Line 269">
            <a:extLst>
              <a:ext uri="{FF2B5EF4-FFF2-40B4-BE49-F238E27FC236}">
                <a16:creationId xmlns:a16="http://schemas.microsoft.com/office/drawing/2014/main" id="{1ED086A7-9E0B-C942-B1CF-756F922D5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563721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89" name="Rectangle 271">
            <a:extLst>
              <a:ext uri="{FF2B5EF4-FFF2-40B4-BE49-F238E27FC236}">
                <a16:creationId xmlns:a16="http://schemas.microsoft.com/office/drawing/2014/main" id="{9FDFBC8D-A821-DB48-8B94-E6EF8BDFB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650" y="5691188"/>
            <a:ext cx="6778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</a:t>
            </a:r>
          </a:p>
        </p:txBody>
      </p:sp>
      <p:sp>
        <p:nvSpPr>
          <p:cNvPr id="260290" name="Line 272">
            <a:extLst>
              <a:ext uri="{FF2B5EF4-FFF2-40B4-BE49-F238E27FC236}">
                <a16:creationId xmlns:a16="http://schemas.microsoft.com/office/drawing/2014/main" id="{12537B3C-F1B0-634B-94F4-5FCD8A514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565308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91" name="Line 279">
            <a:extLst>
              <a:ext uri="{FF2B5EF4-FFF2-40B4-BE49-F238E27FC236}">
                <a16:creationId xmlns:a16="http://schemas.microsoft.com/office/drawing/2014/main" id="{98C48FE8-F61D-C544-A6E9-314205834B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9325" y="5878513"/>
            <a:ext cx="566738" cy="1587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292" name="Rectangle 280">
            <a:extLst>
              <a:ext uri="{FF2B5EF4-FFF2-40B4-BE49-F238E27FC236}">
                <a16:creationId xmlns:a16="http://schemas.microsoft.com/office/drawing/2014/main" id="{C5012F49-2E44-0944-A699-979A2FAD7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5681663"/>
            <a:ext cx="9159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326937" name="Text Box 281">
            <a:extLst>
              <a:ext uri="{FF2B5EF4-FFF2-40B4-BE49-F238E27FC236}">
                <a16:creationId xmlns:a16="http://schemas.microsoft.com/office/drawing/2014/main" id="{E138FDE2-EF2E-2642-BAB0-49AFA241F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32525"/>
            <a:ext cx="5643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控制字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长度等于控制信号（微命令）总位数</a:t>
            </a:r>
          </a:p>
        </p:txBody>
      </p:sp>
      <p:sp>
        <p:nvSpPr>
          <p:cNvPr id="326939" name="Text Box 283">
            <a:extLst>
              <a:ext uri="{FF2B5EF4-FFF2-40B4-BE49-F238E27FC236}">
                <a16:creationId xmlns:a16="http://schemas.microsoft.com/office/drawing/2014/main" id="{4543D35A-B04E-8D49-BAED-1031A649F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5791200"/>
            <a:ext cx="29829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该图对应控制器的微指令长度为多少位？</a:t>
            </a:r>
          </a:p>
        </p:txBody>
      </p:sp>
      <p:sp>
        <p:nvSpPr>
          <p:cNvPr id="326941" name="Text Box 285">
            <a:extLst>
              <a:ext uri="{FF2B5EF4-FFF2-40B4-BE49-F238E27FC236}">
                <a16:creationId xmlns:a16="http://schemas.microsoft.com/office/drawing/2014/main" id="{49FFCCD0-3ACC-F546-B79F-D941CE809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425" y="6127750"/>
            <a:ext cx="1241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260296" name="Line 170">
            <a:extLst>
              <a:ext uri="{FF2B5EF4-FFF2-40B4-BE49-F238E27FC236}">
                <a16:creationId xmlns:a16="http://schemas.microsoft.com/office/drawing/2014/main" id="{D0412575-95BC-7743-AFB0-9F97EF6F7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9575" y="4300538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97" name="Line 170">
            <a:extLst>
              <a:ext uri="{FF2B5EF4-FFF2-40B4-BE49-F238E27FC236}">
                <a16:creationId xmlns:a16="http://schemas.microsoft.com/office/drawing/2014/main" id="{895D6BA6-D3C4-BF47-AD62-DF1C2EE383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40563" y="4308475"/>
            <a:ext cx="109537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0298" name="Rectangle 171">
            <a:extLst>
              <a:ext uri="{FF2B5EF4-FFF2-40B4-BE49-F238E27FC236}">
                <a16:creationId xmlns:a16="http://schemas.microsoft.com/office/drawing/2014/main" id="{08AA2E2C-4249-7D4D-9010-BFA2155F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4246563"/>
            <a:ext cx="2936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260299" name="Rectangle 171">
            <a:extLst>
              <a:ext uri="{FF2B5EF4-FFF2-40B4-BE49-F238E27FC236}">
                <a16:creationId xmlns:a16="http://schemas.microsoft.com/office/drawing/2014/main" id="{939F74FC-7320-8241-91C3-0CD18A95A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25" y="4208463"/>
            <a:ext cx="293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6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937" grpId="0"/>
      <p:bldP spid="326939" grpId="0"/>
      <p:bldP spid="3269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6" name="Picture 2">
            <a:extLst>
              <a:ext uri="{FF2B5EF4-FFF2-40B4-BE49-F238E27FC236}">
                <a16:creationId xmlns:a16="http://schemas.microsoft.com/office/drawing/2014/main" id="{4814C205-15D9-C04E-A7C9-5266F0C27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647700"/>
            <a:ext cx="8513762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2147" name="Text Box 3">
            <a:extLst>
              <a:ext uri="{FF2B5EF4-FFF2-40B4-BE49-F238E27FC236}">
                <a16:creationId xmlns:a16="http://schemas.microsoft.com/office/drawing/2014/main" id="{06697CEA-D49A-714D-8C05-8A475EC9D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2133600"/>
            <a:ext cx="15827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2148" name="Rectangle 4">
            <a:extLst>
              <a:ext uri="{FF2B5EF4-FFF2-40B4-BE49-F238E27FC236}">
                <a16:creationId xmlns:a16="http://schemas.microsoft.com/office/drawing/2014/main" id="{5D712038-5CE2-0C43-A78E-B413DA20B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0"/>
            <a:ext cx="83439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400">
                <a:solidFill>
                  <a:srgbClr val="A50021"/>
                </a:solidFill>
                <a:ea typeface="宋体" panose="02010600030101010101" pitchFamily="2" charset="-122"/>
              </a:rPr>
              <a:t>状态和微程序的对应关系</a:t>
            </a:r>
            <a:endParaRPr lang="en-US" altLang="zh-CN" sz="2400">
              <a:solidFill>
                <a:srgbClr val="A50021"/>
              </a:solidFill>
              <a:ea typeface="宋体" panose="02010600030101010101" pitchFamily="2" charset="-122"/>
            </a:endParaRPr>
          </a:p>
        </p:txBody>
      </p:sp>
      <p:sp>
        <p:nvSpPr>
          <p:cNvPr id="430085" name="Text Box 5">
            <a:extLst>
              <a:ext uri="{FF2B5EF4-FFF2-40B4-BE49-F238E27FC236}">
                <a16:creationId xmlns:a16="http://schemas.microsoft.com/office/drawing/2014/main" id="{92966E1A-508C-DE42-A82B-364F7ADB7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4500"/>
            <a:ext cx="2363788" cy="29956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每条指令用一个微程序实现</a:t>
            </a:r>
            <a:endParaRPr lang="en-US" altLang="zh-CN" sz="17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sz="17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每个微程序由若干微指令组成，每个状态对应一条微指令</a:t>
            </a:r>
          </a:p>
          <a:p>
            <a:pPr>
              <a:spcBef>
                <a:spcPct val="30000"/>
              </a:spcBef>
            </a:pPr>
            <a:r>
              <a:rPr lang="zh-CN" altLang="en-US" sz="17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状态号相当于微指令所在的存储单元地址</a:t>
            </a:r>
          </a:p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取指令和译码用专门的微程序实现，称为</a:t>
            </a:r>
            <a:r>
              <a:rPr lang="zh-CN" altLang="en-US" sz="17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取指微程序</a:t>
            </a:r>
          </a:p>
        </p:txBody>
      </p:sp>
      <p:sp>
        <p:nvSpPr>
          <p:cNvPr id="262150" name="Text Box 9">
            <a:extLst>
              <a:ext uri="{FF2B5EF4-FFF2-40B4-BE49-F238E27FC236}">
                <a16:creationId xmlns:a16="http://schemas.microsoft.com/office/drawing/2014/main" id="{CE2A7D8D-C026-8940-91CA-ABEF6CAC6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0" y="187325"/>
            <a:ext cx="3773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该处理器的</a:t>
            </a:r>
            <a:r>
              <a:rPr lang="en-US" altLang="zh-CN" sz="1800">
                <a:solidFill>
                  <a:schemeClr val="accent1"/>
                </a:solidFill>
                <a:ea typeface="黑体" panose="02010609060101010101" pitchFamily="49" charset="-122"/>
              </a:rPr>
              <a:t>CS</a:t>
            </a:r>
            <a:r>
              <a:rPr lang="zh-CN" altLang="en-US" sz="18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中有几个微程序？ </a:t>
            </a:r>
            <a:endParaRPr lang="zh-CN" altLang="en-US" sz="1800">
              <a:solidFill>
                <a:schemeClr val="accent1"/>
              </a:solidFill>
              <a:ea typeface="黑体" panose="02010609060101010101" pitchFamily="49" charset="-122"/>
            </a:endParaRPr>
          </a:p>
        </p:txBody>
      </p:sp>
      <p:sp>
        <p:nvSpPr>
          <p:cNvPr id="262151" name="Rectangle 24">
            <a:extLst>
              <a:ext uri="{FF2B5EF4-FFF2-40B4-BE49-F238E27FC236}">
                <a16:creationId xmlns:a16="http://schemas.microsoft.com/office/drawing/2014/main" id="{D1725D15-D8AD-DB4B-A7D0-18FAAF914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88" y="6264275"/>
            <a:ext cx="4529137" cy="449263"/>
          </a:xfrm>
          <a:prstGeom prst="rect">
            <a:avLst/>
          </a:prstGeom>
          <a:noFill/>
          <a:ln w="50800">
            <a:solidFill>
              <a:srgbClr val="FE9AA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2152" name="Line 25">
            <a:extLst>
              <a:ext uri="{FF2B5EF4-FFF2-40B4-BE49-F238E27FC236}">
                <a16:creationId xmlns:a16="http://schemas.microsoft.com/office/drawing/2014/main" id="{3EE2C8DC-BCAD-4942-AA41-CEAFA76A0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4638" y="624998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53" name="Line 26">
            <a:extLst>
              <a:ext uri="{FF2B5EF4-FFF2-40B4-BE49-F238E27FC236}">
                <a16:creationId xmlns:a16="http://schemas.microsoft.com/office/drawing/2014/main" id="{98D6B5B8-45B5-1A4D-9D87-6921C844F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850" y="624998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54" name="Line 27">
            <a:extLst>
              <a:ext uri="{FF2B5EF4-FFF2-40B4-BE49-F238E27FC236}">
                <a16:creationId xmlns:a16="http://schemas.microsoft.com/office/drawing/2014/main" id="{AE27F0D8-62BB-5A40-9351-5F1E09AC0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624681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55" name="Line 28">
            <a:extLst>
              <a:ext uri="{FF2B5EF4-FFF2-40B4-BE49-F238E27FC236}">
                <a16:creationId xmlns:a16="http://schemas.microsoft.com/office/drawing/2014/main" id="{F002432F-3D8A-3942-9D7C-8F5E05B57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6400" y="625951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56" name="Rectangle 29">
            <a:extLst>
              <a:ext uri="{FF2B5EF4-FFF2-40B4-BE49-F238E27FC236}">
                <a16:creationId xmlns:a16="http://schemas.microsoft.com/office/drawing/2014/main" id="{8CF07F31-4EA1-2C47-B59E-0F2F98DB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3" y="633888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</a:t>
            </a:r>
          </a:p>
        </p:txBody>
      </p:sp>
      <p:sp>
        <p:nvSpPr>
          <p:cNvPr id="262157" name="Rectangle 30">
            <a:extLst>
              <a:ext uri="{FF2B5EF4-FFF2-40B4-BE49-F238E27FC236}">
                <a16:creationId xmlns:a16="http://schemas.microsoft.com/office/drawing/2014/main" id="{CF3DFEF3-986E-0B4D-8B01-9F1CF93AC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5" y="63246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</a:t>
            </a:r>
          </a:p>
        </p:txBody>
      </p:sp>
      <p:sp>
        <p:nvSpPr>
          <p:cNvPr id="262158" name="Line 31">
            <a:extLst>
              <a:ext uri="{FF2B5EF4-FFF2-40B4-BE49-F238E27FC236}">
                <a16:creationId xmlns:a16="http://schemas.microsoft.com/office/drawing/2014/main" id="{810D7B6B-47B4-0E4A-9535-D4C001203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2925" y="6526213"/>
            <a:ext cx="293688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59" name="Rectangle 32">
            <a:extLst>
              <a:ext uri="{FF2B5EF4-FFF2-40B4-BE49-F238E27FC236}">
                <a16:creationId xmlns:a16="http://schemas.microsoft.com/office/drawing/2014/main" id="{138C05F5-CDE4-BC45-B4F8-DE168D3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988" y="6323013"/>
            <a:ext cx="7889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</a:t>
            </a:r>
          </a:p>
        </p:txBody>
      </p:sp>
      <p:sp>
        <p:nvSpPr>
          <p:cNvPr id="262160" name="Line 33">
            <a:extLst>
              <a:ext uri="{FF2B5EF4-FFF2-40B4-BE49-F238E27FC236}">
                <a16:creationId xmlns:a16="http://schemas.microsoft.com/office/drawing/2014/main" id="{D71C2AC1-B195-8942-B232-D32666B4A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0613" y="6265863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61" name="Rectangle 34">
            <a:extLst>
              <a:ext uri="{FF2B5EF4-FFF2-40B4-BE49-F238E27FC236}">
                <a16:creationId xmlns:a16="http://schemas.microsoft.com/office/drawing/2014/main" id="{2DC68D4C-80FE-5849-B3C6-5625C8179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8" y="6319838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</a:t>
            </a:r>
          </a:p>
        </p:txBody>
      </p:sp>
      <p:sp>
        <p:nvSpPr>
          <p:cNvPr id="262162" name="Line 35">
            <a:extLst>
              <a:ext uri="{FF2B5EF4-FFF2-40B4-BE49-F238E27FC236}">
                <a16:creationId xmlns:a16="http://schemas.microsoft.com/office/drawing/2014/main" id="{5ED5EE5B-4D14-EF40-9D1D-D89990301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975" y="6281738"/>
            <a:ext cx="0" cy="449262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63" name="Rectangle 37">
            <a:extLst>
              <a:ext uri="{FF2B5EF4-FFF2-40B4-BE49-F238E27FC236}">
                <a16:creationId xmlns:a16="http://schemas.microsoft.com/office/drawing/2014/main" id="{B9923FC1-9A69-404E-8396-790CFD93C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6310313"/>
            <a:ext cx="9159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262164" name="Line 38">
            <a:extLst>
              <a:ext uri="{FF2B5EF4-FFF2-40B4-BE49-F238E27FC236}">
                <a16:creationId xmlns:a16="http://schemas.microsoft.com/office/drawing/2014/main" id="{F93547B8-4F6C-9C4E-9135-5E4A89B0E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6505575"/>
            <a:ext cx="293688" cy="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65" name="Text Box 39">
            <a:extLst>
              <a:ext uri="{FF2B5EF4-FFF2-40B4-BE49-F238E27FC236}">
                <a16:creationId xmlns:a16="http://schemas.microsoft.com/office/drawing/2014/main" id="{1898B8E2-C3AD-664D-BC18-E1871DC42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3" y="6332538"/>
            <a:ext cx="1704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4" action="ppaction://hlinksldjump"/>
              </a:rPr>
              <a:t>BACK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CAEBF176-032B-7546-86C5-00DD80677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685800"/>
            <a:ext cx="68961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ALU Output 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 busA op busB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C66F3A18-29B4-6D4C-AAB2-36BC98F6A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196" name="Rectangle 4">
            <a:extLst>
              <a:ext uri="{FF2B5EF4-FFF2-40B4-BE49-F238E27FC236}">
                <a16:creationId xmlns:a16="http://schemas.microsoft.com/office/drawing/2014/main" id="{ABE91160-B864-1345-A965-2BF3BF9AA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850" y="3449638"/>
            <a:ext cx="9604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Real</a:t>
            </a:r>
          </a:p>
          <a:p>
            <a:pPr algn="ctr"/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264197" name="Rectangle 5">
            <a:extLst>
              <a:ext uri="{FF2B5EF4-FFF2-40B4-BE49-F238E27FC236}">
                <a16:creationId xmlns:a16="http://schemas.microsoft.com/office/drawing/2014/main" id="{82772A17-A5B2-8B48-8E45-8A3622A9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4138613"/>
            <a:ext cx="508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Din</a:t>
            </a:r>
          </a:p>
        </p:txBody>
      </p:sp>
      <p:sp>
        <p:nvSpPr>
          <p:cNvPr id="264198" name="Rectangle 6">
            <a:extLst>
              <a:ext uri="{FF2B5EF4-FFF2-40B4-BE49-F238E27FC236}">
                <a16:creationId xmlns:a16="http://schemas.microsoft.com/office/drawing/2014/main" id="{1E803061-3A10-1A42-8EF1-33C34271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148013"/>
            <a:ext cx="5302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264199" name="Line 7">
            <a:extLst>
              <a:ext uri="{FF2B5EF4-FFF2-40B4-BE49-F238E27FC236}">
                <a16:creationId xmlns:a16="http://schemas.microsoft.com/office/drawing/2014/main" id="{16823521-CB47-4548-9288-472C1C54E6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32766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0" name="Line 8">
            <a:extLst>
              <a:ext uri="{FF2B5EF4-FFF2-40B4-BE49-F238E27FC236}">
                <a16:creationId xmlns:a16="http://schemas.microsoft.com/office/drawing/2014/main" id="{22F063A8-5669-754D-9727-65AFE6A477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343400"/>
            <a:ext cx="63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1" name="Line 9">
            <a:extLst>
              <a:ext uri="{FF2B5EF4-FFF2-40B4-BE49-F238E27FC236}">
                <a16:creationId xmlns:a16="http://schemas.microsoft.com/office/drawing/2014/main" id="{17004FB8-BCA9-4C40-B156-1BC13A8445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273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2" name="Rectangle 10">
            <a:extLst>
              <a:ext uri="{FF2B5EF4-FFF2-40B4-BE49-F238E27FC236}">
                <a16:creationId xmlns:a16="http://schemas.microsoft.com/office/drawing/2014/main" id="{8100F35F-8D90-D046-A8B9-A8C8684D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3672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03" name="Line 11">
            <a:extLst>
              <a:ext uri="{FF2B5EF4-FFF2-40B4-BE49-F238E27FC236}">
                <a16:creationId xmlns:a16="http://schemas.microsoft.com/office/drawing/2014/main" id="{6787ED16-42C3-DA40-B64D-97229BFA88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2672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4" name="Line 12">
            <a:extLst>
              <a:ext uri="{FF2B5EF4-FFF2-40B4-BE49-F238E27FC236}">
                <a16:creationId xmlns:a16="http://schemas.microsoft.com/office/drawing/2014/main" id="{91FF838D-37E7-6447-B7A7-B63E803716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6850" y="4197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5" name="Rectangle 13">
            <a:extLst>
              <a:ext uri="{FF2B5EF4-FFF2-40B4-BE49-F238E27FC236}">
                <a16:creationId xmlns:a16="http://schemas.microsoft.com/office/drawing/2014/main" id="{CFEBA133-4CD9-A346-8485-E2827E201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910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06" name="Rectangle 14">
            <a:extLst>
              <a:ext uri="{FF2B5EF4-FFF2-40B4-BE49-F238E27FC236}">
                <a16:creationId xmlns:a16="http://schemas.microsoft.com/office/drawing/2014/main" id="{C6A332D8-F799-5E47-9247-F7D9D09BD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4062413"/>
            <a:ext cx="6429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Dout</a:t>
            </a:r>
          </a:p>
        </p:txBody>
      </p:sp>
      <p:sp>
        <p:nvSpPr>
          <p:cNvPr id="264207" name="Line 15">
            <a:extLst>
              <a:ext uri="{FF2B5EF4-FFF2-40B4-BE49-F238E27FC236}">
                <a16:creationId xmlns:a16="http://schemas.microsoft.com/office/drawing/2014/main" id="{9971D19B-4009-B74C-A72C-4EEE22426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08" name="Rectangle 16">
            <a:extLst>
              <a:ext uri="{FF2B5EF4-FFF2-40B4-BE49-F238E27FC236}">
                <a16:creationId xmlns:a16="http://schemas.microsoft.com/office/drawing/2014/main" id="{47C26C19-B861-464D-B705-3ABE1EDF9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1998663"/>
            <a:ext cx="1147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MemWr=0</a:t>
            </a:r>
          </a:p>
        </p:txBody>
      </p:sp>
      <p:sp>
        <p:nvSpPr>
          <p:cNvPr id="264209" name="Line 17">
            <a:extLst>
              <a:ext uri="{FF2B5EF4-FFF2-40B4-BE49-F238E27FC236}">
                <a16:creationId xmlns:a16="http://schemas.microsoft.com/office/drawing/2014/main" id="{66069CCA-239D-0C47-A375-47D6A40DCD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819400"/>
            <a:ext cx="612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0" name="Line 18">
            <a:extLst>
              <a:ext uri="{FF2B5EF4-FFF2-40B4-BE49-F238E27FC236}">
                <a16:creationId xmlns:a16="http://schemas.microsoft.com/office/drawing/2014/main" id="{666BBF36-CB73-8749-9747-E725F4DCD0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50" y="2520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1" name="Rectangle 19">
            <a:extLst>
              <a:ext uri="{FF2B5EF4-FFF2-40B4-BE49-F238E27FC236}">
                <a16:creationId xmlns:a16="http://schemas.microsoft.com/office/drawing/2014/main" id="{46AF1734-39C3-E249-84B6-5FEA9A672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09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64212" name="Group 20">
            <a:extLst>
              <a:ext uri="{FF2B5EF4-FFF2-40B4-BE49-F238E27FC236}">
                <a16:creationId xmlns:a16="http://schemas.microsoft.com/office/drawing/2014/main" id="{AC8624D7-189B-FC45-83CD-07448B0A3D26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908300"/>
            <a:ext cx="381000" cy="1295400"/>
            <a:chOff x="4944" y="1832"/>
            <a:chExt cx="240" cy="816"/>
          </a:xfrm>
        </p:grpSpPr>
        <p:sp>
          <p:nvSpPr>
            <p:cNvPr id="264456" name="Line 21">
              <a:extLst>
                <a:ext uri="{FF2B5EF4-FFF2-40B4-BE49-F238E27FC236}">
                  <a16:creationId xmlns:a16="http://schemas.microsoft.com/office/drawing/2014/main" id="{FCD6ED6E-1412-3846-841F-899114B84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351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57" name="Line 22">
              <a:extLst>
                <a:ext uri="{FF2B5EF4-FFF2-40B4-BE49-F238E27FC236}">
                  <a16:creationId xmlns:a16="http://schemas.microsoft.com/office/drawing/2014/main" id="{38597D34-56F7-F54F-928B-F54F93E2C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832"/>
              <a:ext cx="0" cy="2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58" name="Line 23">
              <a:extLst>
                <a:ext uri="{FF2B5EF4-FFF2-40B4-BE49-F238E27FC236}">
                  <a16:creationId xmlns:a16="http://schemas.microsoft.com/office/drawing/2014/main" id="{DA01298D-22FB-F445-BE88-DD25B1447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1832"/>
              <a:ext cx="224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59" name="Line 24">
              <a:extLst>
                <a:ext uri="{FF2B5EF4-FFF2-40B4-BE49-F238E27FC236}">
                  <a16:creationId xmlns:a16="http://schemas.microsoft.com/office/drawing/2014/main" id="{CBB4D7C4-25E8-7946-A4E7-474273DC3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981"/>
              <a:ext cx="0" cy="5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60" name="Line 25">
              <a:extLst>
                <a:ext uri="{FF2B5EF4-FFF2-40B4-BE49-F238E27FC236}">
                  <a16:creationId xmlns:a16="http://schemas.microsoft.com/office/drawing/2014/main" id="{08CAB0FF-76E7-AC4B-8B07-65300067E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483"/>
              <a:ext cx="224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61" name="Line 26">
              <a:extLst>
                <a:ext uri="{FF2B5EF4-FFF2-40B4-BE49-F238E27FC236}">
                  <a16:creationId xmlns:a16="http://schemas.microsoft.com/office/drawing/2014/main" id="{D4A6147E-8B04-3541-B83C-307072AE7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16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62" name="Rectangle 27">
              <a:extLst>
                <a:ext uri="{FF2B5EF4-FFF2-40B4-BE49-F238E27FC236}">
                  <a16:creationId xmlns:a16="http://schemas.microsoft.com/office/drawing/2014/main" id="{E541BFA6-C25E-134F-A103-32F32EDC19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90" y="2148"/>
              <a:ext cx="3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264463" name="Line 28">
              <a:extLst>
                <a:ext uri="{FF2B5EF4-FFF2-40B4-BE49-F238E27FC236}">
                  <a16:creationId xmlns:a16="http://schemas.microsoft.com/office/drawing/2014/main" id="{C538F539-DAC5-3443-90B4-BB6939AC9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129"/>
              <a:ext cx="32" cy="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64" name="Line 29">
              <a:extLst>
                <a:ext uri="{FF2B5EF4-FFF2-40B4-BE49-F238E27FC236}">
                  <a16:creationId xmlns:a16="http://schemas.microsoft.com/office/drawing/2014/main" id="{1962E5FE-A96C-3C43-AEE3-4F302DDE2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2" y="2298"/>
              <a:ext cx="32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4213" name="Line 30">
            <a:extLst>
              <a:ext uri="{FF2B5EF4-FFF2-40B4-BE49-F238E27FC236}">
                <a16:creationId xmlns:a16="http://schemas.microsoft.com/office/drawing/2014/main" id="{8DFA2BE0-1454-7E46-87A4-2CC58FB7B7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40386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4" name="Line 31">
            <a:extLst>
              <a:ext uri="{FF2B5EF4-FFF2-40B4-BE49-F238E27FC236}">
                <a16:creationId xmlns:a16="http://schemas.microsoft.com/office/drawing/2014/main" id="{86C50D48-A394-3545-90FE-E46E6C25B5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3968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5" name="Rectangle 32">
            <a:extLst>
              <a:ext uri="{FF2B5EF4-FFF2-40B4-BE49-F238E27FC236}">
                <a16:creationId xmlns:a16="http://schemas.microsoft.com/office/drawing/2014/main" id="{D86F74A5-F923-A74B-BEB5-69A4975AD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40624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16" name="Line 33">
            <a:extLst>
              <a:ext uri="{FF2B5EF4-FFF2-40B4-BE49-F238E27FC236}">
                <a16:creationId xmlns:a16="http://schemas.microsoft.com/office/drawing/2014/main" id="{849AAEAC-5333-2E47-9AB6-F0570AE73A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04200" y="3810000"/>
            <a:ext cx="584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7" name="Line 34">
            <a:extLst>
              <a:ext uri="{FF2B5EF4-FFF2-40B4-BE49-F238E27FC236}">
                <a16:creationId xmlns:a16="http://schemas.microsoft.com/office/drawing/2014/main" id="{A2B48F24-C8F1-5A43-BCB4-A376C2D7B4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75650" y="37401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18" name="Rectangle 35">
            <a:extLst>
              <a:ext uri="{FF2B5EF4-FFF2-40B4-BE49-F238E27FC236}">
                <a16:creationId xmlns:a16="http://schemas.microsoft.com/office/drawing/2014/main" id="{F87C99A8-665B-994F-92FF-B28E48D8A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3833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19" name="Line 36">
            <a:extLst>
              <a:ext uri="{FF2B5EF4-FFF2-40B4-BE49-F238E27FC236}">
                <a16:creationId xmlns:a16="http://schemas.microsoft.com/office/drawing/2014/main" id="{897BD079-9000-0F49-9115-4E48E811D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025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0" name="Rectangle 37">
            <a:extLst>
              <a:ext uri="{FF2B5EF4-FFF2-40B4-BE49-F238E27FC236}">
                <a16:creationId xmlns:a16="http://schemas.microsoft.com/office/drawing/2014/main" id="{3D22BE0C-5744-9D4D-8376-5FF0700E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5791200"/>
            <a:ext cx="1562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ALUOp=Rtype</a:t>
            </a:r>
          </a:p>
        </p:txBody>
      </p:sp>
      <p:grpSp>
        <p:nvGrpSpPr>
          <p:cNvPr id="264221" name="Group 38">
            <a:extLst>
              <a:ext uri="{FF2B5EF4-FFF2-40B4-BE49-F238E27FC236}">
                <a16:creationId xmlns:a16="http://schemas.microsoft.com/office/drawing/2014/main" id="{2C0443F2-16D6-914E-9333-CFCD14D0DF80}"/>
              </a:ext>
            </a:extLst>
          </p:cNvPr>
          <p:cNvGrpSpPr>
            <a:grpSpLocks/>
          </p:cNvGrpSpPr>
          <p:nvPr/>
        </p:nvGrpSpPr>
        <p:grpSpPr bwMode="auto">
          <a:xfrm>
            <a:off x="7431088" y="4419600"/>
            <a:ext cx="903287" cy="577850"/>
            <a:chOff x="4681" y="2784"/>
            <a:chExt cx="569" cy="364"/>
          </a:xfrm>
        </p:grpSpPr>
        <p:sp>
          <p:nvSpPr>
            <p:cNvPr id="264454" name="Rectangle 39">
              <a:extLst>
                <a:ext uri="{FF2B5EF4-FFF2-40B4-BE49-F238E27FC236}">
                  <a16:creationId xmlns:a16="http://schemas.microsoft.com/office/drawing/2014/main" id="{9C2EA5FD-CEB5-8C4E-AB32-DB72E91AE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792"/>
              <a:ext cx="512" cy="3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455" name="Rectangle 40">
              <a:extLst>
                <a:ext uri="{FF2B5EF4-FFF2-40B4-BE49-F238E27FC236}">
                  <a16:creationId xmlns:a16="http://schemas.microsoft.com/office/drawing/2014/main" id="{80471528-F43C-5E49-A492-B158BF5EF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784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</p:grpSp>
      <p:sp>
        <p:nvSpPr>
          <p:cNvPr id="264222" name="Line 41">
            <a:extLst>
              <a:ext uri="{FF2B5EF4-FFF2-40B4-BE49-F238E27FC236}">
                <a16:creationId xmlns:a16="http://schemas.microsoft.com/office/drawing/2014/main" id="{C2F68877-99CD-E344-A847-FDC182BEEF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4940300"/>
            <a:ext cx="0" cy="863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3" name="Rectangle 42">
            <a:extLst>
              <a:ext uri="{FF2B5EF4-FFF2-40B4-BE49-F238E27FC236}">
                <a16:creationId xmlns:a16="http://schemas.microsoft.com/office/drawing/2014/main" id="{8F72323B-7385-754C-B61C-B120C1EF9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2984500"/>
            <a:ext cx="2889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224" name="Oval 43">
            <a:extLst>
              <a:ext uri="{FF2B5EF4-FFF2-40B4-BE49-F238E27FC236}">
                <a16:creationId xmlns:a16="http://schemas.microsoft.com/office/drawing/2014/main" id="{BEACCFA1-563C-4B4E-9C23-619C9990E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508500"/>
            <a:ext cx="136525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225" name="Rectangle 44">
            <a:extLst>
              <a:ext uri="{FF2B5EF4-FFF2-40B4-BE49-F238E27FC236}">
                <a16:creationId xmlns:a16="http://schemas.microsoft.com/office/drawing/2014/main" id="{062573F3-076C-EC44-A42F-C6A23E1DFE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585244" y="3525044"/>
            <a:ext cx="166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Instruction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264226" name="Line 45">
            <a:extLst>
              <a:ext uri="{FF2B5EF4-FFF2-40B4-BE49-F238E27FC236}">
                <a16:creationId xmlns:a16="http://schemas.microsoft.com/office/drawing/2014/main" id="{50E25354-3164-8D4F-B4C9-F0FE867940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33528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7" name="Line 46">
            <a:extLst>
              <a:ext uri="{FF2B5EF4-FFF2-40B4-BE49-F238E27FC236}">
                <a16:creationId xmlns:a16="http://schemas.microsoft.com/office/drawing/2014/main" id="{6838B566-1882-C242-B68A-F744E93BCF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3282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28" name="Rectangle 47">
            <a:extLst>
              <a:ext uri="{FF2B5EF4-FFF2-40B4-BE49-F238E27FC236}">
                <a16:creationId xmlns:a16="http://schemas.microsoft.com/office/drawing/2014/main" id="{AFA37015-8203-7440-B9CB-6ECDB9482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376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29" name="Line 48">
            <a:extLst>
              <a:ext uri="{FF2B5EF4-FFF2-40B4-BE49-F238E27FC236}">
                <a16:creationId xmlns:a16="http://schemas.microsoft.com/office/drawing/2014/main" id="{4C7E0A0B-3820-5D45-B2D6-556346297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30" name="Rectangle 49">
            <a:extLst>
              <a:ext uri="{FF2B5EF4-FFF2-40B4-BE49-F238E27FC236}">
                <a16:creationId xmlns:a16="http://schemas.microsoft.com/office/drawing/2014/main" id="{871F96AA-639A-684B-A7FC-A47A45675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998663"/>
            <a:ext cx="887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IRWr=0</a:t>
            </a:r>
          </a:p>
        </p:txBody>
      </p:sp>
      <p:sp>
        <p:nvSpPr>
          <p:cNvPr id="264231" name="Line 50">
            <a:extLst>
              <a:ext uri="{FF2B5EF4-FFF2-40B4-BE49-F238E27FC236}">
                <a16:creationId xmlns:a16="http://schemas.microsoft.com/office/drawing/2014/main" id="{FBE1438C-FE4C-9C40-B2F7-48F2FE3D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60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32" name="Line 51">
            <a:extLst>
              <a:ext uri="{FF2B5EF4-FFF2-40B4-BE49-F238E27FC236}">
                <a16:creationId xmlns:a16="http://schemas.microsoft.com/office/drawing/2014/main" id="{45BAE9E4-4C3B-384E-8592-550AB11EA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1450" y="2749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33" name="Rectangle 52">
            <a:extLst>
              <a:ext uri="{FF2B5EF4-FFF2-40B4-BE49-F238E27FC236}">
                <a16:creationId xmlns:a16="http://schemas.microsoft.com/office/drawing/2014/main" id="{C1CE1DA0-7234-8C47-B6C3-2933203FE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2767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34" name="Line 53">
            <a:extLst>
              <a:ext uri="{FF2B5EF4-FFF2-40B4-BE49-F238E27FC236}">
                <a16:creationId xmlns:a16="http://schemas.microsoft.com/office/drawing/2014/main" id="{C8E61893-244D-C747-8350-9235D376AC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22733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35" name="Line 54">
            <a:extLst>
              <a:ext uri="{FF2B5EF4-FFF2-40B4-BE49-F238E27FC236}">
                <a16:creationId xmlns:a16="http://schemas.microsoft.com/office/drawing/2014/main" id="{7B8F3041-E7CE-3547-ADC1-60EFD56F09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25908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36" name="Rectangle 55">
            <a:extLst>
              <a:ext uri="{FF2B5EF4-FFF2-40B4-BE49-F238E27FC236}">
                <a16:creationId xmlns:a16="http://schemas.microsoft.com/office/drawing/2014/main" id="{0E078C06-D29D-D449-BA67-C32D42166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2984500"/>
            <a:ext cx="898525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237" name="Rectangle 56">
            <a:extLst>
              <a:ext uri="{FF2B5EF4-FFF2-40B4-BE49-F238E27FC236}">
                <a16:creationId xmlns:a16="http://schemas.microsoft.com/office/drawing/2014/main" id="{7FEA1BF8-76EA-C04A-BC0F-C2197266D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3525838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Reg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File</a:t>
            </a:r>
          </a:p>
        </p:txBody>
      </p:sp>
      <p:sp>
        <p:nvSpPr>
          <p:cNvPr id="264238" name="Rectangle 57">
            <a:extLst>
              <a:ext uri="{FF2B5EF4-FFF2-40B4-BE49-F238E27FC236}">
                <a16:creationId xmlns:a16="http://schemas.microsoft.com/office/drawing/2014/main" id="{5B93F3E7-D988-6F48-AEDF-F22B9F69B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29956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264239" name="Rectangle 58">
            <a:extLst>
              <a:ext uri="{FF2B5EF4-FFF2-40B4-BE49-F238E27FC236}">
                <a16:creationId xmlns:a16="http://schemas.microsoft.com/office/drawing/2014/main" id="{166EDB07-4DE6-0F4D-BD98-C80AC732C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833813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264240" name="Rectangle 59">
            <a:extLst>
              <a:ext uri="{FF2B5EF4-FFF2-40B4-BE49-F238E27FC236}">
                <a16:creationId xmlns:a16="http://schemas.microsoft.com/office/drawing/2014/main" id="{29E01597-9C52-9A46-B2AA-E98F122F6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4138613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264241" name="Rectangle 60">
            <a:extLst>
              <a:ext uri="{FF2B5EF4-FFF2-40B4-BE49-F238E27FC236}">
                <a16:creationId xmlns:a16="http://schemas.microsoft.com/office/drawing/2014/main" id="{C9D91CB6-4F35-9E44-AD0E-66FEE1CCD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3300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264242" name="Line 61">
            <a:extLst>
              <a:ext uri="{FF2B5EF4-FFF2-40B4-BE49-F238E27FC236}">
                <a16:creationId xmlns:a16="http://schemas.microsoft.com/office/drawing/2014/main" id="{16BE591A-7880-034D-B53F-0CDC132E0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505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43" name="Line 62">
            <a:extLst>
              <a:ext uri="{FF2B5EF4-FFF2-40B4-BE49-F238E27FC236}">
                <a16:creationId xmlns:a16="http://schemas.microsoft.com/office/drawing/2014/main" id="{452EA5C4-BBA7-BE4E-94D7-8E28D561C7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435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44" name="Rectangle 63">
            <a:extLst>
              <a:ext uri="{FF2B5EF4-FFF2-40B4-BE49-F238E27FC236}">
                <a16:creationId xmlns:a16="http://schemas.microsoft.com/office/drawing/2014/main" id="{4F291BA1-106A-124E-93D8-F501F4972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5290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4245" name="Line 64">
            <a:extLst>
              <a:ext uri="{FF2B5EF4-FFF2-40B4-BE49-F238E27FC236}">
                <a16:creationId xmlns:a16="http://schemas.microsoft.com/office/drawing/2014/main" id="{0FF29A89-FA72-0C4A-B25D-8716C527B8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3500" y="3124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46" name="Line 65">
            <a:extLst>
              <a:ext uri="{FF2B5EF4-FFF2-40B4-BE49-F238E27FC236}">
                <a16:creationId xmlns:a16="http://schemas.microsoft.com/office/drawing/2014/main" id="{95ACC1A1-B55F-4C4D-99B3-DCF8C37CF9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56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47" name="Rectangle 66">
            <a:extLst>
              <a:ext uri="{FF2B5EF4-FFF2-40B4-BE49-F238E27FC236}">
                <a16:creationId xmlns:a16="http://schemas.microsoft.com/office/drawing/2014/main" id="{6C9131D2-A10F-8346-873D-9DEA76137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3148013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4248" name="Line 67">
            <a:extLst>
              <a:ext uri="{FF2B5EF4-FFF2-40B4-BE49-F238E27FC236}">
                <a16:creationId xmlns:a16="http://schemas.microsoft.com/office/drawing/2014/main" id="{B33850F1-B894-CE48-9177-82D1E2C1F5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2963" y="3505200"/>
            <a:ext cx="80803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49" name="Line 68">
            <a:extLst>
              <a:ext uri="{FF2B5EF4-FFF2-40B4-BE49-F238E27FC236}">
                <a16:creationId xmlns:a16="http://schemas.microsoft.com/office/drawing/2014/main" id="{D07D09E9-D99F-3248-8140-FDDCA6E3D5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0600" y="34353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50" name="Rectangle 69">
            <a:extLst>
              <a:ext uri="{FF2B5EF4-FFF2-40B4-BE49-F238E27FC236}">
                <a16:creationId xmlns:a16="http://schemas.microsoft.com/office/drawing/2014/main" id="{BAB88F02-F8CA-7C4C-8C7D-2CC1A44BA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463" y="3529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51" name="Rectangle 70">
            <a:extLst>
              <a:ext uri="{FF2B5EF4-FFF2-40B4-BE49-F238E27FC236}">
                <a16:creationId xmlns:a16="http://schemas.microsoft.com/office/drawing/2014/main" id="{4FF052CA-75AC-884A-8110-2FFD56EA1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013" y="32242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264252" name="Line 71">
            <a:extLst>
              <a:ext uri="{FF2B5EF4-FFF2-40B4-BE49-F238E27FC236}">
                <a16:creationId xmlns:a16="http://schemas.microsoft.com/office/drawing/2014/main" id="{A54418CD-530B-9842-81B4-41F474BB8D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550" y="4114800"/>
            <a:ext cx="5016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53" name="Line 72">
            <a:extLst>
              <a:ext uri="{FF2B5EF4-FFF2-40B4-BE49-F238E27FC236}">
                <a16:creationId xmlns:a16="http://schemas.microsoft.com/office/drawing/2014/main" id="{9970CAF1-E037-AC4D-AA24-7696F61C1B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2188" y="4044950"/>
            <a:ext cx="142875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54" name="Rectangle 73">
            <a:extLst>
              <a:ext uri="{FF2B5EF4-FFF2-40B4-BE49-F238E27FC236}">
                <a16:creationId xmlns:a16="http://schemas.microsoft.com/office/drawing/2014/main" id="{BA918FEC-2B3C-F94A-AACC-CBFAE2D15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41386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55" name="Rectangle 74">
            <a:extLst>
              <a:ext uri="{FF2B5EF4-FFF2-40B4-BE49-F238E27FC236}">
                <a16:creationId xmlns:a16="http://schemas.microsoft.com/office/drawing/2014/main" id="{5F72C6E9-A19B-A644-8FBD-FDA045676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3948113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264256" name="Line 75">
            <a:extLst>
              <a:ext uri="{FF2B5EF4-FFF2-40B4-BE49-F238E27FC236}">
                <a16:creationId xmlns:a16="http://schemas.microsoft.com/office/drawing/2014/main" id="{E7D874F6-3C19-7F4A-BADF-75CA82894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298700"/>
            <a:ext cx="0" cy="660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57" name="Rectangle 76">
            <a:extLst>
              <a:ext uri="{FF2B5EF4-FFF2-40B4-BE49-F238E27FC236}">
                <a16:creationId xmlns:a16="http://schemas.microsoft.com/office/drawing/2014/main" id="{FE1CA38B-3C18-724C-8657-F524120D6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9986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264258" name="Line 77">
            <a:extLst>
              <a:ext uri="{FF2B5EF4-FFF2-40B4-BE49-F238E27FC236}">
                <a16:creationId xmlns:a16="http://schemas.microsoft.com/office/drawing/2014/main" id="{8098914D-55B9-874B-BB88-A001FEFF6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369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59" name="Rectangle 78">
            <a:extLst>
              <a:ext uri="{FF2B5EF4-FFF2-40B4-BE49-F238E27FC236}">
                <a16:creationId xmlns:a16="http://schemas.microsoft.com/office/drawing/2014/main" id="{DBE39C06-DF1F-B245-B61C-45AE8926E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843213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64260" name="Rectangle 79">
            <a:extLst>
              <a:ext uri="{FF2B5EF4-FFF2-40B4-BE49-F238E27FC236}">
                <a16:creationId xmlns:a16="http://schemas.microsoft.com/office/drawing/2014/main" id="{9D60CCC5-B420-8A46-97A3-8463F0951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2242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64261" name="Line 80">
            <a:extLst>
              <a:ext uri="{FF2B5EF4-FFF2-40B4-BE49-F238E27FC236}">
                <a16:creationId xmlns:a16="http://schemas.microsoft.com/office/drawing/2014/main" id="{0CD08BEE-733D-1F46-ACA6-D48B3E86F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5941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2" name="Line 81">
            <a:extLst>
              <a:ext uri="{FF2B5EF4-FFF2-40B4-BE49-F238E27FC236}">
                <a16:creationId xmlns:a16="http://schemas.microsoft.com/office/drawing/2014/main" id="{DC7892BE-1F73-2246-803A-99F4E7849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3700" y="3594100"/>
            <a:ext cx="2032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3" name="Line 82">
            <a:extLst>
              <a:ext uri="{FF2B5EF4-FFF2-40B4-BE49-F238E27FC236}">
                <a16:creationId xmlns:a16="http://schemas.microsoft.com/office/drawing/2014/main" id="{C918164D-65E6-5247-A25C-D34F0A8BE7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3700" y="4343400"/>
            <a:ext cx="2032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4" name="Line 83">
            <a:extLst>
              <a:ext uri="{FF2B5EF4-FFF2-40B4-BE49-F238E27FC236}">
                <a16:creationId xmlns:a16="http://schemas.microsoft.com/office/drawing/2014/main" id="{DD6DF472-4C82-8644-B463-4F0FF09CF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6766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5" name="Rectangle 84">
            <a:extLst>
              <a:ext uri="{FF2B5EF4-FFF2-40B4-BE49-F238E27FC236}">
                <a16:creationId xmlns:a16="http://schemas.microsoft.com/office/drawing/2014/main" id="{3013602F-10AA-2E4F-B7AB-CBD1DD24E8B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03675" y="38862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64266" name="Rectangle 85">
            <a:extLst>
              <a:ext uri="{FF2B5EF4-FFF2-40B4-BE49-F238E27FC236}">
                <a16:creationId xmlns:a16="http://schemas.microsoft.com/office/drawing/2014/main" id="{0651E0A6-7BF5-764F-AE4F-4BACBC463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36131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4267" name="Rectangle 86">
            <a:extLst>
              <a:ext uri="{FF2B5EF4-FFF2-40B4-BE49-F238E27FC236}">
                <a16:creationId xmlns:a16="http://schemas.microsoft.com/office/drawing/2014/main" id="{B3FC055E-DFDC-0D4B-B1C4-5EC958A44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38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4268" name="Line 87">
            <a:extLst>
              <a:ext uri="{FF2B5EF4-FFF2-40B4-BE49-F238E27FC236}">
                <a16:creationId xmlns:a16="http://schemas.microsoft.com/office/drawing/2014/main" id="{E4A65CEC-FEDA-D74F-8631-522B79B6C4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4200" y="3962400"/>
            <a:ext cx="660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9" name="Line 88">
            <a:extLst>
              <a:ext uri="{FF2B5EF4-FFF2-40B4-BE49-F238E27FC236}">
                <a16:creationId xmlns:a16="http://schemas.microsoft.com/office/drawing/2014/main" id="{BA46796D-7B6D-E74A-80BE-680CE0302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43400"/>
            <a:ext cx="2921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0" name="Line 89">
            <a:extLst>
              <a:ext uri="{FF2B5EF4-FFF2-40B4-BE49-F238E27FC236}">
                <a16:creationId xmlns:a16="http://schemas.microsoft.com/office/drawing/2014/main" id="{E6EBEF51-780F-D846-8128-3E347E66C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7338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1" name="Rectangle 90">
            <a:extLst>
              <a:ext uri="{FF2B5EF4-FFF2-40B4-BE49-F238E27FC236}">
                <a16:creationId xmlns:a16="http://schemas.microsoft.com/office/drawing/2014/main" id="{DE0CC1AD-F21D-0344-BDB8-553E3637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681413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264272" name="Rectangle 91">
            <a:extLst>
              <a:ext uri="{FF2B5EF4-FFF2-40B4-BE49-F238E27FC236}">
                <a16:creationId xmlns:a16="http://schemas.microsoft.com/office/drawing/2014/main" id="{485A0B08-CF1B-024D-AC8F-27F318E25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4062413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64273" name="Rectangle 92">
            <a:extLst>
              <a:ext uri="{FF2B5EF4-FFF2-40B4-BE49-F238E27FC236}">
                <a16:creationId xmlns:a16="http://schemas.microsoft.com/office/drawing/2014/main" id="{3B814181-C302-6B43-A187-B5BD209E1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447800"/>
            <a:ext cx="965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PCWr=0</a:t>
            </a:r>
          </a:p>
        </p:txBody>
      </p:sp>
      <p:sp>
        <p:nvSpPr>
          <p:cNvPr id="264274" name="Rectangle 93">
            <a:extLst>
              <a:ext uri="{FF2B5EF4-FFF2-40B4-BE49-F238E27FC236}">
                <a16:creationId xmlns:a16="http://schemas.microsoft.com/office/drawing/2014/main" id="{3B9A70D5-D954-9C43-A9C5-39C698CBD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1981200"/>
            <a:ext cx="1279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ALUSelA=1</a:t>
            </a:r>
          </a:p>
        </p:txBody>
      </p:sp>
      <p:sp>
        <p:nvSpPr>
          <p:cNvPr id="264275" name="Line 94">
            <a:extLst>
              <a:ext uri="{FF2B5EF4-FFF2-40B4-BE49-F238E27FC236}">
                <a16:creationId xmlns:a16="http://schemas.microsoft.com/office/drawing/2014/main" id="{8943FFE4-41A6-124D-A52C-6574EA9378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52888" y="4525963"/>
            <a:ext cx="92075" cy="223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6" name="Line 95">
            <a:extLst>
              <a:ext uri="{FF2B5EF4-FFF2-40B4-BE49-F238E27FC236}">
                <a16:creationId xmlns:a16="http://schemas.microsoft.com/office/drawing/2014/main" id="{DDE9C115-F185-C143-A46C-E341638B9D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48225" y="4529138"/>
            <a:ext cx="136525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7" name="Line 96">
            <a:extLst>
              <a:ext uri="{FF2B5EF4-FFF2-40B4-BE49-F238E27FC236}">
                <a16:creationId xmlns:a16="http://schemas.microsoft.com/office/drawing/2014/main" id="{EF85B089-E5A1-704F-9D80-F14BC64C5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4770438"/>
            <a:ext cx="8905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8" name="Line 97">
            <a:extLst>
              <a:ext uri="{FF2B5EF4-FFF2-40B4-BE49-F238E27FC236}">
                <a16:creationId xmlns:a16="http://schemas.microsoft.com/office/drawing/2014/main" id="{6629F833-51E7-DC44-81FB-76AFFC6EC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454183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79" name="Rectangle 98">
            <a:extLst>
              <a:ext uri="{FF2B5EF4-FFF2-40B4-BE49-F238E27FC236}">
                <a16:creationId xmlns:a16="http://schemas.microsoft.com/office/drawing/2014/main" id="{63767B72-0ABD-174C-8C0E-7A378A0EE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450" y="44958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64280" name="Rectangle 99">
            <a:extLst>
              <a:ext uri="{FF2B5EF4-FFF2-40B4-BE49-F238E27FC236}">
                <a16:creationId xmlns:a16="http://schemas.microsoft.com/office/drawing/2014/main" id="{50B54767-07EA-8844-B7BE-C39E6CC78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5243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4281" name="Rectangle 100">
            <a:extLst>
              <a:ext uri="{FF2B5EF4-FFF2-40B4-BE49-F238E27FC236}">
                <a16:creationId xmlns:a16="http://schemas.microsoft.com/office/drawing/2014/main" id="{4C3946B0-BBE3-044E-8E61-2B5D54872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45275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4282" name="Line 101">
            <a:extLst>
              <a:ext uri="{FF2B5EF4-FFF2-40B4-BE49-F238E27FC236}">
                <a16:creationId xmlns:a16="http://schemas.microsoft.com/office/drawing/2014/main" id="{997DF10D-713F-ED47-AAE8-1689D19C7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2799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3" name="Line 102">
            <a:extLst>
              <a:ext uri="{FF2B5EF4-FFF2-40B4-BE49-F238E27FC236}">
                <a16:creationId xmlns:a16="http://schemas.microsoft.com/office/drawing/2014/main" id="{2FB24D83-D0C7-214F-9FE6-AD7F07B5D6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300" y="4267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4" name="Line 103">
            <a:extLst>
              <a:ext uri="{FF2B5EF4-FFF2-40B4-BE49-F238E27FC236}">
                <a16:creationId xmlns:a16="http://schemas.microsoft.com/office/drawing/2014/main" id="{7C0B9997-03F0-3548-87FF-6711D31FA5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4267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5" name="Line 104">
            <a:extLst>
              <a:ext uri="{FF2B5EF4-FFF2-40B4-BE49-F238E27FC236}">
                <a16:creationId xmlns:a16="http://schemas.microsoft.com/office/drawing/2014/main" id="{2F551411-98E3-2340-B00A-4C52E2AC1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279900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6" name="Line 105">
            <a:extLst>
              <a:ext uri="{FF2B5EF4-FFF2-40B4-BE49-F238E27FC236}">
                <a16:creationId xmlns:a16="http://schemas.microsoft.com/office/drawing/2014/main" id="{373AEE87-05B2-3741-8D1B-F4F3AF2EC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783138"/>
            <a:ext cx="0" cy="157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7" name="Line 106">
            <a:extLst>
              <a:ext uri="{FF2B5EF4-FFF2-40B4-BE49-F238E27FC236}">
                <a16:creationId xmlns:a16="http://schemas.microsoft.com/office/drawing/2014/main" id="{071797D1-AD30-C94A-B052-2FB9EA1758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900" y="4953000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8" name="Line 107">
            <a:extLst>
              <a:ext uri="{FF2B5EF4-FFF2-40B4-BE49-F238E27FC236}">
                <a16:creationId xmlns:a16="http://schemas.microsoft.com/office/drawing/2014/main" id="{B0BF34C9-8AD5-9243-B41F-75BB692448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0300" y="4648200"/>
            <a:ext cx="330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89" name="Line 108">
            <a:extLst>
              <a:ext uri="{FF2B5EF4-FFF2-40B4-BE49-F238E27FC236}">
                <a16:creationId xmlns:a16="http://schemas.microsoft.com/office/drawing/2014/main" id="{A486B8FB-A07F-AE4B-A692-A27EE1C3B3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273300"/>
            <a:ext cx="0" cy="1320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0" name="Rectangle 109">
            <a:extLst>
              <a:ext uri="{FF2B5EF4-FFF2-40B4-BE49-F238E27FC236}">
                <a16:creationId xmlns:a16="http://schemas.microsoft.com/office/drawing/2014/main" id="{E87AE242-1EEE-6143-BE7F-7F99ADC7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19986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264291" name="Line 110">
            <a:extLst>
              <a:ext uri="{FF2B5EF4-FFF2-40B4-BE49-F238E27FC236}">
                <a16:creationId xmlns:a16="http://schemas.microsoft.com/office/drawing/2014/main" id="{7F00DDC8-3FFD-104B-8EC3-AE5094368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133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2" name="Line 111">
            <a:extLst>
              <a:ext uri="{FF2B5EF4-FFF2-40B4-BE49-F238E27FC236}">
                <a16:creationId xmlns:a16="http://schemas.microsoft.com/office/drawing/2014/main" id="{C5621811-005E-BB45-919F-63F3631FEC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7900" y="5410200"/>
            <a:ext cx="398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3" name="Line 112">
            <a:extLst>
              <a:ext uri="{FF2B5EF4-FFF2-40B4-BE49-F238E27FC236}">
                <a16:creationId xmlns:a16="http://schemas.microsoft.com/office/drawing/2014/main" id="{851E2056-1DAF-4147-A68C-872CD3ED7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660900"/>
            <a:ext cx="0" cy="1574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4294" name="Group 113">
            <a:extLst>
              <a:ext uri="{FF2B5EF4-FFF2-40B4-BE49-F238E27FC236}">
                <a16:creationId xmlns:a16="http://schemas.microsoft.com/office/drawing/2014/main" id="{15A0B607-5316-E64A-A8CB-7B101C7EE76C}"/>
              </a:ext>
            </a:extLst>
          </p:cNvPr>
          <p:cNvGrpSpPr>
            <a:grpSpLocks/>
          </p:cNvGrpSpPr>
          <p:nvPr/>
        </p:nvGrpSpPr>
        <p:grpSpPr bwMode="auto">
          <a:xfrm>
            <a:off x="1006475" y="2984500"/>
            <a:ext cx="333375" cy="946150"/>
            <a:chOff x="634" y="1880"/>
            <a:chExt cx="210" cy="596"/>
          </a:xfrm>
        </p:grpSpPr>
        <p:sp>
          <p:nvSpPr>
            <p:cNvPr id="264447" name="Line 114">
              <a:extLst>
                <a:ext uri="{FF2B5EF4-FFF2-40B4-BE49-F238E27FC236}">
                  <a16:creationId xmlns:a16="http://schemas.microsoft.com/office/drawing/2014/main" id="{CC39F300-32F5-C94E-9BC7-FC9C1A61C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880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48" name="Line 115">
              <a:extLst>
                <a:ext uri="{FF2B5EF4-FFF2-40B4-BE49-F238E27FC236}">
                  <a16:creationId xmlns:a16="http://schemas.microsoft.com/office/drawing/2014/main" id="{2378BB14-3EE4-7D47-895C-07BAE8735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1880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49" name="Line 116">
              <a:extLst>
                <a:ext uri="{FF2B5EF4-FFF2-40B4-BE49-F238E27FC236}">
                  <a16:creationId xmlns:a16="http://schemas.microsoft.com/office/drawing/2014/main" id="{97EAC6BE-62C1-D74D-BFB2-B3F1AD803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" y="2371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50" name="Line 117">
              <a:extLst>
                <a:ext uri="{FF2B5EF4-FFF2-40B4-BE49-F238E27FC236}">
                  <a16:creationId xmlns:a16="http://schemas.microsoft.com/office/drawing/2014/main" id="{FDE3DCAB-B865-CD4B-9C70-D09EF15CB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932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51" name="Rectangle 118">
              <a:extLst>
                <a:ext uri="{FF2B5EF4-FFF2-40B4-BE49-F238E27FC236}">
                  <a16:creationId xmlns:a16="http://schemas.microsoft.com/office/drawing/2014/main" id="{A50CE51C-E2E4-C44A-81FC-FBCACA1257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4" y="206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4452" name="Rectangle 119">
              <a:extLst>
                <a:ext uri="{FF2B5EF4-FFF2-40B4-BE49-F238E27FC236}">
                  <a16:creationId xmlns:a16="http://schemas.microsoft.com/office/drawing/2014/main" id="{6699F9EF-D4C1-0740-97A9-0DE654A83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1892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4453" name="Rectangle 120">
              <a:extLst>
                <a:ext uri="{FF2B5EF4-FFF2-40B4-BE49-F238E27FC236}">
                  <a16:creationId xmlns:a16="http://schemas.microsoft.com/office/drawing/2014/main" id="{E1608BAA-1A7F-C345-8953-5D741D037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" y="228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4295" name="Line 121">
            <a:extLst>
              <a:ext uri="{FF2B5EF4-FFF2-40B4-BE49-F238E27FC236}">
                <a16:creationId xmlns:a16="http://schemas.microsoft.com/office/drawing/2014/main" id="{800EB9F1-F869-834F-8FB8-1BAE6814FA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3124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6" name="Line 122">
            <a:extLst>
              <a:ext uri="{FF2B5EF4-FFF2-40B4-BE49-F238E27FC236}">
                <a16:creationId xmlns:a16="http://schemas.microsoft.com/office/drawing/2014/main" id="{08276A50-2122-EA46-8ED2-06B635B847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7" name="Rectangle 123">
            <a:extLst>
              <a:ext uri="{FF2B5EF4-FFF2-40B4-BE49-F238E27FC236}">
                <a16:creationId xmlns:a16="http://schemas.microsoft.com/office/drawing/2014/main" id="{3822394F-FA31-3B4A-BCE2-E1384BC59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298" name="Line 124">
            <a:extLst>
              <a:ext uri="{FF2B5EF4-FFF2-40B4-BE49-F238E27FC236}">
                <a16:creationId xmlns:a16="http://schemas.microsoft.com/office/drawing/2014/main" id="{596AF6A9-D89E-D847-9027-70165A6E3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746500"/>
            <a:ext cx="0" cy="809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99" name="Line 125">
            <a:extLst>
              <a:ext uri="{FF2B5EF4-FFF2-40B4-BE49-F238E27FC236}">
                <a16:creationId xmlns:a16="http://schemas.microsoft.com/office/drawing/2014/main" id="{84AB94B1-E0CC-B74E-AE67-394EEE7641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700" y="37338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00" name="Rectangle 126">
            <a:extLst>
              <a:ext uri="{FF2B5EF4-FFF2-40B4-BE49-F238E27FC236}">
                <a16:creationId xmlns:a16="http://schemas.microsoft.com/office/drawing/2014/main" id="{345C0F30-61AD-9F4D-AA4D-A42FF0582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2451100"/>
            <a:ext cx="508000" cy="2460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301" name="Rectangle 127">
            <a:extLst>
              <a:ext uri="{FF2B5EF4-FFF2-40B4-BE49-F238E27FC236}">
                <a16:creationId xmlns:a16="http://schemas.microsoft.com/office/drawing/2014/main" id="{4FC5B20A-B3ED-D74F-804E-F996DF949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430463"/>
            <a:ext cx="4619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264302" name="Line 128">
            <a:extLst>
              <a:ext uri="{FF2B5EF4-FFF2-40B4-BE49-F238E27FC236}">
                <a16:creationId xmlns:a16="http://schemas.microsoft.com/office/drawing/2014/main" id="{8BA377B2-523E-8B41-9AC8-ABBB65BEB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3" y="2695575"/>
            <a:ext cx="14287" cy="415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03" name="Rectangle 129">
            <a:extLst>
              <a:ext uri="{FF2B5EF4-FFF2-40B4-BE49-F238E27FC236}">
                <a16:creationId xmlns:a16="http://schemas.microsoft.com/office/drawing/2014/main" id="{8E161565-F395-574A-A66F-B22099AD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6019800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MemtoReg=0</a:t>
            </a:r>
          </a:p>
        </p:txBody>
      </p:sp>
      <p:grpSp>
        <p:nvGrpSpPr>
          <p:cNvPr id="264304" name="Group 130">
            <a:extLst>
              <a:ext uri="{FF2B5EF4-FFF2-40B4-BE49-F238E27FC236}">
                <a16:creationId xmlns:a16="http://schemas.microsoft.com/office/drawing/2014/main" id="{4826133A-E6D2-6A42-AF07-8133591D5FFF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5562600"/>
            <a:ext cx="857250" cy="333375"/>
            <a:chOff x="2776" y="3504"/>
            <a:chExt cx="540" cy="210"/>
          </a:xfrm>
        </p:grpSpPr>
        <p:sp>
          <p:nvSpPr>
            <p:cNvPr id="264445" name="Rectangle 131">
              <a:extLst>
                <a:ext uri="{FF2B5EF4-FFF2-40B4-BE49-F238E27FC236}">
                  <a16:creationId xmlns:a16="http://schemas.microsoft.com/office/drawing/2014/main" id="{EF6E8BBC-FFDE-0247-A61D-0C161F775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512"/>
              <a:ext cx="46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446" name="Rectangle 132">
              <a:extLst>
                <a:ext uri="{FF2B5EF4-FFF2-40B4-BE49-F238E27FC236}">
                  <a16:creationId xmlns:a16="http://schemas.microsoft.com/office/drawing/2014/main" id="{4882D605-C14A-5B42-AD85-BEFEA9B7A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" y="3504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Extend</a:t>
              </a:r>
            </a:p>
          </p:txBody>
        </p:sp>
      </p:grpSp>
      <p:sp>
        <p:nvSpPr>
          <p:cNvPr id="264305" name="Line 133">
            <a:extLst>
              <a:ext uri="{FF2B5EF4-FFF2-40B4-BE49-F238E27FC236}">
                <a16:creationId xmlns:a16="http://schemas.microsoft.com/office/drawing/2014/main" id="{90BC1C93-8AEE-B54B-904D-D7D6CABE3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8801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06" name="Rectangle 134">
            <a:extLst>
              <a:ext uri="{FF2B5EF4-FFF2-40B4-BE49-F238E27FC236}">
                <a16:creationId xmlns:a16="http://schemas.microsoft.com/office/drawing/2014/main" id="{CF9250C6-E99A-3943-82BA-594CEC974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0198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ExtOp=x</a:t>
            </a:r>
          </a:p>
        </p:txBody>
      </p:sp>
      <p:grpSp>
        <p:nvGrpSpPr>
          <p:cNvPr id="264307" name="Group 135">
            <a:extLst>
              <a:ext uri="{FF2B5EF4-FFF2-40B4-BE49-F238E27FC236}">
                <a16:creationId xmlns:a16="http://schemas.microsoft.com/office/drawing/2014/main" id="{D7A18A69-E976-774D-AE42-8EAAF78B5286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679700"/>
            <a:ext cx="333375" cy="946150"/>
            <a:chOff x="4186" y="1688"/>
            <a:chExt cx="210" cy="596"/>
          </a:xfrm>
        </p:grpSpPr>
        <p:sp>
          <p:nvSpPr>
            <p:cNvPr id="264438" name="Line 136">
              <a:extLst>
                <a:ext uri="{FF2B5EF4-FFF2-40B4-BE49-F238E27FC236}">
                  <a16:creationId xmlns:a16="http://schemas.microsoft.com/office/drawing/2014/main" id="{A134DFEE-2DA4-AA42-951D-F4784BA8C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6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39" name="Line 137">
              <a:extLst>
                <a:ext uri="{FF2B5EF4-FFF2-40B4-BE49-F238E27FC236}">
                  <a16:creationId xmlns:a16="http://schemas.microsoft.com/office/drawing/2014/main" id="{29F92769-6631-0B44-9A72-962044961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16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40" name="Line 138">
              <a:extLst>
                <a:ext uri="{FF2B5EF4-FFF2-40B4-BE49-F238E27FC236}">
                  <a16:creationId xmlns:a16="http://schemas.microsoft.com/office/drawing/2014/main" id="{B712E9D6-45D4-0745-8D08-46CAA82FB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2" y="21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41" name="Line 139">
              <a:extLst>
                <a:ext uri="{FF2B5EF4-FFF2-40B4-BE49-F238E27FC236}">
                  <a16:creationId xmlns:a16="http://schemas.microsoft.com/office/drawing/2014/main" id="{692FAADF-506F-2544-B51D-C2F51E511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7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42" name="Rectangle 140">
              <a:extLst>
                <a:ext uri="{FF2B5EF4-FFF2-40B4-BE49-F238E27FC236}">
                  <a16:creationId xmlns:a16="http://schemas.microsoft.com/office/drawing/2014/main" id="{A020821B-D42C-A148-9729-9ED22DFB13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06" y="18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264443" name="Rectangle 141">
              <a:extLst>
                <a:ext uri="{FF2B5EF4-FFF2-40B4-BE49-F238E27FC236}">
                  <a16:creationId xmlns:a16="http://schemas.microsoft.com/office/drawing/2014/main" id="{36A339BB-3264-8244-B49A-FCD74C969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17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4444" name="Rectangle 142">
              <a:extLst>
                <a:ext uri="{FF2B5EF4-FFF2-40B4-BE49-F238E27FC236}">
                  <a16:creationId xmlns:a16="http://schemas.microsoft.com/office/drawing/2014/main" id="{DF49EB75-A91F-8848-88A4-A90E78DCB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20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64308" name="Line 143">
            <a:extLst>
              <a:ext uri="{FF2B5EF4-FFF2-40B4-BE49-F238E27FC236}">
                <a16:creationId xmlns:a16="http://schemas.microsoft.com/office/drawing/2014/main" id="{FD835273-E549-D943-8117-45EF7F3C89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800" y="3124200"/>
            <a:ext cx="965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09" name="Line 144">
            <a:extLst>
              <a:ext uri="{FF2B5EF4-FFF2-40B4-BE49-F238E27FC236}">
                <a16:creationId xmlns:a16="http://schemas.microsoft.com/office/drawing/2014/main" id="{6642D524-5966-1941-9E3F-3ABA80A7D3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3054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0" name="Rectangle 145">
            <a:extLst>
              <a:ext uri="{FF2B5EF4-FFF2-40B4-BE49-F238E27FC236}">
                <a16:creationId xmlns:a16="http://schemas.microsoft.com/office/drawing/2014/main" id="{B4535C24-723A-F94D-9675-03D371FA1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31480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311" name="Line 146">
            <a:extLst>
              <a:ext uri="{FF2B5EF4-FFF2-40B4-BE49-F238E27FC236}">
                <a16:creationId xmlns:a16="http://schemas.microsoft.com/office/drawing/2014/main" id="{29DB26CA-D35C-A349-AA13-D3ADD7124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298700"/>
            <a:ext cx="0" cy="355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2" name="Line 147">
            <a:extLst>
              <a:ext uri="{FF2B5EF4-FFF2-40B4-BE49-F238E27FC236}">
                <a16:creationId xmlns:a16="http://schemas.microsoft.com/office/drawing/2014/main" id="{C90BDC53-F23E-684D-9F81-786068C74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633788"/>
            <a:ext cx="0" cy="1230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3" name="Line 148">
            <a:extLst>
              <a:ext uri="{FF2B5EF4-FFF2-40B4-BE49-F238E27FC236}">
                <a16:creationId xmlns:a16="http://schemas.microsoft.com/office/drawing/2014/main" id="{98138AAF-E105-7B45-8B28-1EA8E7ED4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3100" y="3633788"/>
            <a:ext cx="279400" cy="87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4" name="Line 149">
            <a:extLst>
              <a:ext uri="{FF2B5EF4-FFF2-40B4-BE49-F238E27FC236}">
                <a16:creationId xmlns:a16="http://schemas.microsoft.com/office/drawing/2014/main" id="{2523D6ED-F86F-0D42-98F4-209495E02A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3100" y="4711700"/>
            <a:ext cx="2794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5" name="Line 150">
            <a:extLst>
              <a:ext uri="{FF2B5EF4-FFF2-40B4-BE49-F238E27FC236}">
                <a16:creationId xmlns:a16="http://schemas.microsoft.com/office/drawing/2014/main" id="{16F4A547-698F-0046-BF9C-65C3660A3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746500"/>
            <a:ext cx="0" cy="949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6" name="Line 151">
            <a:extLst>
              <a:ext uri="{FF2B5EF4-FFF2-40B4-BE49-F238E27FC236}">
                <a16:creationId xmlns:a16="http://schemas.microsoft.com/office/drawing/2014/main" id="{1938A93F-C39C-A446-9697-137C52A208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4854575"/>
            <a:ext cx="0" cy="11779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17" name="Rectangle 152">
            <a:extLst>
              <a:ext uri="{FF2B5EF4-FFF2-40B4-BE49-F238E27FC236}">
                <a16:creationId xmlns:a16="http://schemas.microsoft.com/office/drawing/2014/main" id="{8AFD5456-B3FB-B844-8A16-9AE5CFE66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3681413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4318" name="Rectangle 153">
            <a:extLst>
              <a:ext uri="{FF2B5EF4-FFF2-40B4-BE49-F238E27FC236}">
                <a16:creationId xmlns:a16="http://schemas.microsoft.com/office/drawing/2014/main" id="{BD5B770F-7F1D-CE45-844C-901C82B26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0036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4319" name="Rectangle 154">
            <a:extLst>
              <a:ext uri="{FF2B5EF4-FFF2-40B4-BE49-F238E27FC236}">
                <a16:creationId xmlns:a16="http://schemas.microsoft.com/office/drawing/2014/main" id="{D9E07EF7-3435-7F42-A227-4CDB05ED7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3084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4320" name="Rectangle 155">
            <a:extLst>
              <a:ext uri="{FF2B5EF4-FFF2-40B4-BE49-F238E27FC236}">
                <a16:creationId xmlns:a16="http://schemas.microsoft.com/office/drawing/2014/main" id="{769AA4CF-A95B-6A43-B63B-FEEBF2945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5370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64321" name="Line 156">
            <a:extLst>
              <a:ext uri="{FF2B5EF4-FFF2-40B4-BE49-F238E27FC236}">
                <a16:creationId xmlns:a16="http://schemas.microsoft.com/office/drawing/2014/main" id="{58DA73E1-12F8-1741-9261-0EE018FA00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3810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22" name="Rectangle 157">
            <a:extLst>
              <a:ext uri="{FF2B5EF4-FFF2-40B4-BE49-F238E27FC236}">
                <a16:creationId xmlns:a16="http://schemas.microsoft.com/office/drawing/2014/main" id="{5F28637C-6653-FC4F-8408-6A8AE21F7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657600"/>
            <a:ext cx="293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4</a:t>
            </a:r>
          </a:p>
        </p:txBody>
      </p:sp>
      <p:grpSp>
        <p:nvGrpSpPr>
          <p:cNvPr id="264323" name="Group 158">
            <a:extLst>
              <a:ext uri="{FF2B5EF4-FFF2-40B4-BE49-F238E27FC236}">
                <a16:creationId xmlns:a16="http://schemas.microsoft.com/office/drawing/2014/main" id="{53C8F69A-E2A8-594B-A34A-C951023F93E3}"/>
              </a:ext>
            </a:extLst>
          </p:cNvPr>
          <p:cNvGrpSpPr>
            <a:grpSpLocks/>
          </p:cNvGrpSpPr>
          <p:nvPr/>
        </p:nvGrpSpPr>
        <p:grpSpPr bwMode="auto">
          <a:xfrm>
            <a:off x="3871913" y="5645150"/>
            <a:ext cx="560387" cy="395288"/>
            <a:chOff x="2439" y="3556"/>
            <a:chExt cx="353" cy="249"/>
          </a:xfrm>
        </p:grpSpPr>
        <p:sp>
          <p:nvSpPr>
            <p:cNvPr id="264435" name="Line 159">
              <a:extLst>
                <a:ext uri="{FF2B5EF4-FFF2-40B4-BE49-F238E27FC236}">
                  <a16:creationId xmlns:a16="http://schemas.microsoft.com/office/drawing/2014/main" id="{E5CF4145-9A39-2D4E-BB4E-38FC590BD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0" y="3600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36" name="Line 160">
              <a:extLst>
                <a:ext uri="{FF2B5EF4-FFF2-40B4-BE49-F238E27FC236}">
                  <a16:creationId xmlns:a16="http://schemas.microsoft.com/office/drawing/2014/main" id="{9082A120-08BB-B246-829F-30F4C39A15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2" y="3556"/>
              <a:ext cx="5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37" name="Rectangle 161">
              <a:extLst>
                <a:ext uri="{FF2B5EF4-FFF2-40B4-BE49-F238E27FC236}">
                  <a16:creationId xmlns:a16="http://schemas.microsoft.com/office/drawing/2014/main" id="{CD322DF9-C010-154A-85EE-6A4C5283C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615"/>
              <a:ext cx="22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</p:grpSp>
      <p:sp>
        <p:nvSpPr>
          <p:cNvPr id="264324" name="Rectangle 162">
            <a:extLst>
              <a:ext uri="{FF2B5EF4-FFF2-40B4-BE49-F238E27FC236}">
                <a16:creationId xmlns:a16="http://schemas.microsoft.com/office/drawing/2014/main" id="{3FB3CD86-2BF5-6848-B548-36B9B0E9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5662613"/>
            <a:ext cx="6000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264325" name="Line 163">
            <a:extLst>
              <a:ext uri="{FF2B5EF4-FFF2-40B4-BE49-F238E27FC236}">
                <a16:creationId xmlns:a16="http://schemas.microsoft.com/office/drawing/2014/main" id="{2401279B-A988-B740-AFBC-46B1A9F9C6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68900" y="5715000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26" name="Line 164">
            <a:extLst>
              <a:ext uri="{FF2B5EF4-FFF2-40B4-BE49-F238E27FC236}">
                <a16:creationId xmlns:a16="http://schemas.microsoft.com/office/drawing/2014/main" id="{AEAD7F59-84A1-614B-BE38-63503F441F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5450" y="5645150"/>
            <a:ext cx="109538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27" name="Rectangle 165">
            <a:extLst>
              <a:ext uri="{FF2B5EF4-FFF2-40B4-BE49-F238E27FC236}">
                <a16:creationId xmlns:a16="http://schemas.microsoft.com/office/drawing/2014/main" id="{E9354EDF-7246-2641-9495-5EAD5900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5738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grpSp>
        <p:nvGrpSpPr>
          <p:cNvPr id="264328" name="Group 166">
            <a:extLst>
              <a:ext uri="{FF2B5EF4-FFF2-40B4-BE49-F238E27FC236}">
                <a16:creationId xmlns:a16="http://schemas.microsoft.com/office/drawing/2014/main" id="{0444C788-7900-9540-A2A3-3FFCC65EBF69}"/>
              </a:ext>
            </a:extLst>
          </p:cNvPr>
          <p:cNvGrpSpPr>
            <a:grpSpLocks/>
          </p:cNvGrpSpPr>
          <p:nvPr/>
        </p:nvGrpSpPr>
        <p:grpSpPr bwMode="auto">
          <a:xfrm>
            <a:off x="5683250" y="4648200"/>
            <a:ext cx="588963" cy="333375"/>
            <a:chOff x="3580" y="2928"/>
            <a:chExt cx="371" cy="210"/>
          </a:xfrm>
        </p:grpSpPr>
        <p:sp>
          <p:nvSpPr>
            <p:cNvPr id="264433" name="Rectangle 167">
              <a:extLst>
                <a:ext uri="{FF2B5EF4-FFF2-40B4-BE49-F238E27FC236}">
                  <a16:creationId xmlns:a16="http://schemas.microsoft.com/office/drawing/2014/main" id="{FBF43C4D-7D1C-3043-B55C-537ECD70A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936"/>
              <a:ext cx="320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434" name="Rectangle 168">
              <a:extLst>
                <a:ext uri="{FF2B5EF4-FFF2-40B4-BE49-F238E27FC236}">
                  <a16:creationId xmlns:a16="http://schemas.microsoft.com/office/drawing/2014/main" id="{8E964455-707C-4C46-A80E-A21A5743C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928"/>
              <a:ext cx="3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>
                  <a:ea typeface="宋体" panose="02010600030101010101" pitchFamily="2" charset="-122"/>
                </a:rPr>
                <a:t>&lt;&lt; 2</a:t>
              </a:r>
            </a:p>
          </p:txBody>
        </p:sp>
      </p:grpSp>
      <p:sp>
        <p:nvSpPr>
          <p:cNvPr id="264329" name="Line 169">
            <a:extLst>
              <a:ext uri="{FF2B5EF4-FFF2-40B4-BE49-F238E27FC236}">
                <a16:creationId xmlns:a16="http://schemas.microsoft.com/office/drawing/2014/main" id="{4E16BC65-061A-F147-A0AF-8EF5769B3E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44196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0" name="Line 170">
            <a:extLst>
              <a:ext uri="{FF2B5EF4-FFF2-40B4-BE49-F238E27FC236}">
                <a16:creationId xmlns:a16="http://schemas.microsoft.com/office/drawing/2014/main" id="{F93B15B0-752A-E64E-9310-AF92A0C3A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32300"/>
            <a:ext cx="0" cy="249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1" name="Line 171">
            <a:extLst>
              <a:ext uri="{FF2B5EF4-FFF2-40B4-BE49-F238E27FC236}">
                <a16:creationId xmlns:a16="http://schemas.microsoft.com/office/drawing/2014/main" id="{17B84D01-1562-2245-A3A4-3821C5598C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49403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2" name="Line 172">
            <a:extLst>
              <a:ext uri="{FF2B5EF4-FFF2-40B4-BE49-F238E27FC236}">
                <a16:creationId xmlns:a16="http://schemas.microsoft.com/office/drawing/2014/main" id="{99A775CC-65FB-DE4D-AB17-30BCF7E2D2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9200" y="4114800"/>
            <a:ext cx="736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3" name="Rectangle 173">
            <a:extLst>
              <a:ext uri="{FF2B5EF4-FFF2-40B4-BE49-F238E27FC236}">
                <a16:creationId xmlns:a16="http://schemas.microsoft.com/office/drawing/2014/main" id="{083DE5FB-07C7-274B-8618-C3EE27B9E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6019800"/>
            <a:ext cx="1392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ALUSelB=01</a:t>
            </a:r>
          </a:p>
        </p:txBody>
      </p:sp>
      <p:sp>
        <p:nvSpPr>
          <p:cNvPr id="264334" name="Line 174">
            <a:extLst>
              <a:ext uri="{FF2B5EF4-FFF2-40B4-BE49-F238E27FC236}">
                <a16:creationId xmlns:a16="http://schemas.microsoft.com/office/drawing/2014/main" id="{400375D6-3791-F743-AC36-09E794F44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822700"/>
            <a:ext cx="0" cy="157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5" name="Line 175">
            <a:extLst>
              <a:ext uri="{FF2B5EF4-FFF2-40B4-BE49-F238E27FC236}">
                <a16:creationId xmlns:a16="http://schemas.microsoft.com/office/drawing/2014/main" id="{3AE4F44A-20EA-C04D-AE62-F0BC75B3E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993900"/>
            <a:ext cx="0" cy="890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6" name="Line 176">
            <a:extLst>
              <a:ext uri="{FF2B5EF4-FFF2-40B4-BE49-F238E27FC236}">
                <a16:creationId xmlns:a16="http://schemas.microsoft.com/office/drawing/2014/main" id="{5FEC110E-97F3-EF4C-ACD1-5B31CAE0C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9800" y="1993900"/>
            <a:ext cx="254000" cy="57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7" name="Line 177">
            <a:extLst>
              <a:ext uri="{FF2B5EF4-FFF2-40B4-BE49-F238E27FC236}">
                <a16:creationId xmlns:a16="http://schemas.microsoft.com/office/drawing/2014/main" id="{5B35905D-FA49-E24C-8E1E-D70872EC74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89800" y="2773363"/>
            <a:ext cx="254000" cy="136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8" name="Line 178">
            <a:extLst>
              <a:ext uri="{FF2B5EF4-FFF2-40B4-BE49-F238E27FC236}">
                <a16:creationId xmlns:a16="http://schemas.microsoft.com/office/drawing/2014/main" id="{7D51DE57-BFDA-2C40-B9CF-174F54513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2500" y="207645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39" name="Rectangle 179">
            <a:extLst>
              <a:ext uri="{FF2B5EF4-FFF2-40B4-BE49-F238E27FC236}">
                <a16:creationId xmlns:a16="http://schemas.microsoft.com/office/drawing/2014/main" id="{7A8F4A4D-1392-734F-952F-3531369ED9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27875" y="2286000"/>
            <a:ext cx="5873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264340" name="Rectangle 180">
            <a:extLst>
              <a:ext uri="{FF2B5EF4-FFF2-40B4-BE49-F238E27FC236}">
                <a16:creationId xmlns:a16="http://schemas.microsoft.com/office/drawing/2014/main" id="{CFFDDA1D-B6DD-B742-BE54-58094E3F62E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012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4341" name="Rectangle 181">
            <a:extLst>
              <a:ext uri="{FF2B5EF4-FFF2-40B4-BE49-F238E27FC236}">
                <a16:creationId xmlns:a16="http://schemas.microsoft.com/office/drawing/2014/main" id="{13CA8D44-03D0-4A4E-A039-E4369F60FD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0913" y="26384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400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264342" name="Group 182">
            <a:extLst>
              <a:ext uri="{FF2B5EF4-FFF2-40B4-BE49-F238E27FC236}">
                <a16:creationId xmlns:a16="http://schemas.microsoft.com/office/drawing/2014/main" id="{D3C6115E-9C85-E043-ACF9-2F63DC017400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981200"/>
            <a:ext cx="801687" cy="333375"/>
            <a:chOff x="5175" y="1248"/>
            <a:chExt cx="505" cy="210"/>
          </a:xfrm>
        </p:grpSpPr>
        <p:sp>
          <p:nvSpPr>
            <p:cNvPr id="264431" name="Rectangle 183">
              <a:extLst>
                <a:ext uri="{FF2B5EF4-FFF2-40B4-BE49-F238E27FC236}">
                  <a16:creationId xmlns:a16="http://schemas.microsoft.com/office/drawing/2014/main" id="{9848154B-7E05-9040-81DD-7D5BB65B6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" y="1256"/>
              <a:ext cx="416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432" name="Rectangle 184">
              <a:extLst>
                <a:ext uri="{FF2B5EF4-FFF2-40B4-BE49-F238E27FC236}">
                  <a16:creationId xmlns:a16="http://schemas.microsoft.com/office/drawing/2014/main" id="{4073BA77-BAE6-1840-A078-1E2A78843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1248"/>
              <a:ext cx="50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</a:p>
          </p:txBody>
        </p:sp>
      </p:grpSp>
      <p:sp>
        <p:nvSpPr>
          <p:cNvPr id="264343" name="Oval 185">
            <a:extLst>
              <a:ext uri="{FF2B5EF4-FFF2-40B4-BE49-F238E27FC236}">
                <a16:creationId xmlns:a16="http://schemas.microsoft.com/office/drawing/2014/main" id="{1373DB77-23E6-8E4B-877E-4674CDB27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2298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344" name="Line 186">
            <a:extLst>
              <a:ext uri="{FF2B5EF4-FFF2-40B4-BE49-F238E27FC236}">
                <a16:creationId xmlns:a16="http://schemas.microsoft.com/office/drawing/2014/main" id="{564422B6-5B03-9444-B12A-AA79D9491A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45" name="Line 187">
            <a:extLst>
              <a:ext uri="{FF2B5EF4-FFF2-40B4-BE49-F238E27FC236}">
                <a16:creationId xmlns:a16="http://schemas.microsoft.com/office/drawing/2014/main" id="{9BFA971A-E9F2-1D4D-BCCB-D5D52687B2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6637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46" name="Oval 188">
            <a:extLst>
              <a:ext uri="{FF2B5EF4-FFF2-40B4-BE49-F238E27FC236}">
                <a16:creationId xmlns:a16="http://schemas.microsoft.com/office/drawing/2014/main" id="{F2B4DCAC-2424-EF49-8ADB-01446E695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0" y="18415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347" name="Line 189">
            <a:extLst>
              <a:ext uri="{FF2B5EF4-FFF2-40B4-BE49-F238E27FC236}">
                <a16:creationId xmlns:a16="http://schemas.microsoft.com/office/drawing/2014/main" id="{3EF39E0E-4080-544D-A809-1BA0EAD76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663700"/>
            <a:ext cx="0" cy="330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4348" name="Group 190">
            <a:extLst>
              <a:ext uri="{FF2B5EF4-FFF2-40B4-BE49-F238E27FC236}">
                <a16:creationId xmlns:a16="http://schemas.microsoft.com/office/drawing/2014/main" id="{C03A60C4-72F2-744C-8BDB-1BCB5D7EA322}"/>
              </a:ext>
            </a:extLst>
          </p:cNvPr>
          <p:cNvGrpSpPr>
            <a:grpSpLocks/>
          </p:cNvGrpSpPr>
          <p:nvPr/>
        </p:nvGrpSpPr>
        <p:grpSpPr bwMode="auto">
          <a:xfrm>
            <a:off x="7556500" y="2063750"/>
            <a:ext cx="652463" cy="427038"/>
            <a:chOff x="4760" y="1300"/>
            <a:chExt cx="411" cy="269"/>
          </a:xfrm>
        </p:grpSpPr>
        <p:sp>
          <p:nvSpPr>
            <p:cNvPr id="264428" name="Line 191">
              <a:extLst>
                <a:ext uri="{FF2B5EF4-FFF2-40B4-BE49-F238E27FC236}">
                  <a16:creationId xmlns:a16="http://schemas.microsoft.com/office/drawing/2014/main" id="{5EBE6BCE-972F-6340-AF77-2C48BB615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1344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9" name="Line 192">
              <a:extLst>
                <a:ext uri="{FF2B5EF4-FFF2-40B4-BE49-F238E27FC236}">
                  <a16:creationId xmlns:a16="http://schemas.microsoft.com/office/drawing/2014/main" id="{BE6593E0-75F7-E140-A70F-43CC15DB6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6" y="1300"/>
              <a:ext cx="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30" name="Rectangle 193">
              <a:extLst>
                <a:ext uri="{FF2B5EF4-FFF2-40B4-BE49-F238E27FC236}">
                  <a16:creationId xmlns:a16="http://schemas.microsoft.com/office/drawing/2014/main" id="{E592AB28-17A3-C946-BA85-6C17CC95D5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15" y="1359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32</a:t>
              </a:r>
            </a:p>
          </p:txBody>
        </p:sp>
      </p:grpSp>
      <p:sp>
        <p:nvSpPr>
          <p:cNvPr id="264349" name="Line 194">
            <a:extLst>
              <a:ext uri="{FF2B5EF4-FFF2-40B4-BE49-F238E27FC236}">
                <a16:creationId xmlns:a16="http://schemas.microsoft.com/office/drawing/2014/main" id="{AB152032-8106-2145-87E3-F83506AFB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035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0" name="Line 195">
            <a:extLst>
              <a:ext uri="{FF2B5EF4-FFF2-40B4-BE49-F238E27FC236}">
                <a16:creationId xmlns:a16="http://schemas.microsoft.com/office/drawing/2014/main" id="{BB0A84CB-BC8D-0243-ACD8-CA27F92A48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6900" y="35814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1" name="Rectangle 196">
            <a:extLst>
              <a:ext uri="{FF2B5EF4-FFF2-40B4-BE49-F238E27FC236}">
                <a16:creationId xmlns:a16="http://schemas.microsoft.com/office/drawing/2014/main" id="{1D3D5B98-F844-6C45-9262-C86625B5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27606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64352" name="Line 197">
            <a:extLst>
              <a:ext uri="{FF2B5EF4-FFF2-40B4-BE49-F238E27FC236}">
                <a16:creationId xmlns:a16="http://schemas.microsoft.com/office/drawing/2014/main" id="{ADD56F61-054B-D14B-817E-3A1D34A5F3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1100" y="2743200"/>
            <a:ext cx="124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3" name="Line 198">
            <a:extLst>
              <a:ext uri="{FF2B5EF4-FFF2-40B4-BE49-F238E27FC236}">
                <a16:creationId xmlns:a16="http://schemas.microsoft.com/office/drawing/2014/main" id="{BFE5E689-EFAD-8B4C-932C-CD48AC6FB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752600"/>
            <a:ext cx="279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4" name="Line 199">
            <a:extLst>
              <a:ext uri="{FF2B5EF4-FFF2-40B4-BE49-F238E27FC236}">
                <a16:creationId xmlns:a16="http://schemas.microsoft.com/office/drawing/2014/main" id="{756FA895-0189-494C-92E4-FDBA16CAB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0500" y="19050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5" name="Line 200">
            <a:extLst>
              <a:ext uri="{FF2B5EF4-FFF2-40B4-BE49-F238E27FC236}">
                <a16:creationId xmlns:a16="http://schemas.microsoft.com/office/drawing/2014/main" id="{4F3E2C92-31F3-4543-8B8C-774FCDF02C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8288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4356" name="Group 201">
            <a:extLst>
              <a:ext uri="{FF2B5EF4-FFF2-40B4-BE49-F238E27FC236}">
                <a16:creationId xmlns:a16="http://schemas.microsoft.com/office/drawing/2014/main" id="{CFEF8111-7A0B-A347-A476-618BE922364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76400"/>
            <a:ext cx="381000" cy="306388"/>
            <a:chOff x="672" y="1056"/>
            <a:chExt cx="240" cy="193"/>
          </a:xfrm>
        </p:grpSpPr>
        <p:sp>
          <p:nvSpPr>
            <p:cNvPr id="264423" name="Arc 202">
              <a:extLst>
                <a:ext uri="{FF2B5EF4-FFF2-40B4-BE49-F238E27FC236}">
                  <a16:creationId xmlns:a16="http://schemas.microsoft.com/office/drawing/2014/main" id="{19F2981A-C2FC-9B43-A63E-8C2D87584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" y="1065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4" name="Arc 203">
              <a:extLst>
                <a:ext uri="{FF2B5EF4-FFF2-40B4-BE49-F238E27FC236}">
                  <a16:creationId xmlns:a16="http://schemas.microsoft.com/office/drawing/2014/main" id="{F1F0C33B-4755-594A-B70A-638E549B96B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672" y="116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5" name="Line 204">
              <a:extLst>
                <a:ext uri="{FF2B5EF4-FFF2-40B4-BE49-F238E27FC236}">
                  <a16:creationId xmlns:a16="http://schemas.microsoft.com/office/drawing/2014/main" id="{2A64708B-7A85-BD47-8734-12475B9A8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056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6" name="Line 205">
              <a:extLst>
                <a:ext uri="{FF2B5EF4-FFF2-40B4-BE49-F238E27FC236}">
                  <a16:creationId xmlns:a16="http://schemas.microsoft.com/office/drawing/2014/main" id="{7794D37E-7FED-DA47-A084-237337E6F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124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7" name="Line 206">
              <a:extLst>
                <a:ext uri="{FF2B5EF4-FFF2-40B4-BE49-F238E27FC236}">
                  <a16:creationId xmlns:a16="http://schemas.microsoft.com/office/drawing/2014/main" id="{90F083B6-5632-9D4F-891A-523E5DCA4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0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4357" name="Line 207">
            <a:extLst>
              <a:ext uri="{FF2B5EF4-FFF2-40B4-BE49-F238E27FC236}">
                <a16:creationId xmlns:a16="http://schemas.microsoft.com/office/drawing/2014/main" id="{42A3FA1E-857B-3245-B122-FCF3AE426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" y="2044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8" name="Arc 208">
            <a:extLst>
              <a:ext uri="{FF2B5EF4-FFF2-40B4-BE49-F238E27FC236}">
                <a16:creationId xmlns:a16="http://schemas.microsoft.com/office/drawing/2014/main" id="{9219B681-8C8F-3E48-9A9E-4F0DECDCCCCB}"/>
              </a:ext>
            </a:extLst>
          </p:cNvPr>
          <p:cNvSpPr>
            <a:spLocks/>
          </p:cNvSpPr>
          <p:nvPr/>
        </p:nvSpPr>
        <p:spPr bwMode="auto">
          <a:xfrm rot="-5400000">
            <a:off x="661988" y="1981200"/>
            <a:ext cx="330200" cy="215900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59" name="Arc 209">
            <a:extLst>
              <a:ext uri="{FF2B5EF4-FFF2-40B4-BE49-F238E27FC236}">
                <a16:creationId xmlns:a16="http://schemas.microsoft.com/office/drawing/2014/main" id="{8747F1E5-7226-EA42-AC41-67E89E7C23AC}"/>
              </a:ext>
            </a:extLst>
          </p:cNvPr>
          <p:cNvSpPr>
            <a:spLocks/>
          </p:cNvSpPr>
          <p:nvPr/>
        </p:nvSpPr>
        <p:spPr bwMode="auto">
          <a:xfrm rot="5400000">
            <a:off x="476250" y="1981200"/>
            <a:ext cx="330200" cy="2159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4360" name="Group 210">
            <a:extLst>
              <a:ext uri="{FF2B5EF4-FFF2-40B4-BE49-F238E27FC236}">
                <a16:creationId xmlns:a16="http://schemas.microsoft.com/office/drawing/2014/main" id="{F7F8928F-907D-3343-9208-EF7D4C6B7DB8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1900238"/>
            <a:ext cx="373062" cy="101600"/>
            <a:chOff x="345" y="1197"/>
            <a:chExt cx="235" cy="64"/>
          </a:xfrm>
        </p:grpSpPr>
        <p:sp>
          <p:nvSpPr>
            <p:cNvPr id="264421" name="Arc 211">
              <a:extLst>
                <a:ext uri="{FF2B5EF4-FFF2-40B4-BE49-F238E27FC236}">
                  <a16:creationId xmlns:a16="http://schemas.microsoft.com/office/drawing/2014/main" id="{918EB27C-E57C-F04D-A5CE-642AB80DE26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1" y="1161"/>
              <a:ext cx="64" cy="136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7" fill="none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</a:path>
                <a:path w="21600" h="21597" stroke="0" extrusionOk="0">
                  <a:moveTo>
                    <a:pt x="0" y="21596"/>
                  </a:moveTo>
                  <a:cubicBezTo>
                    <a:pt x="0" y="9799"/>
                    <a:pt x="9466" y="183"/>
                    <a:pt x="21262" y="-1"/>
                  </a:cubicBezTo>
                  <a:lnTo>
                    <a:pt x="21600" y="21597"/>
                  </a:lnTo>
                  <a:lnTo>
                    <a:pt x="0" y="21596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422" name="Arc 212">
              <a:extLst>
                <a:ext uri="{FF2B5EF4-FFF2-40B4-BE49-F238E27FC236}">
                  <a16:creationId xmlns:a16="http://schemas.microsoft.com/office/drawing/2014/main" id="{3A52F9CC-497E-AC41-9107-19AD82F67FB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80" y="1161"/>
              <a:ext cx="64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4361" name="Line 213">
            <a:extLst>
              <a:ext uri="{FF2B5EF4-FFF2-40B4-BE49-F238E27FC236}">
                <a16:creationId xmlns:a16="http://schemas.microsoft.com/office/drawing/2014/main" id="{35201C21-6E27-B64C-BC3D-3170F0656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2987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62" name="Line 214">
            <a:extLst>
              <a:ext uri="{FF2B5EF4-FFF2-40B4-BE49-F238E27FC236}">
                <a16:creationId xmlns:a16="http://schemas.microsoft.com/office/drawing/2014/main" id="{99DDDAA6-3AF7-0441-9ABC-58BA36F52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1739900"/>
            <a:ext cx="0" cy="254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63" name="Line 215">
            <a:extLst>
              <a:ext uri="{FF2B5EF4-FFF2-40B4-BE49-F238E27FC236}">
                <a16:creationId xmlns:a16="http://schemas.microsoft.com/office/drawing/2014/main" id="{CF1CC4D7-FB16-F943-B5C0-4931DC1EC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8161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64" name="Rectangle 216">
            <a:extLst>
              <a:ext uri="{FF2B5EF4-FFF2-40B4-BE49-F238E27FC236}">
                <a16:creationId xmlns:a16="http://schemas.microsoft.com/office/drawing/2014/main" id="{376092A0-7FF5-BD4D-B324-3DD377BC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1693863"/>
            <a:ext cx="6207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1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264365" name="Rectangle 217">
            <a:extLst>
              <a:ext uri="{FF2B5EF4-FFF2-40B4-BE49-F238E27FC236}">
                <a16:creationId xmlns:a16="http://schemas.microsoft.com/office/drawing/2014/main" id="{CEC667D1-5B4B-3A4A-B2F1-73E993C88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1447800"/>
            <a:ext cx="14827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PCWrCond=0</a:t>
            </a:r>
          </a:p>
        </p:txBody>
      </p:sp>
      <p:sp>
        <p:nvSpPr>
          <p:cNvPr id="264366" name="Rectangle 218">
            <a:extLst>
              <a:ext uri="{FF2B5EF4-FFF2-40B4-BE49-F238E27FC236}">
                <a16:creationId xmlns:a16="http://schemas.microsoft.com/office/drawing/2014/main" id="{0845D3A2-D80B-B14B-BC7A-61DDB30A3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447800"/>
            <a:ext cx="10207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PCSrc=x</a:t>
            </a:r>
          </a:p>
        </p:txBody>
      </p:sp>
      <p:sp>
        <p:nvSpPr>
          <p:cNvPr id="264367" name="Rectangle 219">
            <a:extLst>
              <a:ext uri="{FF2B5EF4-FFF2-40B4-BE49-F238E27FC236}">
                <a16:creationId xmlns:a16="http://schemas.microsoft.com/office/drawing/2014/main" id="{5AD857A2-2292-A84E-A2CE-B7FA00DA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447800"/>
            <a:ext cx="909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BrWr=0</a:t>
            </a:r>
          </a:p>
        </p:txBody>
      </p:sp>
      <p:sp>
        <p:nvSpPr>
          <p:cNvPr id="264368" name="Line 220">
            <a:extLst>
              <a:ext uri="{FF2B5EF4-FFF2-40B4-BE49-F238E27FC236}">
                <a16:creationId xmlns:a16="http://schemas.microsoft.com/office/drawing/2014/main" id="{74DA1014-7723-2449-8D0D-527825F205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" y="36639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69" name="Rectangle 221">
            <a:extLst>
              <a:ext uri="{FF2B5EF4-FFF2-40B4-BE49-F238E27FC236}">
                <a16:creationId xmlns:a16="http://schemas.microsoft.com/office/drawing/2014/main" id="{CB76E928-FBDF-B048-A19B-65C0705A7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452813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370" name="Line 222">
            <a:extLst>
              <a:ext uri="{FF2B5EF4-FFF2-40B4-BE49-F238E27FC236}">
                <a16:creationId xmlns:a16="http://schemas.microsoft.com/office/drawing/2014/main" id="{172E0922-A2ED-EA48-9077-011DEBC5C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2987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71" name="Rectangle 223">
            <a:extLst>
              <a:ext uri="{FF2B5EF4-FFF2-40B4-BE49-F238E27FC236}">
                <a16:creationId xmlns:a16="http://schemas.microsoft.com/office/drawing/2014/main" id="{E23510B0-3A9B-5E45-8EB8-B10866DAB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998663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ea typeface="宋体" panose="02010600030101010101" pitchFamily="2" charset="-122"/>
              </a:rPr>
              <a:t>IorD=x</a:t>
            </a:r>
          </a:p>
        </p:txBody>
      </p:sp>
      <p:sp>
        <p:nvSpPr>
          <p:cNvPr id="264372" name="Line 224">
            <a:extLst>
              <a:ext uri="{FF2B5EF4-FFF2-40B4-BE49-F238E27FC236}">
                <a16:creationId xmlns:a16="http://schemas.microsoft.com/office/drawing/2014/main" id="{EC217269-99B0-0F4D-ACA1-9E9B0AD947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9600" y="4013200"/>
            <a:ext cx="330200" cy="127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73" name="Line 225">
            <a:extLst>
              <a:ext uri="{FF2B5EF4-FFF2-40B4-BE49-F238E27FC236}">
                <a16:creationId xmlns:a16="http://schemas.microsoft.com/office/drawing/2014/main" id="{280735E2-521F-F94F-8789-AC9699CF55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098800"/>
            <a:ext cx="203200" cy="4064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74" name="Line 226">
            <a:extLst>
              <a:ext uri="{FF2B5EF4-FFF2-40B4-BE49-F238E27FC236}">
                <a16:creationId xmlns:a16="http://schemas.microsoft.com/office/drawing/2014/main" id="{8D853650-4CC4-A440-A53A-1C48B4DA92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937000"/>
            <a:ext cx="203200" cy="4191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375" name="Rectangle 227">
            <a:extLst>
              <a:ext uri="{FF2B5EF4-FFF2-40B4-BE49-F238E27FC236}">
                <a16:creationId xmlns:a16="http://schemas.microsoft.com/office/drawing/2014/main" id="{9ADCEDA8-5EE4-1745-85C2-8E70C7E2A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00013"/>
            <a:ext cx="76041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指令的执行周期（第三个周期）</a:t>
            </a:r>
          </a:p>
        </p:txBody>
      </p:sp>
      <p:grpSp>
        <p:nvGrpSpPr>
          <p:cNvPr id="264376" name="Group 228">
            <a:extLst>
              <a:ext uri="{FF2B5EF4-FFF2-40B4-BE49-F238E27FC236}">
                <a16:creationId xmlns:a16="http://schemas.microsoft.com/office/drawing/2014/main" id="{9A0BD118-3C49-E946-8A9F-426409A5CAD4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457200"/>
            <a:ext cx="1965325" cy="1392238"/>
            <a:chOff x="2648" y="288"/>
            <a:chExt cx="1238" cy="877"/>
          </a:xfrm>
        </p:grpSpPr>
        <p:grpSp>
          <p:nvGrpSpPr>
            <p:cNvPr id="264410" name="Group 229">
              <a:extLst>
                <a:ext uri="{FF2B5EF4-FFF2-40B4-BE49-F238E27FC236}">
                  <a16:creationId xmlns:a16="http://schemas.microsoft.com/office/drawing/2014/main" id="{4A054689-77E9-D64F-8F73-F6562D162E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8" y="288"/>
              <a:ext cx="1232" cy="877"/>
              <a:chOff x="2648" y="288"/>
              <a:chExt cx="1232" cy="877"/>
            </a:xfrm>
          </p:grpSpPr>
          <p:sp>
            <p:nvSpPr>
              <p:cNvPr id="264412" name="Rectangle 230">
                <a:extLst>
                  <a:ext uri="{FF2B5EF4-FFF2-40B4-BE49-F238E27FC236}">
                    <a16:creationId xmlns:a16="http://schemas.microsoft.com/office/drawing/2014/main" id="{1B08B11B-331B-0043-8228-4AC3DAA86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303"/>
                <a:ext cx="56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1: </a:t>
                </a:r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RegDst</a:t>
                </a:r>
              </a:p>
            </p:txBody>
          </p:sp>
          <p:sp>
            <p:nvSpPr>
              <p:cNvPr id="264413" name="Rectangle 231">
                <a:extLst>
                  <a:ext uri="{FF2B5EF4-FFF2-40B4-BE49-F238E27FC236}">
                    <a16:creationId xmlns:a16="http://schemas.microsoft.com/office/drawing/2014/main" id="{EDC1758C-6052-A942-B406-2F554A70C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5" y="639"/>
                <a:ext cx="81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ALUOp=Rtype</a:t>
                </a:r>
              </a:p>
            </p:txBody>
          </p:sp>
          <p:sp>
            <p:nvSpPr>
              <p:cNvPr id="264414" name="Rectangle 232">
                <a:extLst>
                  <a:ext uri="{FF2B5EF4-FFF2-40B4-BE49-F238E27FC236}">
                    <a16:creationId xmlns:a16="http://schemas.microsoft.com/office/drawing/2014/main" id="{974FA685-6E69-A94D-B988-7142FEC84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543"/>
                <a:ext cx="737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ALUSelB=01</a:t>
                </a:r>
              </a:p>
            </p:txBody>
          </p:sp>
          <p:sp>
            <p:nvSpPr>
              <p:cNvPr id="264415" name="Rectangle 233">
                <a:extLst>
                  <a:ext uri="{FF2B5EF4-FFF2-40B4-BE49-F238E27FC236}">
                    <a16:creationId xmlns:a16="http://schemas.microsoft.com/office/drawing/2014/main" id="{81AD154E-9C87-9545-A87F-A036B7008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3" y="783"/>
                <a:ext cx="782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x: PCSrc, IorD</a:t>
                </a:r>
              </a:p>
            </p:txBody>
          </p:sp>
          <p:sp>
            <p:nvSpPr>
              <p:cNvPr id="264416" name="Oval 234">
                <a:extLst>
                  <a:ext uri="{FF2B5EF4-FFF2-40B4-BE49-F238E27FC236}">
                    <a16:creationId xmlns:a16="http://schemas.microsoft.com/office/drawing/2014/main" id="{2DDF967E-FE42-F541-A2BB-0D0A296F4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" y="296"/>
                <a:ext cx="896" cy="8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4417" name="Rectangle 235">
                <a:extLst>
                  <a:ext uri="{FF2B5EF4-FFF2-40B4-BE49-F238E27FC236}">
                    <a16:creationId xmlns:a16="http://schemas.microsoft.com/office/drawing/2014/main" id="{FB9CF5FE-6B90-F645-84DD-32336830A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879"/>
                <a:ext cx="619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MemtoReg</a:t>
                </a:r>
              </a:p>
            </p:txBody>
          </p:sp>
          <p:sp>
            <p:nvSpPr>
              <p:cNvPr id="264418" name="Rectangle 236">
                <a:extLst>
                  <a:ext uri="{FF2B5EF4-FFF2-40B4-BE49-F238E27FC236}">
                    <a16:creationId xmlns:a16="http://schemas.microsoft.com/office/drawing/2014/main" id="{04BE9B77-2AF3-0543-A200-37DBDD5A8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399"/>
                <a:ext cx="568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ALUSelA</a:t>
                </a:r>
              </a:p>
            </p:txBody>
          </p:sp>
          <p:sp>
            <p:nvSpPr>
              <p:cNvPr id="264419" name="Rectangle 237">
                <a:extLst>
                  <a:ext uri="{FF2B5EF4-FFF2-40B4-BE49-F238E27FC236}">
                    <a16:creationId xmlns:a16="http://schemas.microsoft.com/office/drawing/2014/main" id="{DB9179EE-ECE0-F14F-B61B-BEDC1B690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5" y="975"/>
                <a:ext cx="406" cy="1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400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264420" name="Rectangle 238">
                <a:extLst>
                  <a:ext uri="{FF2B5EF4-FFF2-40B4-BE49-F238E27FC236}">
                    <a16:creationId xmlns:a16="http://schemas.microsoft.com/office/drawing/2014/main" id="{3E314E81-DD32-E34B-B897-7A1FF3D0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88"/>
                <a:ext cx="50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RExec</a:t>
                </a:r>
              </a:p>
            </p:txBody>
          </p:sp>
        </p:grpSp>
        <p:sp>
          <p:nvSpPr>
            <p:cNvPr id="264411" name="Oval 239">
              <a:extLst>
                <a:ext uri="{FF2B5EF4-FFF2-40B4-BE49-F238E27FC236}">
                  <a16:creationId xmlns:a16="http://schemas.microsoft.com/office/drawing/2014/main" id="{5623B765-BAA7-4345-90E0-F3CA55D87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" y="293"/>
              <a:ext cx="905" cy="860"/>
            </a:xfrm>
            <a:prstGeom prst="ellips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64377" name="Text Box 241">
            <a:extLst>
              <a:ext uri="{FF2B5EF4-FFF2-40B4-BE49-F238E27FC236}">
                <a16:creationId xmlns:a16="http://schemas.microsoft.com/office/drawing/2014/main" id="{3867FEAD-EF52-6C44-8ED7-22013C194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074738"/>
            <a:ext cx="441166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7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指令第一个周期控制信号取值？</a:t>
            </a:r>
          </a:p>
        </p:txBody>
      </p:sp>
      <p:grpSp>
        <p:nvGrpSpPr>
          <p:cNvPr id="432386" name="Group 258">
            <a:extLst>
              <a:ext uri="{FF2B5EF4-FFF2-40B4-BE49-F238E27FC236}">
                <a16:creationId xmlns:a16="http://schemas.microsoft.com/office/drawing/2014/main" id="{6C45B2D9-0B43-B440-B431-B765A5DEB9A5}"/>
              </a:ext>
            </a:extLst>
          </p:cNvPr>
          <p:cNvGrpSpPr>
            <a:grpSpLocks/>
          </p:cNvGrpSpPr>
          <p:nvPr/>
        </p:nvGrpSpPr>
        <p:grpSpPr bwMode="auto">
          <a:xfrm>
            <a:off x="28575" y="5275263"/>
            <a:ext cx="4545013" cy="484187"/>
            <a:chOff x="38" y="3179"/>
            <a:chExt cx="2863" cy="305"/>
          </a:xfrm>
        </p:grpSpPr>
        <p:sp>
          <p:nvSpPr>
            <p:cNvPr id="264396" name="Rectangle 243">
              <a:extLst>
                <a:ext uri="{FF2B5EF4-FFF2-40B4-BE49-F238E27FC236}">
                  <a16:creationId xmlns:a16="http://schemas.microsoft.com/office/drawing/2014/main" id="{DD92245E-8FE5-3B4D-BC18-7BBBA1B9F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3190"/>
              <a:ext cx="2853" cy="283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397" name="Line 244">
              <a:extLst>
                <a:ext uri="{FF2B5EF4-FFF2-40B4-BE49-F238E27FC236}">
                  <a16:creationId xmlns:a16="http://schemas.microsoft.com/office/drawing/2014/main" id="{1074FA26-259F-AE4C-A996-41BCE3388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" y="3181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98" name="Line 245">
              <a:extLst>
                <a:ext uri="{FF2B5EF4-FFF2-40B4-BE49-F238E27FC236}">
                  <a16:creationId xmlns:a16="http://schemas.microsoft.com/office/drawing/2014/main" id="{F7B908E4-F999-854E-A0E3-AE14E7163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" y="3181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99" name="Line 246">
              <a:extLst>
                <a:ext uri="{FF2B5EF4-FFF2-40B4-BE49-F238E27FC236}">
                  <a16:creationId xmlns:a16="http://schemas.microsoft.com/office/drawing/2014/main" id="{3EAC8DFB-3FBC-6A4E-A767-FC075563F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" y="3179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400" name="Line 247">
              <a:extLst>
                <a:ext uri="{FF2B5EF4-FFF2-40B4-BE49-F238E27FC236}">
                  <a16:creationId xmlns:a16="http://schemas.microsoft.com/office/drawing/2014/main" id="{C4610C16-7562-454C-AD9B-677FAAB57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3187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401" name="Rectangle 248">
              <a:extLst>
                <a:ext uri="{FF2B5EF4-FFF2-40B4-BE49-F238E27FC236}">
                  <a16:creationId xmlns:a16="http://schemas.microsoft.com/office/drawing/2014/main" id="{14C32873-43CC-C748-BBB8-CF9515711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" y="3237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PCWr</a:t>
              </a:r>
            </a:p>
          </p:txBody>
        </p:sp>
        <p:sp>
          <p:nvSpPr>
            <p:cNvPr id="264402" name="Rectangle 249">
              <a:extLst>
                <a:ext uri="{FF2B5EF4-FFF2-40B4-BE49-F238E27FC236}">
                  <a16:creationId xmlns:a16="http://schemas.microsoft.com/office/drawing/2014/main" id="{EC0F4B7D-48E1-D148-A12A-F5B1007D0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32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IorD</a:t>
              </a:r>
            </a:p>
          </p:txBody>
        </p:sp>
        <p:sp>
          <p:nvSpPr>
            <p:cNvPr id="264403" name="Line 250">
              <a:extLst>
                <a:ext uri="{FF2B5EF4-FFF2-40B4-BE49-F238E27FC236}">
                  <a16:creationId xmlns:a16="http://schemas.microsoft.com/office/drawing/2014/main" id="{52B15BA6-E7BA-AA47-B2A4-FABA84391D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3355"/>
              <a:ext cx="185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404" name="Rectangle 251">
              <a:extLst>
                <a:ext uri="{FF2B5EF4-FFF2-40B4-BE49-F238E27FC236}">
                  <a16:creationId xmlns:a16="http://schemas.microsoft.com/office/drawing/2014/main" id="{780844E2-74BF-5641-B966-5356A13E1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3227"/>
              <a:ext cx="49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PCSrc</a:t>
              </a:r>
            </a:p>
          </p:txBody>
        </p:sp>
        <p:sp>
          <p:nvSpPr>
            <p:cNvPr id="264405" name="Line 252">
              <a:extLst>
                <a:ext uri="{FF2B5EF4-FFF2-40B4-BE49-F238E27FC236}">
                  <a16:creationId xmlns:a16="http://schemas.microsoft.com/office/drawing/2014/main" id="{6DF558CF-B6AC-8F46-A45A-4E822630C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4" y="3191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406" name="Rectangle 253">
              <a:extLst>
                <a:ext uri="{FF2B5EF4-FFF2-40B4-BE49-F238E27FC236}">
                  <a16:creationId xmlns:a16="http://schemas.microsoft.com/office/drawing/2014/main" id="{87419F58-7070-D948-8EAB-C24683BA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" y="3225"/>
              <a:ext cx="4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BrWr</a:t>
              </a:r>
            </a:p>
          </p:txBody>
        </p:sp>
        <p:sp>
          <p:nvSpPr>
            <p:cNvPr id="264407" name="Line 254">
              <a:extLst>
                <a:ext uri="{FF2B5EF4-FFF2-40B4-BE49-F238E27FC236}">
                  <a16:creationId xmlns:a16="http://schemas.microsoft.com/office/drawing/2014/main" id="{61B036B4-9A9F-A741-90DE-2AAD4906B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3201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408" name="Rectangle 255">
              <a:extLst>
                <a:ext uri="{FF2B5EF4-FFF2-40B4-BE49-F238E27FC236}">
                  <a16:creationId xmlns:a16="http://schemas.microsoft.com/office/drawing/2014/main" id="{40C2EC67-2A0A-454F-A71C-C0B2F268C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" y="3219"/>
              <a:ext cx="5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u="sng">
                  <a:solidFill>
                    <a:schemeClr val="accent2"/>
                  </a:solidFill>
                  <a:ea typeface="宋体" panose="02010600030101010101" pitchFamily="2" charset="-122"/>
                </a:rPr>
                <a:t>MemWr</a:t>
              </a:r>
            </a:p>
          </p:txBody>
        </p:sp>
        <p:sp>
          <p:nvSpPr>
            <p:cNvPr id="264409" name="Line 256">
              <a:extLst>
                <a:ext uri="{FF2B5EF4-FFF2-40B4-BE49-F238E27FC236}">
                  <a16:creationId xmlns:a16="http://schemas.microsoft.com/office/drawing/2014/main" id="{0D877325-59A6-9F4F-AB34-9532A733D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1" y="3342"/>
              <a:ext cx="185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2385" name="Text Box 257">
            <a:extLst>
              <a:ext uri="{FF2B5EF4-FFF2-40B4-BE49-F238E27FC236}">
                <a16:creationId xmlns:a16="http://schemas.microsoft.com/office/drawing/2014/main" id="{57B9D2B0-DBC2-6448-A796-1CC861E1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4895850"/>
            <a:ext cx="3841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不译法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的微操作码格式为：</a:t>
            </a:r>
          </a:p>
        </p:txBody>
      </p:sp>
      <p:sp>
        <p:nvSpPr>
          <p:cNvPr id="432387" name="Text Box 259">
            <a:extLst>
              <a:ext uri="{FF2B5EF4-FFF2-40B4-BE49-F238E27FC236}">
                <a16:creationId xmlns:a16="http://schemas.microsoft.com/office/drawing/2014/main" id="{EA8456C8-823B-924D-A9C7-2265C72CF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5926138"/>
            <a:ext cx="3841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RExec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对应的微指令为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grpSp>
        <p:nvGrpSpPr>
          <p:cNvPr id="432403" name="Group 275">
            <a:extLst>
              <a:ext uri="{FF2B5EF4-FFF2-40B4-BE49-F238E27FC236}">
                <a16:creationId xmlns:a16="http://schemas.microsoft.com/office/drawing/2014/main" id="{0B9CC349-CDFB-2142-8DEE-7A6524D5CE2E}"/>
              </a:ext>
            </a:extLst>
          </p:cNvPr>
          <p:cNvGrpSpPr>
            <a:grpSpLocks/>
          </p:cNvGrpSpPr>
          <p:nvPr/>
        </p:nvGrpSpPr>
        <p:grpSpPr bwMode="auto">
          <a:xfrm>
            <a:off x="57150" y="6330950"/>
            <a:ext cx="4545013" cy="484188"/>
            <a:chOff x="36" y="3988"/>
            <a:chExt cx="2863" cy="305"/>
          </a:xfrm>
        </p:grpSpPr>
        <p:sp>
          <p:nvSpPr>
            <p:cNvPr id="264382" name="Rectangle 261">
              <a:extLst>
                <a:ext uri="{FF2B5EF4-FFF2-40B4-BE49-F238E27FC236}">
                  <a16:creationId xmlns:a16="http://schemas.microsoft.com/office/drawing/2014/main" id="{5DBA475C-5473-134C-A450-666D9D5E2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" y="3999"/>
              <a:ext cx="2853" cy="283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64383" name="Line 262">
              <a:extLst>
                <a:ext uri="{FF2B5EF4-FFF2-40B4-BE49-F238E27FC236}">
                  <a16:creationId xmlns:a16="http://schemas.microsoft.com/office/drawing/2014/main" id="{F258673A-6DA3-754A-BF90-60A9E2D64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" y="3990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84" name="Line 263">
              <a:extLst>
                <a:ext uri="{FF2B5EF4-FFF2-40B4-BE49-F238E27FC236}">
                  <a16:creationId xmlns:a16="http://schemas.microsoft.com/office/drawing/2014/main" id="{E787AAFF-B38F-5F48-8EB3-BD7B2D14B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3990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85" name="Line 264">
              <a:extLst>
                <a:ext uri="{FF2B5EF4-FFF2-40B4-BE49-F238E27FC236}">
                  <a16:creationId xmlns:a16="http://schemas.microsoft.com/office/drawing/2014/main" id="{A47322A2-70F5-794B-973B-5D76F2052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3988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86" name="Line 265">
              <a:extLst>
                <a:ext uri="{FF2B5EF4-FFF2-40B4-BE49-F238E27FC236}">
                  <a16:creationId xmlns:a16="http://schemas.microsoft.com/office/drawing/2014/main" id="{826866D9-4941-2D4F-A6BB-0279F0ADF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3996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87" name="Rectangle 266">
              <a:extLst>
                <a:ext uri="{FF2B5EF4-FFF2-40B4-BE49-F238E27FC236}">
                  <a16:creationId xmlns:a16="http://schemas.microsoft.com/office/drawing/2014/main" id="{B1D0AAC2-D4AC-D344-A1DD-F80704553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" y="4046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  0</a:t>
              </a:r>
            </a:p>
          </p:txBody>
        </p:sp>
        <p:sp>
          <p:nvSpPr>
            <p:cNvPr id="264388" name="Rectangle 267">
              <a:extLst>
                <a:ext uri="{FF2B5EF4-FFF2-40B4-BE49-F238E27FC236}">
                  <a16:creationId xmlns:a16="http://schemas.microsoft.com/office/drawing/2014/main" id="{73B74FAB-94D9-8747-837B-6B5D8D27B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" y="4037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 x</a:t>
              </a:r>
            </a:p>
          </p:txBody>
        </p:sp>
        <p:sp>
          <p:nvSpPr>
            <p:cNvPr id="264389" name="Line 268">
              <a:extLst>
                <a:ext uri="{FF2B5EF4-FFF2-40B4-BE49-F238E27FC236}">
                  <a16:creationId xmlns:a16="http://schemas.microsoft.com/office/drawing/2014/main" id="{A2D11281-8AF8-0F4D-9FC2-2D1BC97D4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7" y="4164"/>
              <a:ext cx="185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90" name="Rectangle 269">
              <a:extLst>
                <a:ext uri="{FF2B5EF4-FFF2-40B4-BE49-F238E27FC236}">
                  <a16:creationId xmlns:a16="http://schemas.microsoft.com/office/drawing/2014/main" id="{6A1A1111-A739-F248-A3E9-B5EFA09EE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" y="4036"/>
              <a:ext cx="3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   x</a:t>
              </a:r>
            </a:p>
          </p:txBody>
        </p:sp>
        <p:sp>
          <p:nvSpPr>
            <p:cNvPr id="264391" name="Line 270">
              <a:extLst>
                <a:ext uri="{FF2B5EF4-FFF2-40B4-BE49-F238E27FC236}">
                  <a16:creationId xmlns:a16="http://schemas.microsoft.com/office/drawing/2014/main" id="{706093FA-7C33-8541-B6C2-A5BCE1A98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4000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92" name="Rectangle 271">
              <a:extLst>
                <a:ext uri="{FF2B5EF4-FFF2-40B4-BE49-F238E27FC236}">
                  <a16:creationId xmlns:a16="http://schemas.microsoft.com/office/drawing/2014/main" id="{4457A8F4-6AA2-7845-A761-B757FA182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" y="4034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  0</a:t>
              </a:r>
            </a:p>
          </p:txBody>
        </p:sp>
        <p:sp>
          <p:nvSpPr>
            <p:cNvPr id="264393" name="Line 272">
              <a:extLst>
                <a:ext uri="{FF2B5EF4-FFF2-40B4-BE49-F238E27FC236}">
                  <a16:creationId xmlns:a16="http://schemas.microsoft.com/office/drawing/2014/main" id="{5F7B484D-2B11-DD4F-9D47-5F3230A0A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4010"/>
              <a:ext cx="0" cy="283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394" name="Rectangle 273">
              <a:extLst>
                <a:ext uri="{FF2B5EF4-FFF2-40B4-BE49-F238E27FC236}">
                  <a16:creationId xmlns:a16="http://schemas.microsoft.com/office/drawing/2014/main" id="{DC2BFAFE-870D-624C-95D9-96D0CF21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" y="4055"/>
              <a:ext cx="4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    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4395" name="Line 274">
              <a:extLst>
                <a:ext uri="{FF2B5EF4-FFF2-40B4-BE49-F238E27FC236}">
                  <a16:creationId xmlns:a16="http://schemas.microsoft.com/office/drawing/2014/main" id="{0D868224-05E4-1841-86E3-0645B6925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9" y="4151"/>
              <a:ext cx="185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385" grpId="0"/>
      <p:bldP spid="4323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B7C27617-8797-5248-B430-61A8B0CBF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60338"/>
            <a:ext cx="5380038" cy="422275"/>
          </a:xfrm>
        </p:spPr>
        <p:txBody>
          <a:bodyPr/>
          <a:lstStyle/>
          <a:p>
            <a:r>
              <a:rPr lang="zh-CN" altLang="en-US">
                <a:latin typeface="方正舒体" pitchFamily="2" charset="-122"/>
                <a:ea typeface="宋体" panose="02010600030101010101" pitchFamily="2" charset="-122"/>
              </a:rPr>
              <a:t>不译法(直接控制法)</a:t>
            </a:r>
          </a:p>
        </p:txBody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4E607598-4371-EF4E-9C38-C0E482964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863600"/>
            <a:ext cx="8424863" cy="28368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一位对应一个微命令（控制信号），不需译码。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并行控制能力强，且不必译码，故执行速度快。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编制的微程序短。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微指令字很长，可能多达几百位。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编码空间利用率低。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几百位中可能只有几位为1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436239" name="Group 15">
            <a:extLst>
              <a:ext uri="{FF2B5EF4-FFF2-40B4-BE49-F238E27FC236}">
                <a16:creationId xmlns:a16="http://schemas.microsoft.com/office/drawing/2014/main" id="{3E9D4BFF-E8E3-0E45-9E8C-58F4A606C889}"/>
              </a:ext>
            </a:extLst>
          </p:cNvPr>
          <p:cNvGrpSpPr>
            <a:grpSpLocks/>
          </p:cNvGrpSpPr>
          <p:nvPr/>
        </p:nvGrpSpPr>
        <p:grpSpPr bwMode="auto">
          <a:xfrm>
            <a:off x="336550" y="3746500"/>
            <a:ext cx="7748588" cy="2347913"/>
            <a:chOff x="212" y="2309"/>
            <a:chExt cx="4881" cy="1479"/>
          </a:xfrm>
        </p:grpSpPr>
        <p:sp>
          <p:nvSpPr>
            <p:cNvPr id="266245" name="Rectangle 5">
              <a:extLst>
                <a:ext uri="{FF2B5EF4-FFF2-40B4-BE49-F238E27FC236}">
                  <a16:creationId xmlns:a16="http://schemas.microsoft.com/office/drawing/2014/main" id="{609C479A-8D8A-6141-A5B7-825CCB6AE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" y="2309"/>
              <a:ext cx="4815" cy="1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25000"/>
                </a:spcBef>
                <a:buFontTx/>
                <a:buChar char="•"/>
              </a:pPr>
              <a:r>
                <a:rPr kumimoji="1" lang="zh-CN" altLang="en-US" sz="2000">
                  <a:ea typeface="黑体" panose="02010609060101010101" pitchFamily="49" charset="-122"/>
                </a:rPr>
                <a:t> </a:t>
              </a:r>
              <a:r>
                <a:rPr kumimoji="1"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微操作码编码方式：</a:t>
              </a:r>
            </a:p>
            <a:p>
              <a:pPr lvl="1">
                <a:lnSpc>
                  <a:spcPct val="125000"/>
                </a:lnSpc>
                <a:spcBef>
                  <a:spcPct val="25000"/>
                </a:spcBef>
              </a:pPr>
              <a:r>
                <a:rPr kumimoji="1" lang="zh-CN" altLang="en-US" sz="2000">
                  <a:solidFill>
                    <a:srgbClr val="00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不译法（直接控制法）</a:t>
              </a:r>
            </a:p>
            <a:p>
              <a:pPr lvl="1">
                <a:lnSpc>
                  <a:spcPct val="125000"/>
                </a:lnSpc>
                <a:spcBef>
                  <a:spcPct val="25000"/>
                </a:spcBef>
              </a:pPr>
              <a:r>
                <a:rPr kumimoji="1" lang="zh-CN" altLang="en-US" sz="2000">
                  <a:solidFill>
                    <a:srgbClr val="00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kumimoji="1" lang="zh-CN" altLang="en-US" sz="200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字段直接编码（译）法</a:t>
              </a:r>
            </a:p>
            <a:p>
              <a:pPr lvl="1">
                <a:lnSpc>
                  <a:spcPct val="125000"/>
                </a:lnSpc>
                <a:spcBef>
                  <a:spcPct val="25000"/>
                </a:spcBef>
              </a:pPr>
              <a:r>
                <a:rPr kumimoji="1" lang="zh-CN" altLang="en-US" sz="2000">
                  <a:solidFill>
                    <a:srgbClr val="00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字段间接编码（译）法</a:t>
              </a:r>
            </a:p>
            <a:p>
              <a:pPr lvl="1">
                <a:lnSpc>
                  <a:spcPct val="125000"/>
                </a:lnSpc>
                <a:spcBef>
                  <a:spcPct val="25000"/>
                </a:spcBef>
              </a:pPr>
              <a:r>
                <a:rPr kumimoji="1" lang="zh-CN" altLang="en-US" sz="2000">
                  <a:solidFill>
                    <a:srgbClr val="00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最小（最短、垂直）编码（译）法</a:t>
              </a:r>
            </a:p>
          </p:txBody>
        </p:sp>
        <p:grpSp>
          <p:nvGrpSpPr>
            <p:cNvPr id="266246" name="Group 8">
              <a:extLst>
                <a:ext uri="{FF2B5EF4-FFF2-40B4-BE49-F238E27FC236}">
                  <a16:creationId xmlns:a16="http://schemas.microsoft.com/office/drawing/2014/main" id="{2D690DDB-29AD-A342-A7D7-B3EC4D1ECB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4" y="2737"/>
              <a:ext cx="2345" cy="681"/>
              <a:chOff x="2238" y="1255"/>
              <a:chExt cx="1497" cy="465"/>
            </a:xfrm>
          </p:grpSpPr>
          <p:sp>
            <p:nvSpPr>
              <p:cNvPr id="266250" name="AutoShape 9">
                <a:extLst>
                  <a:ext uri="{FF2B5EF4-FFF2-40B4-BE49-F238E27FC236}">
                    <a16:creationId xmlns:a16="http://schemas.microsoft.com/office/drawing/2014/main" id="{64E18EBE-CA01-6E48-B45F-434407C59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1255"/>
                <a:ext cx="110" cy="465"/>
              </a:xfrm>
              <a:prstGeom prst="rightBrace">
                <a:avLst>
                  <a:gd name="adj1" fmla="val 35227"/>
                  <a:gd name="adj2" fmla="val 51713"/>
                </a:avLst>
              </a:prstGeom>
              <a:noFill/>
              <a:ln w="28575">
                <a:solidFill>
                  <a:srgbClr val="CC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66251" name="Text Box 10">
                <a:extLst>
                  <a:ext uri="{FF2B5EF4-FFF2-40B4-BE49-F238E27FC236}">
                    <a16:creationId xmlns:a16="http://schemas.microsoft.com/office/drawing/2014/main" id="{9F0219A7-18E5-D444-B403-C00E59C55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8" y="1323"/>
                <a:ext cx="1347" cy="1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>
                    <a:solidFill>
                      <a:srgbClr val="CC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水平型微指令风格</a:t>
                </a:r>
              </a:p>
            </p:txBody>
          </p:sp>
        </p:grpSp>
        <p:grpSp>
          <p:nvGrpSpPr>
            <p:cNvPr id="266247" name="Group 11">
              <a:extLst>
                <a:ext uri="{FF2B5EF4-FFF2-40B4-BE49-F238E27FC236}">
                  <a16:creationId xmlns:a16="http://schemas.microsoft.com/office/drawing/2014/main" id="{EB1ECE3D-E10E-9348-98E1-D2A69EECE5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" y="3519"/>
              <a:ext cx="1941" cy="269"/>
              <a:chOff x="2697" y="2023"/>
              <a:chExt cx="1365" cy="269"/>
            </a:xfrm>
          </p:grpSpPr>
          <p:sp>
            <p:nvSpPr>
              <p:cNvPr id="266248" name="Text Box 12">
                <a:extLst>
                  <a:ext uri="{FF2B5EF4-FFF2-40B4-BE49-F238E27FC236}">
                    <a16:creationId xmlns:a16="http://schemas.microsoft.com/office/drawing/2014/main" id="{EBD7186F-5644-F347-87BA-6B94206958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0" y="2023"/>
                <a:ext cx="1272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zh-CN" altLang="en-US" sz="2200">
                    <a:solidFill>
                      <a:srgbClr val="CC0099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垂直型微指令风格</a:t>
                </a:r>
              </a:p>
            </p:txBody>
          </p:sp>
          <p:sp>
            <p:nvSpPr>
              <p:cNvPr id="266249" name="Line 13">
                <a:extLst>
                  <a:ext uri="{FF2B5EF4-FFF2-40B4-BE49-F238E27FC236}">
                    <a16:creationId xmlns:a16="http://schemas.microsoft.com/office/drawing/2014/main" id="{08E8FF67-946C-1047-94E8-E29CFEB88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7" y="2131"/>
                <a:ext cx="210" cy="0"/>
              </a:xfrm>
              <a:prstGeom prst="line">
                <a:avLst/>
              </a:prstGeom>
              <a:noFill/>
              <a:ln w="28575">
                <a:solidFill>
                  <a:srgbClr val="CC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383C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AD809965-0E2E-4B4C-84F3-DF17C98F8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4138613" cy="422275"/>
          </a:xfrm>
          <a:extLs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>
                <a:latin typeface="方正舒体" pitchFamily="2" charset="-122"/>
                <a:ea typeface="宋体" panose="02010600030101010101" pitchFamily="2" charset="-122"/>
              </a:rPr>
              <a:t>字段直接编码法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33F5A00A-8B23-8445-9B1E-5DEA79FDD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3038" y="635000"/>
            <a:ext cx="8770937" cy="5591175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将微指令分成若干字段，每个字段对包含的若干微命令编码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互斥微命令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组合在同一字段，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相容微命令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组合在不同字段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一条微指令中最多可同时发出的微命令个数就是字段数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</a:pPr>
            <a:endParaRPr lang="zh-CN" altLang="en-US" sz="2000">
              <a:solidFill>
                <a:srgbClr val="D901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</a:pPr>
            <a:endParaRPr lang="zh-CN" altLang="en-US" sz="2000">
              <a:solidFill>
                <a:srgbClr val="D901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有较高的并行控制能力，速度较快。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微指令短，能压缩到不译法的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节省控存容量。</a:t>
            </a:r>
          </a:p>
          <a:p>
            <a:pPr marL="342900" indent="-34290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en-US" altLang="zh-CN" sz="2000">
                <a:solidFill>
                  <a:srgbClr val="D901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742950" lvl="1" indent="-285750">
              <a:lnSpc>
                <a:spcPct val="120000"/>
              </a:lnSpc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增加译码线路，并开销一部分时间。但因分段后各字段位数少，所以译码对微指令的执行速度影响不大。</a:t>
            </a:r>
          </a:p>
        </p:txBody>
      </p:sp>
      <p:sp>
        <p:nvSpPr>
          <p:cNvPr id="171013" name="Text Box 5">
            <a:extLst>
              <a:ext uri="{FF2B5EF4-FFF2-40B4-BE49-F238E27FC236}">
                <a16:creationId xmlns:a16="http://schemas.microsoft.com/office/drawing/2014/main" id="{A091A557-8D24-C944-8B64-434C5F22E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266950"/>
            <a:ext cx="84963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相容微操作：能同时进行的微操作，称为相容的。 </a:t>
            </a:r>
            <a:endParaRPr lang="en-US" altLang="zh-CN" sz="2000">
              <a:solidFill>
                <a:srgbClr val="3399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0000"/>
              </a:spcBef>
            </a:pPr>
            <a:r>
              <a:rPr lang="zh-CN" altLang="en-US" sz="20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互斥微操作：不能同时进行的微操作，称为互斥的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</a:t>
            </a:r>
            <a:r>
              <a:rPr lang="zh-CN" altLang="en-US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如：</a:t>
            </a: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ALU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运算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 add/sub/or/… )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，存储器操作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 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读指令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读数据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写数据 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30000"/>
              </a:spcBef>
            </a:pP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你还能想出哪些互斥微操作？</a:t>
            </a:r>
          </a:p>
        </p:txBody>
      </p:sp>
      <p:sp>
        <p:nvSpPr>
          <p:cNvPr id="171014" name="Text Box 6">
            <a:extLst>
              <a:ext uri="{FF2B5EF4-FFF2-40B4-BE49-F238E27FC236}">
                <a16:creationId xmlns:a16="http://schemas.microsoft.com/office/drawing/2014/main" id="{7F3288C3-8E20-274C-B03D-FCD355387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600" y="3467100"/>
            <a:ext cx="47545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从各个寄存器送总线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R1</a:t>
            </a:r>
            <a:r>
              <a:rPr lang="en-US" altLang="zh-CN" sz="20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R2</a:t>
            </a:r>
            <a:r>
              <a:rPr lang="en-US" altLang="zh-CN" sz="2000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1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1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71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4FA53CD7-A275-8549-A7F4-E01D84620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实例：</a:t>
            </a:r>
            <a:r>
              <a:rPr lang="en-US" altLang="zh-CN">
                <a:ea typeface="宋体" panose="02010600030101010101" pitchFamily="2" charset="-122"/>
              </a:rPr>
              <a:t>IA-32</a:t>
            </a:r>
            <a:r>
              <a:rPr lang="zh-CN" altLang="en-US">
                <a:ea typeface="宋体" panose="02010600030101010101" pitchFamily="2" charset="-122"/>
              </a:rPr>
              <a:t>处理器的实现</a:t>
            </a:r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id="{D76C5AFC-0FDB-3740-AF00-DBBC6DBC7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855663"/>
            <a:ext cx="8686800" cy="5970587"/>
          </a:xfrm>
        </p:spPr>
        <p:txBody>
          <a:bodyPr/>
          <a:lstStyle/>
          <a:p>
            <a:pPr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处理器适合用单周期还是多周期方式来实现？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单周期方式：</a:t>
            </a:r>
          </a:p>
          <a:p>
            <a:pPr lvl="2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每条指令都按最复杂指令时间执行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（指令执行效率低！）</a:t>
            </a:r>
          </a:p>
          <a:p>
            <a:pPr lvl="2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功能部件不能重复使用，对于一条具有多个复杂寻址的指令来说，可能要用到相当多个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（成本高！）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多周期方式：</a:t>
            </a:r>
          </a:p>
          <a:p>
            <a:pPr lvl="2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各指令执行时间可不同，简单指令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3-4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个时钟，复杂指令几十个时钟</a:t>
            </a:r>
          </a:p>
          <a:p>
            <a:pPr lvl="2">
              <a:lnSpc>
                <a:spcPts val="2700"/>
              </a:lnSpc>
              <a:spcBef>
                <a:spcPct val="10000"/>
              </a:spcBef>
              <a:buFontTx/>
              <a:buNone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（指令执行效率高！）</a:t>
            </a:r>
          </a:p>
          <a:p>
            <a:pPr lvl="2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功能部件可以在一条指令执行过程中重复使用，这对于一条指令中具有多个复杂寻址的指令，非常有好处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（成本低！）</a:t>
            </a:r>
          </a:p>
          <a:p>
            <a:pPr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处理器适合用硬连线路控制器还是微程序控制器来实现？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Hardwired Control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：速度快，但无法实现复杂指令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Microprogrammed control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：容易实现复杂指令，但速度慢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80x486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开始，采用了一种折中的方式：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简单指令用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Hardwired Control</a:t>
            </a:r>
          </a:p>
          <a:p>
            <a:pPr lvl="1">
              <a:lnSpc>
                <a:spcPts val="27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复杂指令用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microcoded control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，不需为复杂指令构造复杂的控制电路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66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66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66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665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665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5EFF26C6-9BE8-564B-BB2C-1176D3FEB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563" y="195263"/>
            <a:ext cx="74993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回顾：异常和中断的处理</a:t>
            </a:r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B81A7558-5629-F94A-9BA6-09C060A3D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513" y="839788"/>
            <a:ext cx="8732837" cy="537845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程序执行过程中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会遇到一些特殊情况，使正在执行的程序被“中断”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此时，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中止原来正在执行的程序，转到处理异常情况或特殊事件的程序去执行，执行后再返回到原被中止的程序处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（断点）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程序执行被 “中断” 的事件有两类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内部“异常”：在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内部发生的意外事件或特殊事件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按发生原因分为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硬故障中断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程序性中断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两类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硬故障中断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：如电源掉电、硬件线路故障等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  <a:buFontTx/>
              <a:buNone/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程序性中断</a:t>
            </a:r>
            <a:r>
              <a:rPr lang="zh-CN" altLang="en-US" sz="2000">
                <a:solidFill>
                  <a:srgbClr val="00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执行某条指令时发生的“例外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(Exception)”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，如溢出、缺页、越界、越权、非法指令、除数为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、堆栈溢出、访问超时、断点设置、单步、系统调用等</a:t>
            </a: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外部“中断”：在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外部发生的特殊事件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，通过“中断请求”信号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请求处理。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如实时钟、控制台、打印机缺纸、外设准备好、采样计时到、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传输结束等。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0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3AC8B45F-FD92-8B4B-9C43-38D2016F0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回顾：处理器中的异常处理机制</a:t>
            </a:r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7607F25B-BEDF-C845-825E-F65662C3A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725488"/>
            <a:ext cx="8915400" cy="564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52500" indent="-4953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371600" indent="-4572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2900"/>
              </a:lnSpc>
              <a:spcBef>
                <a:spcPct val="15000"/>
              </a:spcBef>
              <a:buSzPct val="75000"/>
              <a:buFont typeface="Wingdings" pitchFamily="2" charset="2"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检测到异常时，处理器必须进行以下基本处理：</a:t>
            </a:r>
          </a:p>
          <a:p>
            <a:pPr>
              <a:lnSpc>
                <a:spcPts val="2900"/>
              </a:lnSpc>
              <a:spcBef>
                <a:spcPct val="15000"/>
              </a:spcBef>
              <a:buSzPct val="75000"/>
              <a:buFont typeface="Wingdings" pitchFamily="2" charset="2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①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关中断（“中断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异常允许”状态位清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）：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使处理器处于“禁止中断”状态，以防止新异常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或中断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破坏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断点、程序状态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现场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（现场指通用寄存器的值）。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2900"/>
              </a:lnSpc>
              <a:spcBef>
                <a:spcPct val="15000"/>
              </a:spcBef>
              <a:buSzPct val="75000"/>
              <a:buFont typeface="Wingdings" pitchFamily="2" charset="2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②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保护断点和程序状态：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将断点和程序状态保存到堆栈或特殊寄存器中。即：</a:t>
            </a:r>
          </a:p>
          <a:p>
            <a:pPr lvl="1">
              <a:lnSpc>
                <a:spcPts val="29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PC→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堆栈 或 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EPC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（专门存放断点的寄存器）</a:t>
            </a:r>
          </a:p>
          <a:p>
            <a:pPr lvl="1">
              <a:lnSpc>
                <a:spcPts val="29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PSWR →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堆栈 或 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EPSWR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（专门保存程序状态的寄存器）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ts val="29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PSW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Program Status Word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程序状态字，包括条件码、中断码、状态位等。</a:t>
            </a:r>
          </a:p>
          <a:p>
            <a:pPr lvl="1">
              <a:lnSpc>
                <a:spcPts val="29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PSWR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PSW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寄存器）：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用于存放程序状态字的寄存器。如，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X86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FLAGS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）。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29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识别异常事件：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软件识别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硬件识别（向量中断方式）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两种不同的方式。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89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89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89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99AA1D8D-3EDA-064B-ACFC-A78CDA6A8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回顾：处理器中的异常处理机制</a:t>
            </a:r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A408C321-D63E-614C-B73F-6E4A7035A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762000"/>
            <a:ext cx="8291512" cy="564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52500" indent="-4953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371600" indent="-4572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5000"/>
              </a:spcBef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有两种不同的识别方式：软件识别和硬件识别（向量中断方式）。</a:t>
            </a:r>
          </a:p>
          <a:p>
            <a:pPr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）软件识别（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采用） </a:t>
            </a:r>
          </a:p>
          <a:p>
            <a:pPr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设置一个异常状态寄存器（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中为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寄存器），用于记录异常原因。操作系统使用一个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统一的异常处理程序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，该程序按优先级顺序查询异常状态寄存器，识别出异常事件。</a:t>
            </a:r>
          </a:p>
          <a:p>
            <a:pPr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（例如：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中位于内核地址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0x8000 0180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处有一个专门的异常处理程序，用于检测异常的具体原因，然后转到内核中相应的异常处理程序段中进行具体的处理）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）硬件识别（向量中断）（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80x86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采用）</a:t>
            </a:r>
          </a:p>
          <a:p>
            <a:pPr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每个异常和中断都有一个异常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中断号，根据此号，到中断向量表（中断描述符表）中读取对应的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具体的中断服务程序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的入口地址。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8B55D8CB-BF91-2542-9CA7-3258380F3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带异常处理的数据通路设计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0996" name="Rectangle 4">
            <a:extLst>
              <a:ext uri="{FF2B5EF4-FFF2-40B4-BE49-F238E27FC236}">
                <a16:creationId xmlns:a16="http://schemas.microsoft.com/office/drawing/2014/main" id="{D584E9B4-459C-3747-888A-89C9D7993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3700" y="674688"/>
            <a:ext cx="8493125" cy="584041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采用软件（操作系统提供的一个特定的异常查询程序）识别中断源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数据通路中需增加以下两个寄存器：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位，用于存放断点（异常处理后返回到的指令的地址）。</a:t>
            </a:r>
          </a:p>
          <a:p>
            <a:pPr lvl="2"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的断点可能是正在执行的指令的地址（故障时），也可能是下条指令的地址（自陷和中断时）。前者需要把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的值减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后送到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，后者则直接送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EPC   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位（有些位还没有用到），记录异常原因。</a:t>
            </a:r>
          </a:p>
          <a:p>
            <a:pPr lvl="2"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假定处理的异常类型有以下两种：</a:t>
            </a:r>
          </a:p>
          <a:p>
            <a:pPr lvl="3">
              <a:lnSpc>
                <a:spcPct val="110000"/>
              </a:lnSpc>
              <a:buFont typeface="Times New Roman" panose="02020603050405020304" pitchFamily="18" charset="0"/>
              <a:buNone/>
            </a:pPr>
            <a:r>
              <a:rPr lang="zh-CN" altLang="en-US" sz="19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未定义指令（</a:t>
            </a:r>
            <a:r>
              <a:rPr lang="en-US" altLang="zh-CN" sz="19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Cause=0</a:t>
            </a:r>
            <a:r>
              <a:rPr lang="zh-CN" altLang="en-US" sz="19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）、溢出（</a:t>
            </a:r>
            <a:r>
              <a:rPr lang="en-US" altLang="zh-CN" sz="19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Cause=1</a:t>
            </a:r>
            <a:r>
              <a:rPr lang="zh-CN" altLang="en-US" sz="1900" b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需要加入两个寄存器的“写使能”控制信号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EPCWr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在保存断点时该信号有效，使断点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</a:pP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CauseWr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在处理器发现异常（如：非法指令、溢出）时，该信号有效，使异常类型被写到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寄存器。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需要一个控制信号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IntCause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来选择正确的值写入到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需要将异常查询程序的入口地址（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0x8000 0180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）写入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，可以在原来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PCSource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控制的多路复用器中再增加一路，其输入为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0x8000 0180</a:t>
            </a:r>
            <a:endParaRPr lang="zh-CN" alt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0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0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0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0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0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0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09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09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09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B244692E-0A1A-264B-ADA8-1F3458B2F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带异常处理的数据通路</a:t>
            </a:r>
          </a:p>
        </p:txBody>
      </p:sp>
      <p:pic>
        <p:nvPicPr>
          <p:cNvPr id="273411" name="Picture 40">
            <a:extLst>
              <a:ext uri="{FF2B5EF4-FFF2-40B4-BE49-F238E27FC236}">
                <a16:creationId xmlns:a16="http://schemas.microsoft.com/office/drawing/2014/main" id="{B0A28F7B-3D29-BE4B-A716-01BD581E2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4375"/>
            <a:ext cx="9144000" cy="596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6153" name="Rectangle 41">
            <a:extLst>
              <a:ext uri="{FF2B5EF4-FFF2-40B4-BE49-F238E27FC236}">
                <a16:creationId xmlns:a16="http://schemas.microsoft.com/office/drawing/2014/main" id="{5462D5CF-E312-2045-BBB0-4B669852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97013"/>
            <a:ext cx="6699250" cy="243205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需加入两个寄存器的“写使能”控制信号</a:t>
            </a:r>
          </a:p>
          <a:p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EPCWr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保存断点时该信号有效，使断点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</a:p>
          <a:p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CauseWr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在处理器发现异常（如：非法指令、溢出）时  </a:t>
            </a:r>
          </a:p>
          <a:p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该信号有效，使异常类型被写到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</a:p>
          <a:p>
            <a:pPr>
              <a:buFontTx/>
              <a:buChar char="•"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 需一个控制信号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IntCause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来选择正确的值写入到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>
              <a:buFontTx/>
              <a:buChar char="•"/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 需将异常查询程序入口地址（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0x8000 0180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）写入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 可在原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PCSource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控制的多路器中再增加一路，其输入为 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0x8000 0180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73413" name="Text Box 42">
            <a:extLst>
              <a:ext uri="{FF2B5EF4-FFF2-40B4-BE49-F238E27FC236}">
                <a16:creationId xmlns:a16="http://schemas.microsoft.com/office/drawing/2014/main" id="{9AAC5991-AD06-544B-AA80-FFD64339B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6223000"/>
            <a:ext cx="10239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" action="ppaction://hlinkshowjump?jump=nextslide"/>
              </a:rPr>
              <a:t>NEXT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5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0E8C1BC0-191F-B644-8BF3-F4FDDAE7B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4025" y="200025"/>
            <a:ext cx="74723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带异常处理的控制器设计</a:t>
            </a:r>
          </a:p>
        </p:txBody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6F315E31-0F23-4D46-953A-F15EB88A5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150" y="673100"/>
            <a:ext cx="8191500" cy="6045200"/>
          </a:xfrm>
        </p:spPr>
        <p:txBody>
          <a:bodyPr/>
          <a:lstStyle/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在有限状态机中增加异常处理的状态，每种异常占一个状态</a:t>
            </a:r>
          </a:p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每个异常处理状态中，需考虑以下基本控制</a:t>
            </a:r>
          </a:p>
          <a:p>
            <a:pPr lvl="1"/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寄存器的设置</a:t>
            </a:r>
          </a:p>
          <a:p>
            <a:pPr lvl="1"/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计算断点处的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值（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PC-4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），并送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</a:p>
          <a:p>
            <a:pPr lvl="1"/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将异常查询程序的入口地址送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</a:p>
          <a:p>
            <a:pPr lvl="1"/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将中断允许位清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（关中断）</a:t>
            </a:r>
          </a:p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假设要控制的数据通路中有以下两种异常处理</a:t>
            </a:r>
          </a:p>
          <a:p>
            <a:pPr lvl="1"/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未定义指令（</a:t>
            </a: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Cause=0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previousslide"/>
              </a:rPr>
              <a:t>状态</a:t>
            </a: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previousslide"/>
              </a:rPr>
              <a:t>12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数据溢出（</a:t>
            </a: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Cause=1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previousslide"/>
              </a:rPr>
              <a:t>状态</a:t>
            </a: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previousslide"/>
              </a:rPr>
              <a:t>13</a:t>
            </a:r>
            <a:endParaRPr lang="en-US" altLang="zh-CN" sz="190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在原来状态转换图基础上加入两个异常处理状态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如何检测是否发生了这两种异常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未定义指令：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当指令译码器发现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</a:t>
            </a:r>
          </a:p>
          <a:p>
            <a:pPr lvl="2"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是一个未定义的编码时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数据溢出：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指令执行后在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</a:p>
          <a:p>
            <a:pPr lvl="2">
              <a:spcBef>
                <a:spcPct val="20000"/>
              </a:spcBef>
              <a:buFontTx/>
              <a:buNone/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输出端的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Overflow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zh-CN" alt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0255" name="Group 47">
            <a:extLst>
              <a:ext uri="{FF2B5EF4-FFF2-40B4-BE49-F238E27FC236}">
                <a16:creationId xmlns:a16="http://schemas.microsoft.com/office/drawing/2014/main" id="{F83675AB-2AC3-914A-870B-72A76BB0234B}"/>
              </a:ext>
            </a:extLst>
          </p:cNvPr>
          <p:cNvGrpSpPr>
            <a:grpSpLocks/>
          </p:cNvGrpSpPr>
          <p:nvPr/>
        </p:nvGrpSpPr>
        <p:grpSpPr bwMode="auto">
          <a:xfrm>
            <a:off x="6502400" y="660400"/>
            <a:ext cx="2489200" cy="2713038"/>
            <a:chOff x="4096" y="416"/>
            <a:chExt cx="1568" cy="1709"/>
          </a:xfrm>
        </p:grpSpPr>
        <p:sp>
          <p:nvSpPr>
            <p:cNvPr id="274452" name="Rectangle 4">
              <a:extLst>
                <a:ext uri="{FF2B5EF4-FFF2-40B4-BE49-F238E27FC236}">
                  <a16:creationId xmlns:a16="http://schemas.microsoft.com/office/drawing/2014/main" id="{DE3F09B7-21EC-CE48-9933-4F3AE2549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1125"/>
              <a:ext cx="75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ALUop=Sub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53" name="Rectangle 5">
              <a:extLst>
                <a:ext uri="{FF2B5EF4-FFF2-40B4-BE49-F238E27FC236}">
                  <a16:creationId xmlns:a16="http://schemas.microsoft.com/office/drawing/2014/main" id="{448F08D4-EC7E-C949-B30E-E1C3CC3AD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581"/>
              <a:ext cx="71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IntCause=0</a:t>
              </a:r>
            </a:p>
          </p:txBody>
        </p:sp>
        <p:sp>
          <p:nvSpPr>
            <p:cNvPr id="274454" name="Rectangle 6">
              <a:extLst>
                <a:ext uri="{FF2B5EF4-FFF2-40B4-BE49-F238E27FC236}">
                  <a16:creationId xmlns:a16="http://schemas.microsoft.com/office/drawing/2014/main" id="{A27B92E3-6BDD-944E-99BC-53394444E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845"/>
              <a:ext cx="72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ALUSelA=0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55" name="Oval 7">
              <a:extLst>
                <a:ext uri="{FF2B5EF4-FFF2-40B4-BE49-F238E27FC236}">
                  <a16:creationId xmlns:a16="http://schemas.microsoft.com/office/drawing/2014/main" id="{D07F9195-E54A-0548-9BDC-B21244FAF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584"/>
              <a:ext cx="1261" cy="119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4456" name="Rectangle 8">
              <a:extLst>
                <a:ext uri="{FF2B5EF4-FFF2-40B4-BE49-F238E27FC236}">
                  <a16:creationId xmlns:a16="http://schemas.microsoft.com/office/drawing/2014/main" id="{E858F471-347A-C041-8F44-6F94E4EA9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709"/>
              <a:ext cx="85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CauseWrite=1</a:t>
              </a:r>
            </a:p>
          </p:txBody>
        </p:sp>
        <p:sp>
          <p:nvSpPr>
            <p:cNvPr id="274457" name="Rectangle 9">
              <a:extLst>
                <a:ext uri="{FF2B5EF4-FFF2-40B4-BE49-F238E27FC236}">
                  <a16:creationId xmlns:a16="http://schemas.microsoft.com/office/drawing/2014/main" id="{F37283D2-0F4D-5945-BB4C-A97071D6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997"/>
              <a:ext cx="78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ALUSelB=01</a:t>
              </a:r>
            </a:p>
          </p:txBody>
        </p:sp>
        <p:sp>
          <p:nvSpPr>
            <p:cNvPr id="274458" name="Rectangle 10">
              <a:extLst>
                <a:ext uri="{FF2B5EF4-FFF2-40B4-BE49-F238E27FC236}">
                  <a16:creationId xmlns:a16="http://schemas.microsoft.com/office/drawing/2014/main" id="{3377BCB7-D2FD-5247-A93E-66B232A14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1285"/>
              <a:ext cx="752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EPCWrite=1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59" name="Rectangle 11">
              <a:extLst>
                <a:ext uri="{FF2B5EF4-FFF2-40B4-BE49-F238E27FC236}">
                  <a16:creationId xmlns:a16="http://schemas.microsoft.com/office/drawing/2014/main" id="{637C5010-52EA-A44D-9372-F422DD054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1582"/>
              <a:ext cx="64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PCSrc=11</a:t>
              </a:r>
            </a:p>
          </p:txBody>
        </p:sp>
        <p:sp>
          <p:nvSpPr>
            <p:cNvPr id="274460" name="Text Box 30">
              <a:extLst>
                <a:ext uri="{FF2B5EF4-FFF2-40B4-BE49-F238E27FC236}">
                  <a16:creationId xmlns:a16="http://schemas.microsoft.com/office/drawing/2014/main" id="{065037DD-9976-924F-9CA2-01DA5DE72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6" y="1904"/>
              <a:ext cx="156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 </a:t>
              </a:r>
              <a:r>
                <a:rPr lang="zh-CN" altLang="en-US" sz="17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未定义指令异常状态</a:t>
              </a:r>
            </a:p>
          </p:txBody>
        </p:sp>
        <p:sp>
          <p:nvSpPr>
            <p:cNvPr id="274461" name="Rectangle 31">
              <a:extLst>
                <a:ext uri="{FF2B5EF4-FFF2-40B4-BE49-F238E27FC236}">
                  <a16:creationId xmlns:a16="http://schemas.microsoft.com/office/drawing/2014/main" id="{636E2D38-DDFD-8E4D-9642-CB59B4103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437"/>
              <a:ext cx="705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400">
                  <a:ea typeface="宋体" panose="02010600030101010101" pitchFamily="2" charset="-122"/>
                </a:rPr>
                <a:t>PCWrite=1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62" name="Text Box 32">
              <a:extLst>
                <a:ext uri="{FF2B5EF4-FFF2-40B4-BE49-F238E27FC236}">
                  <a16:creationId xmlns:a16="http://schemas.microsoft.com/office/drawing/2014/main" id="{3D26B390-B15A-F644-87DF-05ABAE72C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416"/>
              <a:ext cx="9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12</a:t>
              </a:r>
              <a:r>
                <a:rPr lang="en-US" altLang="zh-CN">
                  <a:ea typeface="宋体" panose="02010600030101010101" pitchFamily="2" charset="-122"/>
                  <a:cs typeface="Arial" panose="020B0604020202020204" pitchFamily="34" charset="0"/>
                </a:rPr>
                <a:t> UndefInstr</a:t>
              </a:r>
            </a:p>
          </p:txBody>
        </p:sp>
      </p:grpSp>
      <p:grpSp>
        <p:nvGrpSpPr>
          <p:cNvPr id="350242" name="Group 34">
            <a:extLst>
              <a:ext uri="{FF2B5EF4-FFF2-40B4-BE49-F238E27FC236}">
                <a16:creationId xmlns:a16="http://schemas.microsoft.com/office/drawing/2014/main" id="{5CCC7D8C-40D1-7547-9F1B-BA9E60F1EF7C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3581400"/>
            <a:ext cx="2586037" cy="2713038"/>
            <a:chOff x="4096" y="624"/>
            <a:chExt cx="1568" cy="1709"/>
          </a:xfrm>
        </p:grpSpPr>
        <p:sp>
          <p:nvSpPr>
            <p:cNvPr id="274441" name="Rectangle 35">
              <a:extLst>
                <a:ext uri="{FF2B5EF4-FFF2-40B4-BE49-F238E27FC236}">
                  <a16:creationId xmlns:a16="http://schemas.microsoft.com/office/drawing/2014/main" id="{BDBB0BFF-94AD-D947-9C18-909052B8E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1333"/>
              <a:ext cx="728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ALUop=Sub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42" name="Rectangle 36">
              <a:extLst>
                <a:ext uri="{FF2B5EF4-FFF2-40B4-BE49-F238E27FC236}">
                  <a16:creationId xmlns:a16="http://schemas.microsoft.com/office/drawing/2014/main" id="{9C78122F-E3C1-614C-99FF-317647FBD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789"/>
              <a:ext cx="68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IntCause=1</a:t>
              </a:r>
            </a:p>
          </p:txBody>
        </p:sp>
        <p:sp>
          <p:nvSpPr>
            <p:cNvPr id="274443" name="Rectangle 37">
              <a:extLst>
                <a:ext uri="{FF2B5EF4-FFF2-40B4-BE49-F238E27FC236}">
                  <a16:creationId xmlns:a16="http://schemas.microsoft.com/office/drawing/2014/main" id="{2C075522-22A4-6341-9804-2CFC10F0B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1053"/>
              <a:ext cx="69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ALUSelA=0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44" name="Oval 38">
              <a:extLst>
                <a:ext uri="{FF2B5EF4-FFF2-40B4-BE49-F238E27FC236}">
                  <a16:creationId xmlns:a16="http://schemas.microsoft.com/office/drawing/2014/main" id="{C49F6FD3-23D8-7C4F-87B6-44C5FC095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792"/>
              <a:ext cx="1261" cy="119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74445" name="Rectangle 39">
              <a:extLst>
                <a:ext uri="{FF2B5EF4-FFF2-40B4-BE49-F238E27FC236}">
                  <a16:creationId xmlns:a16="http://schemas.microsoft.com/office/drawing/2014/main" id="{9D69E4CF-1CAC-6846-832F-BCF113479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917"/>
              <a:ext cx="82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CauseWrite=1</a:t>
              </a:r>
            </a:p>
          </p:txBody>
        </p:sp>
        <p:sp>
          <p:nvSpPr>
            <p:cNvPr id="274446" name="Rectangle 40">
              <a:extLst>
                <a:ext uri="{FF2B5EF4-FFF2-40B4-BE49-F238E27FC236}">
                  <a16:creationId xmlns:a16="http://schemas.microsoft.com/office/drawing/2014/main" id="{B52731D3-6CC2-154B-B8B7-56244A7C3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" y="1205"/>
              <a:ext cx="75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>
                  <a:ea typeface="宋体" panose="02010600030101010101" pitchFamily="2" charset="-122"/>
                </a:rPr>
                <a:t>ALUSelB=01</a:t>
              </a:r>
            </a:p>
          </p:txBody>
        </p:sp>
        <p:sp>
          <p:nvSpPr>
            <p:cNvPr id="274447" name="Rectangle 41">
              <a:extLst>
                <a:ext uri="{FF2B5EF4-FFF2-40B4-BE49-F238E27FC236}">
                  <a16:creationId xmlns:a16="http://schemas.microsoft.com/office/drawing/2014/main" id="{5495260D-E33F-4942-90D2-E8C615641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1493"/>
              <a:ext cx="724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EPCWrite=1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48" name="Rectangle 42">
              <a:extLst>
                <a:ext uri="{FF2B5EF4-FFF2-40B4-BE49-F238E27FC236}">
                  <a16:creationId xmlns:a16="http://schemas.microsoft.com/office/drawing/2014/main" id="{55959EAF-C61E-C944-ABFA-395A3FEE8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" y="1790"/>
              <a:ext cx="61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ea typeface="宋体" panose="02010600030101010101" pitchFamily="2" charset="-122"/>
                </a:rPr>
                <a:t>PCSrc=11</a:t>
              </a:r>
            </a:p>
          </p:txBody>
        </p:sp>
        <p:sp>
          <p:nvSpPr>
            <p:cNvPr id="274449" name="Text Box 43">
              <a:extLst>
                <a:ext uri="{FF2B5EF4-FFF2-40B4-BE49-F238E27FC236}">
                  <a16:creationId xmlns:a16="http://schemas.microsoft.com/office/drawing/2014/main" id="{828E76E1-0998-D94E-AC25-549CBC0F3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6" y="2112"/>
              <a:ext cx="1392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 </a:t>
              </a:r>
              <a:r>
                <a:rPr lang="zh-CN" altLang="en-US" sz="1700">
                  <a:solidFill>
                    <a:srgbClr val="A5002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数据溢出异常状态</a:t>
              </a:r>
            </a:p>
          </p:txBody>
        </p:sp>
        <p:sp>
          <p:nvSpPr>
            <p:cNvPr id="274450" name="Rectangle 44">
              <a:extLst>
                <a:ext uri="{FF2B5EF4-FFF2-40B4-BE49-F238E27FC236}">
                  <a16:creationId xmlns:a16="http://schemas.microsoft.com/office/drawing/2014/main" id="{EFE33E44-5E83-6040-A0FB-348BD49D5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" y="1645"/>
              <a:ext cx="67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400">
                  <a:ea typeface="宋体" panose="02010600030101010101" pitchFamily="2" charset="-122"/>
                </a:rPr>
                <a:t>PCWrite=1</a:t>
              </a:r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274451" name="Text Box 45">
              <a:extLst>
                <a:ext uri="{FF2B5EF4-FFF2-40B4-BE49-F238E27FC236}">
                  <a16:creationId xmlns:a16="http://schemas.microsoft.com/office/drawing/2014/main" id="{263D65A1-00B9-F14F-82FE-93635E206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624"/>
              <a:ext cx="9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13</a:t>
              </a:r>
              <a:r>
                <a:rPr lang="en-US" altLang="zh-CN">
                  <a:ea typeface="宋体" panose="02010600030101010101" pitchFamily="2" charset="-122"/>
                  <a:cs typeface="Arial" panose="020B0604020202020204" pitchFamily="34" charset="0"/>
                </a:rPr>
                <a:t> Overflow</a:t>
              </a:r>
            </a:p>
          </p:txBody>
        </p:sp>
      </p:grpSp>
      <p:sp>
        <p:nvSpPr>
          <p:cNvPr id="350254" name="Text Box 46">
            <a:extLst>
              <a:ext uri="{FF2B5EF4-FFF2-40B4-BE49-F238E27FC236}">
                <a16:creationId xmlns:a16="http://schemas.microsoft.com/office/drawing/2014/main" id="{FBA224CD-A3A7-9041-A286-1C97E547B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157663"/>
            <a:ext cx="48799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注：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条指令共需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个状态：第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0~11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状态</a:t>
            </a:r>
          </a:p>
        </p:txBody>
      </p:sp>
      <p:sp>
        <p:nvSpPr>
          <p:cNvPr id="350256" name="Line 48">
            <a:extLst>
              <a:ext uri="{FF2B5EF4-FFF2-40B4-BE49-F238E27FC236}">
                <a16:creationId xmlns:a16="http://schemas.microsoft.com/office/drawing/2014/main" id="{C780636C-4D4F-6441-9E62-15735EEE73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6938" y="2416175"/>
            <a:ext cx="1954212" cy="1090613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0257" name="Line 49">
            <a:extLst>
              <a:ext uri="{FF2B5EF4-FFF2-40B4-BE49-F238E27FC236}">
                <a16:creationId xmlns:a16="http://schemas.microsoft.com/office/drawing/2014/main" id="{34EFB046-A09D-FD43-9B81-49C9EAABA7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2625" y="3827463"/>
            <a:ext cx="2835275" cy="133350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0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0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02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502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502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02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5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121">
            <a:extLst>
              <a:ext uri="{FF2B5EF4-FFF2-40B4-BE49-F238E27FC236}">
                <a16:creationId xmlns:a16="http://schemas.microsoft.com/office/drawing/2014/main" id="{81FDDEB8-0E4B-5444-85FF-97CD4BCB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228600"/>
            <a:ext cx="75882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800">
                <a:solidFill>
                  <a:srgbClr val="A50021"/>
                </a:solidFill>
                <a:ea typeface="宋体" panose="02010600030101010101" pitchFamily="2" charset="-122"/>
              </a:rPr>
              <a:t>加入异常处理后的有限状态转换图</a:t>
            </a:r>
          </a:p>
        </p:txBody>
      </p:sp>
      <p:sp>
        <p:nvSpPr>
          <p:cNvPr id="355479" name="Text Box 151">
            <a:extLst>
              <a:ext uri="{FF2B5EF4-FFF2-40B4-BE49-F238E27FC236}">
                <a16:creationId xmlns:a16="http://schemas.microsoft.com/office/drawing/2014/main" id="{5FB2F0F9-D0E2-2E49-8D3A-D4863C87C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3" y="3219450"/>
            <a:ext cx="942975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加入异常处理后的控制器设计可根据该有限状态机实现</a:t>
            </a:r>
          </a:p>
        </p:txBody>
      </p:sp>
      <p:pic>
        <p:nvPicPr>
          <p:cNvPr id="275460" name="Picture 154">
            <a:extLst>
              <a:ext uri="{FF2B5EF4-FFF2-40B4-BE49-F238E27FC236}">
                <a16:creationId xmlns:a16="http://schemas.microsoft.com/office/drawing/2014/main" id="{363959A4-980E-2B46-BA00-7C7B220FC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152525"/>
            <a:ext cx="8134350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5481" name="Text Box 153">
            <a:extLst>
              <a:ext uri="{FF2B5EF4-FFF2-40B4-BE49-F238E27FC236}">
                <a16:creationId xmlns:a16="http://schemas.microsoft.com/office/drawing/2014/main" id="{4A8000CA-1857-7740-AD57-E506C97C4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685800"/>
            <a:ext cx="3260725" cy="299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问题：中断检测能否和异常检测一样，在指令执行中进行？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中断随机发生，与指令执行不同步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不能在指令执行中检测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总是每条指令执行结束时检测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问题：为什么在指令执行中不能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响应中断？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因为无法回到一条指令的中间</a:t>
            </a:r>
          </a:p>
          <a:p>
            <a:pPr>
              <a:spcBef>
                <a:spcPct val="1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  <a:p>
            <a:pPr>
              <a:spcBef>
                <a:spcPct val="10000"/>
              </a:spcBef>
            </a:pPr>
            <a:endParaRPr lang="zh-CN" altLang="en-US">
              <a:solidFill>
                <a:srgbClr val="006600"/>
              </a:solidFill>
              <a:ea typeface="黑体" panose="02010609060101010101" pitchFamily="49" charset="-122"/>
            </a:endParaRPr>
          </a:p>
          <a:p>
            <a:pPr>
              <a:spcBef>
                <a:spcPct val="10000"/>
              </a:spcBef>
            </a:pPr>
            <a:endParaRPr lang="zh-CN" altLang="en-US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483" name="Text Box 155">
            <a:extLst>
              <a:ext uri="{FF2B5EF4-FFF2-40B4-BE49-F238E27FC236}">
                <a16:creationId xmlns:a16="http://schemas.microsoft.com/office/drawing/2014/main" id="{8E8C4602-C3A6-0B4D-899E-9A6CA1BD7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3" y="652463"/>
            <a:ext cx="36290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“fault”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异常的检测在指令执行中。</a:t>
            </a:r>
          </a:p>
          <a:p>
            <a:r>
              <a:rPr lang="en-US" altLang="zh-CN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“trap”</a:t>
            </a: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异常怎样检测？</a:t>
            </a:r>
          </a:p>
        </p:txBody>
      </p:sp>
      <p:sp>
        <p:nvSpPr>
          <p:cNvPr id="355484" name="Text Box 156">
            <a:extLst>
              <a:ext uri="{FF2B5EF4-FFF2-40B4-BE49-F238E27FC236}">
                <a16:creationId xmlns:a16="http://schemas.microsoft.com/office/drawing/2014/main" id="{59348E9B-C36F-7948-B33C-FBC79D647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275" y="76200"/>
            <a:ext cx="27527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问题：何时检测“缺页”？</a:t>
            </a:r>
          </a:p>
          <a:p>
            <a:r>
              <a:rPr lang="en-US" altLang="zh-CN">
                <a:solidFill>
                  <a:srgbClr val="00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中地址转换时！</a:t>
            </a:r>
          </a:p>
        </p:txBody>
      </p:sp>
      <p:sp>
        <p:nvSpPr>
          <p:cNvPr id="355485" name="Text Box 157">
            <a:extLst>
              <a:ext uri="{FF2B5EF4-FFF2-40B4-BE49-F238E27FC236}">
                <a16:creationId xmlns:a16="http://schemas.microsoft.com/office/drawing/2014/main" id="{7B9A2EC3-E628-C64A-8B4C-5A4997712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7338" y="652463"/>
            <a:ext cx="23733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指令译码（系统调用指令）或条件码检测（单步）</a:t>
            </a:r>
          </a:p>
        </p:txBody>
      </p:sp>
      <p:sp>
        <p:nvSpPr>
          <p:cNvPr id="355486" name="Text Box 158">
            <a:extLst>
              <a:ext uri="{FF2B5EF4-FFF2-40B4-BE49-F238E27FC236}">
                <a16:creationId xmlns:a16="http://schemas.microsoft.com/office/drawing/2014/main" id="{E2CFE5DC-AC61-434C-A4C6-1D20BA1DA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8" y="5627688"/>
            <a:ext cx="1565275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rgbClr val="D139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异常响应周期</a:t>
            </a:r>
            <a:endParaRPr lang="en-US" altLang="zh-CN" sz="1700">
              <a:solidFill>
                <a:srgbClr val="D139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700">
                <a:solidFill>
                  <a:srgbClr val="D139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中断隐指令</a:t>
            </a:r>
            <a:endParaRPr lang="en-US" altLang="zh-CN" sz="1700">
              <a:solidFill>
                <a:srgbClr val="D139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487" name="Line 159">
            <a:extLst>
              <a:ext uri="{FF2B5EF4-FFF2-40B4-BE49-F238E27FC236}">
                <a16:creationId xmlns:a16="http://schemas.microsoft.com/office/drawing/2014/main" id="{09635D60-A1BE-6D41-A2EB-6271626503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89925" y="4927600"/>
            <a:ext cx="98425" cy="600075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5488" name="Line 160">
            <a:extLst>
              <a:ext uri="{FF2B5EF4-FFF2-40B4-BE49-F238E27FC236}">
                <a16:creationId xmlns:a16="http://schemas.microsoft.com/office/drawing/2014/main" id="{59ED3135-E7AE-894B-9983-412F47B8DF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72375" y="5521325"/>
            <a:ext cx="530225" cy="106363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51">
            <a:extLst>
              <a:ext uri="{FF2B5EF4-FFF2-40B4-BE49-F238E27FC236}">
                <a16:creationId xmlns:a16="http://schemas.microsoft.com/office/drawing/2014/main" id="{94EC57D9-F741-F046-97C5-53E51CF9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3" y="6376988"/>
            <a:ext cx="74390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想象一下：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IA-32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的异常处理中中断响应过程需要多少个时钟周期？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5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5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5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5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5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5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5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55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55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55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554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554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5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5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55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485" grpId="0"/>
      <p:bldP spid="3554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C0C55480-2274-944E-B000-272A7327D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TLB</a:t>
            </a:r>
            <a:r>
              <a:rPr lang="zh-CN" altLang="en-US">
                <a:ea typeface="宋体" panose="02010600030101010101" pitchFamily="2" charset="-122"/>
              </a:rPr>
              <a:t>缺失处理和缺页处理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09686A26-E7AE-DD46-B6E4-5B61C6C7D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488" y="730250"/>
            <a:ext cx="8647112" cy="5781675"/>
          </a:xfrm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缺失处理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（可以由硬件处理，也可发出“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缺失”异常由软件来处理）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TLB miss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说明可能发生以下两种情况之一：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页在内存中：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只要把主存中的页表项装载到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页不在内存中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缺页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从磁盘调入一页，并更新主存页表和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TLB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缺页（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page fault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）处理</a:t>
            </a:r>
          </a:p>
          <a:p>
            <a:pPr marL="742950" lvl="1" indent="-285750">
              <a:spcBef>
                <a:spcPct val="2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当主存页表的页表项中“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valid”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位为“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时，发生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fault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fault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是一种“故障”异常，按以下方式处理（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异常处理）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关中断（中断允许位清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寄存器置相应位为“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发生缺页的指令地址（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）送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EPC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0x8000 0180(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异常查询程序入口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</a:p>
          <a:p>
            <a:pPr marL="1600200" lvl="3" indent="-228600"/>
            <a:r>
              <a:rPr lang="zh-CN" altLang="en-US" sz="1900" b="1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sz="1900" b="1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9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的异常查询程序，取出</a:t>
            </a:r>
            <a:r>
              <a:rPr lang="en-US" altLang="zh-CN" sz="1900" b="1">
                <a:latin typeface="微软雅黑" panose="020B0503020204020204" pitchFamily="34" charset="-122"/>
                <a:ea typeface="微软雅黑" panose="020B0503020204020204" pitchFamily="34" charset="-122"/>
              </a:rPr>
              <a:t>Cause</a:t>
            </a:r>
            <a:r>
              <a:rPr lang="zh-CN" altLang="en-US" sz="1900" b="1">
                <a:latin typeface="微软雅黑" panose="020B0503020204020204" pitchFamily="34" charset="-122"/>
                <a:ea typeface="微软雅黑" panose="020B0503020204020204" pitchFamily="34" charset="-122"/>
              </a:rPr>
              <a:t>寄存器中相应的位分析，得知发生了“缺页”，转到“缺页处理程序”执行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fault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一定要在发生缺失的存储器操作时钟周期内捕获到，并在下个时钟转到异常处理，否则，会发生错误。</a:t>
            </a:r>
          </a:p>
          <a:p>
            <a:pPr marL="1143000" lvl="2" indent="-228600"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 $1, 0($1) 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，若没有及时捕获“异常”而使</a:t>
            </a:r>
            <a:r>
              <a:rPr lang="en-US" altLang="zh-CN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$1</a:t>
            </a:r>
            <a:r>
              <a:rPr lang="zh-CN" altLang="en-US" sz="19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改变，则再重新执行该指令时，所读的内存单元地址被改变，发生严重错误！</a:t>
            </a:r>
            <a:endParaRPr lang="en-US" altLang="zh-CN" sz="19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9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9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9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89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9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AD1C2938-089E-BD4E-BFE8-45FEC09EA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本讲小结</a:t>
            </a:r>
          </a:p>
        </p:txBody>
      </p:sp>
      <p:sp>
        <p:nvSpPr>
          <p:cNvPr id="357380" name="Rectangle 4">
            <a:extLst>
              <a:ext uri="{FF2B5EF4-FFF2-40B4-BE49-F238E27FC236}">
                <a16:creationId xmlns:a16="http://schemas.microsoft.com/office/drawing/2014/main" id="{395C9A58-D646-A64F-ACD3-294604AB5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1450" y="1093788"/>
            <a:ext cx="8740775" cy="4308475"/>
          </a:xfrm>
        </p:spPr>
        <p:txBody>
          <a:bodyPr/>
          <a:lstStyle/>
          <a:p>
            <a:pPr marL="342900" indent="-34290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硬连线路控制器的优点是速度快，适合于简单规整指令集的数据通路；缺点是设计周期长、繁琐、不灵活、不易修改和增删指令</a:t>
            </a:r>
          </a:p>
          <a:p>
            <a:pPr marL="342900" indent="-34290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微程序控制器设计借用程序设计思想，将每个周期所涉及的状态用只读存储器保存起来，执行到某条指令时，把这条指令对应的状态按序取出，转换为控制信号。优点：简化设计、灵活、易修改、易维护；缺点：速度慢</a:t>
            </a:r>
          </a:p>
          <a:p>
            <a:pPr marL="342900" indent="-34290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异常会改变程序执行流程，所以处理器设计要考虑异常处理</a:t>
            </a:r>
          </a:p>
          <a:p>
            <a:pPr marL="342900" indent="-34290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在数据通路中加入异常处理必须考虑：</a:t>
            </a:r>
          </a:p>
          <a:p>
            <a:pPr marL="742950" lvl="1" indent="-28575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保存断点和异常原因，并将控制转到异常处理程序首地址处</a:t>
            </a:r>
          </a:p>
          <a:p>
            <a:pPr marL="342900" indent="-342900">
              <a:lnSpc>
                <a:spcPts val="29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带异常处理的有限状态机中，每个异常对应一个状态，并需考虑进入状态的检测条件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7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7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7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7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A364C95E-7FFA-CF49-8C35-4E912988A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本章总结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70CD1F2B-4E3B-424C-96C8-DA734CAAE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698500"/>
            <a:ext cx="8788400" cy="5410200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的主要功能</a:t>
            </a:r>
          </a:p>
          <a:p>
            <a:pPr marL="838200" lvl="1" indent="-342900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周而复始执行指令</a:t>
            </a:r>
          </a:p>
          <a:p>
            <a:pPr marL="838200" lvl="1" indent="-342900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执行指令过程中，若发现异常情况，则转异常处理</a:t>
            </a:r>
          </a:p>
          <a:p>
            <a:pPr marL="838200" lvl="1" indent="-342900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每个指令结束，查询有没有中断请求，有则响应中断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的内部结构</a:t>
            </a:r>
          </a:p>
          <a:p>
            <a:pPr marL="838200" lvl="1" indent="-342900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由数据通路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(Datapath)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和控制单元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(Control unit)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组成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数据通路中包含组合逻辑单元和存储信息的状态单元</a:t>
            </a:r>
          </a:p>
          <a:p>
            <a:pPr lvl="3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组合逻辑单元用于对数据进行处理，如：加法器、运算器</a:t>
            </a:r>
            <a:r>
              <a:rPr lang="en-US" altLang="zh-CN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ALU</a:t>
            </a:r>
            <a:r>
              <a:rPr lang="zh-CN" altLang="en-US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、扩展器（</a:t>
            </a:r>
            <a:r>
              <a:rPr lang="en-US" altLang="zh-CN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扩展或符号扩展）、多路选择器、以及状态单元的读操作线路等。</a:t>
            </a:r>
          </a:p>
          <a:p>
            <a:pPr lvl="3"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状态单元包括触发器、寄存器、寄存器堆、数据</a:t>
            </a:r>
            <a:r>
              <a:rPr lang="en-US" altLang="zh-CN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900" b="1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指令存储器等，用于对指令执行的中间状态或最终结果进行保存。</a:t>
            </a:r>
          </a:p>
          <a:p>
            <a:pPr lvl="2">
              <a:lnSpc>
                <a:spcPct val="1200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控制单元对指令进行译码，与指令执行得到的条件码或当前机器的状态、时序信号（时钟）等组合，生成对数据通路进行控制的控制信号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FEF84EB8-87C0-6241-9E84-B13A3FCD0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本章总结</a:t>
            </a:r>
            <a:r>
              <a:rPr lang="en-US" altLang="zh-CN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60340998-B88F-6F42-97FD-7FBD2A246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1613" y="649288"/>
            <a:ext cx="8677275" cy="5840412"/>
          </a:xfrm>
        </p:spPr>
        <p:txBody>
          <a:bodyPr/>
          <a:lstStyle/>
          <a:p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中的寄存器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用户可见寄存器（用户可使用）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通用寄存器：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用来存放地址或数据，需在指令中明显给出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专用寄存器：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用来存放特定的地址或数据，无需在指令中明显给出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专用于保存数据，可以是通用或专用寄存器</a:t>
            </a:r>
            <a:endParaRPr lang="en-US" altLang="zh-CN" sz="1900">
              <a:solidFill>
                <a:srgbClr val="1E7C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专用于保存地址，可以是通用或专用寄存器。如：段指针、变址器、基址器、堆栈指针、栈帧指针等。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标志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条件码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寄存器、程序计数器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部分可见。由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根据指令执行结果设定，只能以隐含方式读出其中若干位，用户程序（非内核程序）不能改变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控制和状态寄存器（用户不可使用）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指令寄存器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IR 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存储器地址寄存器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MAR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存储器缓冲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 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MBR / MDR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程序状态字寄存器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PSWR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临时寄存器：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用于存放指令执行过程中的临时信息</a:t>
            </a:r>
            <a:endParaRPr lang="en-US" altLang="zh-CN" sz="1900">
              <a:solidFill>
                <a:srgbClr val="1E7C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其他寄存器：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如，进程控制块指针、系统堆栈指针、页表指针等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0298295D-8231-2647-A32B-F403B8F72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本章总结</a:t>
            </a:r>
            <a:r>
              <a:rPr lang="en-US" altLang="zh-CN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59A107C3-FA2A-B643-9F96-76459DA96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700" y="677863"/>
            <a:ext cx="8758238" cy="6059487"/>
          </a:xfrm>
        </p:spPr>
        <p:txBody>
          <a:bodyPr/>
          <a:lstStyle/>
          <a:p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指令执行过程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取指、译码、取数、运算、存结果、查中断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指令周期：取出并执行一条指令的时间，由若干个时钟周期组成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时钟周期：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中用于信号同步的信号，是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最小的时间单位</a:t>
            </a:r>
          </a:p>
          <a:p>
            <a:pPr lvl="1">
              <a:buFontTx/>
              <a:buNone/>
            </a:pPr>
            <a:r>
              <a:rPr lang="zh-CN" altLang="en-US" sz="1900" dirty="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（传统处理器一个指令周期由多个机器周期组成。一般把完成一次总线操作访问主存或</a:t>
            </a:r>
            <a:r>
              <a:rPr lang="en-US" altLang="zh-CN" sz="1900" dirty="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900" dirty="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的时间称为机器周期 ，一个机器周期由多个时钟组成）</a:t>
            </a:r>
          </a:p>
          <a:p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数据通路的定时方式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现代计算机都采用时钟信号进行定时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一旦时钟有效信号到来，数据通路中的状态单元可以开始写入信息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如果状态单元每个周期都更新信息，则无需加“写使能”控制信号，否则，需加“写使能”控制信号，以使必要时控制信息写入寄存器</a:t>
            </a:r>
          </a:p>
          <a:p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数据通路中信息的流动过程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每条指令在取指令阶段和指令译码阶段都一样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每条指令的功能不同，故在数据通路中所经过的部件和路径可能不同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数据在数据通路中的流动过程由控制信号确定</a:t>
            </a:r>
          </a:p>
          <a:p>
            <a:pPr lvl="1"/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控制信号由控制器根据指令代码来生成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BBDFDD16-ABD1-3043-89B4-0FB1F87C8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本章总结</a:t>
            </a:r>
            <a:r>
              <a:rPr lang="en-US" altLang="zh-CN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F4B511DB-A9EA-0E49-B577-5A7F30E7F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" y="701675"/>
            <a:ext cx="8496300" cy="589915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单周期处理器的设计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每条指令都在一个时钟周期内完成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时钟周期以最长的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指令所花时间为准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无需加临时寄存器存放指令执行的中间结果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同一个功能部件不能重复使用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控制信号在整个指令执行过程中不变，所以控制器设计简单，只要写出指令和控制信号之间的真值表，就可以设计出控制器</a:t>
            </a:r>
          </a:p>
          <a:p>
            <a:pPr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多周期处理器的设计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每条指令分成多个阶段，每个阶段在一个时钟内完成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不同指令包含的时钟个数不同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阶段的划分要均衡，每个阶段只能完成一个独立、简单的功能，如：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一次存储器访问</a:t>
            </a:r>
          </a:p>
          <a:p>
            <a:pPr lvl="2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一次寄存器存取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需加临时寄存器存放指令执行的中间结果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同一个功能部件能在不同的时钟中被重复使用</a:t>
            </a:r>
          </a:p>
          <a:p>
            <a:pPr lvl="1"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可用有限状态机来表示指令执行流程，并以此设计控制器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63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63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63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35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35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8D443A0A-E023-D94A-B9EF-9ADB11325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本章总结</a:t>
            </a:r>
            <a:r>
              <a:rPr lang="en-US" altLang="zh-CN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B562FDA7-AFD2-9B4D-B068-D887ECE65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" y="736600"/>
            <a:ext cx="8610600" cy="6064250"/>
          </a:xfrm>
        </p:spPr>
        <p:txBody>
          <a:bodyPr/>
          <a:lstStyle/>
          <a:p>
            <a:pPr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控制单元实现方式</a:t>
            </a:r>
          </a:p>
          <a:p>
            <a:pPr lvl="1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有限状态机描述方式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每个时钟周期包含的控制信号的值的组合看成一个状态，每来一个时钟，控制信号会有一组新的取值，也就是一个新的状态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所有指令的执行过程可用一个有限状态转换图来描述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用一个组合逻辑电路（一般为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PLA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电路）来生成控制信号，用一个状态寄存器实现状态之间的转换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实现的控制器称为硬布线控制器</a:t>
            </a:r>
          </a:p>
          <a:p>
            <a:pPr lvl="1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微程序描述方式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每个时钟周期所包含的控制信号的值的组合看成是一个</a:t>
            </a:r>
            <a:r>
              <a:rPr lang="en-US" altLang="zh-CN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0/1</a:t>
            </a: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序列，每个控制信号对应一个微命令，控制信号取不同的值，就发出不同的微命令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若干微命令组合成一个微指令，每条指令所包含的动作就由若干条微指令来完成，每来一个时钟，执行一条微指令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每条指令对应一个微程序，执行时，先找到对应的第一条微指令，然后按照特定的顺序取出后续的微指令执行</a:t>
            </a:r>
          </a:p>
          <a:p>
            <a:pPr lvl="2">
              <a:lnSpc>
                <a:spcPts val="2500"/>
              </a:lnSpc>
              <a:spcBef>
                <a:spcPct val="20000"/>
              </a:spcBef>
            </a:pPr>
            <a:r>
              <a:rPr lang="zh-CN" altLang="en-US" sz="1900">
                <a:solidFill>
                  <a:srgbClr val="1E7C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实现的控制器称为微程序控制器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69CD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6313BB7C-3550-754E-AF92-DFEB49AC4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本章作业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3BACD3FC-7787-2F4B-B494-EDE3D1CB7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0250" y="835025"/>
            <a:ext cx="7681913" cy="681038"/>
          </a:xfrm>
        </p:spPr>
        <p:txBody>
          <a:bodyPr/>
          <a:lstStyle/>
          <a:p>
            <a:pPr>
              <a:lnSpc>
                <a:spcPct val="145000"/>
              </a:lnSpc>
              <a:buFont typeface="Wingdings" pitchFamily="2" charset="2"/>
              <a:buNone/>
            </a:pPr>
            <a:r>
              <a:rPr lang="en-US" altLang="zh-CN" sz="3200">
                <a:ea typeface="宋体" panose="02010600030101010101" pitchFamily="2" charset="-122"/>
              </a:rPr>
              <a:t>  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222212" name="Rectangle 3">
            <a:extLst>
              <a:ext uri="{FF2B5EF4-FFF2-40B4-BE49-F238E27FC236}">
                <a16:creationId xmlns:a16="http://schemas.microsoft.com/office/drawing/2014/main" id="{A2236E24-793D-1349-A232-A26583055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516063"/>
            <a:ext cx="8391525" cy="1223962"/>
          </a:xfrm>
          <a:prstGeom prst="rect">
            <a:avLst/>
          </a:prstGeom>
          <a:noFill/>
          <a:ln>
            <a:noFill/>
          </a:ln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 typeface="Wingdings" pitchFamily="2" charset="2"/>
              <a:buChar char="u"/>
            </a:pPr>
            <a:r>
              <a:rPr lang="zh-CN" altLang="en-US" sz="3200">
                <a:ea typeface="宋体" panose="02010600030101010101" pitchFamily="2" charset="-122"/>
              </a:rPr>
              <a:t>第</a:t>
            </a:r>
            <a:r>
              <a:rPr lang="en-US" altLang="zh-CN" sz="3200">
                <a:ea typeface="宋体" panose="02010600030101010101" pitchFamily="2" charset="-122"/>
              </a:rPr>
              <a:t>5</a:t>
            </a:r>
            <a:r>
              <a:rPr lang="zh-CN" altLang="en-US" sz="3200">
                <a:ea typeface="宋体" panose="02010600030101010101" pitchFamily="2" charset="-122"/>
              </a:rPr>
              <a:t>章习题 </a:t>
            </a:r>
            <a:endParaRPr lang="en-US" altLang="zh-CN" sz="320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buSzPct val="60000"/>
              <a:buFontTx/>
              <a:buNone/>
            </a:pPr>
            <a:r>
              <a:rPr lang="en-US" altLang="zh-CN" sz="3200">
                <a:ea typeface="宋体" panose="02010600030101010101" pitchFamily="2" charset="-122"/>
              </a:rPr>
              <a:t> 4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6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7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9</a:t>
            </a:r>
            <a:r>
              <a:rPr lang="zh-CN" altLang="en-US" sz="3200">
                <a:ea typeface="宋体" panose="02010600030101010101" pitchFamily="2" charset="-122"/>
              </a:rPr>
              <a:t>、</a:t>
            </a:r>
            <a:r>
              <a:rPr lang="en-US" altLang="zh-CN" sz="3200">
                <a:ea typeface="宋体" panose="02010600030101010101" pitchFamily="2" charset="-122"/>
              </a:rPr>
              <a:t>11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2184130416</TotalTime>
  <Pages>40</Pages>
  <Words>5266</Words>
  <Application>Microsoft Macintosh PowerPoint</Application>
  <PresentationFormat>全屏显示(4:3)</PresentationFormat>
  <Paragraphs>649</Paragraphs>
  <Slides>32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方正舒体</vt:lpstr>
      <vt:lpstr>黑体</vt:lpstr>
      <vt:lpstr>宋体</vt:lpstr>
      <vt:lpstr>微软雅黑</vt:lpstr>
      <vt:lpstr>微软雅黑 Light</vt:lpstr>
      <vt:lpstr>Arial</vt:lpstr>
      <vt:lpstr>Times New Roman</vt:lpstr>
      <vt:lpstr>Wingdings</vt:lpstr>
      <vt:lpstr>lecture1</vt:lpstr>
      <vt:lpstr>第五讲 微程序设计和异常处理</vt:lpstr>
      <vt:lpstr>回顾：状态转换图</vt:lpstr>
      <vt:lpstr>回顾：多周期控制器的实现</vt:lpstr>
      <vt:lpstr>回顾：用PLA电路实现的组合逻辑控制单元</vt:lpstr>
      <vt:lpstr>硬连线路设计和微程序设计</vt:lpstr>
      <vt:lpstr>微程序控制器的基本结构</vt:lpstr>
      <vt:lpstr>PowerPoint 演示文稿</vt:lpstr>
      <vt:lpstr>微程序\微指令\微命令\微操作的关系</vt:lpstr>
      <vt:lpstr>第一个问题：微指令格式的设计</vt:lpstr>
      <vt:lpstr>第一个问题：微指令格式的设计</vt:lpstr>
      <vt:lpstr>不译法(直接控制法)</vt:lpstr>
      <vt:lpstr>多周期数据通路对应的微操作码</vt:lpstr>
      <vt:lpstr>PowerPoint 演示文稿</vt:lpstr>
      <vt:lpstr>R-type指令的执行周期（第三个周期）</vt:lpstr>
      <vt:lpstr>不译法(直接控制法)</vt:lpstr>
      <vt:lpstr>字段直接编码法</vt:lpstr>
      <vt:lpstr>实例：IA-32处理器的实现</vt:lpstr>
      <vt:lpstr>回顾：异常和中断的处理</vt:lpstr>
      <vt:lpstr>回顾：处理器中的异常处理机制</vt:lpstr>
      <vt:lpstr>回顾：处理器中的异常处理机制</vt:lpstr>
      <vt:lpstr>MIPS带异常处理的数据通路设计</vt:lpstr>
      <vt:lpstr>带异常处理的数据通路</vt:lpstr>
      <vt:lpstr>带异常处理的控制器设计</vt:lpstr>
      <vt:lpstr>PowerPoint 演示文稿</vt:lpstr>
      <vt:lpstr>TLB缺失处理和缺页处理</vt:lpstr>
      <vt:lpstr>本讲小结</vt:lpstr>
      <vt:lpstr>本章总结1</vt:lpstr>
      <vt:lpstr>本章总结2</vt:lpstr>
      <vt:lpstr>本章总结3</vt:lpstr>
      <vt:lpstr>本章总结4</vt:lpstr>
      <vt:lpstr>本章总结5</vt:lpstr>
      <vt:lpstr>本章作业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Multiple Cycle Processor</dc:subject>
  <dc:creator>CFYUAN</dc:creator>
  <cp:keywords/>
  <dc:description/>
  <cp:lastModifiedBy>Sen Liu</cp:lastModifiedBy>
  <cp:revision>1380</cp:revision>
  <cp:lastPrinted>1998-02-02T13:15:44Z</cp:lastPrinted>
  <dcterms:created xsi:type="dcterms:W3CDTF">1996-09-09T11:33:30Z</dcterms:created>
  <dcterms:modified xsi:type="dcterms:W3CDTF">2024-05-08T11:05:03Z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