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457" r:id="rId2"/>
    <p:sldId id="307" r:id="rId3"/>
    <p:sldId id="308" r:id="rId4"/>
    <p:sldId id="310" r:id="rId5"/>
    <p:sldId id="311" r:id="rId6"/>
    <p:sldId id="312" r:id="rId7"/>
    <p:sldId id="349" r:id="rId8"/>
    <p:sldId id="455" r:id="rId9"/>
    <p:sldId id="316" r:id="rId10"/>
    <p:sldId id="463" r:id="rId11"/>
    <p:sldId id="317" r:id="rId12"/>
    <p:sldId id="464" r:id="rId13"/>
    <p:sldId id="318" r:id="rId14"/>
    <p:sldId id="319" r:id="rId15"/>
    <p:sldId id="320" r:id="rId16"/>
    <p:sldId id="425" r:id="rId17"/>
    <p:sldId id="458" r:id="rId18"/>
    <p:sldId id="352" r:id="rId19"/>
    <p:sldId id="353" r:id="rId20"/>
    <p:sldId id="400" r:id="rId21"/>
    <p:sldId id="355" r:id="rId22"/>
    <p:sldId id="356" r:id="rId23"/>
    <p:sldId id="359" r:id="rId24"/>
    <p:sldId id="441" r:id="rId25"/>
    <p:sldId id="442" r:id="rId26"/>
    <p:sldId id="360" r:id="rId27"/>
    <p:sldId id="323" r:id="rId28"/>
    <p:sldId id="324" r:id="rId29"/>
  </p:sldIdLst>
  <p:sldSz cx="9144000" cy="6858000" type="screen4x3"/>
  <p:notesSz cx="7099300" cy="10234613"/>
  <p:kinsoku lang="zh-CN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88" autoAdjust="0"/>
    <p:restoredTop sz="87700" autoAdjust="0"/>
  </p:normalViewPr>
  <p:slideViewPr>
    <p:cSldViewPr snapToGrid="0">
      <p:cViewPr varScale="1">
        <p:scale>
          <a:sx n="89" d="100"/>
          <a:sy n="89" d="100"/>
        </p:scale>
        <p:origin x="97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25296"/>
    </p:cViewPr>
  </p:sorterViewPr>
  <p:notesViewPr>
    <p:cSldViewPr snapToGrid="0">
      <p:cViewPr>
        <p:scale>
          <a:sx n="66" d="100"/>
          <a:sy n="66" d="100"/>
        </p:scale>
        <p:origin x="-1590" y="-6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EF22A29-CCD9-3140-B43D-9C2F0544400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644525"/>
            <a:ext cx="5135563" cy="385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6C1B477-A1A6-E24B-8F97-B1F463B923D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3400" y="4651375"/>
            <a:ext cx="6118225" cy="4816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0277" tIns="49259" rIns="100277" bIns="492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We want this to be in font 11 and justify.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just" rtl="0" eaLnBrk="0" fontAlgn="base" hangingPunct="0">
      <a:lnSpc>
        <a:spcPct val="90000"/>
      </a:lnSpc>
      <a:spcBef>
        <a:spcPct val="40000"/>
      </a:spcBef>
      <a:spcAft>
        <a:spcPct val="0"/>
      </a:spcAft>
      <a:defRPr sz="1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FE66453B-CDC4-F84E-96AE-341D6A6C09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644525"/>
            <a:ext cx="5133975" cy="3851275"/>
          </a:xfrm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3BB6AF1C-ABDD-0F44-A9D7-A757244577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605338"/>
            <a:ext cx="6118225" cy="4862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B32E98FA-D8CF-1241-B30E-38BA3971DB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644525"/>
            <a:ext cx="5133975" cy="3851275"/>
          </a:xfrm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F4B2FBDD-7F0E-7241-8B99-EAC83D12BF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605338"/>
            <a:ext cx="6118225" cy="4862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CAC040F1-7DD0-EA49-AA64-084FDE43B8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644525"/>
            <a:ext cx="5133975" cy="3851275"/>
          </a:xfrm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E5442839-D48A-454A-8478-CC71E3BC66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605338"/>
            <a:ext cx="6118225" cy="4862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388DA1B2-C69F-C646-A3ED-62E99163D7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644525"/>
            <a:ext cx="5133975" cy="3851275"/>
          </a:xfrm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06302B3D-7087-9B4A-9923-1E8292944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605338"/>
            <a:ext cx="6118225" cy="4862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1FFB95D2-120C-0A41-A8F3-4827C7D96F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644525"/>
            <a:ext cx="5133975" cy="3851275"/>
          </a:xfrm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D40FD5F9-CA32-E84E-AD07-73C1E0E56F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605338"/>
            <a:ext cx="6118225" cy="4862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864C7DE2-9F9D-4743-A268-BA67F9E571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644525"/>
            <a:ext cx="5133975" cy="3851275"/>
          </a:xfrm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D5FB841E-413E-7441-B808-6B82B0C8FA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605338"/>
            <a:ext cx="6118225" cy="4862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912422BE-AB81-8543-B507-E22E17C415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644525"/>
            <a:ext cx="5133975" cy="3851275"/>
          </a:xfrm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3070B3F6-E5CF-8D48-B9CD-BC22C60C4C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605338"/>
            <a:ext cx="6118225" cy="4862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7085F385-7D6E-724A-855B-888D9BA209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644525"/>
            <a:ext cx="5133975" cy="3851275"/>
          </a:xfrm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19703C14-7302-7345-BC8D-A17F900B80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605338"/>
            <a:ext cx="6118225" cy="4862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F87268B6-A2B6-EA4F-8429-D74D4EAC1C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F709B50B-8FE9-CC4D-8921-B28F96CA8E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E414CDFA-A542-FC48-BCD5-E6C4BC6124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644525"/>
            <a:ext cx="5133975" cy="3851275"/>
          </a:xfrm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A111C10F-2CEB-6C43-880E-C65E7C5268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605338"/>
            <a:ext cx="6118225" cy="4862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A148DF58-3E63-684A-A46A-7A84FF7A26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605338"/>
            <a:ext cx="6118225" cy="4862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8402A59F-FA2B-A24D-81B6-495888F2E1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644525"/>
            <a:ext cx="5133975" cy="3851275"/>
          </a:xfr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F412EE93-8770-4146-9A9C-6516414F9B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644525"/>
            <a:ext cx="5133975" cy="3851275"/>
          </a:xfrm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0AC60014-ECE8-9F4D-933D-B360A6737A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605338"/>
            <a:ext cx="6118225" cy="4862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020CAC3B-7325-404C-AF23-B4DDB577AC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644525"/>
            <a:ext cx="5133975" cy="3851275"/>
          </a:xfrm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1E36ABB3-6F25-0246-8B7E-0451113DFC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605338"/>
            <a:ext cx="6118225" cy="4862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646E8DBC-A1B8-0F4F-8CDE-50DD3BAABD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70DDBA81-84FD-394C-9FAF-412F89A85D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55061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12352346-D806-6844-A93A-2D459151D0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644525"/>
            <a:ext cx="5133975" cy="3851275"/>
          </a:xfrm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71380F85-1515-924D-BB76-EF9C353BC8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605338"/>
            <a:ext cx="6118225" cy="4862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90832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47130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08698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558AD374-F51A-4048-A8F9-81891DBD36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644525"/>
            <a:ext cx="5133975" cy="3851275"/>
          </a:xfrm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B22EEC0D-9577-8949-8C68-B67AF2BE24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605338"/>
            <a:ext cx="6118225" cy="4862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5337CBA8-053F-774F-88CC-7372E97FC3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644525"/>
            <a:ext cx="5133975" cy="3851275"/>
          </a:xfrm>
        </p:spPr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A644CEBE-8778-ED42-9434-8B88287D5E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605338"/>
            <a:ext cx="6118225" cy="4862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35855B6B-27B1-DB4B-BE73-BA352760E5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644525"/>
            <a:ext cx="5133975" cy="3851275"/>
          </a:xfrm>
        </p:spPr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F6B1F4E5-4DB9-9549-AC99-61013A7A89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605338"/>
            <a:ext cx="6118225" cy="4862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98945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6136C507-BC10-2C42-92E8-C90E5440F4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644525"/>
            <a:ext cx="5133975" cy="3851275"/>
          </a:xfrm>
        </p:spPr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9F8EC574-F46A-894A-B71C-BB256D552D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605338"/>
            <a:ext cx="6118225" cy="4862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A68A6E2F-D0D8-C042-971D-5BCDB52676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013" y="644525"/>
            <a:ext cx="5133975" cy="3851275"/>
          </a:xfrm>
        </p:spPr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65156222-B6F9-9549-AD09-33D1374435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605338"/>
            <a:ext cx="6118225" cy="4862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74897072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7394627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6360861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8163" y="919163"/>
            <a:ext cx="4019550" cy="20542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0113" y="919163"/>
            <a:ext cx="4019550" cy="20542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2602685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96758799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8877501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35787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08431023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9210685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3610576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1788" y="228600"/>
            <a:ext cx="2047875" cy="27447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8163" y="228600"/>
            <a:ext cx="5991225" cy="27447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8963645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0" y="228600"/>
            <a:ext cx="6862763" cy="3683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8163" y="919163"/>
            <a:ext cx="4019550" cy="20542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0113" y="919163"/>
            <a:ext cx="4019550" cy="20542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9664258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BD4A571-8234-8D4F-9017-33D4FCFB1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00100" y="228600"/>
            <a:ext cx="686276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Title</a:t>
            </a:r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07C2AE3D-DCC8-E44E-AD16-FD6B04F2CB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8163" y="919163"/>
            <a:ext cx="8191500" cy="205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This is our 1st Level Bullet</a:t>
            </a:r>
          </a:p>
          <a:p>
            <a:pPr lvl="1"/>
            <a:r>
              <a:rPr lang="en-US" altLang="zh-CN"/>
              <a:t>This is our 2nd level bullet</a:t>
            </a:r>
          </a:p>
          <a:p>
            <a:pPr lvl="2"/>
            <a:r>
              <a:rPr lang="en-US" altLang="zh-CN"/>
              <a:t>This is our 3rd level bullet</a:t>
            </a:r>
          </a:p>
          <a:p>
            <a:pPr lvl="0"/>
            <a:r>
              <a:rPr lang="en-US" altLang="zh-CN"/>
              <a:t>This is our next 1st Level Bullet</a:t>
            </a:r>
          </a:p>
          <a:p>
            <a:pPr lvl="1"/>
            <a:r>
              <a:rPr lang="en-US" altLang="zh-CN"/>
              <a:t>This is our 2nd level bullet</a:t>
            </a:r>
          </a:p>
          <a:p>
            <a:pPr lvl="2"/>
            <a:r>
              <a:rPr lang="en-US" altLang="zh-CN"/>
              <a:t>This is our 3rd level bullet</a:t>
            </a:r>
          </a:p>
        </p:txBody>
      </p:sp>
      <p:sp>
        <p:nvSpPr>
          <p:cNvPr id="1028" name="Line 6">
            <a:extLst>
              <a:ext uri="{FF2B5EF4-FFF2-40B4-BE49-F238E27FC236}">
                <a16:creationId xmlns:a16="http://schemas.microsoft.com/office/drawing/2014/main" id="{4D9C580A-0394-694F-92F1-A349F35EAD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538" y="566738"/>
            <a:ext cx="8577262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 kern="1200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panose="020B0604020202020204" pitchFamily="34" charset="0"/>
        </a:defRPr>
      </a:lvl5pPr>
      <a:lvl6pPr marL="4572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panose="020B0604020202020204" pitchFamily="34" charset="0"/>
        </a:defRPr>
      </a:lvl6pPr>
      <a:lvl7pPr marL="9144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panose="020B0604020202020204" pitchFamily="34" charset="0"/>
        </a:defRPr>
      </a:lvl7pPr>
      <a:lvl8pPr marL="13716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panose="020B0604020202020204" pitchFamily="34" charset="0"/>
        </a:defRPr>
      </a:lvl8pPr>
      <a:lvl9pPr marL="18288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panose="020B0604020202020204" pitchFamily="34" charset="0"/>
        </a:defRPr>
      </a:lvl9pPr>
    </p:titleStyle>
    <p:bodyStyle>
      <a:lvl1pPr marL="203200" indent="-203200" algn="l" rtl="0" eaLnBrk="0" fontAlgn="base" hangingPunct="0">
        <a:spcBef>
          <a:spcPct val="30000"/>
        </a:spcBef>
        <a:spcAft>
          <a:spcPct val="0"/>
        </a:spcAft>
        <a:buSzPct val="100000"/>
        <a:buFont typeface="Times New Roman" panose="02020603050405020304" pitchFamily="18" charset="0"/>
        <a:buChar char="°"/>
        <a:defRPr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190500" algn="l" rtl="0" eaLnBrk="0" fontAlgn="base" hangingPunct="0">
        <a:lnSpc>
          <a:spcPct val="85000"/>
        </a:lnSpc>
        <a:spcBef>
          <a:spcPct val="40000"/>
        </a:spcBef>
        <a:spcAft>
          <a:spcPct val="0"/>
        </a:spcAft>
        <a:buSzPct val="100000"/>
        <a:buChar char="•"/>
        <a:defRPr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257300" indent="-342900" algn="l" rtl="0" eaLnBrk="0" fontAlgn="base" hangingPunct="0">
        <a:lnSpc>
          <a:spcPct val="85000"/>
        </a:lnSpc>
        <a:spcBef>
          <a:spcPct val="40000"/>
        </a:spcBef>
        <a:spcAft>
          <a:spcPct val="0"/>
        </a:spcAft>
        <a:buSzPct val="100000"/>
        <a:buChar char="-"/>
        <a:defRPr b="1" kern="1200">
          <a:solidFill>
            <a:srgbClr val="990000"/>
          </a:solidFill>
          <a:latin typeface="+mn-lt"/>
          <a:ea typeface="+mn-ea"/>
          <a:cs typeface="+mn-cs"/>
        </a:defRPr>
      </a:lvl3pPr>
      <a:lvl4pPr marL="1714500" indent="-3429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1717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slide" Target="slide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F4588588-F972-784C-9829-ABA4C57FD0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第二讲 流水线冒险的处理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2A71D844-7ABB-E643-81F1-DB9B1E8CBA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2438" y="1136650"/>
            <a:ext cx="8350250" cy="546735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2000" dirty="0">
                <a:ea typeface="黑体" panose="02010609060101010101" pitchFamily="49" charset="-122"/>
              </a:rPr>
              <a:t>流水线冒险的几种类型</a:t>
            </a:r>
          </a:p>
          <a:p>
            <a:pPr>
              <a:spcBef>
                <a:spcPct val="20000"/>
              </a:spcBef>
            </a:pPr>
            <a:r>
              <a:rPr lang="zh-CN" altLang="en-US" sz="2000" dirty="0">
                <a:ea typeface="黑体" panose="02010609060101010101" pitchFamily="49" charset="-122"/>
              </a:rPr>
              <a:t>数据冒险的现象和对策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zh-CN" altLang="en-US" sz="2000" dirty="0">
                <a:ea typeface="黑体" panose="02010609060101010101" pitchFamily="49" charset="-122"/>
              </a:rPr>
              <a:t>数据冒险的种类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zh-CN" altLang="en-US" sz="2000" dirty="0">
                <a:ea typeface="黑体" panose="02010609060101010101" pitchFamily="49" charset="-122"/>
              </a:rPr>
              <a:t>相关的数据是</a:t>
            </a:r>
            <a:r>
              <a:rPr lang="en-US" altLang="zh-CN" sz="2000" dirty="0">
                <a:ea typeface="黑体" panose="02010609060101010101" pitchFamily="49" charset="-122"/>
              </a:rPr>
              <a:t>ALU</a:t>
            </a:r>
            <a:r>
              <a:rPr lang="zh-CN" altLang="en-US" sz="2000" dirty="0">
                <a:ea typeface="黑体" panose="02010609060101010101" pitchFamily="49" charset="-122"/>
              </a:rPr>
              <a:t>结果：可以通过转发解决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zh-CN" altLang="en-US" sz="2000" dirty="0">
                <a:ea typeface="黑体" panose="02010609060101010101" pitchFamily="49" charset="-122"/>
              </a:rPr>
              <a:t>相关的数据是</a:t>
            </a:r>
            <a:r>
              <a:rPr lang="en-US" altLang="zh-CN" sz="2000" dirty="0">
                <a:ea typeface="黑体" panose="02010609060101010101" pitchFamily="49" charset="-122"/>
              </a:rPr>
              <a:t>DM</a:t>
            </a:r>
            <a:r>
              <a:rPr lang="zh-CN" altLang="en-US" sz="2000" dirty="0">
                <a:ea typeface="黑体" panose="02010609060101010101" pitchFamily="49" charset="-122"/>
              </a:rPr>
              <a:t>读出的内容：随后的指令需被阻塞一个时钟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zh-CN" altLang="en-US" sz="2000" dirty="0">
                <a:ea typeface="黑体" panose="02010609060101010101" pitchFamily="49" charset="-122"/>
              </a:rPr>
              <a:t>数据冒险和转发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zh-CN" altLang="en-US" sz="2000" dirty="0">
                <a:ea typeface="黑体" panose="02010609060101010101" pitchFamily="49" charset="-122"/>
              </a:rPr>
              <a:t>转发检测 </a:t>
            </a:r>
            <a:r>
              <a:rPr lang="en-US" altLang="zh-CN" sz="2000" dirty="0">
                <a:ea typeface="黑体" panose="02010609060101010101" pitchFamily="49" charset="-122"/>
              </a:rPr>
              <a:t>/ </a:t>
            </a:r>
            <a:r>
              <a:rPr lang="zh-CN" altLang="en-US" sz="2000" dirty="0">
                <a:ea typeface="黑体" panose="02010609060101010101" pitchFamily="49" charset="-122"/>
              </a:rPr>
              <a:t>转发控制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zh-CN" altLang="en-US" sz="2000">
                <a:ea typeface="黑体" panose="02010609060101010101" pitchFamily="49" charset="-122"/>
              </a:rPr>
              <a:t>数据冒险和阻塞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zh-CN" altLang="en-US" sz="2000" dirty="0">
                <a:ea typeface="黑体" panose="02010609060101010101" pitchFamily="49" charset="-122"/>
              </a:rPr>
              <a:t>阻塞检测 </a:t>
            </a:r>
            <a:r>
              <a:rPr lang="en-US" altLang="zh-CN" sz="2000" dirty="0">
                <a:ea typeface="黑体" panose="02010609060101010101" pitchFamily="49" charset="-122"/>
              </a:rPr>
              <a:t>/ </a:t>
            </a:r>
            <a:r>
              <a:rPr lang="zh-CN" altLang="en-US" sz="2000" dirty="0">
                <a:ea typeface="黑体" panose="02010609060101010101" pitchFamily="49" charset="-122"/>
              </a:rPr>
              <a:t>阻塞控制</a:t>
            </a:r>
          </a:p>
          <a:p>
            <a:pPr>
              <a:spcBef>
                <a:spcPct val="20000"/>
              </a:spcBef>
            </a:pPr>
            <a:r>
              <a:rPr lang="zh-CN" altLang="en-US" sz="2000" dirty="0">
                <a:ea typeface="黑体" panose="02010609060101010101" pitchFamily="49" charset="-122"/>
              </a:rPr>
              <a:t>控制冒险的现象和对策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zh-CN" altLang="en-US" sz="2000" dirty="0">
                <a:ea typeface="黑体" panose="02010609060101010101" pitchFamily="49" charset="-122"/>
              </a:rPr>
              <a:t>静态分支预测技术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zh-CN" altLang="en-US" sz="2000" dirty="0">
                <a:ea typeface="黑体" panose="02010609060101010101" pitchFamily="49" charset="-122"/>
              </a:rPr>
              <a:t>动态分支预测技术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zh-CN" altLang="en-US" sz="2000" dirty="0">
                <a:ea typeface="黑体" panose="02010609060101010101" pitchFamily="49" charset="-122"/>
              </a:rPr>
              <a:t>缩短分支延迟技术</a:t>
            </a:r>
          </a:p>
          <a:p>
            <a:pPr>
              <a:spcBef>
                <a:spcPct val="20000"/>
              </a:spcBef>
            </a:pPr>
            <a:r>
              <a:rPr lang="zh-CN" altLang="en-US" sz="2000" dirty="0">
                <a:ea typeface="黑体" panose="02010609060101010101" pitchFamily="49" charset="-122"/>
              </a:rPr>
              <a:t>流水线中对异常和中断的处理</a:t>
            </a:r>
          </a:p>
          <a:p>
            <a:pPr>
              <a:spcBef>
                <a:spcPct val="20000"/>
              </a:spcBef>
            </a:pPr>
            <a:r>
              <a:rPr lang="zh-CN" altLang="en-US" sz="2000" dirty="0">
                <a:ea typeface="黑体" panose="02010609060101010101" pitchFamily="49" charset="-122"/>
              </a:rPr>
              <a:t>访问缺失对流水线的影响</a:t>
            </a:r>
          </a:p>
        </p:txBody>
      </p:sp>
      <p:sp>
        <p:nvSpPr>
          <p:cNvPr id="80900" name="Text Box 4">
            <a:extLst>
              <a:ext uri="{FF2B5EF4-FFF2-40B4-BE49-F238E27FC236}">
                <a16:creationId xmlns:a16="http://schemas.microsoft.com/office/drawing/2014/main" id="{69FF8005-A36E-0C46-BEAB-ED05A13357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6913" y="636588"/>
            <a:ext cx="2205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主 要 内 容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0A715433-A128-3346-9C7D-119996FC0E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03250"/>
            <a:ext cx="9144000" cy="6154738"/>
          </a:xfrm>
          <a:noFill/>
        </p:spPr>
        <p:txBody>
          <a:bodyPr lIns="90488" tIns="44450" rIns="90488" bIns="44450"/>
          <a:lstStyle/>
          <a:p>
            <a:pPr marL="342900" indent="-342900">
              <a:lnSpc>
                <a:spcPct val="110000"/>
              </a:lnSpc>
              <a:spcBef>
                <a:spcPct val="25000"/>
              </a:spcBef>
            </a:pPr>
            <a:r>
              <a:rPr lang="en-US" altLang="zh-CN">
                <a:solidFill>
                  <a:schemeClr val="hlink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Hazards</a:t>
            </a:r>
            <a:r>
              <a:rPr lang="zh-CN" altLang="en-US" sz="2000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：指流水线遇到无法正确执行后续指令或执行了不该执行的指令</a:t>
            </a:r>
            <a:endParaRPr lang="en-US" altLang="zh-CN" sz="2000">
              <a:solidFill>
                <a:srgbClr val="CC0000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10000"/>
              </a:lnSpc>
              <a:spcBef>
                <a:spcPct val="25000"/>
              </a:spcBef>
            </a:pPr>
            <a:r>
              <a:rPr lang="en-US" altLang="zh-CN" sz="2000" u="sng">
                <a:solidFill>
                  <a:schemeClr val="accent1"/>
                </a:solidFill>
                <a:ea typeface="黑体" panose="02010609060101010101" pitchFamily="49" charset="-122"/>
                <a:hlinkClick r:id="rId2" action="ppaction://hlinksldjump"/>
              </a:rPr>
              <a:t>Structural hazards</a:t>
            </a:r>
            <a:r>
              <a:rPr lang="en-US" altLang="zh-CN" sz="2000" b="0" u="sng">
                <a:solidFill>
                  <a:srgbClr val="FF0000"/>
                </a:solidFill>
                <a:ea typeface="黑体" panose="02010609060101010101" pitchFamily="49" charset="-122"/>
                <a:hlinkClick r:id="rId2" action="ppaction://hlinksldjump"/>
              </a:rPr>
              <a:t>  </a:t>
            </a:r>
            <a:r>
              <a:rPr lang="en-US" altLang="zh-CN" sz="2000">
                <a:ea typeface="黑体" panose="02010609060101010101" pitchFamily="49" charset="-122"/>
              </a:rPr>
              <a:t>(hardware resource conflicts):</a:t>
            </a:r>
          </a:p>
          <a:p>
            <a:pPr marL="742950" lvl="1" indent="-285750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zh-CN" altLang="en-US" sz="2000">
                <a:ea typeface="黑体" panose="02010609060101010101" pitchFamily="49" charset="-122"/>
              </a:rPr>
              <a:t>     现象：</a:t>
            </a:r>
            <a:r>
              <a:rPr lang="zh-CN" altLang="en-US" sz="2000">
                <a:solidFill>
                  <a:srgbClr val="990000"/>
                </a:solidFill>
                <a:ea typeface="黑体" panose="02010609060101010101" pitchFamily="49" charset="-122"/>
              </a:rPr>
              <a:t>同一个部件同时被不同指令所使用</a:t>
            </a:r>
            <a:r>
              <a:rPr lang="zh-CN" altLang="en-US" sz="2000">
                <a:solidFill>
                  <a:srgbClr val="CC0000"/>
                </a:solidFill>
                <a:ea typeface="黑体" panose="02010609060101010101" pitchFamily="49" charset="-122"/>
              </a:rPr>
              <a:t>     </a:t>
            </a:r>
          </a:p>
          <a:p>
            <a:pPr marL="1143000" lvl="2" indent="-228600">
              <a:lnSpc>
                <a:spcPct val="110000"/>
              </a:lnSpc>
              <a:spcBef>
                <a:spcPct val="25000"/>
              </a:spcBef>
            </a:pP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一个部件每条指令只能使用</a:t>
            </a:r>
            <a:r>
              <a:rPr lang="en-US" altLang="zh-CN" sz="2000">
                <a:solidFill>
                  <a:srgbClr val="008000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次，且只能在特定周期使用</a:t>
            </a:r>
          </a:p>
          <a:p>
            <a:pPr marL="1143000" lvl="2" indent="-228600">
              <a:lnSpc>
                <a:spcPct val="110000"/>
              </a:lnSpc>
              <a:spcBef>
                <a:spcPct val="25000"/>
              </a:spcBef>
            </a:pP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设置多个部件，以避免冲突。如指令存储器</a:t>
            </a:r>
            <a:r>
              <a:rPr lang="en-US" altLang="zh-CN" sz="2000">
                <a:solidFill>
                  <a:srgbClr val="008000"/>
                </a:solidFill>
                <a:ea typeface="黑体" panose="02010609060101010101" pitchFamily="49" charset="-122"/>
              </a:rPr>
              <a:t>IM </a:t>
            </a: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和数据存储器</a:t>
            </a:r>
            <a:r>
              <a:rPr lang="en-US" altLang="zh-CN" sz="2000">
                <a:solidFill>
                  <a:srgbClr val="008000"/>
                </a:solidFill>
                <a:ea typeface="黑体" panose="02010609060101010101" pitchFamily="49" charset="-122"/>
              </a:rPr>
              <a:t>DM</a:t>
            </a: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分开</a:t>
            </a:r>
          </a:p>
          <a:p>
            <a:pPr marL="742950" lvl="1" indent="-285750">
              <a:lnSpc>
                <a:spcPct val="110000"/>
              </a:lnSpc>
              <a:spcBef>
                <a:spcPct val="25000"/>
              </a:spcBef>
            </a:pPr>
            <a:r>
              <a:rPr lang="en-US" altLang="zh-CN" sz="2000" u="sng">
                <a:solidFill>
                  <a:srgbClr val="FF0000"/>
                </a:solidFill>
                <a:ea typeface="黑体" panose="02010609060101010101" pitchFamily="49" charset="-122"/>
                <a:hlinkClick r:id="rId3" action="ppaction://hlinksldjump"/>
              </a:rPr>
              <a:t>Data hazards</a:t>
            </a:r>
            <a:r>
              <a:rPr lang="en-US" altLang="zh-CN" sz="2000" b="0" u="sng">
                <a:solidFill>
                  <a:srgbClr val="FF0000"/>
                </a:solidFill>
                <a:ea typeface="黑体" panose="02010609060101010101" pitchFamily="49" charset="-122"/>
                <a:hlinkClick r:id="rId3" action="ppaction://hlinksldjump"/>
              </a:rPr>
              <a:t> </a:t>
            </a:r>
            <a:r>
              <a:rPr lang="en-US" altLang="zh-CN" sz="2000">
                <a:ea typeface="黑体" panose="02010609060101010101" pitchFamily="49" charset="-122"/>
              </a:rPr>
              <a:t>(data dependencies): </a:t>
            </a:r>
          </a:p>
          <a:p>
            <a:pPr marL="742950" lvl="1" indent="-285750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zh-CN" altLang="en-US" sz="2000">
                <a:ea typeface="黑体" panose="02010609060101010101" pitchFamily="49" charset="-122"/>
              </a:rPr>
              <a:t>     现象：</a:t>
            </a:r>
            <a:r>
              <a:rPr lang="zh-CN" altLang="en-US" sz="2000">
                <a:solidFill>
                  <a:srgbClr val="990000"/>
                </a:solidFill>
                <a:ea typeface="黑体" panose="02010609060101010101" pitchFamily="49" charset="-122"/>
              </a:rPr>
              <a:t>后面指令用到前面指令结果数据时，前面指令的结果还没产生</a:t>
            </a:r>
          </a:p>
          <a:p>
            <a:pPr marL="1143000" lvl="2" indent="-228600">
              <a:lnSpc>
                <a:spcPct val="110000"/>
              </a:lnSpc>
              <a:spcBef>
                <a:spcPct val="25000"/>
              </a:spcBef>
            </a:pP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采用转发</a:t>
            </a:r>
            <a:r>
              <a:rPr lang="en-US" altLang="zh-CN" sz="2000">
                <a:solidFill>
                  <a:srgbClr val="008000"/>
                </a:solidFill>
                <a:ea typeface="黑体" panose="02010609060101010101" pitchFamily="49" charset="-122"/>
              </a:rPr>
              <a:t>(Forwarding/Bypassing)</a:t>
            </a: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技术</a:t>
            </a:r>
          </a:p>
          <a:p>
            <a:pPr marL="1143000" lvl="2" indent="-228600">
              <a:lnSpc>
                <a:spcPct val="110000"/>
              </a:lnSpc>
              <a:spcBef>
                <a:spcPct val="25000"/>
              </a:spcBef>
            </a:pPr>
            <a:r>
              <a:rPr lang="en-US" altLang="zh-CN" sz="2000">
                <a:solidFill>
                  <a:srgbClr val="008000"/>
                </a:solidFill>
                <a:ea typeface="黑体" panose="02010609060101010101" pitchFamily="49" charset="-122"/>
              </a:rPr>
              <a:t>Load-use</a:t>
            </a: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冒险需要一次阻塞</a:t>
            </a:r>
            <a:r>
              <a:rPr lang="en-US" altLang="zh-CN" sz="2000">
                <a:solidFill>
                  <a:srgbClr val="008000"/>
                </a:solidFill>
                <a:ea typeface="黑体" panose="02010609060101010101" pitchFamily="49" charset="-122"/>
              </a:rPr>
              <a:t>(stall)</a:t>
            </a:r>
            <a:endParaRPr lang="zh-CN" altLang="en-US" sz="2000">
              <a:solidFill>
                <a:srgbClr val="008000"/>
              </a:solidFill>
              <a:ea typeface="黑体" panose="02010609060101010101" pitchFamily="49" charset="-122"/>
            </a:endParaRPr>
          </a:p>
          <a:p>
            <a:pPr marL="1143000" lvl="2" indent="-228600">
              <a:lnSpc>
                <a:spcPct val="110000"/>
              </a:lnSpc>
              <a:spcBef>
                <a:spcPct val="25000"/>
              </a:spcBef>
            </a:pP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编译程序</a:t>
            </a: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  <a:hlinkClick r:id="rId4" action="ppaction://hlinksldjump"/>
              </a:rPr>
              <a:t>优化指令顺序</a:t>
            </a:r>
            <a:endParaRPr lang="zh-CN" altLang="en-US" sz="2000">
              <a:solidFill>
                <a:srgbClr val="008000"/>
              </a:solidFill>
              <a:ea typeface="黑体" panose="02010609060101010101" pitchFamily="49" charset="-122"/>
            </a:endParaRPr>
          </a:p>
          <a:p>
            <a:pPr marL="742950" lvl="1" indent="-285750">
              <a:lnSpc>
                <a:spcPct val="110000"/>
              </a:lnSpc>
              <a:spcBef>
                <a:spcPct val="25000"/>
              </a:spcBef>
            </a:pPr>
            <a:r>
              <a:rPr lang="en-US" altLang="zh-CN" sz="2000" u="sng">
                <a:solidFill>
                  <a:srgbClr val="FF0000"/>
                </a:solidFill>
                <a:ea typeface="黑体" panose="02010609060101010101" pitchFamily="49" charset="-122"/>
                <a:hlinkClick r:id="" action="ppaction://noaction"/>
              </a:rPr>
              <a:t>Control (Branch)</a:t>
            </a:r>
            <a:r>
              <a:rPr lang="zh-CN" altLang="en-US" sz="2000" u="sng">
                <a:solidFill>
                  <a:srgbClr val="FF0000"/>
                </a:solidFill>
                <a:ea typeface="黑体" panose="02010609060101010101" pitchFamily="49" charset="-122"/>
                <a:hlinkClick r:id="" action="ppaction://noaction"/>
              </a:rPr>
              <a:t> </a:t>
            </a:r>
            <a:r>
              <a:rPr lang="en-US" altLang="zh-CN" sz="2000" u="sng">
                <a:solidFill>
                  <a:srgbClr val="FF0000"/>
                </a:solidFill>
                <a:ea typeface="黑体" panose="02010609060101010101" pitchFamily="49" charset="-122"/>
                <a:hlinkClick r:id="" action="ppaction://noaction"/>
              </a:rPr>
              <a:t>hazards</a:t>
            </a:r>
            <a:r>
              <a:rPr lang="en-US" altLang="zh-CN" sz="2000" b="0" u="sng">
                <a:solidFill>
                  <a:srgbClr val="FF0000"/>
                </a:solidFill>
                <a:ea typeface="黑体" panose="02010609060101010101" pitchFamily="49" charset="-122"/>
                <a:hlinkClick r:id="" action="ppaction://noaction"/>
              </a:rPr>
              <a:t> </a:t>
            </a:r>
            <a:r>
              <a:rPr lang="en-US" altLang="zh-CN" sz="2000">
                <a:ea typeface="黑体" panose="02010609060101010101" pitchFamily="49" charset="-122"/>
              </a:rPr>
              <a:t>(changes in program flow): </a:t>
            </a:r>
          </a:p>
          <a:p>
            <a:pPr marL="742950" lvl="1" indent="-285750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zh-CN" altLang="en-US" sz="2000">
                <a:ea typeface="黑体" panose="02010609060101010101" pitchFamily="49" charset="-122"/>
              </a:rPr>
              <a:t>     现象：</a:t>
            </a:r>
            <a:r>
              <a:rPr lang="zh-CN" altLang="en-US" sz="2000">
                <a:solidFill>
                  <a:srgbClr val="990000"/>
                </a:solidFill>
                <a:ea typeface="黑体" panose="02010609060101010101" pitchFamily="49" charset="-122"/>
              </a:rPr>
              <a:t>转移或异常改变执行流程，后继指令在目标地址产生前已被取出</a:t>
            </a:r>
          </a:p>
          <a:p>
            <a:pPr marL="1143000" lvl="2" indent="-228600">
              <a:lnSpc>
                <a:spcPct val="110000"/>
              </a:lnSpc>
              <a:spcBef>
                <a:spcPct val="25000"/>
              </a:spcBef>
            </a:pP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采用静态或动态分支预测</a:t>
            </a:r>
          </a:p>
          <a:p>
            <a:pPr marL="1143000" lvl="2" indent="-228600">
              <a:lnSpc>
                <a:spcPct val="110000"/>
              </a:lnSpc>
              <a:spcBef>
                <a:spcPct val="25000"/>
              </a:spcBef>
            </a:pP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编译程序优化指令顺序</a:t>
            </a:r>
            <a:r>
              <a:rPr lang="en-US" altLang="zh-CN" sz="2000">
                <a:solidFill>
                  <a:srgbClr val="008000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分支延迟</a:t>
            </a:r>
            <a:r>
              <a:rPr lang="en-US" altLang="zh-CN" sz="2000">
                <a:solidFill>
                  <a:srgbClr val="008000"/>
                </a:solidFill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81923" name="Rectangle 4">
            <a:extLst>
              <a:ext uri="{FF2B5EF4-FFF2-40B4-BE49-F238E27FC236}">
                <a16:creationId xmlns:a16="http://schemas.microsoft.com/office/drawing/2014/main" id="{4FA513A0-AEB2-7141-A09B-2CA3F594F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201613"/>
            <a:ext cx="66389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500" tIns="25400" rIns="63500" bIns="2540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7000"/>
              </a:lnSpc>
            </a:pPr>
            <a:r>
              <a:rPr lang="zh-CN" altLang="en-US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总结：流水线的三种</a:t>
            </a:r>
            <a:r>
              <a:rPr lang="zh-CN" altLang="en-US" sz="24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冲突</a:t>
            </a:r>
            <a:r>
              <a:rPr lang="en-US" altLang="zh-CN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冒险</a:t>
            </a:r>
            <a:r>
              <a:rPr lang="zh-CN" altLang="en-US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Hazard</a:t>
            </a:r>
            <a:r>
              <a:rPr lang="zh-CN" altLang="en-US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）情况</a:t>
            </a:r>
          </a:p>
        </p:txBody>
      </p:sp>
      <p:sp>
        <p:nvSpPr>
          <p:cNvPr id="106502" name="Text Box 6">
            <a:extLst>
              <a:ext uri="{FF2B5EF4-FFF2-40B4-BE49-F238E27FC236}">
                <a16:creationId xmlns:a16="http://schemas.microsoft.com/office/drawing/2014/main" id="{8BBF2925-6B5B-944C-858E-EA70B805E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5788" y="5986463"/>
            <a:ext cx="952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ea typeface="宋体" panose="02010600030101010101" pitchFamily="2" charset="-122"/>
                <a:hlinkClick r:id="" action="ppaction://noaction"/>
              </a:rPr>
              <a:t>SKIP</a:t>
            </a:r>
            <a:endParaRPr lang="en-US" altLang="zh-CN" sz="20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64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64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64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64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64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64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64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64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649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649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946" name="Group 2">
            <a:extLst>
              <a:ext uri="{FF2B5EF4-FFF2-40B4-BE49-F238E27FC236}">
                <a16:creationId xmlns:a16="http://schemas.microsoft.com/office/drawing/2014/main" id="{EDD29367-EE51-0F47-B88F-A2CE296B6A1A}"/>
              </a:ext>
            </a:extLst>
          </p:cNvPr>
          <p:cNvGrpSpPr>
            <a:grpSpLocks/>
          </p:cNvGrpSpPr>
          <p:nvPr/>
        </p:nvGrpSpPr>
        <p:grpSpPr bwMode="auto">
          <a:xfrm>
            <a:off x="4089400" y="3895725"/>
            <a:ext cx="539750" cy="458788"/>
            <a:chOff x="2576" y="2832"/>
            <a:chExt cx="340" cy="289"/>
          </a:xfrm>
        </p:grpSpPr>
        <p:sp>
          <p:nvSpPr>
            <p:cNvPr id="83103" name="Freeform 3">
              <a:extLst>
                <a:ext uri="{FF2B5EF4-FFF2-40B4-BE49-F238E27FC236}">
                  <a16:creationId xmlns:a16="http://schemas.microsoft.com/office/drawing/2014/main" id="{63516A59-1ABE-E145-957F-BD9F0D467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" y="2832"/>
              <a:ext cx="170" cy="289"/>
            </a:xfrm>
            <a:custGeom>
              <a:avLst/>
              <a:gdLst>
                <a:gd name="T0" fmla="*/ 169 w 170"/>
                <a:gd name="T1" fmla="*/ 0 h 289"/>
                <a:gd name="T2" fmla="*/ 0 w 170"/>
                <a:gd name="T3" fmla="*/ 0 h 289"/>
                <a:gd name="T4" fmla="*/ 0 w 170"/>
                <a:gd name="T5" fmla="*/ 288 h 289"/>
                <a:gd name="T6" fmla="*/ 169 w 170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0" h="289">
                  <a:moveTo>
                    <a:pt x="169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9" y="288"/>
                  </a:lnTo>
                </a:path>
              </a:pathLst>
            </a:custGeom>
            <a:solidFill>
              <a:schemeClr val="accent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04" name="Freeform 4">
              <a:extLst>
                <a:ext uri="{FF2B5EF4-FFF2-40B4-BE49-F238E27FC236}">
                  <a16:creationId xmlns:a16="http://schemas.microsoft.com/office/drawing/2014/main" id="{472F12DD-A7C3-4D45-9617-0C6E9BA58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5" y="2832"/>
              <a:ext cx="171" cy="289"/>
            </a:xfrm>
            <a:custGeom>
              <a:avLst/>
              <a:gdLst>
                <a:gd name="T0" fmla="*/ 0 w 171"/>
                <a:gd name="T1" fmla="*/ 0 h 289"/>
                <a:gd name="T2" fmla="*/ 170 w 171"/>
                <a:gd name="T3" fmla="*/ 0 h 289"/>
                <a:gd name="T4" fmla="*/ 170 w 171"/>
                <a:gd name="T5" fmla="*/ 288 h 289"/>
                <a:gd name="T6" fmla="*/ 0 w 171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1" h="289">
                  <a:moveTo>
                    <a:pt x="0" y="0"/>
                  </a:moveTo>
                  <a:lnTo>
                    <a:pt x="170" y="0"/>
                  </a:lnTo>
                  <a:lnTo>
                    <a:pt x="170" y="288"/>
                  </a:lnTo>
                  <a:lnTo>
                    <a:pt x="0" y="288"/>
                  </a:lnTo>
                </a:path>
              </a:pathLst>
            </a:custGeom>
            <a:solidFill>
              <a:schemeClr val="accent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2947" name="Group 5">
            <a:extLst>
              <a:ext uri="{FF2B5EF4-FFF2-40B4-BE49-F238E27FC236}">
                <a16:creationId xmlns:a16="http://schemas.microsoft.com/office/drawing/2014/main" id="{809C1694-1B07-9A46-881B-CCF3536A601E}"/>
              </a:ext>
            </a:extLst>
          </p:cNvPr>
          <p:cNvGrpSpPr>
            <a:grpSpLocks/>
          </p:cNvGrpSpPr>
          <p:nvPr/>
        </p:nvGrpSpPr>
        <p:grpSpPr bwMode="auto">
          <a:xfrm>
            <a:off x="4133850" y="1762125"/>
            <a:ext cx="515938" cy="458788"/>
            <a:chOff x="2604" y="1488"/>
            <a:chExt cx="325" cy="289"/>
          </a:xfrm>
        </p:grpSpPr>
        <p:sp>
          <p:nvSpPr>
            <p:cNvPr id="83101" name="Freeform 6">
              <a:extLst>
                <a:ext uri="{FF2B5EF4-FFF2-40B4-BE49-F238E27FC236}">
                  <a16:creationId xmlns:a16="http://schemas.microsoft.com/office/drawing/2014/main" id="{39E5D237-3970-9A45-8DBE-563475330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1488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solidFill>
              <a:schemeClr val="accent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02" name="Freeform 7">
              <a:extLst>
                <a:ext uri="{FF2B5EF4-FFF2-40B4-BE49-F238E27FC236}">
                  <a16:creationId xmlns:a16="http://schemas.microsoft.com/office/drawing/2014/main" id="{320AE4E4-A52B-7248-878D-3D3BD5590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" y="1488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solidFill>
              <a:schemeClr val="accent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948" name="Rectangle 8">
            <a:extLst>
              <a:ext uri="{FF2B5EF4-FFF2-40B4-BE49-F238E27FC236}">
                <a16:creationId xmlns:a16="http://schemas.microsoft.com/office/drawing/2014/main" id="{48E1B32E-8E83-D14A-843E-18A00F5B6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5588" y="3905250"/>
            <a:ext cx="633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82949" name="Rectangle 9">
            <a:extLst>
              <a:ext uri="{FF2B5EF4-FFF2-40B4-BE49-F238E27FC236}">
                <a16:creationId xmlns:a16="http://schemas.microsoft.com/office/drawing/2014/main" id="{AD7DBB69-3927-4544-8A06-A446079556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5702300" cy="368300"/>
          </a:xfrm>
          <a:noFill/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Structural Hazard</a:t>
            </a:r>
            <a:r>
              <a:rPr lang="zh-CN" altLang="en-US">
                <a:ea typeface="宋体" panose="02010600030101010101" pitchFamily="2" charset="-122"/>
              </a:rPr>
              <a:t>（结构冒险）现象</a:t>
            </a:r>
          </a:p>
        </p:txBody>
      </p:sp>
      <p:sp>
        <p:nvSpPr>
          <p:cNvPr id="82950" name="Line 11">
            <a:extLst>
              <a:ext uri="{FF2B5EF4-FFF2-40B4-BE49-F238E27FC236}">
                <a16:creationId xmlns:a16="http://schemas.microsoft.com/office/drawing/2014/main" id="{C4AA1B7C-BE39-5940-8520-D04B0412D54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900" y="1717675"/>
            <a:ext cx="0" cy="3238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1" name="Line 12">
            <a:extLst>
              <a:ext uri="{FF2B5EF4-FFF2-40B4-BE49-F238E27FC236}">
                <a16:creationId xmlns:a16="http://schemas.microsoft.com/office/drawing/2014/main" id="{57C01B7E-0D93-5046-BFA0-4D30B71F6C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9550" y="1114425"/>
            <a:ext cx="6324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52" name="Rectangle 13">
            <a:extLst>
              <a:ext uri="{FF2B5EF4-FFF2-40B4-BE49-F238E27FC236}">
                <a16:creationId xmlns:a16="http://schemas.microsoft.com/office/drawing/2014/main" id="{2BA1BB2F-0C7A-0841-90F9-58017FDEB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698500"/>
            <a:ext cx="2276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 i="1">
                <a:latin typeface="Arial" panose="020B0604020202020204" pitchFamily="34" charset="0"/>
                <a:ea typeface="宋体" panose="02010600030101010101" pitchFamily="2" charset="-122"/>
              </a:rPr>
              <a:t>Time (clock cycles)</a:t>
            </a:r>
          </a:p>
        </p:txBody>
      </p:sp>
      <p:sp>
        <p:nvSpPr>
          <p:cNvPr id="82953" name="Rectangle 14">
            <a:extLst>
              <a:ext uri="{FF2B5EF4-FFF2-40B4-BE49-F238E27FC236}">
                <a16:creationId xmlns:a16="http://schemas.microsoft.com/office/drawing/2014/main" id="{3F851B66-1D26-FE41-B299-8E7A3CC8D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313" y="1854200"/>
            <a:ext cx="103187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Load</a:t>
            </a:r>
          </a:p>
        </p:txBody>
      </p:sp>
      <p:sp>
        <p:nvSpPr>
          <p:cNvPr id="82954" name="Rectangle 15">
            <a:extLst>
              <a:ext uri="{FF2B5EF4-FFF2-40B4-BE49-F238E27FC236}">
                <a16:creationId xmlns:a16="http://schemas.microsoft.com/office/drawing/2014/main" id="{F5E65552-CC0D-4746-A864-F0FA3F1BA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913" y="2514600"/>
            <a:ext cx="1249362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Instr 1</a:t>
            </a:r>
          </a:p>
        </p:txBody>
      </p:sp>
      <p:sp>
        <p:nvSpPr>
          <p:cNvPr id="82955" name="Rectangle 16">
            <a:extLst>
              <a:ext uri="{FF2B5EF4-FFF2-40B4-BE49-F238E27FC236}">
                <a16:creationId xmlns:a16="http://schemas.microsoft.com/office/drawing/2014/main" id="{D883AE59-777E-E541-A58D-29571DD1A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3251200"/>
            <a:ext cx="1249362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Instr 2</a:t>
            </a:r>
          </a:p>
        </p:txBody>
      </p:sp>
      <p:sp>
        <p:nvSpPr>
          <p:cNvPr id="82956" name="Rectangle 17">
            <a:extLst>
              <a:ext uri="{FF2B5EF4-FFF2-40B4-BE49-F238E27FC236}">
                <a16:creationId xmlns:a16="http://schemas.microsoft.com/office/drawing/2014/main" id="{AA8FB328-A24A-8345-BA2E-D3A1F1DEC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475" y="3933825"/>
            <a:ext cx="1249363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Instr 3</a:t>
            </a:r>
          </a:p>
        </p:txBody>
      </p:sp>
      <p:sp>
        <p:nvSpPr>
          <p:cNvPr id="82957" name="Rectangle 18">
            <a:extLst>
              <a:ext uri="{FF2B5EF4-FFF2-40B4-BE49-F238E27FC236}">
                <a16:creationId xmlns:a16="http://schemas.microsoft.com/office/drawing/2014/main" id="{11F16DBA-692C-A14A-8BB6-AC5869486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013" y="4656138"/>
            <a:ext cx="1249362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Instr 4</a:t>
            </a:r>
          </a:p>
        </p:txBody>
      </p:sp>
      <p:grpSp>
        <p:nvGrpSpPr>
          <p:cNvPr id="82958" name="Group 161">
            <a:extLst>
              <a:ext uri="{FF2B5EF4-FFF2-40B4-BE49-F238E27FC236}">
                <a16:creationId xmlns:a16="http://schemas.microsoft.com/office/drawing/2014/main" id="{527B2989-1374-6340-A195-2D6F26BBB506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235075"/>
            <a:ext cx="4800600" cy="4191000"/>
            <a:chOff x="1680" y="778"/>
            <a:chExt cx="3024" cy="2824"/>
          </a:xfrm>
        </p:grpSpPr>
        <p:sp>
          <p:nvSpPr>
            <p:cNvPr id="83093" name="Line 19">
              <a:extLst>
                <a:ext uri="{FF2B5EF4-FFF2-40B4-BE49-F238E27FC236}">
                  <a16:creationId xmlns:a16="http://schemas.microsoft.com/office/drawing/2014/main" id="{6EF5D1D3-C4BF-3C47-AD57-97D5C1FC34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778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094" name="Line 20">
              <a:extLst>
                <a:ext uri="{FF2B5EF4-FFF2-40B4-BE49-F238E27FC236}">
                  <a16:creationId xmlns:a16="http://schemas.microsoft.com/office/drawing/2014/main" id="{A37AE58A-B344-E045-B1CA-4BA7D678A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778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095" name="Line 21">
              <a:extLst>
                <a:ext uri="{FF2B5EF4-FFF2-40B4-BE49-F238E27FC236}">
                  <a16:creationId xmlns:a16="http://schemas.microsoft.com/office/drawing/2014/main" id="{E21229C8-117A-8443-8661-E12993552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778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096" name="Line 22">
              <a:extLst>
                <a:ext uri="{FF2B5EF4-FFF2-40B4-BE49-F238E27FC236}">
                  <a16:creationId xmlns:a16="http://schemas.microsoft.com/office/drawing/2014/main" id="{B45813D0-F396-2B44-AF06-F6032D78F2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778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097" name="Line 23">
              <a:extLst>
                <a:ext uri="{FF2B5EF4-FFF2-40B4-BE49-F238E27FC236}">
                  <a16:creationId xmlns:a16="http://schemas.microsoft.com/office/drawing/2014/main" id="{48B02FA4-CE48-BB4E-88E5-2CAA4F8F1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778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098" name="Line 24">
              <a:extLst>
                <a:ext uri="{FF2B5EF4-FFF2-40B4-BE49-F238E27FC236}">
                  <a16:creationId xmlns:a16="http://schemas.microsoft.com/office/drawing/2014/main" id="{D030BE21-36C8-AE46-A351-8C99FEC1A5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778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099" name="Line 25">
              <a:extLst>
                <a:ext uri="{FF2B5EF4-FFF2-40B4-BE49-F238E27FC236}">
                  <a16:creationId xmlns:a16="http://schemas.microsoft.com/office/drawing/2014/main" id="{863514D2-A3FE-8C42-A42F-F7C03441E0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778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100" name="Line 26">
              <a:extLst>
                <a:ext uri="{FF2B5EF4-FFF2-40B4-BE49-F238E27FC236}">
                  <a16:creationId xmlns:a16="http://schemas.microsoft.com/office/drawing/2014/main" id="{37AB68DA-4B5B-474F-B8DF-67E61FA5E5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778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2959" name="Group 27">
            <a:extLst>
              <a:ext uri="{FF2B5EF4-FFF2-40B4-BE49-F238E27FC236}">
                <a16:creationId xmlns:a16="http://schemas.microsoft.com/office/drawing/2014/main" id="{8E289469-E5CA-DD47-9137-C2E07DA02822}"/>
              </a:ext>
            </a:extLst>
          </p:cNvPr>
          <p:cNvGrpSpPr>
            <a:grpSpLocks/>
          </p:cNvGrpSpPr>
          <p:nvPr/>
        </p:nvGrpSpPr>
        <p:grpSpPr bwMode="auto">
          <a:xfrm>
            <a:off x="3511550" y="1609725"/>
            <a:ext cx="352425" cy="763588"/>
            <a:chOff x="2212" y="1392"/>
            <a:chExt cx="222" cy="481"/>
          </a:xfrm>
        </p:grpSpPr>
        <p:sp>
          <p:nvSpPr>
            <p:cNvPr id="83091" name="Freeform 28">
              <a:extLst>
                <a:ext uri="{FF2B5EF4-FFF2-40B4-BE49-F238E27FC236}">
                  <a16:creationId xmlns:a16="http://schemas.microsoft.com/office/drawing/2014/main" id="{FF6B667A-8436-A441-8B58-A952BF459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1" y="1392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92" name="Rectangle 29">
              <a:extLst>
                <a:ext uri="{FF2B5EF4-FFF2-40B4-BE49-F238E27FC236}">
                  <a16:creationId xmlns:a16="http://schemas.microsoft.com/office/drawing/2014/main" id="{438CCD02-0968-C941-9F5A-BAEDA7036E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125" y="1515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82960" name="Group 30">
            <a:extLst>
              <a:ext uri="{FF2B5EF4-FFF2-40B4-BE49-F238E27FC236}">
                <a16:creationId xmlns:a16="http://schemas.microsoft.com/office/drawing/2014/main" id="{AD948013-DC82-6B43-AB52-7D482BE963E2}"/>
              </a:ext>
            </a:extLst>
          </p:cNvPr>
          <p:cNvGrpSpPr>
            <a:grpSpLocks/>
          </p:cNvGrpSpPr>
          <p:nvPr/>
        </p:nvGrpSpPr>
        <p:grpSpPr bwMode="auto">
          <a:xfrm>
            <a:off x="2032000" y="1762125"/>
            <a:ext cx="633413" cy="458788"/>
            <a:chOff x="1280" y="1488"/>
            <a:chExt cx="399" cy="289"/>
          </a:xfrm>
        </p:grpSpPr>
        <p:sp>
          <p:nvSpPr>
            <p:cNvPr id="83087" name="Rectangle 31">
              <a:extLst>
                <a:ext uri="{FF2B5EF4-FFF2-40B4-BE49-F238E27FC236}">
                  <a16:creationId xmlns:a16="http://schemas.microsoft.com/office/drawing/2014/main" id="{CAF9C2E9-BB13-184B-B7AD-7C47187D9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0" y="1494"/>
              <a:ext cx="39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Mem</a:t>
              </a:r>
            </a:p>
          </p:txBody>
        </p:sp>
        <p:grpSp>
          <p:nvGrpSpPr>
            <p:cNvPr id="83088" name="Group 32">
              <a:extLst>
                <a:ext uri="{FF2B5EF4-FFF2-40B4-BE49-F238E27FC236}">
                  <a16:creationId xmlns:a16="http://schemas.microsoft.com/office/drawing/2014/main" id="{4C6C0C98-81CF-4641-B411-0ACCB22857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5" y="1488"/>
              <a:ext cx="340" cy="289"/>
              <a:chOff x="1295" y="1488"/>
              <a:chExt cx="340" cy="289"/>
            </a:xfrm>
          </p:grpSpPr>
          <p:sp>
            <p:nvSpPr>
              <p:cNvPr id="83089" name="Freeform 33">
                <a:extLst>
                  <a:ext uri="{FF2B5EF4-FFF2-40B4-BE49-F238E27FC236}">
                    <a16:creationId xmlns:a16="http://schemas.microsoft.com/office/drawing/2014/main" id="{23C7C902-8285-1746-B542-F238FA2EC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5" y="1488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90" name="Freeform 34">
                <a:extLst>
                  <a:ext uri="{FF2B5EF4-FFF2-40B4-BE49-F238E27FC236}">
                    <a16:creationId xmlns:a16="http://schemas.microsoft.com/office/drawing/2014/main" id="{39FFCF3C-B848-364F-9599-5966AA01DD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4" y="1488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82961" name="Rectangle 35">
            <a:extLst>
              <a:ext uri="{FF2B5EF4-FFF2-40B4-BE49-F238E27FC236}">
                <a16:creationId xmlns:a16="http://schemas.microsoft.com/office/drawing/2014/main" id="{254F3ED8-C39F-B940-A0F5-792FF1994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0" y="1779588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82962" name="Group 36">
            <a:extLst>
              <a:ext uri="{FF2B5EF4-FFF2-40B4-BE49-F238E27FC236}">
                <a16:creationId xmlns:a16="http://schemas.microsoft.com/office/drawing/2014/main" id="{789847D4-0F7B-144E-A11B-8B1A57E36E0A}"/>
              </a:ext>
            </a:extLst>
          </p:cNvPr>
          <p:cNvGrpSpPr>
            <a:grpSpLocks/>
          </p:cNvGrpSpPr>
          <p:nvPr/>
        </p:nvGrpSpPr>
        <p:grpSpPr bwMode="auto">
          <a:xfrm>
            <a:off x="2786063" y="1762125"/>
            <a:ext cx="469900" cy="458788"/>
            <a:chOff x="1755" y="1488"/>
            <a:chExt cx="296" cy="289"/>
          </a:xfrm>
        </p:grpSpPr>
        <p:sp>
          <p:nvSpPr>
            <p:cNvPr id="83085" name="Freeform 37">
              <a:extLst>
                <a:ext uri="{FF2B5EF4-FFF2-40B4-BE49-F238E27FC236}">
                  <a16:creationId xmlns:a16="http://schemas.microsoft.com/office/drawing/2014/main" id="{DA9094B3-05F4-9E47-8BE8-967A31244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" y="1488"/>
              <a:ext cx="149" cy="289"/>
            </a:xfrm>
            <a:custGeom>
              <a:avLst/>
              <a:gdLst>
                <a:gd name="T0" fmla="*/ 148 w 149"/>
                <a:gd name="T1" fmla="*/ 0 h 289"/>
                <a:gd name="T2" fmla="*/ 0 w 149"/>
                <a:gd name="T3" fmla="*/ 0 h 289"/>
                <a:gd name="T4" fmla="*/ 0 w 149"/>
                <a:gd name="T5" fmla="*/ 288 h 289"/>
                <a:gd name="T6" fmla="*/ 148 w 149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9" h="289">
                  <a:moveTo>
                    <a:pt x="148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8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86" name="Freeform 38">
              <a:extLst>
                <a:ext uri="{FF2B5EF4-FFF2-40B4-BE49-F238E27FC236}">
                  <a16:creationId xmlns:a16="http://schemas.microsoft.com/office/drawing/2014/main" id="{7C3AE135-849D-4246-A407-7D4742BF1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3" y="1488"/>
              <a:ext cx="148" cy="289"/>
            </a:xfrm>
            <a:custGeom>
              <a:avLst/>
              <a:gdLst>
                <a:gd name="T0" fmla="*/ 0 w 148"/>
                <a:gd name="T1" fmla="*/ 0 h 289"/>
                <a:gd name="T2" fmla="*/ 147 w 148"/>
                <a:gd name="T3" fmla="*/ 0 h 289"/>
                <a:gd name="T4" fmla="*/ 147 w 148"/>
                <a:gd name="T5" fmla="*/ 288 h 289"/>
                <a:gd name="T6" fmla="*/ 0 w 148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8" h="289">
                  <a:moveTo>
                    <a:pt x="0" y="0"/>
                  </a:moveTo>
                  <a:lnTo>
                    <a:pt x="147" y="0"/>
                  </a:lnTo>
                  <a:lnTo>
                    <a:pt x="147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963" name="Line 39">
            <a:extLst>
              <a:ext uri="{FF2B5EF4-FFF2-40B4-BE49-F238E27FC236}">
                <a16:creationId xmlns:a16="http://schemas.microsoft.com/office/drawing/2014/main" id="{CAB457DC-020F-BD46-A983-8F178699A9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7150" y="1990725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64" name="Freeform 40">
            <a:extLst>
              <a:ext uri="{FF2B5EF4-FFF2-40B4-BE49-F238E27FC236}">
                <a16:creationId xmlns:a16="http://schemas.microsoft.com/office/drawing/2014/main" id="{145E16DD-AB71-7B4C-80DF-9845251174C2}"/>
              </a:ext>
            </a:extLst>
          </p:cNvPr>
          <p:cNvSpPr>
            <a:spLocks/>
          </p:cNvSpPr>
          <p:nvPr/>
        </p:nvSpPr>
        <p:spPr bwMode="auto">
          <a:xfrm>
            <a:off x="2701925" y="1838325"/>
            <a:ext cx="76200" cy="153988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65" name="Line 41">
            <a:extLst>
              <a:ext uri="{FF2B5EF4-FFF2-40B4-BE49-F238E27FC236}">
                <a16:creationId xmlns:a16="http://schemas.microsoft.com/office/drawing/2014/main" id="{AA43F09F-4F5D-634A-8B71-B23EACB640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7550" y="1838325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66" name="Rectangle 42">
            <a:extLst>
              <a:ext uri="{FF2B5EF4-FFF2-40B4-BE49-F238E27FC236}">
                <a16:creationId xmlns:a16="http://schemas.microsoft.com/office/drawing/2014/main" id="{C381FF80-6611-8947-9D55-72EA60F84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238" y="1771650"/>
            <a:ext cx="633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82967" name="Rectangle 43">
            <a:extLst>
              <a:ext uri="{FF2B5EF4-FFF2-40B4-BE49-F238E27FC236}">
                <a16:creationId xmlns:a16="http://schemas.microsoft.com/office/drawing/2014/main" id="{6B8A1EF8-0858-F046-B010-86CE65EBA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0288" y="1771650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82968" name="Group 44">
            <a:extLst>
              <a:ext uri="{FF2B5EF4-FFF2-40B4-BE49-F238E27FC236}">
                <a16:creationId xmlns:a16="http://schemas.microsoft.com/office/drawing/2014/main" id="{463E2FCB-CD3C-C94B-9FBB-A4C8E3214143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1762125"/>
            <a:ext cx="450850" cy="458788"/>
            <a:chOff x="3072" y="1488"/>
            <a:chExt cx="284" cy="289"/>
          </a:xfrm>
        </p:grpSpPr>
        <p:sp>
          <p:nvSpPr>
            <p:cNvPr id="83083" name="Freeform 45">
              <a:extLst>
                <a:ext uri="{FF2B5EF4-FFF2-40B4-BE49-F238E27FC236}">
                  <a16:creationId xmlns:a16="http://schemas.microsoft.com/office/drawing/2014/main" id="{089B98FE-2110-C44D-95D7-33B18009B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1488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solidFill>
              <a:schemeClr val="accent2">
                <a:alpha val="47842"/>
              </a:schemeClr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84" name="Freeform 46">
              <a:extLst>
                <a:ext uri="{FF2B5EF4-FFF2-40B4-BE49-F238E27FC236}">
                  <a16:creationId xmlns:a16="http://schemas.microsoft.com/office/drawing/2014/main" id="{9DFAF4A3-170C-394C-A8DE-A9C7ABE30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3" y="1488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solidFill>
              <a:schemeClr val="accent2">
                <a:alpha val="47842"/>
              </a:schemeClr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969" name="Line 47">
            <a:extLst>
              <a:ext uri="{FF2B5EF4-FFF2-40B4-BE49-F238E27FC236}">
                <a16:creationId xmlns:a16="http://schemas.microsoft.com/office/drawing/2014/main" id="{646C8AD1-0926-B544-8DC7-B799B9E6A3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7088" y="1990725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70" name="Line 48">
            <a:extLst>
              <a:ext uri="{FF2B5EF4-FFF2-40B4-BE49-F238E27FC236}">
                <a16:creationId xmlns:a16="http://schemas.microsoft.com/office/drawing/2014/main" id="{524C3553-C5A4-1F4F-B827-8B55FB77B2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68738" y="1990725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71" name="Freeform 49">
            <a:extLst>
              <a:ext uri="{FF2B5EF4-FFF2-40B4-BE49-F238E27FC236}">
                <a16:creationId xmlns:a16="http://schemas.microsoft.com/office/drawing/2014/main" id="{215CD6CA-3EC1-CA40-BB01-5B8F207EDB4E}"/>
              </a:ext>
            </a:extLst>
          </p:cNvPr>
          <p:cNvSpPr>
            <a:spLocks/>
          </p:cNvSpPr>
          <p:nvPr/>
        </p:nvSpPr>
        <p:spPr bwMode="auto">
          <a:xfrm>
            <a:off x="4067175" y="1990725"/>
            <a:ext cx="684213" cy="306388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72" name="Line 50">
            <a:extLst>
              <a:ext uri="{FF2B5EF4-FFF2-40B4-BE49-F238E27FC236}">
                <a16:creationId xmlns:a16="http://schemas.microsoft.com/office/drawing/2014/main" id="{14C966EA-24EA-F84A-84E4-BB566712EA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7550" y="2143125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73" name="Freeform 51">
            <a:extLst>
              <a:ext uri="{FF2B5EF4-FFF2-40B4-BE49-F238E27FC236}">
                <a16:creationId xmlns:a16="http://schemas.microsoft.com/office/drawing/2014/main" id="{CAFC1062-BB19-9C41-A8C8-234D86258E47}"/>
              </a:ext>
            </a:extLst>
          </p:cNvPr>
          <p:cNvSpPr>
            <a:spLocks/>
          </p:cNvSpPr>
          <p:nvPr/>
        </p:nvSpPr>
        <p:spPr bwMode="auto">
          <a:xfrm>
            <a:off x="3436938" y="1982788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2974" name="Group 52">
            <a:extLst>
              <a:ext uri="{FF2B5EF4-FFF2-40B4-BE49-F238E27FC236}">
                <a16:creationId xmlns:a16="http://schemas.microsoft.com/office/drawing/2014/main" id="{3ABAA898-F138-FF40-B2A4-F3A98BE65F04}"/>
              </a:ext>
            </a:extLst>
          </p:cNvPr>
          <p:cNvGrpSpPr>
            <a:grpSpLocks/>
          </p:cNvGrpSpPr>
          <p:nvPr/>
        </p:nvGrpSpPr>
        <p:grpSpPr bwMode="auto">
          <a:xfrm>
            <a:off x="4189413" y="2320925"/>
            <a:ext cx="352425" cy="763588"/>
            <a:chOff x="2639" y="1840"/>
            <a:chExt cx="222" cy="481"/>
          </a:xfrm>
        </p:grpSpPr>
        <p:sp>
          <p:nvSpPr>
            <p:cNvPr id="83081" name="Freeform 53">
              <a:extLst>
                <a:ext uri="{FF2B5EF4-FFF2-40B4-BE49-F238E27FC236}">
                  <a16:creationId xmlns:a16="http://schemas.microsoft.com/office/drawing/2014/main" id="{AAFA0455-230D-4B40-928D-A9FC05E34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8" y="1840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82" name="Rectangle 54">
              <a:extLst>
                <a:ext uri="{FF2B5EF4-FFF2-40B4-BE49-F238E27FC236}">
                  <a16:creationId xmlns:a16="http://schemas.microsoft.com/office/drawing/2014/main" id="{48D538D0-7C98-3B48-8BAB-C0391828631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552" y="1963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82975" name="Group 55">
            <a:extLst>
              <a:ext uri="{FF2B5EF4-FFF2-40B4-BE49-F238E27FC236}">
                <a16:creationId xmlns:a16="http://schemas.microsoft.com/office/drawing/2014/main" id="{491EC24F-2C2E-AB4D-8D4C-CB3E017BDA15}"/>
              </a:ext>
            </a:extLst>
          </p:cNvPr>
          <p:cNvGrpSpPr>
            <a:grpSpLocks/>
          </p:cNvGrpSpPr>
          <p:nvPr/>
        </p:nvGrpSpPr>
        <p:grpSpPr bwMode="auto">
          <a:xfrm>
            <a:off x="2709863" y="2473325"/>
            <a:ext cx="633412" cy="458788"/>
            <a:chOff x="1707" y="1936"/>
            <a:chExt cx="399" cy="289"/>
          </a:xfrm>
        </p:grpSpPr>
        <p:sp>
          <p:nvSpPr>
            <p:cNvPr id="83077" name="Rectangle 56">
              <a:extLst>
                <a:ext uri="{FF2B5EF4-FFF2-40B4-BE49-F238E27FC236}">
                  <a16:creationId xmlns:a16="http://schemas.microsoft.com/office/drawing/2014/main" id="{7D257896-A948-F449-9D2A-17791D870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7" y="1942"/>
              <a:ext cx="39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Mem</a:t>
              </a:r>
            </a:p>
          </p:txBody>
        </p:sp>
        <p:grpSp>
          <p:nvGrpSpPr>
            <p:cNvPr id="83078" name="Group 57">
              <a:extLst>
                <a:ext uri="{FF2B5EF4-FFF2-40B4-BE49-F238E27FC236}">
                  <a16:creationId xmlns:a16="http://schemas.microsoft.com/office/drawing/2014/main" id="{F827A473-8568-AC41-A260-F7D6972722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2" y="1936"/>
              <a:ext cx="340" cy="289"/>
              <a:chOff x="1722" y="1936"/>
              <a:chExt cx="340" cy="289"/>
            </a:xfrm>
          </p:grpSpPr>
          <p:sp>
            <p:nvSpPr>
              <p:cNvPr id="83079" name="Freeform 58">
                <a:extLst>
                  <a:ext uri="{FF2B5EF4-FFF2-40B4-BE49-F238E27FC236}">
                    <a16:creationId xmlns:a16="http://schemas.microsoft.com/office/drawing/2014/main" id="{805E9B52-57D6-DA42-9F2C-415E5C0F59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2" y="1936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80" name="Freeform 59">
                <a:extLst>
                  <a:ext uri="{FF2B5EF4-FFF2-40B4-BE49-F238E27FC236}">
                    <a16:creationId xmlns:a16="http://schemas.microsoft.com/office/drawing/2014/main" id="{0C9DB0D3-67B3-D347-A17C-0B900D0E19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1" y="1936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82976" name="Rectangle 60">
            <a:extLst>
              <a:ext uri="{FF2B5EF4-FFF2-40B4-BE49-F238E27FC236}">
                <a16:creationId xmlns:a16="http://schemas.microsoft.com/office/drawing/2014/main" id="{9454D96E-2AE1-C64D-9692-C938F3382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0113" y="2490788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82977" name="Group 61">
            <a:extLst>
              <a:ext uri="{FF2B5EF4-FFF2-40B4-BE49-F238E27FC236}">
                <a16:creationId xmlns:a16="http://schemas.microsoft.com/office/drawing/2014/main" id="{9905CAED-C201-CE47-9EF6-68C5C731B9C1}"/>
              </a:ext>
            </a:extLst>
          </p:cNvPr>
          <p:cNvGrpSpPr>
            <a:grpSpLocks/>
          </p:cNvGrpSpPr>
          <p:nvPr/>
        </p:nvGrpSpPr>
        <p:grpSpPr bwMode="auto">
          <a:xfrm>
            <a:off x="3463925" y="2473325"/>
            <a:ext cx="469900" cy="458788"/>
            <a:chOff x="2182" y="1936"/>
            <a:chExt cx="296" cy="289"/>
          </a:xfrm>
        </p:grpSpPr>
        <p:sp>
          <p:nvSpPr>
            <p:cNvPr id="83075" name="Freeform 62">
              <a:extLst>
                <a:ext uri="{FF2B5EF4-FFF2-40B4-BE49-F238E27FC236}">
                  <a16:creationId xmlns:a16="http://schemas.microsoft.com/office/drawing/2014/main" id="{F8C9BA6E-150A-C441-8DA4-C645D43A3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2" y="1936"/>
              <a:ext cx="149" cy="289"/>
            </a:xfrm>
            <a:custGeom>
              <a:avLst/>
              <a:gdLst>
                <a:gd name="T0" fmla="*/ 148 w 149"/>
                <a:gd name="T1" fmla="*/ 0 h 289"/>
                <a:gd name="T2" fmla="*/ 0 w 149"/>
                <a:gd name="T3" fmla="*/ 0 h 289"/>
                <a:gd name="T4" fmla="*/ 0 w 149"/>
                <a:gd name="T5" fmla="*/ 288 h 289"/>
                <a:gd name="T6" fmla="*/ 148 w 149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9" h="289">
                  <a:moveTo>
                    <a:pt x="148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8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76" name="Freeform 63">
              <a:extLst>
                <a:ext uri="{FF2B5EF4-FFF2-40B4-BE49-F238E27FC236}">
                  <a16:creationId xmlns:a16="http://schemas.microsoft.com/office/drawing/2014/main" id="{8A83A194-C661-9B4B-8362-C7185E418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0" y="1936"/>
              <a:ext cx="148" cy="289"/>
            </a:xfrm>
            <a:custGeom>
              <a:avLst/>
              <a:gdLst>
                <a:gd name="T0" fmla="*/ 0 w 148"/>
                <a:gd name="T1" fmla="*/ 0 h 289"/>
                <a:gd name="T2" fmla="*/ 147 w 148"/>
                <a:gd name="T3" fmla="*/ 0 h 289"/>
                <a:gd name="T4" fmla="*/ 147 w 148"/>
                <a:gd name="T5" fmla="*/ 288 h 289"/>
                <a:gd name="T6" fmla="*/ 0 w 148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8" h="289">
                  <a:moveTo>
                    <a:pt x="0" y="0"/>
                  </a:moveTo>
                  <a:lnTo>
                    <a:pt x="147" y="0"/>
                  </a:lnTo>
                  <a:lnTo>
                    <a:pt x="147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978" name="Line 64">
            <a:extLst>
              <a:ext uri="{FF2B5EF4-FFF2-40B4-BE49-F238E27FC236}">
                <a16:creationId xmlns:a16="http://schemas.microsoft.com/office/drawing/2014/main" id="{E03581D4-DCA1-C940-A36B-2C97010DAF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5013" y="2701925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79" name="Freeform 65">
            <a:extLst>
              <a:ext uri="{FF2B5EF4-FFF2-40B4-BE49-F238E27FC236}">
                <a16:creationId xmlns:a16="http://schemas.microsoft.com/office/drawing/2014/main" id="{3509AAD4-27C8-E845-ACB2-5327F3AB2353}"/>
              </a:ext>
            </a:extLst>
          </p:cNvPr>
          <p:cNvSpPr>
            <a:spLocks/>
          </p:cNvSpPr>
          <p:nvPr/>
        </p:nvSpPr>
        <p:spPr bwMode="auto">
          <a:xfrm>
            <a:off x="3379788" y="2549525"/>
            <a:ext cx="76200" cy="153988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80" name="Line 66">
            <a:extLst>
              <a:ext uri="{FF2B5EF4-FFF2-40B4-BE49-F238E27FC236}">
                <a16:creationId xmlns:a16="http://schemas.microsoft.com/office/drawing/2014/main" id="{5461A14D-FD3C-C349-A05C-86114EA61D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5413" y="2549525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81" name="Rectangle 67">
            <a:extLst>
              <a:ext uri="{FF2B5EF4-FFF2-40B4-BE49-F238E27FC236}">
                <a16:creationId xmlns:a16="http://schemas.microsoft.com/office/drawing/2014/main" id="{5B00F54A-1962-484D-96CE-132DFE289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100" y="2482850"/>
            <a:ext cx="6334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Mem</a:t>
            </a:r>
          </a:p>
        </p:txBody>
      </p:sp>
      <p:grpSp>
        <p:nvGrpSpPr>
          <p:cNvPr id="82982" name="Group 68">
            <a:extLst>
              <a:ext uri="{FF2B5EF4-FFF2-40B4-BE49-F238E27FC236}">
                <a16:creationId xmlns:a16="http://schemas.microsoft.com/office/drawing/2014/main" id="{10ABE418-D4CD-7C44-BFCB-B4BCA60D1D4C}"/>
              </a:ext>
            </a:extLst>
          </p:cNvPr>
          <p:cNvGrpSpPr>
            <a:grpSpLocks/>
          </p:cNvGrpSpPr>
          <p:nvPr/>
        </p:nvGrpSpPr>
        <p:grpSpPr bwMode="auto">
          <a:xfrm>
            <a:off x="4811713" y="2473325"/>
            <a:ext cx="515937" cy="458788"/>
            <a:chOff x="3031" y="1936"/>
            <a:chExt cx="325" cy="289"/>
          </a:xfrm>
        </p:grpSpPr>
        <p:sp>
          <p:nvSpPr>
            <p:cNvPr id="83073" name="Freeform 69">
              <a:extLst>
                <a:ext uri="{FF2B5EF4-FFF2-40B4-BE49-F238E27FC236}">
                  <a16:creationId xmlns:a16="http://schemas.microsoft.com/office/drawing/2014/main" id="{018C7C6E-FEAB-9E41-87B0-B67F0120F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1" y="1936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74" name="Freeform 70">
              <a:extLst>
                <a:ext uri="{FF2B5EF4-FFF2-40B4-BE49-F238E27FC236}">
                  <a16:creationId xmlns:a16="http://schemas.microsoft.com/office/drawing/2014/main" id="{C6D3512D-AC67-9A49-99B7-77ED49939F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" y="1936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983" name="Rectangle 71">
            <a:extLst>
              <a:ext uri="{FF2B5EF4-FFF2-40B4-BE49-F238E27FC236}">
                <a16:creationId xmlns:a16="http://schemas.microsoft.com/office/drawing/2014/main" id="{6E24F5E5-0289-6A49-A0BB-447100A97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8150" y="2482850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82984" name="Group 72">
            <a:extLst>
              <a:ext uri="{FF2B5EF4-FFF2-40B4-BE49-F238E27FC236}">
                <a16:creationId xmlns:a16="http://schemas.microsoft.com/office/drawing/2014/main" id="{3D2D8F79-10D3-CC40-BB1F-43C472F150F6}"/>
              </a:ext>
            </a:extLst>
          </p:cNvPr>
          <p:cNvGrpSpPr>
            <a:grpSpLocks/>
          </p:cNvGrpSpPr>
          <p:nvPr/>
        </p:nvGrpSpPr>
        <p:grpSpPr bwMode="auto">
          <a:xfrm>
            <a:off x="5554663" y="2473325"/>
            <a:ext cx="450850" cy="458788"/>
            <a:chOff x="3499" y="1936"/>
            <a:chExt cx="284" cy="289"/>
          </a:xfrm>
        </p:grpSpPr>
        <p:sp>
          <p:nvSpPr>
            <p:cNvPr id="83071" name="Freeform 73">
              <a:extLst>
                <a:ext uri="{FF2B5EF4-FFF2-40B4-BE49-F238E27FC236}">
                  <a16:creationId xmlns:a16="http://schemas.microsoft.com/office/drawing/2014/main" id="{0ABE6825-DF6D-5C4B-8462-82F2C8C21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9" y="1936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72" name="Freeform 74">
              <a:extLst>
                <a:ext uri="{FF2B5EF4-FFF2-40B4-BE49-F238E27FC236}">
                  <a16:creationId xmlns:a16="http://schemas.microsoft.com/office/drawing/2014/main" id="{16E86AAB-59C8-CA44-81FB-01ECAF1C65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0" y="1936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985" name="Line 75">
            <a:extLst>
              <a:ext uri="{FF2B5EF4-FFF2-40B4-BE49-F238E27FC236}">
                <a16:creationId xmlns:a16="http://schemas.microsoft.com/office/drawing/2014/main" id="{4FCA345B-2D65-1C43-B41D-6C76A5C66E2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4950" y="2701925"/>
            <a:ext cx="233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86" name="Line 76">
            <a:extLst>
              <a:ext uri="{FF2B5EF4-FFF2-40B4-BE49-F238E27FC236}">
                <a16:creationId xmlns:a16="http://schemas.microsoft.com/office/drawing/2014/main" id="{C3FDC81E-818D-3240-9032-EE591EDA4F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6600" y="2701925"/>
            <a:ext cx="258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87" name="Freeform 77">
            <a:extLst>
              <a:ext uri="{FF2B5EF4-FFF2-40B4-BE49-F238E27FC236}">
                <a16:creationId xmlns:a16="http://schemas.microsoft.com/office/drawing/2014/main" id="{8B44404A-3079-634F-BF54-DD73D9CA56A6}"/>
              </a:ext>
            </a:extLst>
          </p:cNvPr>
          <p:cNvSpPr>
            <a:spLocks/>
          </p:cNvSpPr>
          <p:nvPr/>
        </p:nvSpPr>
        <p:spPr bwMode="auto">
          <a:xfrm>
            <a:off x="4745038" y="2701925"/>
            <a:ext cx="684212" cy="306388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88" name="Line 78">
            <a:extLst>
              <a:ext uri="{FF2B5EF4-FFF2-40B4-BE49-F238E27FC236}">
                <a16:creationId xmlns:a16="http://schemas.microsoft.com/office/drawing/2014/main" id="{D7B985D5-FA9C-6441-8674-801D48442B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5413" y="2854325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89" name="Freeform 79">
            <a:extLst>
              <a:ext uri="{FF2B5EF4-FFF2-40B4-BE49-F238E27FC236}">
                <a16:creationId xmlns:a16="http://schemas.microsoft.com/office/drawing/2014/main" id="{6CD94279-DC93-CC42-BC3C-C0090BA9CC31}"/>
              </a:ext>
            </a:extLst>
          </p:cNvPr>
          <p:cNvSpPr>
            <a:spLocks/>
          </p:cNvSpPr>
          <p:nvPr/>
        </p:nvSpPr>
        <p:spPr bwMode="auto">
          <a:xfrm>
            <a:off x="4114800" y="2693988"/>
            <a:ext cx="534988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2990" name="Group 80">
            <a:extLst>
              <a:ext uri="{FF2B5EF4-FFF2-40B4-BE49-F238E27FC236}">
                <a16:creationId xmlns:a16="http://schemas.microsoft.com/office/drawing/2014/main" id="{8B7CF906-911C-E64B-AB83-CAF8E65B85A4}"/>
              </a:ext>
            </a:extLst>
          </p:cNvPr>
          <p:cNvGrpSpPr>
            <a:grpSpLocks/>
          </p:cNvGrpSpPr>
          <p:nvPr/>
        </p:nvGrpSpPr>
        <p:grpSpPr bwMode="auto">
          <a:xfrm>
            <a:off x="4867275" y="3032125"/>
            <a:ext cx="352425" cy="763588"/>
            <a:chOff x="3066" y="2288"/>
            <a:chExt cx="222" cy="481"/>
          </a:xfrm>
        </p:grpSpPr>
        <p:sp>
          <p:nvSpPr>
            <p:cNvPr id="83069" name="Freeform 81">
              <a:extLst>
                <a:ext uri="{FF2B5EF4-FFF2-40B4-BE49-F238E27FC236}">
                  <a16:creationId xmlns:a16="http://schemas.microsoft.com/office/drawing/2014/main" id="{DE16805A-7396-8648-951B-9931AD1F6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5" y="2288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70" name="Rectangle 82">
              <a:extLst>
                <a:ext uri="{FF2B5EF4-FFF2-40B4-BE49-F238E27FC236}">
                  <a16:creationId xmlns:a16="http://schemas.microsoft.com/office/drawing/2014/main" id="{508AF656-7B0B-3745-B4A9-767E608FC7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979" y="2411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82991" name="Group 83">
            <a:extLst>
              <a:ext uri="{FF2B5EF4-FFF2-40B4-BE49-F238E27FC236}">
                <a16:creationId xmlns:a16="http://schemas.microsoft.com/office/drawing/2014/main" id="{4F139DDC-38E3-3F43-8A1F-649911E20D17}"/>
              </a:ext>
            </a:extLst>
          </p:cNvPr>
          <p:cNvGrpSpPr>
            <a:grpSpLocks/>
          </p:cNvGrpSpPr>
          <p:nvPr/>
        </p:nvGrpSpPr>
        <p:grpSpPr bwMode="auto">
          <a:xfrm>
            <a:off x="3387725" y="3184525"/>
            <a:ext cx="633413" cy="458788"/>
            <a:chOff x="2134" y="2384"/>
            <a:chExt cx="399" cy="289"/>
          </a:xfrm>
        </p:grpSpPr>
        <p:sp>
          <p:nvSpPr>
            <p:cNvPr id="83065" name="Rectangle 84">
              <a:extLst>
                <a:ext uri="{FF2B5EF4-FFF2-40B4-BE49-F238E27FC236}">
                  <a16:creationId xmlns:a16="http://schemas.microsoft.com/office/drawing/2014/main" id="{576B3DB0-F401-4C46-A7DE-C157F95FB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4" y="2390"/>
              <a:ext cx="39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Mem</a:t>
              </a:r>
            </a:p>
          </p:txBody>
        </p:sp>
        <p:grpSp>
          <p:nvGrpSpPr>
            <p:cNvPr id="83066" name="Group 85">
              <a:extLst>
                <a:ext uri="{FF2B5EF4-FFF2-40B4-BE49-F238E27FC236}">
                  <a16:creationId xmlns:a16="http://schemas.microsoft.com/office/drawing/2014/main" id="{7CDE8FC0-BEFF-BB4B-B15E-8B79001EDF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9" y="2384"/>
              <a:ext cx="340" cy="289"/>
              <a:chOff x="2149" y="2384"/>
              <a:chExt cx="340" cy="289"/>
            </a:xfrm>
          </p:grpSpPr>
          <p:sp>
            <p:nvSpPr>
              <p:cNvPr id="83067" name="Freeform 86">
                <a:extLst>
                  <a:ext uri="{FF2B5EF4-FFF2-40B4-BE49-F238E27FC236}">
                    <a16:creationId xmlns:a16="http://schemas.microsoft.com/office/drawing/2014/main" id="{F24591EC-FB33-DA44-A834-73B47EFCEE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9" y="2384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68" name="Freeform 87">
                <a:extLst>
                  <a:ext uri="{FF2B5EF4-FFF2-40B4-BE49-F238E27FC236}">
                    <a16:creationId xmlns:a16="http://schemas.microsoft.com/office/drawing/2014/main" id="{B0A013DE-455C-4C43-A66A-3AFC1589A7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8" y="2384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82992" name="Rectangle 88">
            <a:extLst>
              <a:ext uri="{FF2B5EF4-FFF2-40B4-BE49-F238E27FC236}">
                <a16:creationId xmlns:a16="http://schemas.microsoft.com/office/drawing/2014/main" id="{7279832B-3786-8642-B475-B5EC8770A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975" y="3201988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82993" name="Group 89">
            <a:extLst>
              <a:ext uri="{FF2B5EF4-FFF2-40B4-BE49-F238E27FC236}">
                <a16:creationId xmlns:a16="http://schemas.microsoft.com/office/drawing/2014/main" id="{76F7545E-B956-BB4D-9714-447A31986486}"/>
              </a:ext>
            </a:extLst>
          </p:cNvPr>
          <p:cNvGrpSpPr>
            <a:grpSpLocks/>
          </p:cNvGrpSpPr>
          <p:nvPr/>
        </p:nvGrpSpPr>
        <p:grpSpPr bwMode="auto">
          <a:xfrm>
            <a:off x="4141788" y="3184525"/>
            <a:ext cx="469900" cy="458788"/>
            <a:chOff x="2609" y="2384"/>
            <a:chExt cx="296" cy="289"/>
          </a:xfrm>
        </p:grpSpPr>
        <p:sp>
          <p:nvSpPr>
            <p:cNvPr id="83063" name="Freeform 90">
              <a:extLst>
                <a:ext uri="{FF2B5EF4-FFF2-40B4-BE49-F238E27FC236}">
                  <a16:creationId xmlns:a16="http://schemas.microsoft.com/office/drawing/2014/main" id="{50D28EA5-DD01-9B44-B4C7-C2DD714E4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9" y="2384"/>
              <a:ext cx="149" cy="289"/>
            </a:xfrm>
            <a:custGeom>
              <a:avLst/>
              <a:gdLst>
                <a:gd name="T0" fmla="*/ 148 w 149"/>
                <a:gd name="T1" fmla="*/ 0 h 289"/>
                <a:gd name="T2" fmla="*/ 0 w 149"/>
                <a:gd name="T3" fmla="*/ 0 h 289"/>
                <a:gd name="T4" fmla="*/ 0 w 149"/>
                <a:gd name="T5" fmla="*/ 288 h 289"/>
                <a:gd name="T6" fmla="*/ 148 w 149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9" h="289">
                  <a:moveTo>
                    <a:pt x="148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8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64" name="Freeform 91">
              <a:extLst>
                <a:ext uri="{FF2B5EF4-FFF2-40B4-BE49-F238E27FC236}">
                  <a16:creationId xmlns:a16="http://schemas.microsoft.com/office/drawing/2014/main" id="{27524ABA-7483-7B4F-BFC8-2446A4750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7" y="2384"/>
              <a:ext cx="148" cy="289"/>
            </a:xfrm>
            <a:custGeom>
              <a:avLst/>
              <a:gdLst>
                <a:gd name="T0" fmla="*/ 0 w 148"/>
                <a:gd name="T1" fmla="*/ 0 h 289"/>
                <a:gd name="T2" fmla="*/ 147 w 148"/>
                <a:gd name="T3" fmla="*/ 0 h 289"/>
                <a:gd name="T4" fmla="*/ 147 w 148"/>
                <a:gd name="T5" fmla="*/ 288 h 289"/>
                <a:gd name="T6" fmla="*/ 0 w 148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8" h="289">
                  <a:moveTo>
                    <a:pt x="0" y="0"/>
                  </a:moveTo>
                  <a:lnTo>
                    <a:pt x="147" y="0"/>
                  </a:lnTo>
                  <a:lnTo>
                    <a:pt x="147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994" name="Line 92">
            <a:extLst>
              <a:ext uri="{FF2B5EF4-FFF2-40B4-BE49-F238E27FC236}">
                <a16:creationId xmlns:a16="http://schemas.microsoft.com/office/drawing/2014/main" id="{A5EC7267-2B1F-884E-8A05-2A64A945767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75" y="3413125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95" name="Freeform 93">
            <a:extLst>
              <a:ext uri="{FF2B5EF4-FFF2-40B4-BE49-F238E27FC236}">
                <a16:creationId xmlns:a16="http://schemas.microsoft.com/office/drawing/2014/main" id="{5EDA2328-497A-5041-8FDB-077EF5460BA9}"/>
              </a:ext>
            </a:extLst>
          </p:cNvPr>
          <p:cNvSpPr>
            <a:spLocks/>
          </p:cNvSpPr>
          <p:nvPr/>
        </p:nvSpPr>
        <p:spPr bwMode="auto">
          <a:xfrm>
            <a:off x="4057650" y="3260725"/>
            <a:ext cx="76200" cy="153988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96" name="Line 94">
            <a:extLst>
              <a:ext uri="{FF2B5EF4-FFF2-40B4-BE49-F238E27FC236}">
                <a16:creationId xmlns:a16="http://schemas.microsoft.com/office/drawing/2014/main" id="{406AF979-1874-3346-AEA5-BBE5B3BEB6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3275" y="3260725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997" name="Rectangle 95">
            <a:extLst>
              <a:ext uri="{FF2B5EF4-FFF2-40B4-BE49-F238E27FC236}">
                <a16:creationId xmlns:a16="http://schemas.microsoft.com/office/drawing/2014/main" id="{9F53A147-C6CC-DA49-828D-1F6D4560C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963" y="3194050"/>
            <a:ext cx="633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Mem</a:t>
            </a:r>
          </a:p>
        </p:txBody>
      </p:sp>
      <p:grpSp>
        <p:nvGrpSpPr>
          <p:cNvPr id="82998" name="Group 96">
            <a:extLst>
              <a:ext uri="{FF2B5EF4-FFF2-40B4-BE49-F238E27FC236}">
                <a16:creationId xmlns:a16="http://schemas.microsoft.com/office/drawing/2014/main" id="{7192C6DB-EBA2-B243-95D2-A76CDC53EE2C}"/>
              </a:ext>
            </a:extLst>
          </p:cNvPr>
          <p:cNvGrpSpPr>
            <a:grpSpLocks/>
          </p:cNvGrpSpPr>
          <p:nvPr/>
        </p:nvGrpSpPr>
        <p:grpSpPr bwMode="auto">
          <a:xfrm>
            <a:off x="5489575" y="3184525"/>
            <a:ext cx="515938" cy="458788"/>
            <a:chOff x="3458" y="2384"/>
            <a:chExt cx="325" cy="289"/>
          </a:xfrm>
        </p:grpSpPr>
        <p:sp>
          <p:nvSpPr>
            <p:cNvPr id="83061" name="Freeform 97">
              <a:extLst>
                <a:ext uri="{FF2B5EF4-FFF2-40B4-BE49-F238E27FC236}">
                  <a16:creationId xmlns:a16="http://schemas.microsoft.com/office/drawing/2014/main" id="{2C4E49E1-81B6-1E4C-AA7B-9FEF434D12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8" y="2384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62" name="Freeform 98">
              <a:extLst>
                <a:ext uri="{FF2B5EF4-FFF2-40B4-BE49-F238E27FC236}">
                  <a16:creationId xmlns:a16="http://schemas.microsoft.com/office/drawing/2014/main" id="{D1D46058-C257-8A46-8CCD-599193CB1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" y="2384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999" name="Rectangle 99">
            <a:extLst>
              <a:ext uri="{FF2B5EF4-FFF2-40B4-BE49-F238E27FC236}">
                <a16:creationId xmlns:a16="http://schemas.microsoft.com/office/drawing/2014/main" id="{D6CFA806-ECDF-1848-A028-0260ECF1E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6013" y="3194050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83000" name="Group 100">
            <a:extLst>
              <a:ext uri="{FF2B5EF4-FFF2-40B4-BE49-F238E27FC236}">
                <a16:creationId xmlns:a16="http://schemas.microsoft.com/office/drawing/2014/main" id="{61643931-EBA2-1042-82CE-C73DD413E475}"/>
              </a:ext>
            </a:extLst>
          </p:cNvPr>
          <p:cNvGrpSpPr>
            <a:grpSpLocks/>
          </p:cNvGrpSpPr>
          <p:nvPr/>
        </p:nvGrpSpPr>
        <p:grpSpPr bwMode="auto">
          <a:xfrm>
            <a:off x="6232525" y="3184525"/>
            <a:ext cx="450850" cy="458788"/>
            <a:chOff x="3926" y="2384"/>
            <a:chExt cx="284" cy="289"/>
          </a:xfrm>
        </p:grpSpPr>
        <p:sp>
          <p:nvSpPr>
            <p:cNvPr id="83059" name="Freeform 101">
              <a:extLst>
                <a:ext uri="{FF2B5EF4-FFF2-40B4-BE49-F238E27FC236}">
                  <a16:creationId xmlns:a16="http://schemas.microsoft.com/office/drawing/2014/main" id="{B40CB905-C7C7-0C4A-86A7-41BEFA5A1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" y="2384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60" name="Freeform 102">
              <a:extLst>
                <a:ext uri="{FF2B5EF4-FFF2-40B4-BE49-F238E27FC236}">
                  <a16:creationId xmlns:a16="http://schemas.microsoft.com/office/drawing/2014/main" id="{9C71A571-F96E-E743-BE1F-45D005975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" y="2384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3001" name="Line 103">
            <a:extLst>
              <a:ext uri="{FF2B5EF4-FFF2-40B4-BE49-F238E27FC236}">
                <a16:creationId xmlns:a16="http://schemas.microsoft.com/office/drawing/2014/main" id="{C051A0E0-A03B-3F44-9FEC-EF3D2F1F9B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2813" y="3413125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002" name="Line 104">
            <a:extLst>
              <a:ext uri="{FF2B5EF4-FFF2-40B4-BE49-F238E27FC236}">
                <a16:creationId xmlns:a16="http://schemas.microsoft.com/office/drawing/2014/main" id="{361E6E79-A2E8-2244-86EB-F931F0F62B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4463" y="3413125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003" name="Freeform 105">
            <a:extLst>
              <a:ext uri="{FF2B5EF4-FFF2-40B4-BE49-F238E27FC236}">
                <a16:creationId xmlns:a16="http://schemas.microsoft.com/office/drawing/2014/main" id="{06ECED8B-6171-344F-BC5D-3F166E6E9274}"/>
              </a:ext>
            </a:extLst>
          </p:cNvPr>
          <p:cNvSpPr>
            <a:spLocks/>
          </p:cNvSpPr>
          <p:nvPr/>
        </p:nvSpPr>
        <p:spPr bwMode="auto">
          <a:xfrm>
            <a:off x="5422900" y="3413125"/>
            <a:ext cx="684213" cy="306388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004" name="Line 106">
            <a:extLst>
              <a:ext uri="{FF2B5EF4-FFF2-40B4-BE49-F238E27FC236}">
                <a16:creationId xmlns:a16="http://schemas.microsoft.com/office/drawing/2014/main" id="{9EFC7FDD-9A48-7144-A2FF-652E9B666B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3275" y="3565525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005" name="Freeform 107">
            <a:extLst>
              <a:ext uri="{FF2B5EF4-FFF2-40B4-BE49-F238E27FC236}">
                <a16:creationId xmlns:a16="http://schemas.microsoft.com/office/drawing/2014/main" id="{354C95CC-2371-364F-8B1C-BFDDD8EBD443}"/>
              </a:ext>
            </a:extLst>
          </p:cNvPr>
          <p:cNvSpPr>
            <a:spLocks/>
          </p:cNvSpPr>
          <p:nvPr/>
        </p:nvSpPr>
        <p:spPr bwMode="auto">
          <a:xfrm>
            <a:off x="4792663" y="3405188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3006" name="Group 108">
            <a:extLst>
              <a:ext uri="{FF2B5EF4-FFF2-40B4-BE49-F238E27FC236}">
                <a16:creationId xmlns:a16="http://schemas.microsoft.com/office/drawing/2014/main" id="{0A0ECE01-A87C-E249-9B7A-F11E05AA21FD}"/>
              </a:ext>
            </a:extLst>
          </p:cNvPr>
          <p:cNvGrpSpPr>
            <a:grpSpLocks/>
          </p:cNvGrpSpPr>
          <p:nvPr/>
        </p:nvGrpSpPr>
        <p:grpSpPr bwMode="auto">
          <a:xfrm>
            <a:off x="5545138" y="3743325"/>
            <a:ext cx="352425" cy="763588"/>
            <a:chOff x="3493" y="2736"/>
            <a:chExt cx="222" cy="481"/>
          </a:xfrm>
        </p:grpSpPr>
        <p:sp>
          <p:nvSpPr>
            <p:cNvPr id="83057" name="Freeform 109">
              <a:extLst>
                <a:ext uri="{FF2B5EF4-FFF2-40B4-BE49-F238E27FC236}">
                  <a16:creationId xmlns:a16="http://schemas.microsoft.com/office/drawing/2014/main" id="{2180D723-C5A8-954D-B7CE-61F25F349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2" y="2736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58" name="Rectangle 110">
              <a:extLst>
                <a:ext uri="{FF2B5EF4-FFF2-40B4-BE49-F238E27FC236}">
                  <a16:creationId xmlns:a16="http://schemas.microsoft.com/office/drawing/2014/main" id="{996360E1-AAAE-2B43-801C-D0C301BCF6B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406" y="2859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sp>
        <p:nvSpPr>
          <p:cNvPr id="83007" name="Rectangle 111">
            <a:extLst>
              <a:ext uri="{FF2B5EF4-FFF2-40B4-BE49-F238E27FC236}">
                <a16:creationId xmlns:a16="http://schemas.microsoft.com/office/drawing/2014/main" id="{6C8C23C1-55F8-6B4E-AD08-0A98A57DA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5838" y="3913188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83008" name="Group 112">
            <a:extLst>
              <a:ext uri="{FF2B5EF4-FFF2-40B4-BE49-F238E27FC236}">
                <a16:creationId xmlns:a16="http://schemas.microsoft.com/office/drawing/2014/main" id="{AB9345C4-259F-3B4E-BEF7-FC554C940EA8}"/>
              </a:ext>
            </a:extLst>
          </p:cNvPr>
          <p:cNvGrpSpPr>
            <a:grpSpLocks/>
          </p:cNvGrpSpPr>
          <p:nvPr/>
        </p:nvGrpSpPr>
        <p:grpSpPr bwMode="auto">
          <a:xfrm>
            <a:off x="4819650" y="3895725"/>
            <a:ext cx="469900" cy="458788"/>
            <a:chOff x="3036" y="2832"/>
            <a:chExt cx="296" cy="289"/>
          </a:xfrm>
        </p:grpSpPr>
        <p:sp>
          <p:nvSpPr>
            <p:cNvPr id="83055" name="Freeform 113">
              <a:extLst>
                <a:ext uri="{FF2B5EF4-FFF2-40B4-BE49-F238E27FC236}">
                  <a16:creationId xmlns:a16="http://schemas.microsoft.com/office/drawing/2014/main" id="{9FB3A1DC-1B0A-074D-A536-5AA874F81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6" y="2832"/>
              <a:ext cx="149" cy="289"/>
            </a:xfrm>
            <a:custGeom>
              <a:avLst/>
              <a:gdLst>
                <a:gd name="T0" fmla="*/ 148 w 149"/>
                <a:gd name="T1" fmla="*/ 0 h 289"/>
                <a:gd name="T2" fmla="*/ 0 w 149"/>
                <a:gd name="T3" fmla="*/ 0 h 289"/>
                <a:gd name="T4" fmla="*/ 0 w 149"/>
                <a:gd name="T5" fmla="*/ 288 h 289"/>
                <a:gd name="T6" fmla="*/ 148 w 149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9" h="289">
                  <a:moveTo>
                    <a:pt x="148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8" y="288"/>
                  </a:lnTo>
                </a:path>
              </a:pathLst>
            </a:custGeom>
            <a:solidFill>
              <a:schemeClr val="accent2">
                <a:alpha val="47842"/>
              </a:schemeClr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56" name="Freeform 114">
              <a:extLst>
                <a:ext uri="{FF2B5EF4-FFF2-40B4-BE49-F238E27FC236}">
                  <a16:creationId xmlns:a16="http://schemas.microsoft.com/office/drawing/2014/main" id="{09587458-E724-9D48-8198-BD62FDD25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4" y="2832"/>
              <a:ext cx="148" cy="289"/>
            </a:xfrm>
            <a:custGeom>
              <a:avLst/>
              <a:gdLst>
                <a:gd name="T0" fmla="*/ 0 w 148"/>
                <a:gd name="T1" fmla="*/ 0 h 289"/>
                <a:gd name="T2" fmla="*/ 147 w 148"/>
                <a:gd name="T3" fmla="*/ 0 h 289"/>
                <a:gd name="T4" fmla="*/ 147 w 148"/>
                <a:gd name="T5" fmla="*/ 288 h 289"/>
                <a:gd name="T6" fmla="*/ 0 w 148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8" h="289">
                  <a:moveTo>
                    <a:pt x="0" y="0"/>
                  </a:moveTo>
                  <a:lnTo>
                    <a:pt x="147" y="0"/>
                  </a:lnTo>
                  <a:lnTo>
                    <a:pt x="147" y="288"/>
                  </a:lnTo>
                  <a:lnTo>
                    <a:pt x="0" y="288"/>
                  </a:lnTo>
                </a:path>
              </a:pathLst>
            </a:custGeom>
            <a:solidFill>
              <a:schemeClr val="accent2">
                <a:alpha val="47842"/>
              </a:schemeClr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3009" name="Line 115">
            <a:extLst>
              <a:ext uri="{FF2B5EF4-FFF2-40B4-BE49-F238E27FC236}">
                <a16:creationId xmlns:a16="http://schemas.microsoft.com/office/drawing/2014/main" id="{ACEC9EA1-7C6E-4F4E-BB11-E7F38479C14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0738" y="4124325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010" name="Freeform 116">
            <a:extLst>
              <a:ext uri="{FF2B5EF4-FFF2-40B4-BE49-F238E27FC236}">
                <a16:creationId xmlns:a16="http://schemas.microsoft.com/office/drawing/2014/main" id="{0E95ACB0-0A4B-5148-96A4-DD5FBB786CC3}"/>
              </a:ext>
            </a:extLst>
          </p:cNvPr>
          <p:cNvSpPr>
            <a:spLocks/>
          </p:cNvSpPr>
          <p:nvPr/>
        </p:nvSpPr>
        <p:spPr bwMode="auto">
          <a:xfrm>
            <a:off x="4735513" y="3971925"/>
            <a:ext cx="76200" cy="153988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011" name="Line 117">
            <a:extLst>
              <a:ext uri="{FF2B5EF4-FFF2-40B4-BE49-F238E27FC236}">
                <a16:creationId xmlns:a16="http://schemas.microsoft.com/office/drawing/2014/main" id="{DB530534-EE72-ED46-BE4D-1DC7670DDF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138" y="3971925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012" name="Rectangle 118">
            <a:extLst>
              <a:ext uri="{FF2B5EF4-FFF2-40B4-BE49-F238E27FC236}">
                <a16:creationId xmlns:a16="http://schemas.microsoft.com/office/drawing/2014/main" id="{C81454CA-0DC1-1541-9FE2-0CBB595D6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2825" y="3905250"/>
            <a:ext cx="6334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Mem</a:t>
            </a:r>
          </a:p>
        </p:txBody>
      </p:sp>
      <p:grpSp>
        <p:nvGrpSpPr>
          <p:cNvPr id="83013" name="Group 119">
            <a:extLst>
              <a:ext uri="{FF2B5EF4-FFF2-40B4-BE49-F238E27FC236}">
                <a16:creationId xmlns:a16="http://schemas.microsoft.com/office/drawing/2014/main" id="{081ABF02-9023-6748-8530-A6D49014B144}"/>
              </a:ext>
            </a:extLst>
          </p:cNvPr>
          <p:cNvGrpSpPr>
            <a:grpSpLocks/>
          </p:cNvGrpSpPr>
          <p:nvPr/>
        </p:nvGrpSpPr>
        <p:grpSpPr bwMode="auto">
          <a:xfrm>
            <a:off x="6167438" y="3895725"/>
            <a:ext cx="515937" cy="458788"/>
            <a:chOff x="3885" y="2832"/>
            <a:chExt cx="325" cy="289"/>
          </a:xfrm>
        </p:grpSpPr>
        <p:sp>
          <p:nvSpPr>
            <p:cNvPr id="83053" name="Freeform 120">
              <a:extLst>
                <a:ext uri="{FF2B5EF4-FFF2-40B4-BE49-F238E27FC236}">
                  <a16:creationId xmlns:a16="http://schemas.microsoft.com/office/drawing/2014/main" id="{3838D907-8F40-D44C-9E60-F8EB7E72A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5" y="2832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54" name="Freeform 121">
              <a:extLst>
                <a:ext uri="{FF2B5EF4-FFF2-40B4-BE49-F238E27FC236}">
                  <a16:creationId xmlns:a16="http://schemas.microsoft.com/office/drawing/2014/main" id="{EE534315-27A0-E844-AE95-8C982B7DC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2832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3014" name="Rectangle 122">
            <a:extLst>
              <a:ext uri="{FF2B5EF4-FFF2-40B4-BE49-F238E27FC236}">
                <a16:creationId xmlns:a16="http://schemas.microsoft.com/office/drawing/2014/main" id="{193E4029-2901-0645-8621-B28358C21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875" y="3905250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83015" name="Group 123">
            <a:extLst>
              <a:ext uri="{FF2B5EF4-FFF2-40B4-BE49-F238E27FC236}">
                <a16:creationId xmlns:a16="http://schemas.microsoft.com/office/drawing/2014/main" id="{7DB56C28-1F49-264C-9703-76490A718F9C}"/>
              </a:ext>
            </a:extLst>
          </p:cNvPr>
          <p:cNvGrpSpPr>
            <a:grpSpLocks/>
          </p:cNvGrpSpPr>
          <p:nvPr/>
        </p:nvGrpSpPr>
        <p:grpSpPr bwMode="auto">
          <a:xfrm>
            <a:off x="6910388" y="3895725"/>
            <a:ext cx="450850" cy="458788"/>
            <a:chOff x="4353" y="2832"/>
            <a:chExt cx="284" cy="289"/>
          </a:xfrm>
        </p:grpSpPr>
        <p:sp>
          <p:nvSpPr>
            <p:cNvPr id="83051" name="Freeform 124">
              <a:extLst>
                <a:ext uri="{FF2B5EF4-FFF2-40B4-BE49-F238E27FC236}">
                  <a16:creationId xmlns:a16="http://schemas.microsoft.com/office/drawing/2014/main" id="{68E8205B-4E31-1D4F-A19D-FE7670DB84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3" y="2832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52" name="Freeform 125">
              <a:extLst>
                <a:ext uri="{FF2B5EF4-FFF2-40B4-BE49-F238E27FC236}">
                  <a16:creationId xmlns:a16="http://schemas.microsoft.com/office/drawing/2014/main" id="{DE73B2DA-93A0-5345-8A37-8958164BA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4" y="2832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3016" name="Line 126">
            <a:extLst>
              <a:ext uri="{FF2B5EF4-FFF2-40B4-BE49-F238E27FC236}">
                <a16:creationId xmlns:a16="http://schemas.microsoft.com/office/drawing/2014/main" id="{07BD8EDF-C30C-474D-882C-7B996C2963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0675" y="4124325"/>
            <a:ext cx="233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017" name="Line 127">
            <a:extLst>
              <a:ext uri="{FF2B5EF4-FFF2-40B4-BE49-F238E27FC236}">
                <a16:creationId xmlns:a16="http://schemas.microsoft.com/office/drawing/2014/main" id="{A0CD3447-F576-F744-B27F-712F595FB6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2325" y="4124325"/>
            <a:ext cx="258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018" name="Freeform 128">
            <a:extLst>
              <a:ext uri="{FF2B5EF4-FFF2-40B4-BE49-F238E27FC236}">
                <a16:creationId xmlns:a16="http://schemas.microsoft.com/office/drawing/2014/main" id="{B78AF0AF-17EA-624D-934D-AA7BEC9B7CA4}"/>
              </a:ext>
            </a:extLst>
          </p:cNvPr>
          <p:cNvSpPr>
            <a:spLocks/>
          </p:cNvSpPr>
          <p:nvPr/>
        </p:nvSpPr>
        <p:spPr bwMode="auto">
          <a:xfrm>
            <a:off x="6100763" y="4124325"/>
            <a:ext cx="684212" cy="306388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019" name="Line 129">
            <a:extLst>
              <a:ext uri="{FF2B5EF4-FFF2-40B4-BE49-F238E27FC236}">
                <a16:creationId xmlns:a16="http://schemas.microsoft.com/office/drawing/2014/main" id="{EA0E8FEF-64ED-3645-A4A4-0098737571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138" y="4276725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020" name="Freeform 130">
            <a:extLst>
              <a:ext uri="{FF2B5EF4-FFF2-40B4-BE49-F238E27FC236}">
                <a16:creationId xmlns:a16="http://schemas.microsoft.com/office/drawing/2014/main" id="{8DDCD12D-E772-5644-B0A8-7E8ECEE68372}"/>
              </a:ext>
            </a:extLst>
          </p:cNvPr>
          <p:cNvSpPr>
            <a:spLocks/>
          </p:cNvSpPr>
          <p:nvPr/>
        </p:nvSpPr>
        <p:spPr bwMode="auto">
          <a:xfrm>
            <a:off x="5470525" y="4116388"/>
            <a:ext cx="534988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3021" name="Group 131">
            <a:extLst>
              <a:ext uri="{FF2B5EF4-FFF2-40B4-BE49-F238E27FC236}">
                <a16:creationId xmlns:a16="http://schemas.microsoft.com/office/drawing/2014/main" id="{BC04FCAC-54EF-CF4F-A1BF-0B0D08A1602C}"/>
              </a:ext>
            </a:extLst>
          </p:cNvPr>
          <p:cNvGrpSpPr>
            <a:grpSpLocks/>
          </p:cNvGrpSpPr>
          <p:nvPr/>
        </p:nvGrpSpPr>
        <p:grpSpPr bwMode="auto">
          <a:xfrm>
            <a:off x="6223000" y="4454525"/>
            <a:ext cx="352425" cy="763588"/>
            <a:chOff x="3920" y="3184"/>
            <a:chExt cx="222" cy="481"/>
          </a:xfrm>
        </p:grpSpPr>
        <p:sp>
          <p:nvSpPr>
            <p:cNvPr id="83049" name="Freeform 132">
              <a:extLst>
                <a:ext uri="{FF2B5EF4-FFF2-40B4-BE49-F238E27FC236}">
                  <a16:creationId xmlns:a16="http://schemas.microsoft.com/office/drawing/2014/main" id="{725756A8-05BF-B64D-9D51-60A8B3923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9" y="3184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50" name="Rectangle 133">
              <a:extLst>
                <a:ext uri="{FF2B5EF4-FFF2-40B4-BE49-F238E27FC236}">
                  <a16:creationId xmlns:a16="http://schemas.microsoft.com/office/drawing/2014/main" id="{03B46064-CCC2-7248-B5C5-E339FD30C6B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833" y="3307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83022" name="Group 134">
            <a:extLst>
              <a:ext uri="{FF2B5EF4-FFF2-40B4-BE49-F238E27FC236}">
                <a16:creationId xmlns:a16="http://schemas.microsoft.com/office/drawing/2014/main" id="{ABD5BCFC-CCA5-2840-BFC6-220B4D772450}"/>
              </a:ext>
            </a:extLst>
          </p:cNvPr>
          <p:cNvGrpSpPr>
            <a:grpSpLocks/>
          </p:cNvGrpSpPr>
          <p:nvPr/>
        </p:nvGrpSpPr>
        <p:grpSpPr bwMode="auto">
          <a:xfrm>
            <a:off x="4743450" y="4606925"/>
            <a:ext cx="633413" cy="458788"/>
            <a:chOff x="2988" y="3280"/>
            <a:chExt cx="399" cy="289"/>
          </a:xfrm>
        </p:grpSpPr>
        <p:sp>
          <p:nvSpPr>
            <p:cNvPr id="83045" name="Rectangle 135">
              <a:extLst>
                <a:ext uri="{FF2B5EF4-FFF2-40B4-BE49-F238E27FC236}">
                  <a16:creationId xmlns:a16="http://schemas.microsoft.com/office/drawing/2014/main" id="{BBEC93EE-24C6-264F-8E2B-B957F63FD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3286"/>
              <a:ext cx="399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Mem</a:t>
              </a:r>
            </a:p>
          </p:txBody>
        </p:sp>
        <p:grpSp>
          <p:nvGrpSpPr>
            <p:cNvPr id="83046" name="Group 136">
              <a:extLst>
                <a:ext uri="{FF2B5EF4-FFF2-40B4-BE49-F238E27FC236}">
                  <a16:creationId xmlns:a16="http://schemas.microsoft.com/office/drawing/2014/main" id="{3CC0D9AC-6F3E-8F4C-BA6F-D5D79043E3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3" y="3280"/>
              <a:ext cx="340" cy="289"/>
              <a:chOff x="3003" y="3280"/>
              <a:chExt cx="340" cy="289"/>
            </a:xfrm>
          </p:grpSpPr>
          <p:sp>
            <p:nvSpPr>
              <p:cNvPr id="83047" name="Freeform 137">
                <a:extLst>
                  <a:ext uri="{FF2B5EF4-FFF2-40B4-BE49-F238E27FC236}">
                    <a16:creationId xmlns:a16="http://schemas.microsoft.com/office/drawing/2014/main" id="{E80DE075-53B1-CF45-BFF0-2ADD5F7EE7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3" y="3280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48" name="Freeform 138">
                <a:extLst>
                  <a:ext uri="{FF2B5EF4-FFF2-40B4-BE49-F238E27FC236}">
                    <a16:creationId xmlns:a16="http://schemas.microsoft.com/office/drawing/2014/main" id="{23378DF3-7BDB-8F4A-B53F-F4A0E9487B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3280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83023" name="Rectangle 139">
            <a:extLst>
              <a:ext uri="{FF2B5EF4-FFF2-40B4-BE49-F238E27FC236}">
                <a16:creationId xmlns:a16="http://schemas.microsoft.com/office/drawing/2014/main" id="{FD834CE9-8CDC-3042-A175-56CCD9A23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3700" y="4624388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83024" name="Group 140">
            <a:extLst>
              <a:ext uri="{FF2B5EF4-FFF2-40B4-BE49-F238E27FC236}">
                <a16:creationId xmlns:a16="http://schemas.microsoft.com/office/drawing/2014/main" id="{881A62F2-D532-4145-823B-34A4C66308FE}"/>
              </a:ext>
            </a:extLst>
          </p:cNvPr>
          <p:cNvGrpSpPr>
            <a:grpSpLocks/>
          </p:cNvGrpSpPr>
          <p:nvPr/>
        </p:nvGrpSpPr>
        <p:grpSpPr bwMode="auto">
          <a:xfrm>
            <a:off x="5497513" y="4606925"/>
            <a:ext cx="469900" cy="458788"/>
            <a:chOff x="3463" y="3280"/>
            <a:chExt cx="296" cy="289"/>
          </a:xfrm>
        </p:grpSpPr>
        <p:sp>
          <p:nvSpPr>
            <p:cNvPr id="83043" name="Freeform 141">
              <a:extLst>
                <a:ext uri="{FF2B5EF4-FFF2-40B4-BE49-F238E27FC236}">
                  <a16:creationId xmlns:a16="http://schemas.microsoft.com/office/drawing/2014/main" id="{9B758FB9-7D51-B34E-99CB-53593C2DA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3" y="3280"/>
              <a:ext cx="149" cy="289"/>
            </a:xfrm>
            <a:custGeom>
              <a:avLst/>
              <a:gdLst>
                <a:gd name="T0" fmla="*/ 148 w 149"/>
                <a:gd name="T1" fmla="*/ 0 h 289"/>
                <a:gd name="T2" fmla="*/ 0 w 149"/>
                <a:gd name="T3" fmla="*/ 0 h 289"/>
                <a:gd name="T4" fmla="*/ 0 w 149"/>
                <a:gd name="T5" fmla="*/ 288 h 289"/>
                <a:gd name="T6" fmla="*/ 148 w 149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9" h="289">
                  <a:moveTo>
                    <a:pt x="148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8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44" name="Freeform 142">
              <a:extLst>
                <a:ext uri="{FF2B5EF4-FFF2-40B4-BE49-F238E27FC236}">
                  <a16:creationId xmlns:a16="http://schemas.microsoft.com/office/drawing/2014/main" id="{E1BFD264-D323-D542-86E2-119F2F10FE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" y="3280"/>
              <a:ext cx="148" cy="289"/>
            </a:xfrm>
            <a:custGeom>
              <a:avLst/>
              <a:gdLst>
                <a:gd name="T0" fmla="*/ 0 w 148"/>
                <a:gd name="T1" fmla="*/ 0 h 289"/>
                <a:gd name="T2" fmla="*/ 147 w 148"/>
                <a:gd name="T3" fmla="*/ 0 h 289"/>
                <a:gd name="T4" fmla="*/ 147 w 148"/>
                <a:gd name="T5" fmla="*/ 288 h 289"/>
                <a:gd name="T6" fmla="*/ 0 w 148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8" h="289">
                  <a:moveTo>
                    <a:pt x="0" y="0"/>
                  </a:moveTo>
                  <a:lnTo>
                    <a:pt x="147" y="0"/>
                  </a:lnTo>
                  <a:lnTo>
                    <a:pt x="147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3025" name="Line 143">
            <a:extLst>
              <a:ext uri="{FF2B5EF4-FFF2-40B4-BE49-F238E27FC236}">
                <a16:creationId xmlns:a16="http://schemas.microsoft.com/office/drawing/2014/main" id="{2581E321-7D83-4149-A556-D74E72F089C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8600" y="4835525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026" name="Freeform 144">
            <a:extLst>
              <a:ext uri="{FF2B5EF4-FFF2-40B4-BE49-F238E27FC236}">
                <a16:creationId xmlns:a16="http://schemas.microsoft.com/office/drawing/2014/main" id="{059BCAC0-3B8D-DF4E-A370-FBFA72320D42}"/>
              </a:ext>
            </a:extLst>
          </p:cNvPr>
          <p:cNvSpPr>
            <a:spLocks/>
          </p:cNvSpPr>
          <p:nvPr/>
        </p:nvSpPr>
        <p:spPr bwMode="auto">
          <a:xfrm>
            <a:off x="5413375" y="4683125"/>
            <a:ext cx="76200" cy="153988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027" name="Line 145">
            <a:extLst>
              <a:ext uri="{FF2B5EF4-FFF2-40B4-BE49-F238E27FC236}">
                <a16:creationId xmlns:a16="http://schemas.microsoft.com/office/drawing/2014/main" id="{B390697C-8452-B847-8723-A82B241C7D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9000" y="4683125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028" name="Rectangle 146">
            <a:extLst>
              <a:ext uri="{FF2B5EF4-FFF2-40B4-BE49-F238E27FC236}">
                <a16:creationId xmlns:a16="http://schemas.microsoft.com/office/drawing/2014/main" id="{09BAFF2F-FCA7-5A40-B11C-2B31FD70D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0688" y="4616450"/>
            <a:ext cx="633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Mem</a:t>
            </a:r>
          </a:p>
        </p:txBody>
      </p:sp>
      <p:grpSp>
        <p:nvGrpSpPr>
          <p:cNvPr id="83029" name="Group 147">
            <a:extLst>
              <a:ext uri="{FF2B5EF4-FFF2-40B4-BE49-F238E27FC236}">
                <a16:creationId xmlns:a16="http://schemas.microsoft.com/office/drawing/2014/main" id="{89B515D7-A3CB-FF45-AABE-D99B905A0724}"/>
              </a:ext>
            </a:extLst>
          </p:cNvPr>
          <p:cNvGrpSpPr>
            <a:grpSpLocks/>
          </p:cNvGrpSpPr>
          <p:nvPr/>
        </p:nvGrpSpPr>
        <p:grpSpPr bwMode="auto">
          <a:xfrm>
            <a:off x="6845300" y="4606925"/>
            <a:ext cx="515938" cy="458788"/>
            <a:chOff x="4312" y="3280"/>
            <a:chExt cx="325" cy="289"/>
          </a:xfrm>
        </p:grpSpPr>
        <p:sp>
          <p:nvSpPr>
            <p:cNvPr id="83041" name="Freeform 148">
              <a:extLst>
                <a:ext uri="{FF2B5EF4-FFF2-40B4-BE49-F238E27FC236}">
                  <a16:creationId xmlns:a16="http://schemas.microsoft.com/office/drawing/2014/main" id="{DB7BE5AD-3B21-3243-B055-041B192AB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" y="3280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42" name="Freeform 149">
              <a:extLst>
                <a:ext uri="{FF2B5EF4-FFF2-40B4-BE49-F238E27FC236}">
                  <a16:creationId xmlns:a16="http://schemas.microsoft.com/office/drawing/2014/main" id="{CB888A57-8322-D446-AAC9-9E68DC177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3" y="3280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3030" name="Rectangle 150">
            <a:extLst>
              <a:ext uri="{FF2B5EF4-FFF2-40B4-BE49-F238E27FC236}">
                <a16:creationId xmlns:a16="http://schemas.microsoft.com/office/drawing/2014/main" id="{A5B3957E-2B33-4449-9779-A5C5477EC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738" y="4616450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83031" name="Group 151">
            <a:extLst>
              <a:ext uri="{FF2B5EF4-FFF2-40B4-BE49-F238E27FC236}">
                <a16:creationId xmlns:a16="http://schemas.microsoft.com/office/drawing/2014/main" id="{49F7C94B-C4E6-6440-98B7-B5BE44E846BE}"/>
              </a:ext>
            </a:extLst>
          </p:cNvPr>
          <p:cNvGrpSpPr>
            <a:grpSpLocks/>
          </p:cNvGrpSpPr>
          <p:nvPr/>
        </p:nvGrpSpPr>
        <p:grpSpPr bwMode="auto">
          <a:xfrm>
            <a:off x="7588250" y="4606925"/>
            <a:ext cx="450850" cy="458788"/>
            <a:chOff x="4780" y="3280"/>
            <a:chExt cx="284" cy="289"/>
          </a:xfrm>
        </p:grpSpPr>
        <p:sp>
          <p:nvSpPr>
            <p:cNvPr id="83039" name="Freeform 152">
              <a:extLst>
                <a:ext uri="{FF2B5EF4-FFF2-40B4-BE49-F238E27FC236}">
                  <a16:creationId xmlns:a16="http://schemas.microsoft.com/office/drawing/2014/main" id="{C36E95CA-DF3C-2E43-A94D-C8DBB054F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0" y="3280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40" name="Freeform 153">
              <a:extLst>
                <a:ext uri="{FF2B5EF4-FFF2-40B4-BE49-F238E27FC236}">
                  <a16:creationId xmlns:a16="http://schemas.microsoft.com/office/drawing/2014/main" id="{A045181F-21D4-1C4F-B5EE-DD788436E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3280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3032" name="Line 154">
            <a:extLst>
              <a:ext uri="{FF2B5EF4-FFF2-40B4-BE49-F238E27FC236}">
                <a16:creationId xmlns:a16="http://schemas.microsoft.com/office/drawing/2014/main" id="{CF3CD819-13D1-EB4C-9F65-F5287D59CDD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8538" y="4835525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033" name="Line 155">
            <a:extLst>
              <a:ext uri="{FF2B5EF4-FFF2-40B4-BE49-F238E27FC236}">
                <a16:creationId xmlns:a16="http://schemas.microsoft.com/office/drawing/2014/main" id="{3C1018CA-C4AE-9948-A448-01E33D3AC53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0188" y="4835525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034" name="Freeform 156">
            <a:extLst>
              <a:ext uri="{FF2B5EF4-FFF2-40B4-BE49-F238E27FC236}">
                <a16:creationId xmlns:a16="http://schemas.microsoft.com/office/drawing/2014/main" id="{AFF5C7E8-A63F-524D-AA71-157C170BB654}"/>
              </a:ext>
            </a:extLst>
          </p:cNvPr>
          <p:cNvSpPr>
            <a:spLocks/>
          </p:cNvSpPr>
          <p:nvPr/>
        </p:nvSpPr>
        <p:spPr bwMode="auto">
          <a:xfrm>
            <a:off x="6778625" y="4835525"/>
            <a:ext cx="684213" cy="306388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035" name="Line 157">
            <a:extLst>
              <a:ext uri="{FF2B5EF4-FFF2-40B4-BE49-F238E27FC236}">
                <a16:creationId xmlns:a16="http://schemas.microsoft.com/office/drawing/2014/main" id="{601B0083-CE27-7142-9BF8-E7A1D8E9CE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9000" y="4987925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036" name="Freeform 158">
            <a:extLst>
              <a:ext uri="{FF2B5EF4-FFF2-40B4-BE49-F238E27FC236}">
                <a16:creationId xmlns:a16="http://schemas.microsoft.com/office/drawing/2014/main" id="{06DAB561-8A90-3745-B9B9-695C2B7F629C}"/>
              </a:ext>
            </a:extLst>
          </p:cNvPr>
          <p:cNvSpPr>
            <a:spLocks/>
          </p:cNvSpPr>
          <p:nvPr/>
        </p:nvSpPr>
        <p:spPr bwMode="auto">
          <a:xfrm>
            <a:off x="6161088" y="4827588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679" name="Text Box 159">
            <a:extLst>
              <a:ext uri="{FF2B5EF4-FFF2-40B4-BE49-F238E27FC236}">
                <a16:creationId xmlns:a16="http://schemas.microsoft.com/office/drawing/2014/main" id="{0FA02C98-9F9A-164C-A2E3-D5C6C72E43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8" y="5480050"/>
            <a:ext cx="867251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只有一个存储器时，在</a:t>
            </a:r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Load</a:t>
            </a: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指令取数据同时又取指令的话，则发生冲突！</a:t>
            </a:r>
          </a:p>
          <a:p>
            <a:pPr>
              <a:spcBef>
                <a:spcPct val="20000"/>
              </a:spcBef>
            </a:pP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如果不对寄存器堆的写口和读口独立设置的话，则发生冲突！</a:t>
            </a:r>
          </a:p>
        </p:txBody>
      </p:sp>
      <p:sp>
        <p:nvSpPr>
          <p:cNvPr id="107680" name="Text Box 160">
            <a:extLst>
              <a:ext uri="{FF2B5EF4-FFF2-40B4-BE49-F238E27FC236}">
                <a16:creationId xmlns:a16="http://schemas.microsoft.com/office/drawing/2014/main" id="{00859FEA-CBC9-7243-A38C-E1B8AD26F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8" y="6226175"/>
            <a:ext cx="75676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ea typeface="黑体" panose="02010609060101010101" pitchFamily="49" charset="-122"/>
              </a:rPr>
              <a:t>结构冒险也称硬件资源冲突：同一个执行部件被多条指令使用。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7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679" grpId="0"/>
      <p:bldP spid="10768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35">
            <a:extLst>
              <a:ext uri="{FF2B5EF4-FFF2-40B4-BE49-F238E27FC236}">
                <a16:creationId xmlns:a16="http://schemas.microsoft.com/office/drawing/2014/main" id="{4FD2DEB6-A7E1-264F-820E-FAD53A684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0288" y="268446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84995" name="Freeform 154">
            <a:extLst>
              <a:ext uri="{FF2B5EF4-FFF2-40B4-BE49-F238E27FC236}">
                <a16:creationId xmlns:a16="http://schemas.microsoft.com/office/drawing/2014/main" id="{943F5D08-50FF-3644-8429-D779CE485716}"/>
              </a:ext>
            </a:extLst>
          </p:cNvPr>
          <p:cNvSpPr>
            <a:spLocks/>
          </p:cNvSpPr>
          <p:nvPr/>
        </p:nvSpPr>
        <p:spPr bwMode="auto">
          <a:xfrm>
            <a:off x="5746750" y="5521325"/>
            <a:ext cx="225425" cy="458788"/>
          </a:xfrm>
          <a:custGeom>
            <a:avLst/>
            <a:gdLst>
              <a:gd name="T0" fmla="*/ 2147483646 w 142"/>
              <a:gd name="T1" fmla="*/ 0 h 289"/>
              <a:gd name="T2" fmla="*/ 0 w 142"/>
              <a:gd name="T3" fmla="*/ 0 h 289"/>
              <a:gd name="T4" fmla="*/ 0 w 142"/>
              <a:gd name="T5" fmla="*/ 2147483646 h 289"/>
              <a:gd name="T6" fmla="*/ 2147483646 w 14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2" h="289">
                <a:moveTo>
                  <a:pt x="141" y="0"/>
                </a:moveTo>
                <a:lnTo>
                  <a:pt x="0" y="0"/>
                </a:lnTo>
                <a:lnTo>
                  <a:pt x="0" y="288"/>
                </a:lnTo>
                <a:lnTo>
                  <a:pt x="141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996" name="Rectangle 2">
            <a:extLst>
              <a:ext uri="{FF2B5EF4-FFF2-40B4-BE49-F238E27FC236}">
                <a16:creationId xmlns:a16="http://schemas.microsoft.com/office/drawing/2014/main" id="{373E8FEA-63A1-E440-A0EA-48DF8B2F21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100" y="185738"/>
            <a:ext cx="7188200" cy="368300"/>
          </a:xfrm>
          <a:noFill/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Structural Hazard</a:t>
            </a:r>
            <a:r>
              <a:rPr lang="zh-CN" altLang="en-US">
                <a:ea typeface="宋体" panose="02010600030101010101" pitchFamily="2" charset="-122"/>
              </a:rPr>
              <a:t>的解决方法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84997" name="Rectangle 3">
            <a:extLst>
              <a:ext uri="{FF2B5EF4-FFF2-40B4-BE49-F238E27FC236}">
                <a16:creationId xmlns:a16="http://schemas.microsoft.com/office/drawing/2014/main" id="{21FFD243-E99D-024E-AAFB-2B715E98D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2640013"/>
            <a:ext cx="358775" cy="3109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r.</a:t>
            </a:r>
          </a:p>
          <a:p>
            <a:pPr algn="ctr"/>
            <a:endParaRPr lang="en-US" altLang="zh-CN" sz="1800" b="0" i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O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84998" name="Line 4">
            <a:extLst>
              <a:ext uri="{FF2B5EF4-FFF2-40B4-BE49-F238E27FC236}">
                <a16:creationId xmlns:a16="http://schemas.microsoft.com/office/drawing/2014/main" id="{F184818F-4049-9E4C-A373-3A65DC219458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900" y="2630488"/>
            <a:ext cx="0" cy="3238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999" name="Line 5">
            <a:extLst>
              <a:ext uri="{FF2B5EF4-FFF2-40B4-BE49-F238E27FC236}">
                <a16:creationId xmlns:a16="http://schemas.microsoft.com/office/drawing/2014/main" id="{7BBCD350-1EF6-D145-A32B-96F9C887B6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9713" y="2274888"/>
            <a:ext cx="6324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0" name="Rectangle 6">
            <a:extLst>
              <a:ext uri="{FF2B5EF4-FFF2-40B4-BE49-F238E27FC236}">
                <a16:creationId xmlns:a16="http://schemas.microsoft.com/office/drawing/2014/main" id="{BB0CC83B-70C8-5342-A770-E2E407C22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3675" y="1806575"/>
            <a:ext cx="2124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Time (clock cycles)</a:t>
            </a:r>
          </a:p>
        </p:txBody>
      </p:sp>
      <p:sp>
        <p:nvSpPr>
          <p:cNvPr id="85001" name="Rectangle 7">
            <a:extLst>
              <a:ext uri="{FF2B5EF4-FFF2-40B4-BE49-F238E27FC236}">
                <a16:creationId xmlns:a16="http://schemas.microsoft.com/office/drawing/2014/main" id="{66B0AA3A-E47D-2D47-8094-E61218986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313" y="2767013"/>
            <a:ext cx="788987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Load</a:t>
            </a:r>
          </a:p>
        </p:txBody>
      </p:sp>
      <p:sp>
        <p:nvSpPr>
          <p:cNvPr id="85002" name="Rectangle 8">
            <a:extLst>
              <a:ext uri="{FF2B5EF4-FFF2-40B4-BE49-F238E27FC236}">
                <a16:creationId xmlns:a16="http://schemas.microsoft.com/office/drawing/2014/main" id="{BE2E83D4-9E6E-D842-9C64-AA1CE932E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913" y="3427413"/>
            <a:ext cx="941387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Instr 1</a:t>
            </a:r>
          </a:p>
        </p:txBody>
      </p:sp>
      <p:sp>
        <p:nvSpPr>
          <p:cNvPr id="85003" name="Rectangle 9">
            <a:extLst>
              <a:ext uri="{FF2B5EF4-FFF2-40B4-BE49-F238E27FC236}">
                <a16:creationId xmlns:a16="http://schemas.microsoft.com/office/drawing/2014/main" id="{D8805B6E-C499-C543-95F1-C40014E09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4164013"/>
            <a:ext cx="941387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Instr 2</a:t>
            </a:r>
          </a:p>
        </p:txBody>
      </p:sp>
      <p:sp>
        <p:nvSpPr>
          <p:cNvPr id="85004" name="Rectangle 10">
            <a:extLst>
              <a:ext uri="{FF2B5EF4-FFF2-40B4-BE49-F238E27FC236}">
                <a16:creationId xmlns:a16="http://schemas.microsoft.com/office/drawing/2014/main" id="{B52B96E6-AB73-C041-A544-D0AB988C7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475" y="4846638"/>
            <a:ext cx="941388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Instr 3</a:t>
            </a:r>
          </a:p>
        </p:txBody>
      </p:sp>
      <p:sp>
        <p:nvSpPr>
          <p:cNvPr id="85005" name="Rectangle 11">
            <a:extLst>
              <a:ext uri="{FF2B5EF4-FFF2-40B4-BE49-F238E27FC236}">
                <a16:creationId xmlns:a16="http://schemas.microsoft.com/office/drawing/2014/main" id="{C4838C88-49AB-EC4A-9902-54F1F7FB9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013" y="5568950"/>
            <a:ext cx="941387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Instr 4</a:t>
            </a:r>
          </a:p>
        </p:txBody>
      </p:sp>
      <p:sp>
        <p:nvSpPr>
          <p:cNvPr id="85006" name="Line 12">
            <a:extLst>
              <a:ext uri="{FF2B5EF4-FFF2-40B4-BE49-F238E27FC236}">
                <a16:creationId xmlns:a16="http://schemas.microsoft.com/office/drawing/2014/main" id="{5F665CEB-789F-6C4E-AA9B-FA7EAF9E0A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149475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7" name="Line 13">
            <a:extLst>
              <a:ext uri="{FF2B5EF4-FFF2-40B4-BE49-F238E27FC236}">
                <a16:creationId xmlns:a16="http://schemas.microsoft.com/office/drawing/2014/main" id="{D57CA5FA-E52C-4940-B47C-8198A62E391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2149475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8" name="Line 14">
            <a:extLst>
              <a:ext uri="{FF2B5EF4-FFF2-40B4-BE49-F238E27FC236}">
                <a16:creationId xmlns:a16="http://schemas.microsoft.com/office/drawing/2014/main" id="{CA0153AD-EC0C-8E4B-A0CF-85585271CF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149475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9" name="Line 15">
            <a:extLst>
              <a:ext uri="{FF2B5EF4-FFF2-40B4-BE49-F238E27FC236}">
                <a16:creationId xmlns:a16="http://schemas.microsoft.com/office/drawing/2014/main" id="{E05C982C-5EA8-6940-A6AF-07DA4F9AD0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149475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10" name="Line 16">
            <a:extLst>
              <a:ext uri="{FF2B5EF4-FFF2-40B4-BE49-F238E27FC236}">
                <a16:creationId xmlns:a16="http://schemas.microsoft.com/office/drawing/2014/main" id="{B114924D-66B6-C84E-A9CE-A4A176B8B95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149475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11" name="Line 17">
            <a:extLst>
              <a:ext uri="{FF2B5EF4-FFF2-40B4-BE49-F238E27FC236}">
                <a16:creationId xmlns:a16="http://schemas.microsoft.com/office/drawing/2014/main" id="{402749E9-070A-834C-8E4F-4C4EA7809E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2149475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12" name="Line 18">
            <a:extLst>
              <a:ext uri="{FF2B5EF4-FFF2-40B4-BE49-F238E27FC236}">
                <a16:creationId xmlns:a16="http://schemas.microsoft.com/office/drawing/2014/main" id="{C2A76FCC-3737-AF4C-94FA-17F7F57D149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149475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13" name="Line 19">
            <a:extLst>
              <a:ext uri="{FF2B5EF4-FFF2-40B4-BE49-F238E27FC236}">
                <a16:creationId xmlns:a16="http://schemas.microsoft.com/office/drawing/2014/main" id="{0D7F4714-D9A8-1D43-A5CA-1FBBBCCA9F9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149475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14" name="Freeform 20">
            <a:extLst>
              <a:ext uri="{FF2B5EF4-FFF2-40B4-BE49-F238E27FC236}">
                <a16:creationId xmlns:a16="http://schemas.microsoft.com/office/drawing/2014/main" id="{A95F56F7-825B-AA48-AA05-03F6C065768A}"/>
              </a:ext>
            </a:extLst>
          </p:cNvPr>
          <p:cNvSpPr>
            <a:spLocks/>
          </p:cNvSpPr>
          <p:nvPr/>
        </p:nvSpPr>
        <p:spPr bwMode="auto">
          <a:xfrm>
            <a:off x="4133850" y="2674938"/>
            <a:ext cx="257175" cy="458787"/>
          </a:xfrm>
          <a:custGeom>
            <a:avLst/>
            <a:gdLst>
              <a:gd name="T0" fmla="*/ 2147483646 w 162"/>
              <a:gd name="T1" fmla="*/ 0 h 289"/>
              <a:gd name="T2" fmla="*/ 0 w 162"/>
              <a:gd name="T3" fmla="*/ 0 h 289"/>
              <a:gd name="T4" fmla="*/ 0 w 162"/>
              <a:gd name="T5" fmla="*/ 2147483646 h 289"/>
              <a:gd name="T6" fmla="*/ 2147483646 w 16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289">
                <a:moveTo>
                  <a:pt x="161" y="0"/>
                </a:moveTo>
                <a:lnTo>
                  <a:pt x="0" y="0"/>
                </a:lnTo>
                <a:lnTo>
                  <a:pt x="0" y="288"/>
                </a:lnTo>
                <a:lnTo>
                  <a:pt x="161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15" name="Freeform 21">
            <a:extLst>
              <a:ext uri="{FF2B5EF4-FFF2-40B4-BE49-F238E27FC236}">
                <a16:creationId xmlns:a16="http://schemas.microsoft.com/office/drawing/2014/main" id="{F397DE4F-6539-6D49-A591-2F9EC1683F2B}"/>
              </a:ext>
            </a:extLst>
          </p:cNvPr>
          <p:cNvSpPr>
            <a:spLocks/>
          </p:cNvSpPr>
          <p:nvPr/>
        </p:nvSpPr>
        <p:spPr bwMode="auto">
          <a:xfrm>
            <a:off x="4389438" y="2674938"/>
            <a:ext cx="260350" cy="458787"/>
          </a:xfrm>
          <a:custGeom>
            <a:avLst/>
            <a:gdLst>
              <a:gd name="T0" fmla="*/ 0 w 164"/>
              <a:gd name="T1" fmla="*/ 0 h 289"/>
              <a:gd name="T2" fmla="*/ 2147483646 w 164"/>
              <a:gd name="T3" fmla="*/ 0 h 289"/>
              <a:gd name="T4" fmla="*/ 2147483646 w 164"/>
              <a:gd name="T5" fmla="*/ 2147483646 h 289"/>
              <a:gd name="T6" fmla="*/ 0 w 164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4" h="289">
                <a:moveTo>
                  <a:pt x="0" y="0"/>
                </a:moveTo>
                <a:lnTo>
                  <a:pt x="163" y="0"/>
                </a:lnTo>
                <a:lnTo>
                  <a:pt x="163" y="288"/>
                </a:lnTo>
                <a:lnTo>
                  <a:pt x="0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16" name="Freeform 22">
            <a:extLst>
              <a:ext uri="{FF2B5EF4-FFF2-40B4-BE49-F238E27FC236}">
                <a16:creationId xmlns:a16="http://schemas.microsoft.com/office/drawing/2014/main" id="{8496F921-5E3B-6346-911E-5FBEB2F34B74}"/>
              </a:ext>
            </a:extLst>
          </p:cNvPr>
          <p:cNvSpPr>
            <a:spLocks/>
          </p:cNvSpPr>
          <p:nvPr/>
        </p:nvSpPr>
        <p:spPr bwMode="auto">
          <a:xfrm>
            <a:off x="3525838" y="2522538"/>
            <a:ext cx="338137" cy="763587"/>
          </a:xfrm>
          <a:custGeom>
            <a:avLst/>
            <a:gdLst>
              <a:gd name="T0" fmla="*/ 0 w 213"/>
              <a:gd name="T1" fmla="*/ 2147483646 h 481"/>
              <a:gd name="T2" fmla="*/ 2147483646 w 213"/>
              <a:gd name="T3" fmla="*/ 2147483646 h 481"/>
              <a:gd name="T4" fmla="*/ 0 w 213"/>
              <a:gd name="T5" fmla="*/ 2147483646 h 481"/>
              <a:gd name="T6" fmla="*/ 0 w 213"/>
              <a:gd name="T7" fmla="*/ 0 h 481"/>
              <a:gd name="T8" fmla="*/ 2147483646 w 213"/>
              <a:gd name="T9" fmla="*/ 2147483646 h 481"/>
              <a:gd name="T10" fmla="*/ 2147483646 w 213"/>
              <a:gd name="T11" fmla="*/ 2147483646 h 481"/>
              <a:gd name="T12" fmla="*/ 0 w 213"/>
              <a:gd name="T13" fmla="*/ 2147483646 h 481"/>
              <a:gd name="T14" fmla="*/ 0 w 213"/>
              <a:gd name="T15" fmla="*/ 2147483646 h 4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3" h="481">
                <a:moveTo>
                  <a:pt x="0" y="320"/>
                </a:moveTo>
                <a:lnTo>
                  <a:pt x="71" y="240"/>
                </a:lnTo>
                <a:lnTo>
                  <a:pt x="0" y="160"/>
                </a:lnTo>
                <a:lnTo>
                  <a:pt x="0" y="0"/>
                </a:lnTo>
                <a:lnTo>
                  <a:pt x="212" y="160"/>
                </a:lnTo>
                <a:lnTo>
                  <a:pt x="212" y="320"/>
                </a:lnTo>
                <a:lnTo>
                  <a:pt x="0" y="480"/>
                </a:lnTo>
                <a:lnTo>
                  <a:pt x="0" y="32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17" name="Rectangle 23">
            <a:extLst>
              <a:ext uri="{FF2B5EF4-FFF2-40B4-BE49-F238E27FC236}">
                <a16:creationId xmlns:a16="http://schemas.microsoft.com/office/drawing/2014/main" id="{C3CB78FA-5A23-F449-B7B0-D02434FD013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374232" y="2717006"/>
            <a:ext cx="6080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85018" name="Rectangle 24">
            <a:extLst>
              <a:ext uri="{FF2B5EF4-FFF2-40B4-BE49-F238E27FC236}">
                <a16:creationId xmlns:a16="http://schemas.microsoft.com/office/drawing/2014/main" id="{4AC83AE3-0D51-FF44-B0B4-0D7F612B7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725" y="2735263"/>
            <a:ext cx="4302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Im</a:t>
            </a:r>
          </a:p>
        </p:txBody>
      </p:sp>
      <p:grpSp>
        <p:nvGrpSpPr>
          <p:cNvPr id="85019" name="Group 25">
            <a:extLst>
              <a:ext uri="{FF2B5EF4-FFF2-40B4-BE49-F238E27FC236}">
                <a16:creationId xmlns:a16="http://schemas.microsoft.com/office/drawing/2014/main" id="{E24A48D4-C765-A945-9213-C0B14F837920}"/>
              </a:ext>
            </a:extLst>
          </p:cNvPr>
          <p:cNvGrpSpPr>
            <a:grpSpLocks/>
          </p:cNvGrpSpPr>
          <p:nvPr/>
        </p:nvGrpSpPr>
        <p:grpSpPr bwMode="auto">
          <a:xfrm>
            <a:off x="2055813" y="2674938"/>
            <a:ext cx="539750" cy="458787"/>
            <a:chOff x="1295" y="1488"/>
            <a:chExt cx="340" cy="289"/>
          </a:xfrm>
        </p:grpSpPr>
        <p:sp>
          <p:nvSpPr>
            <p:cNvPr id="85142" name="Freeform 26">
              <a:extLst>
                <a:ext uri="{FF2B5EF4-FFF2-40B4-BE49-F238E27FC236}">
                  <a16:creationId xmlns:a16="http://schemas.microsoft.com/office/drawing/2014/main" id="{CA7A48E5-2D75-DA43-8D0B-04495CB56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5" y="1488"/>
              <a:ext cx="170" cy="289"/>
            </a:xfrm>
            <a:custGeom>
              <a:avLst/>
              <a:gdLst>
                <a:gd name="T0" fmla="*/ 169 w 170"/>
                <a:gd name="T1" fmla="*/ 0 h 289"/>
                <a:gd name="T2" fmla="*/ 0 w 170"/>
                <a:gd name="T3" fmla="*/ 0 h 289"/>
                <a:gd name="T4" fmla="*/ 0 w 170"/>
                <a:gd name="T5" fmla="*/ 288 h 289"/>
                <a:gd name="T6" fmla="*/ 169 w 170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0" h="289">
                  <a:moveTo>
                    <a:pt x="169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9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43" name="Freeform 27">
              <a:extLst>
                <a:ext uri="{FF2B5EF4-FFF2-40B4-BE49-F238E27FC236}">
                  <a16:creationId xmlns:a16="http://schemas.microsoft.com/office/drawing/2014/main" id="{8EA568C1-3279-464E-A2B3-327F7ED6BE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4" y="1488"/>
              <a:ext cx="171" cy="289"/>
            </a:xfrm>
            <a:custGeom>
              <a:avLst/>
              <a:gdLst>
                <a:gd name="T0" fmla="*/ 0 w 171"/>
                <a:gd name="T1" fmla="*/ 0 h 289"/>
                <a:gd name="T2" fmla="*/ 170 w 171"/>
                <a:gd name="T3" fmla="*/ 0 h 289"/>
                <a:gd name="T4" fmla="*/ 170 w 171"/>
                <a:gd name="T5" fmla="*/ 288 h 289"/>
                <a:gd name="T6" fmla="*/ 0 w 171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1" h="289">
                  <a:moveTo>
                    <a:pt x="0" y="0"/>
                  </a:moveTo>
                  <a:lnTo>
                    <a:pt x="170" y="0"/>
                  </a:lnTo>
                  <a:lnTo>
                    <a:pt x="170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020" name="Rectangle 28">
            <a:extLst>
              <a:ext uri="{FF2B5EF4-FFF2-40B4-BE49-F238E27FC236}">
                <a16:creationId xmlns:a16="http://schemas.microsoft.com/office/drawing/2014/main" id="{7D51A8BA-40FD-C34B-BE31-FDAC330F9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0" y="2692400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85021" name="Freeform 29">
            <a:extLst>
              <a:ext uri="{FF2B5EF4-FFF2-40B4-BE49-F238E27FC236}">
                <a16:creationId xmlns:a16="http://schemas.microsoft.com/office/drawing/2014/main" id="{9E772A0D-E136-474E-9F1B-8D5E4009B53C}"/>
              </a:ext>
            </a:extLst>
          </p:cNvPr>
          <p:cNvSpPr>
            <a:spLocks/>
          </p:cNvSpPr>
          <p:nvPr/>
        </p:nvSpPr>
        <p:spPr bwMode="auto">
          <a:xfrm>
            <a:off x="2786063" y="2674938"/>
            <a:ext cx="236537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22" name="Freeform 30">
            <a:extLst>
              <a:ext uri="{FF2B5EF4-FFF2-40B4-BE49-F238E27FC236}">
                <a16:creationId xmlns:a16="http://schemas.microsoft.com/office/drawing/2014/main" id="{A56EC94D-7E38-1245-8ED5-ACB962E42C70}"/>
              </a:ext>
            </a:extLst>
          </p:cNvPr>
          <p:cNvSpPr>
            <a:spLocks/>
          </p:cNvSpPr>
          <p:nvPr/>
        </p:nvSpPr>
        <p:spPr bwMode="auto">
          <a:xfrm>
            <a:off x="3021013" y="2674938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23" name="Line 31">
            <a:extLst>
              <a:ext uri="{FF2B5EF4-FFF2-40B4-BE49-F238E27FC236}">
                <a16:creationId xmlns:a16="http://schemas.microsoft.com/office/drawing/2014/main" id="{9B33715D-5334-0347-A951-9EC7CAEE5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7150" y="290353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24" name="Freeform 32">
            <a:extLst>
              <a:ext uri="{FF2B5EF4-FFF2-40B4-BE49-F238E27FC236}">
                <a16:creationId xmlns:a16="http://schemas.microsoft.com/office/drawing/2014/main" id="{68C484FA-CACC-DB4E-A825-1DC3C42CA3F4}"/>
              </a:ext>
            </a:extLst>
          </p:cNvPr>
          <p:cNvSpPr>
            <a:spLocks/>
          </p:cNvSpPr>
          <p:nvPr/>
        </p:nvSpPr>
        <p:spPr bwMode="auto">
          <a:xfrm>
            <a:off x="2701925" y="27511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25" name="Line 33">
            <a:extLst>
              <a:ext uri="{FF2B5EF4-FFF2-40B4-BE49-F238E27FC236}">
                <a16:creationId xmlns:a16="http://schemas.microsoft.com/office/drawing/2014/main" id="{C9D82CB3-C2FD-1A40-9CE6-55B0BB46FDC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7550" y="27511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26" name="Rectangle 34">
            <a:extLst>
              <a:ext uri="{FF2B5EF4-FFF2-40B4-BE49-F238E27FC236}">
                <a16:creationId xmlns:a16="http://schemas.microsoft.com/office/drawing/2014/main" id="{27620CB1-C97E-B74F-9A5A-278B9B4E7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0038" y="2751138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sp>
        <p:nvSpPr>
          <p:cNvPr id="85027" name="Freeform 36">
            <a:extLst>
              <a:ext uri="{FF2B5EF4-FFF2-40B4-BE49-F238E27FC236}">
                <a16:creationId xmlns:a16="http://schemas.microsoft.com/office/drawing/2014/main" id="{46BF000B-5607-C34F-A76A-4F51B2F9F7D1}"/>
              </a:ext>
            </a:extLst>
          </p:cNvPr>
          <p:cNvSpPr>
            <a:spLocks/>
          </p:cNvSpPr>
          <p:nvPr/>
        </p:nvSpPr>
        <p:spPr bwMode="auto">
          <a:xfrm>
            <a:off x="4876800" y="2674938"/>
            <a:ext cx="225425" cy="458787"/>
          </a:xfrm>
          <a:custGeom>
            <a:avLst/>
            <a:gdLst>
              <a:gd name="T0" fmla="*/ 2147483646 w 142"/>
              <a:gd name="T1" fmla="*/ 0 h 289"/>
              <a:gd name="T2" fmla="*/ 0 w 142"/>
              <a:gd name="T3" fmla="*/ 0 h 289"/>
              <a:gd name="T4" fmla="*/ 0 w 142"/>
              <a:gd name="T5" fmla="*/ 2147483646 h 289"/>
              <a:gd name="T6" fmla="*/ 2147483646 w 14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2" h="289">
                <a:moveTo>
                  <a:pt x="141" y="0"/>
                </a:moveTo>
                <a:lnTo>
                  <a:pt x="0" y="0"/>
                </a:lnTo>
                <a:lnTo>
                  <a:pt x="0" y="288"/>
                </a:lnTo>
                <a:lnTo>
                  <a:pt x="14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28" name="Freeform 37">
            <a:extLst>
              <a:ext uri="{FF2B5EF4-FFF2-40B4-BE49-F238E27FC236}">
                <a16:creationId xmlns:a16="http://schemas.microsoft.com/office/drawing/2014/main" id="{C52B5FF4-0B11-A741-8C22-BB69AEB140C6}"/>
              </a:ext>
            </a:extLst>
          </p:cNvPr>
          <p:cNvSpPr>
            <a:spLocks/>
          </p:cNvSpPr>
          <p:nvPr/>
        </p:nvSpPr>
        <p:spPr bwMode="auto">
          <a:xfrm>
            <a:off x="5100638" y="2674938"/>
            <a:ext cx="227012" cy="458787"/>
          </a:xfrm>
          <a:custGeom>
            <a:avLst/>
            <a:gdLst>
              <a:gd name="T0" fmla="*/ 0 w 143"/>
              <a:gd name="T1" fmla="*/ 0 h 289"/>
              <a:gd name="T2" fmla="*/ 2147483646 w 143"/>
              <a:gd name="T3" fmla="*/ 0 h 289"/>
              <a:gd name="T4" fmla="*/ 2147483646 w 143"/>
              <a:gd name="T5" fmla="*/ 2147483646 h 289"/>
              <a:gd name="T6" fmla="*/ 0 w 143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3" h="289">
                <a:moveTo>
                  <a:pt x="0" y="0"/>
                </a:moveTo>
                <a:lnTo>
                  <a:pt x="142" y="0"/>
                </a:lnTo>
                <a:lnTo>
                  <a:pt x="142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29" name="Line 38">
            <a:extLst>
              <a:ext uri="{FF2B5EF4-FFF2-40B4-BE49-F238E27FC236}">
                <a16:creationId xmlns:a16="http://schemas.microsoft.com/office/drawing/2014/main" id="{449BC5DE-DB23-C249-A1AF-D787F6EAF9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7088" y="2903538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30" name="Line 39">
            <a:extLst>
              <a:ext uri="{FF2B5EF4-FFF2-40B4-BE49-F238E27FC236}">
                <a16:creationId xmlns:a16="http://schemas.microsoft.com/office/drawing/2014/main" id="{25C02898-8170-2F4E-BB75-20B54AE9F8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68738" y="2903538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31" name="Freeform 40">
            <a:extLst>
              <a:ext uri="{FF2B5EF4-FFF2-40B4-BE49-F238E27FC236}">
                <a16:creationId xmlns:a16="http://schemas.microsoft.com/office/drawing/2014/main" id="{04C59362-D4C9-F74F-BE64-D0161A0B9D07}"/>
              </a:ext>
            </a:extLst>
          </p:cNvPr>
          <p:cNvSpPr>
            <a:spLocks/>
          </p:cNvSpPr>
          <p:nvPr/>
        </p:nvSpPr>
        <p:spPr bwMode="auto">
          <a:xfrm>
            <a:off x="4067175" y="2903538"/>
            <a:ext cx="684213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32" name="Line 41">
            <a:extLst>
              <a:ext uri="{FF2B5EF4-FFF2-40B4-BE49-F238E27FC236}">
                <a16:creationId xmlns:a16="http://schemas.microsoft.com/office/drawing/2014/main" id="{01AD2038-626E-C044-8E9E-23EBD69D1D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7550" y="30559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33" name="Freeform 42">
            <a:extLst>
              <a:ext uri="{FF2B5EF4-FFF2-40B4-BE49-F238E27FC236}">
                <a16:creationId xmlns:a16="http://schemas.microsoft.com/office/drawing/2014/main" id="{43A423CF-FEA2-4E47-87B1-B390180FC53C}"/>
              </a:ext>
            </a:extLst>
          </p:cNvPr>
          <p:cNvSpPr>
            <a:spLocks/>
          </p:cNvSpPr>
          <p:nvPr/>
        </p:nvSpPr>
        <p:spPr bwMode="auto">
          <a:xfrm>
            <a:off x="3436938" y="2895600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5034" name="Group 43">
            <a:extLst>
              <a:ext uri="{FF2B5EF4-FFF2-40B4-BE49-F238E27FC236}">
                <a16:creationId xmlns:a16="http://schemas.microsoft.com/office/drawing/2014/main" id="{DB3DF0FE-7215-454D-A855-8F9C0E4E6085}"/>
              </a:ext>
            </a:extLst>
          </p:cNvPr>
          <p:cNvGrpSpPr>
            <a:grpSpLocks/>
          </p:cNvGrpSpPr>
          <p:nvPr/>
        </p:nvGrpSpPr>
        <p:grpSpPr bwMode="auto">
          <a:xfrm>
            <a:off x="4189413" y="3233738"/>
            <a:ext cx="352425" cy="763587"/>
            <a:chOff x="2639" y="1840"/>
            <a:chExt cx="222" cy="481"/>
          </a:xfrm>
        </p:grpSpPr>
        <p:sp>
          <p:nvSpPr>
            <p:cNvPr id="85140" name="Freeform 44">
              <a:extLst>
                <a:ext uri="{FF2B5EF4-FFF2-40B4-BE49-F238E27FC236}">
                  <a16:creationId xmlns:a16="http://schemas.microsoft.com/office/drawing/2014/main" id="{2C5BBD3C-4D8F-AE40-B3A3-BA21BA168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8" y="1840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41" name="Rectangle 45">
              <a:extLst>
                <a:ext uri="{FF2B5EF4-FFF2-40B4-BE49-F238E27FC236}">
                  <a16:creationId xmlns:a16="http://schemas.microsoft.com/office/drawing/2014/main" id="{6C3CB8CE-2334-4346-94F4-BF819001D1C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552" y="1963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85035" name="Group 46">
            <a:extLst>
              <a:ext uri="{FF2B5EF4-FFF2-40B4-BE49-F238E27FC236}">
                <a16:creationId xmlns:a16="http://schemas.microsoft.com/office/drawing/2014/main" id="{235F9B90-F470-914D-9B48-875D49AD6F4D}"/>
              </a:ext>
            </a:extLst>
          </p:cNvPr>
          <p:cNvGrpSpPr>
            <a:grpSpLocks/>
          </p:cNvGrpSpPr>
          <p:nvPr/>
        </p:nvGrpSpPr>
        <p:grpSpPr bwMode="auto">
          <a:xfrm>
            <a:off x="2709863" y="3386138"/>
            <a:ext cx="563562" cy="458787"/>
            <a:chOff x="1707" y="1936"/>
            <a:chExt cx="355" cy="289"/>
          </a:xfrm>
        </p:grpSpPr>
        <p:sp>
          <p:nvSpPr>
            <p:cNvPr id="85136" name="Rectangle 47">
              <a:extLst>
                <a:ext uri="{FF2B5EF4-FFF2-40B4-BE49-F238E27FC236}">
                  <a16:creationId xmlns:a16="http://schemas.microsoft.com/office/drawing/2014/main" id="{FCC7E5BE-818C-B94A-B44A-E37DAFFFA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7" y="1942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85137" name="Group 48">
              <a:extLst>
                <a:ext uri="{FF2B5EF4-FFF2-40B4-BE49-F238E27FC236}">
                  <a16:creationId xmlns:a16="http://schemas.microsoft.com/office/drawing/2014/main" id="{02C56CFB-D960-8145-86E9-DDD3565D99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2" y="1936"/>
              <a:ext cx="340" cy="289"/>
              <a:chOff x="1722" y="1936"/>
              <a:chExt cx="340" cy="289"/>
            </a:xfrm>
          </p:grpSpPr>
          <p:sp>
            <p:nvSpPr>
              <p:cNvPr id="85138" name="Freeform 49">
                <a:extLst>
                  <a:ext uri="{FF2B5EF4-FFF2-40B4-BE49-F238E27FC236}">
                    <a16:creationId xmlns:a16="http://schemas.microsoft.com/office/drawing/2014/main" id="{EF041EA6-18CC-764A-A1A9-212DBAA6B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2" y="1936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139" name="Freeform 50">
                <a:extLst>
                  <a:ext uri="{FF2B5EF4-FFF2-40B4-BE49-F238E27FC236}">
                    <a16:creationId xmlns:a16="http://schemas.microsoft.com/office/drawing/2014/main" id="{A41B8DBB-3081-E64A-A378-C79DE072BD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1" y="1936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85036" name="Rectangle 51">
            <a:extLst>
              <a:ext uri="{FF2B5EF4-FFF2-40B4-BE49-F238E27FC236}">
                <a16:creationId xmlns:a16="http://schemas.microsoft.com/office/drawing/2014/main" id="{A78259BA-FCBC-5940-B245-50AC3D441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0113" y="3403600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85037" name="Group 52">
            <a:extLst>
              <a:ext uri="{FF2B5EF4-FFF2-40B4-BE49-F238E27FC236}">
                <a16:creationId xmlns:a16="http://schemas.microsoft.com/office/drawing/2014/main" id="{1BB491B5-2B24-1A46-A3FD-BA448C2ECB7A}"/>
              </a:ext>
            </a:extLst>
          </p:cNvPr>
          <p:cNvGrpSpPr>
            <a:grpSpLocks/>
          </p:cNvGrpSpPr>
          <p:nvPr/>
        </p:nvGrpSpPr>
        <p:grpSpPr bwMode="auto">
          <a:xfrm>
            <a:off x="3463925" y="3386138"/>
            <a:ext cx="469900" cy="458787"/>
            <a:chOff x="2182" y="1936"/>
            <a:chExt cx="296" cy="289"/>
          </a:xfrm>
        </p:grpSpPr>
        <p:sp>
          <p:nvSpPr>
            <p:cNvPr id="85134" name="Freeform 53">
              <a:extLst>
                <a:ext uri="{FF2B5EF4-FFF2-40B4-BE49-F238E27FC236}">
                  <a16:creationId xmlns:a16="http://schemas.microsoft.com/office/drawing/2014/main" id="{A0E157F1-E55D-4743-957D-62969086A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2" y="1936"/>
              <a:ext cx="149" cy="289"/>
            </a:xfrm>
            <a:custGeom>
              <a:avLst/>
              <a:gdLst>
                <a:gd name="T0" fmla="*/ 148 w 149"/>
                <a:gd name="T1" fmla="*/ 0 h 289"/>
                <a:gd name="T2" fmla="*/ 0 w 149"/>
                <a:gd name="T3" fmla="*/ 0 h 289"/>
                <a:gd name="T4" fmla="*/ 0 w 149"/>
                <a:gd name="T5" fmla="*/ 288 h 289"/>
                <a:gd name="T6" fmla="*/ 148 w 149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9" h="289">
                  <a:moveTo>
                    <a:pt x="148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8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35" name="Freeform 54">
              <a:extLst>
                <a:ext uri="{FF2B5EF4-FFF2-40B4-BE49-F238E27FC236}">
                  <a16:creationId xmlns:a16="http://schemas.microsoft.com/office/drawing/2014/main" id="{98340A5F-EEF5-E842-8FF8-2885A5BFD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0" y="1936"/>
              <a:ext cx="148" cy="289"/>
            </a:xfrm>
            <a:custGeom>
              <a:avLst/>
              <a:gdLst>
                <a:gd name="T0" fmla="*/ 0 w 148"/>
                <a:gd name="T1" fmla="*/ 0 h 289"/>
                <a:gd name="T2" fmla="*/ 147 w 148"/>
                <a:gd name="T3" fmla="*/ 0 h 289"/>
                <a:gd name="T4" fmla="*/ 147 w 148"/>
                <a:gd name="T5" fmla="*/ 288 h 289"/>
                <a:gd name="T6" fmla="*/ 0 w 148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8" h="289">
                  <a:moveTo>
                    <a:pt x="0" y="0"/>
                  </a:moveTo>
                  <a:lnTo>
                    <a:pt x="147" y="0"/>
                  </a:lnTo>
                  <a:lnTo>
                    <a:pt x="147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038" name="Line 55">
            <a:extLst>
              <a:ext uri="{FF2B5EF4-FFF2-40B4-BE49-F238E27FC236}">
                <a16:creationId xmlns:a16="http://schemas.microsoft.com/office/drawing/2014/main" id="{EE59D2F6-34AC-BF41-B8CB-FB48AB4E0F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5013" y="361473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39" name="Freeform 56">
            <a:extLst>
              <a:ext uri="{FF2B5EF4-FFF2-40B4-BE49-F238E27FC236}">
                <a16:creationId xmlns:a16="http://schemas.microsoft.com/office/drawing/2014/main" id="{D72804EE-1645-9C47-A42C-336DEFED2AFF}"/>
              </a:ext>
            </a:extLst>
          </p:cNvPr>
          <p:cNvSpPr>
            <a:spLocks/>
          </p:cNvSpPr>
          <p:nvPr/>
        </p:nvSpPr>
        <p:spPr bwMode="auto">
          <a:xfrm>
            <a:off x="3379788" y="34623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40" name="Line 57">
            <a:extLst>
              <a:ext uri="{FF2B5EF4-FFF2-40B4-BE49-F238E27FC236}">
                <a16:creationId xmlns:a16="http://schemas.microsoft.com/office/drawing/2014/main" id="{2CE8F61A-5316-9148-9D00-50CDC0CAE8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5413" y="3462338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41" name="Rectangle 58">
            <a:extLst>
              <a:ext uri="{FF2B5EF4-FFF2-40B4-BE49-F238E27FC236}">
                <a16:creationId xmlns:a16="http://schemas.microsoft.com/office/drawing/2014/main" id="{17949DDE-F520-324B-B26E-236466F31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100" y="3395663"/>
            <a:ext cx="4968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85042" name="Group 59">
            <a:extLst>
              <a:ext uri="{FF2B5EF4-FFF2-40B4-BE49-F238E27FC236}">
                <a16:creationId xmlns:a16="http://schemas.microsoft.com/office/drawing/2014/main" id="{BAAA56C0-115D-5B41-B913-C1C7C7813CAC}"/>
              </a:ext>
            </a:extLst>
          </p:cNvPr>
          <p:cNvGrpSpPr>
            <a:grpSpLocks/>
          </p:cNvGrpSpPr>
          <p:nvPr/>
        </p:nvGrpSpPr>
        <p:grpSpPr bwMode="auto">
          <a:xfrm>
            <a:off x="4811713" y="3386138"/>
            <a:ext cx="515937" cy="458787"/>
            <a:chOff x="3031" y="1936"/>
            <a:chExt cx="325" cy="289"/>
          </a:xfrm>
        </p:grpSpPr>
        <p:sp>
          <p:nvSpPr>
            <p:cNvPr id="85132" name="Freeform 60">
              <a:extLst>
                <a:ext uri="{FF2B5EF4-FFF2-40B4-BE49-F238E27FC236}">
                  <a16:creationId xmlns:a16="http://schemas.microsoft.com/office/drawing/2014/main" id="{A44FE062-4D9C-F84C-912B-00AD1C775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1" y="1936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33" name="Freeform 61">
              <a:extLst>
                <a:ext uri="{FF2B5EF4-FFF2-40B4-BE49-F238E27FC236}">
                  <a16:creationId xmlns:a16="http://schemas.microsoft.com/office/drawing/2014/main" id="{75D11EA1-D3DD-7744-B50B-86247B172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" y="1936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5043" name="Group 63">
            <a:extLst>
              <a:ext uri="{FF2B5EF4-FFF2-40B4-BE49-F238E27FC236}">
                <a16:creationId xmlns:a16="http://schemas.microsoft.com/office/drawing/2014/main" id="{F8E1AC45-A9F3-3C4B-9B6E-2A22F324F9DD}"/>
              </a:ext>
            </a:extLst>
          </p:cNvPr>
          <p:cNvGrpSpPr>
            <a:grpSpLocks/>
          </p:cNvGrpSpPr>
          <p:nvPr/>
        </p:nvGrpSpPr>
        <p:grpSpPr bwMode="auto">
          <a:xfrm>
            <a:off x="5554663" y="3386138"/>
            <a:ext cx="450850" cy="458787"/>
            <a:chOff x="3499" y="1936"/>
            <a:chExt cx="284" cy="289"/>
          </a:xfrm>
        </p:grpSpPr>
        <p:sp>
          <p:nvSpPr>
            <p:cNvPr id="85130" name="Freeform 64">
              <a:extLst>
                <a:ext uri="{FF2B5EF4-FFF2-40B4-BE49-F238E27FC236}">
                  <a16:creationId xmlns:a16="http://schemas.microsoft.com/office/drawing/2014/main" id="{95D90538-951D-8140-835A-7884ABA2E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9" y="1936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31" name="Freeform 65">
              <a:extLst>
                <a:ext uri="{FF2B5EF4-FFF2-40B4-BE49-F238E27FC236}">
                  <a16:creationId xmlns:a16="http://schemas.microsoft.com/office/drawing/2014/main" id="{E4BDE04C-9DB0-A84C-B686-03A0E61EAA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0" y="1936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044" name="Line 66">
            <a:extLst>
              <a:ext uri="{FF2B5EF4-FFF2-40B4-BE49-F238E27FC236}">
                <a16:creationId xmlns:a16="http://schemas.microsoft.com/office/drawing/2014/main" id="{CACD9483-150A-5C46-8B25-89B044A9135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4950" y="3614738"/>
            <a:ext cx="233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45" name="Line 67">
            <a:extLst>
              <a:ext uri="{FF2B5EF4-FFF2-40B4-BE49-F238E27FC236}">
                <a16:creationId xmlns:a16="http://schemas.microsoft.com/office/drawing/2014/main" id="{0E64823A-1604-C242-B029-8913689223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6600" y="3614738"/>
            <a:ext cx="258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46" name="Freeform 68">
            <a:extLst>
              <a:ext uri="{FF2B5EF4-FFF2-40B4-BE49-F238E27FC236}">
                <a16:creationId xmlns:a16="http://schemas.microsoft.com/office/drawing/2014/main" id="{67BA28AA-461D-EF4A-B3A2-7A5896E1146B}"/>
              </a:ext>
            </a:extLst>
          </p:cNvPr>
          <p:cNvSpPr>
            <a:spLocks/>
          </p:cNvSpPr>
          <p:nvPr/>
        </p:nvSpPr>
        <p:spPr bwMode="auto">
          <a:xfrm>
            <a:off x="4745038" y="3614738"/>
            <a:ext cx="684212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47" name="Line 69">
            <a:extLst>
              <a:ext uri="{FF2B5EF4-FFF2-40B4-BE49-F238E27FC236}">
                <a16:creationId xmlns:a16="http://schemas.microsoft.com/office/drawing/2014/main" id="{FA1C6593-0848-934C-B6CF-376D9F54D9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5413" y="3767138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48" name="Freeform 70">
            <a:extLst>
              <a:ext uri="{FF2B5EF4-FFF2-40B4-BE49-F238E27FC236}">
                <a16:creationId xmlns:a16="http://schemas.microsoft.com/office/drawing/2014/main" id="{6F064A37-73B9-4246-ADCB-1B14F1B74F85}"/>
              </a:ext>
            </a:extLst>
          </p:cNvPr>
          <p:cNvSpPr>
            <a:spLocks/>
          </p:cNvSpPr>
          <p:nvPr/>
        </p:nvSpPr>
        <p:spPr bwMode="auto">
          <a:xfrm>
            <a:off x="4114800" y="3606800"/>
            <a:ext cx="534988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49" name="Freeform 71">
            <a:extLst>
              <a:ext uri="{FF2B5EF4-FFF2-40B4-BE49-F238E27FC236}">
                <a16:creationId xmlns:a16="http://schemas.microsoft.com/office/drawing/2014/main" id="{DC495BED-F121-C04C-968F-E4B471E904E3}"/>
              </a:ext>
            </a:extLst>
          </p:cNvPr>
          <p:cNvSpPr>
            <a:spLocks/>
          </p:cNvSpPr>
          <p:nvPr/>
        </p:nvSpPr>
        <p:spPr bwMode="auto">
          <a:xfrm>
            <a:off x="5422900" y="4325938"/>
            <a:ext cx="684213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5050" name="Group 72">
            <a:extLst>
              <a:ext uri="{FF2B5EF4-FFF2-40B4-BE49-F238E27FC236}">
                <a16:creationId xmlns:a16="http://schemas.microsoft.com/office/drawing/2014/main" id="{A76104A4-E92B-3F4F-95F8-1A0265EDEC32}"/>
              </a:ext>
            </a:extLst>
          </p:cNvPr>
          <p:cNvGrpSpPr>
            <a:grpSpLocks/>
          </p:cNvGrpSpPr>
          <p:nvPr/>
        </p:nvGrpSpPr>
        <p:grpSpPr bwMode="auto">
          <a:xfrm>
            <a:off x="4867275" y="3944938"/>
            <a:ext cx="352425" cy="763587"/>
            <a:chOff x="3066" y="2288"/>
            <a:chExt cx="222" cy="481"/>
          </a:xfrm>
        </p:grpSpPr>
        <p:sp>
          <p:nvSpPr>
            <p:cNvPr id="85128" name="Freeform 73">
              <a:extLst>
                <a:ext uri="{FF2B5EF4-FFF2-40B4-BE49-F238E27FC236}">
                  <a16:creationId xmlns:a16="http://schemas.microsoft.com/office/drawing/2014/main" id="{D03E1CA6-D500-2A40-B0A7-47751C0C1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5" y="2288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29" name="Rectangle 74">
              <a:extLst>
                <a:ext uri="{FF2B5EF4-FFF2-40B4-BE49-F238E27FC236}">
                  <a16:creationId xmlns:a16="http://schemas.microsoft.com/office/drawing/2014/main" id="{0D54970D-1C25-4447-A82D-A48594F5FE6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979" y="2411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85051" name="Group 75">
            <a:extLst>
              <a:ext uri="{FF2B5EF4-FFF2-40B4-BE49-F238E27FC236}">
                <a16:creationId xmlns:a16="http://schemas.microsoft.com/office/drawing/2014/main" id="{700B4036-B6F4-FC43-B623-E7B1D4C4097D}"/>
              </a:ext>
            </a:extLst>
          </p:cNvPr>
          <p:cNvGrpSpPr>
            <a:grpSpLocks/>
          </p:cNvGrpSpPr>
          <p:nvPr/>
        </p:nvGrpSpPr>
        <p:grpSpPr bwMode="auto">
          <a:xfrm>
            <a:off x="3387725" y="4097338"/>
            <a:ext cx="563563" cy="458787"/>
            <a:chOff x="2134" y="2384"/>
            <a:chExt cx="355" cy="289"/>
          </a:xfrm>
        </p:grpSpPr>
        <p:sp>
          <p:nvSpPr>
            <p:cNvPr id="85124" name="Rectangle 76">
              <a:extLst>
                <a:ext uri="{FF2B5EF4-FFF2-40B4-BE49-F238E27FC236}">
                  <a16:creationId xmlns:a16="http://schemas.microsoft.com/office/drawing/2014/main" id="{76ABBB11-664F-0043-91BC-A1B980213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4" y="2390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85125" name="Group 77">
              <a:extLst>
                <a:ext uri="{FF2B5EF4-FFF2-40B4-BE49-F238E27FC236}">
                  <a16:creationId xmlns:a16="http://schemas.microsoft.com/office/drawing/2014/main" id="{ED6A8215-A12D-FF4F-B34B-732FBA94AD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9" y="2384"/>
              <a:ext cx="340" cy="289"/>
              <a:chOff x="2149" y="2384"/>
              <a:chExt cx="340" cy="289"/>
            </a:xfrm>
          </p:grpSpPr>
          <p:sp>
            <p:nvSpPr>
              <p:cNvPr id="85126" name="Freeform 78">
                <a:extLst>
                  <a:ext uri="{FF2B5EF4-FFF2-40B4-BE49-F238E27FC236}">
                    <a16:creationId xmlns:a16="http://schemas.microsoft.com/office/drawing/2014/main" id="{BB94D7FD-49AC-FB46-9DD1-D201250CF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9" y="2384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127" name="Freeform 79">
                <a:extLst>
                  <a:ext uri="{FF2B5EF4-FFF2-40B4-BE49-F238E27FC236}">
                    <a16:creationId xmlns:a16="http://schemas.microsoft.com/office/drawing/2014/main" id="{644475B4-B03E-864E-8453-CC659853E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8" y="2384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85052" name="Rectangle 80">
            <a:extLst>
              <a:ext uri="{FF2B5EF4-FFF2-40B4-BE49-F238E27FC236}">
                <a16:creationId xmlns:a16="http://schemas.microsoft.com/office/drawing/2014/main" id="{2D33928C-A53E-CF4E-AB62-A04F3B0B1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975" y="4114800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85053" name="Group 81">
            <a:extLst>
              <a:ext uri="{FF2B5EF4-FFF2-40B4-BE49-F238E27FC236}">
                <a16:creationId xmlns:a16="http://schemas.microsoft.com/office/drawing/2014/main" id="{1C909931-0D42-944C-9922-EF1229249172}"/>
              </a:ext>
            </a:extLst>
          </p:cNvPr>
          <p:cNvGrpSpPr>
            <a:grpSpLocks/>
          </p:cNvGrpSpPr>
          <p:nvPr/>
        </p:nvGrpSpPr>
        <p:grpSpPr bwMode="auto">
          <a:xfrm>
            <a:off x="4141788" y="4097338"/>
            <a:ext cx="469900" cy="458787"/>
            <a:chOff x="2609" y="2384"/>
            <a:chExt cx="296" cy="289"/>
          </a:xfrm>
        </p:grpSpPr>
        <p:sp>
          <p:nvSpPr>
            <p:cNvPr id="85122" name="Freeform 82">
              <a:extLst>
                <a:ext uri="{FF2B5EF4-FFF2-40B4-BE49-F238E27FC236}">
                  <a16:creationId xmlns:a16="http://schemas.microsoft.com/office/drawing/2014/main" id="{C8D9FDE2-3A4A-D340-B822-B8662D158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9" y="2384"/>
              <a:ext cx="149" cy="289"/>
            </a:xfrm>
            <a:custGeom>
              <a:avLst/>
              <a:gdLst>
                <a:gd name="T0" fmla="*/ 148 w 149"/>
                <a:gd name="T1" fmla="*/ 0 h 289"/>
                <a:gd name="T2" fmla="*/ 0 w 149"/>
                <a:gd name="T3" fmla="*/ 0 h 289"/>
                <a:gd name="T4" fmla="*/ 0 w 149"/>
                <a:gd name="T5" fmla="*/ 288 h 289"/>
                <a:gd name="T6" fmla="*/ 148 w 149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9" h="289">
                  <a:moveTo>
                    <a:pt x="148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8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23" name="Freeform 83">
              <a:extLst>
                <a:ext uri="{FF2B5EF4-FFF2-40B4-BE49-F238E27FC236}">
                  <a16:creationId xmlns:a16="http://schemas.microsoft.com/office/drawing/2014/main" id="{D30712E8-5AC6-8940-BC36-3C173AF67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7" y="2384"/>
              <a:ext cx="148" cy="289"/>
            </a:xfrm>
            <a:custGeom>
              <a:avLst/>
              <a:gdLst>
                <a:gd name="T0" fmla="*/ 0 w 148"/>
                <a:gd name="T1" fmla="*/ 0 h 289"/>
                <a:gd name="T2" fmla="*/ 147 w 148"/>
                <a:gd name="T3" fmla="*/ 0 h 289"/>
                <a:gd name="T4" fmla="*/ 147 w 148"/>
                <a:gd name="T5" fmla="*/ 288 h 289"/>
                <a:gd name="T6" fmla="*/ 0 w 148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8" h="289">
                  <a:moveTo>
                    <a:pt x="0" y="0"/>
                  </a:moveTo>
                  <a:lnTo>
                    <a:pt x="147" y="0"/>
                  </a:lnTo>
                  <a:lnTo>
                    <a:pt x="147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054" name="Line 84">
            <a:extLst>
              <a:ext uri="{FF2B5EF4-FFF2-40B4-BE49-F238E27FC236}">
                <a16:creationId xmlns:a16="http://schemas.microsoft.com/office/drawing/2014/main" id="{43E81268-9438-EB40-B046-CA6040BA7F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75" y="432593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55" name="Freeform 85">
            <a:extLst>
              <a:ext uri="{FF2B5EF4-FFF2-40B4-BE49-F238E27FC236}">
                <a16:creationId xmlns:a16="http://schemas.microsoft.com/office/drawing/2014/main" id="{8997BE09-A494-3A47-AA29-4AF562A39FE2}"/>
              </a:ext>
            </a:extLst>
          </p:cNvPr>
          <p:cNvSpPr>
            <a:spLocks/>
          </p:cNvSpPr>
          <p:nvPr/>
        </p:nvSpPr>
        <p:spPr bwMode="auto">
          <a:xfrm>
            <a:off x="4057650" y="41735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56" name="Line 86">
            <a:extLst>
              <a:ext uri="{FF2B5EF4-FFF2-40B4-BE49-F238E27FC236}">
                <a16:creationId xmlns:a16="http://schemas.microsoft.com/office/drawing/2014/main" id="{037B26BD-C3D5-C145-BCB8-D2CC91CCB47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3275" y="41735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57" name="Rectangle 87">
            <a:extLst>
              <a:ext uri="{FF2B5EF4-FFF2-40B4-BE49-F238E27FC236}">
                <a16:creationId xmlns:a16="http://schemas.microsoft.com/office/drawing/2014/main" id="{8453542E-E5C5-FC4B-9466-D5EDBDBF8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963" y="4106863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85058" name="Group 88">
            <a:extLst>
              <a:ext uri="{FF2B5EF4-FFF2-40B4-BE49-F238E27FC236}">
                <a16:creationId xmlns:a16="http://schemas.microsoft.com/office/drawing/2014/main" id="{CC2BEAB3-CE9E-C643-99B1-B2695A6F7DF4}"/>
              </a:ext>
            </a:extLst>
          </p:cNvPr>
          <p:cNvGrpSpPr>
            <a:grpSpLocks/>
          </p:cNvGrpSpPr>
          <p:nvPr/>
        </p:nvGrpSpPr>
        <p:grpSpPr bwMode="auto">
          <a:xfrm>
            <a:off x="5489575" y="4097338"/>
            <a:ext cx="515938" cy="458787"/>
            <a:chOff x="3458" y="2384"/>
            <a:chExt cx="325" cy="289"/>
          </a:xfrm>
        </p:grpSpPr>
        <p:sp>
          <p:nvSpPr>
            <p:cNvPr id="85120" name="Freeform 89">
              <a:extLst>
                <a:ext uri="{FF2B5EF4-FFF2-40B4-BE49-F238E27FC236}">
                  <a16:creationId xmlns:a16="http://schemas.microsoft.com/office/drawing/2014/main" id="{57C56609-ADF1-2A49-A719-A10F9FE52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8" y="2384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21" name="Freeform 90">
              <a:extLst>
                <a:ext uri="{FF2B5EF4-FFF2-40B4-BE49-F238E27FC236}">
                  <a16:creationId xmlns:a16="http://schemas.microsoft.com/office/drawing/2014/main" id="{DE2EED6A-2C93-B14A-97C7-BEBFFB69B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" y="2384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059" name="Rectangle 91">
            <a:extLst>
              <a:ext uri="{FF2B5EF4-FFF2-40B4-BE49-F238E27FC236}">
                <a16:creationId xmlns:a16="http://schemas.microsoft.com/office/drawing/2014/main" id="{4BFDAF57-FAAA-DC43-AD44-89DA1B640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6013" y="410686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85060" name="Group 92">
            <a:extLst>
              <a:ext uri="{FF2B5EF4-FFF2-40B4-BE49-F238E27FC236}">
                <a16:creationId xmlns:a16="http://schemas.microsoft.com/office/drawing/2014/main" id="{7ADD1FBF-7CB4-B64F-B7B5-9B1101048545}"/>
              </a:ext>
            </a:extLst>
          </p:cNvPr>
          <p:cNvGrpSpPr>
            <a:grpSpLocks/>
          </p:cNvGrpSpPr>
          <p:nvPr/>
        </p:nvGrpSpPr>
        <p:grpSpPr bwMode="auto">
          <a:xfrm>
            <a:off x="6232525" y="4097338"/>
            <a:ext cx="450850" cy="458787"/>
            <a:chOff x="3926" y="2384"/>
            <a:chExt cx="284" cy="289"/>
          </a:xfrm>
        </p:grpSpPr>
        <p:sp>
          <p:nvSpPr>
            <p:cNvPr id="85118" name="Freeform 93">
              <a:extLst>
                <a:ext uri="{FF2B5EF4-FFF2-40B4-BE49-F238E27FC236}">
                  <a16:creationId xmlns:a16="http://schemas.microsoft.com/office/drawing/2014/main" id="{B84516E8-2974-A84E-B179-EB42A76546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" y="2384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19" name="Freeform 94">
              <a:extLst>
                <a:ext uri="{FF2B5EF4-FFF2-40B4-BE49-F238E27FC236}">
                  <a16:creationId xmlns:a16="http://schemas.microsoft.com/office/drawing/2014/main" id="{9C3F65B8-E9D0-B646-A52B-59C896CBB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" y="2384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061" name="Line 95">
            <a:extLst>
              <a:ext uri="{FF2B5EF4-FFF2-40B4-BE49-F238E27FC236}">
                <a16:creationId xmlns:a16="http://schemas.microsoft.com/office/drawing/2014/main" id="{23602F92-1683-1144-9350-AB072ADD52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2813" y="4325938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62" name="Line 96">
            <a:extLst>
              <a:ext uri="{FF2B5EF4-FFF2-40B4-BE49-F238E27FC236}">
                <a16:creationId xmlns:a16="http://schemas.microsoft.com/office/drawing/2014/main" id="{CA53435E-1FFC-F141-98EA-19CB2B069B3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4463" y="4325938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63" name="Line 97">
            <a:extLst>
              <a:ext uri="{FF2B5EF4-FFF2-40B4-BE49-F238E27FC236}">
                <a16:creationId xmlns:a16="http://schemas.microsoft.com/office/drawing/2014/main" id="{C876952F-A786-3945-A7BD-2771871238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3275" y="44783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64" name="Freeform 98">
            <a:extLst>
              <a:ext uri="{FF2B5EF4-FFF2-40B4-BE49-F238E27FC236}">
                <a16:creationId xmlns:a16="http://schemas.microsoft.com/office/drawing/2014/main" id="{C36EFDD0-7A7F-8341-803D-E6E8991F85C3}"/>
              </a:ext>
            </a:extLst>
          </p:cNvPr>
          <p:cNvSpPr>
            <a:spLocks/>
          </p:cNvSpPr>
          <p:nvPr/>
        </p:nvSpPr>
        <p:spPr bwMode="auto">
          <a:xfrm>
            <a:off x="4805363" y="4318000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65" name="Freeform 99">
            <a:extLst>
              <a:ext uri="{FF2B5EF4-FFF2-40B4-BE49-F238E27FC236}">
                <a16:creationId xmlns:a16="http://schemas.microsoft.com/office/drawing/2014/main" id="{00A7B377-5C74-2440-8027-C9093938F547}"/>
              </a:ext>
            </a:extLst>
          </p:cNvPr>
          <p:cNvSpPr>
            <a:spLocks/>
          </p:cNvSpPr>
          <p:nvPr/>
        </p:nvSpPr>
        <p:spPr bwMode="auto">
          <a:xfrm>
            <a:off x="5559425" y="4656138"/>
            <a:ext cx="338138" cy="763587"/>
          </a:xfrm>
          <a:custGeom>
            <a:avLst/>
            <a:gdLst>
              <a:gd name="T0" fmla="*/ 0 w 213"/>
              <a:gd name="T1" fmla="*/ 2147483646 h 481"/>
              <a:gd name="T2" fmla="*/ 2147483646 w 213"/>
              <a:gd name="T3" fmla="*/ 2147483646 h 481"/>
              <a:gd name="T4" fmla="*/ 0 w 213"/>
              <a:gd name="T5" fmla="*/ 2147483646 h 481"/>
              <a:gd name="T6" fmla="*/ 0 w 213"/>
              <a:gd name="T7" fmla="*/ 0 h 481"/>
              <a:gd name="T8" fmla="*/ 2147483646 w 213"/>
              <a:gd name="T9" fmla="*/ 2147483646 h 481"/>
              <a:gd name="T10" fmla="*/ 2147483646 w 213"/>
              <a:gd name="T11" fmla="*/ 2147483646 h 481"/>
              <a:gd name="T12" fmla="*/ 0 w 213"/>
              <a:gd name="T13" fmla="*/ 2147483646 h 481"/>
              <a:gd name="T14" fmla="*/ 0 w 213"/>
              <a:gd name="T15" fmla="*/ 2147483646 h 4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3" h="481">
                <a:moveTo>
                  <a:pt x="0" y="320"/>
                </a:moveTo>
                <a:lnTo>
                  <a:pt x="71" y="240"/>
                </a:lnTo>
                <a:lnTo>
                  <a:pt x="0" y="160"/>
                </a:lnTo>
                <a:lnTo>
                  <a:pt x="0" y="0"/>
                </a:lnTo>
                <a:lnTo>
                  <a:pt x="212" y="160"/>
                </a:lnTo>
                <a:lnTo>
                  <a:pt x="212" y="320"/>
                </a:lnTo>
                <a:lnTo>
                  <a:pt x="0" y="480"/>
                </a:lnTo>
                <a:lnTo>
                  <a:pt x="0" y="32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66" name="Freeform 100">
            <a:extLst>
              <a:ext uri="{FF2B5EF4-FFF2-40B4-BE49-F238E27FC236}">
                <a16:creationId xmlns:a16="http://schemas.microsoft.com/office/drawing/2014/main" id="{CFC258CA-1EEB-B04E-9834-1E82A7A1F812}"/>
              </a:ext>
            </a:extLst>
          </p:cNvPr>
          <p:cNvSpPr>
            <a:spLocks/>
          </p:cNvSpPr>
          <p:nvPr/>
        </p:nvSpPr>
        <p:spPr bwMode="auto">
          <a:xfrm>
            <a:off x="6100763" y="5037138"/>
            <a:ext cx="684212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67" name="Rectangle 104">
            <a:extLst>
              <a:ext uri="{FF2B5EF4-FFF2-40B4-BE49-F238E27FC236}">
                <a16:creationId xmlns:a16="http://schemas.microsoft.com/office/drawing/2014/main" id="{1935A250-01D3-B74D-8003-AF697F4057F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407820" y="4850606"/>
            <a:ext cx="6080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85068" name="Rectangle 105">
            <a:extLst>
              <a:ext uri="{FF2B5EF4-FFF2-40B4-BE49-F238E27FC236}">
                <a16:creationId xmlns:a16="http://schemas.microsoft.com/office/drawing/2014/main" id="{8336B982-3D38-434F-8D0C-D491A233F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5838" y="4826000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85069" name="Freeform 106">
            <a:extLst>
              <a:ext uri="{FF2B5EF4-FFF2-40B4-BE49-F238E27FC236}">
                <a16:creationId xmlns:a16="http://schemas.microsoft.com/office/drawing/2014/main" id="{5B6058D6-8F6F-264C-A554-F0DF002108FA}"/>
              </a:ext>
            </a:extLst>
          </p:cNvPr>
          <p:cNvSpPr>
            <a:spLocks/>
          </p:cNvSpPr>
          <p:nvPr/>
        </p:nvSpPr>
        <p:spPr bwMode="auto">
          <a:xfrm>
            <a:off x="4819650" y="4808538"/>
            <a:ext cx="236538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70" name="Freeform 107">
            <a:extLst>
              <a:ext uri="{FF2B5EF4-FFF2-40B4-BE49-F238E27FC236}">
                <a16:creationId xmlns:a16="http://schemas.microsoft.com/office/drawing/2014/main" id="{712E987E-2989-1D4C-9E41-EFCCD789C780}"/>
              </a:ext>
            </a:extLst>
          </p:cNvPr>
          <p:cNvSpPr>
            <a:spLocks/>
          </p:cNvSpPr>
          <p:nvPr/>
        </p:nvSpPr>
        <p:spPr bwMode="auto">
          <a:xfrm>
            <a:off x="5054600" y="4808538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71" name="Line 108">
            <a:extLst>
              <a:ext uri="{FF2B5EF4-FFF2-40B4-BE49-F238E27FC236}">
                <a16:creationId xmlns:a16="http://schemas.microsoft.com/office/drawing/2014/main" id="{84CEBC92-D65E-4F40-A446-B11012B37C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0738" y="503713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72" name="Freeform 109">
            <a:extLst>
              <a:ext uri="{FF2B5EF4-FFF2-40B4-BE49-F238E27FC236}">
                <a16:creationId xmlns:a16="http://schemas.microsoft.com/office/drawing/2014/main" id="{03CF3D6D-0DEF-0D4B-B7F7-B2E3530AB891}"/>
              </a:ext>
            </a:extLst>
          </p:cNvPr>
          <p:cNvSpPr>
            <a:spLocks/>
          </p:cNvSpPr>
          <p:nvPr/>
        </p:nvSpPr>
        <p:spPr bwMode="auto">
          <a:xfrm>
            <a:off x="4735513" y="48847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73" name="Line 110">
            <a:extLst>
              <a:ext uri="{FF2B5EF4-FFF2-40B4-BE49-F238E27FC236}">
                <a16:creationId xmlns:a16="http://schemas.microsoft.com/office/drawing/2014/main" id="{593AEF42-C6A9-9742-A52A-6DA6125CED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138" y="4884738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74" name="Rectangle 111">
            <a:extLst>
              <a:ext uri="{FF2B5EF4-FFF2-40B4-BE49-F238E27FC236}">
                <a16:creationId xmlns:a16="http://schemas.microsoft.com/office/drawing/2014/main" id="{1E47D2A4-9657-8E41-AB49-375796CFD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2825" y="4818063"/>
            <a:ext cx="4968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sp>
        <p:nvSpPr>
          <p:cNvPr id="85075" name="Freeform 112">
            <a:extLst>
              <a:ext uri="{FF2B5EF4-FFF2-40B4-BE49-F238E27FC236}">
                <a16:creationId xmlns:a16="http://schemas.microsoft.com/office/drawing/2014/main" id="{F7D88447-E347-924A-B3A9-111E60515E94}"/>
              </a:ext>
            </a:extLst>
          </p:cNvPr>
          <p:cNvSpPr>
            <a:spLocks/>
          </p:cNvSpPr>
          <p:nvPr/>
        </p:nvSpPr>
        <p:spPr bwMode="auto">
          <a:xfrm>
            <a:off x="6167438" y="4808538"/>
            <a:ext cx="257175" cy="458787"/>
          </a:xfrm>
          <a:custGeom>
            <a:avLst/>
            <a:gdLst>
              <a:gd name="T0" fmla="*/ 2147483646 w 162"/>
              <a:gd name="T1" fmla="*/ 0 h 289"/>
              <a:gd name="T2" fmla="*/ 0 w 162"/>
              <a:gd name="T3" fmla="*/ 0 h 289"/>
              <a:gd name="T4" fmla="*/ 0 w 162"/>
              <a:gd name="T5" fmla="*/ 2147483646 h 289"/>
              <a:gd name="T6" fmla="*/ 2147483646 w 16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289">
                <a:moveTo>
                  <a:pt x="161" y="0"/>
                </a:moveTo>
                <a:lnTo>
                  <a:pt x="0" y="0"/>
                </a:lnTo>
                <a:lnTo>
                  <a:pt x="0" y="288"/>
                </a:lnTo>
                <a:lnTo>
                  <a:pt x="16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76" name="Freeform 113">
            <a:extLst>
              <a:ext uri="{FF2B5EF4-FFF2-40B4-BE49-F238E27FC236}">
                <a16:creationId xmlns:a16="http://schemas.microsoft.com/office/drawing/2014/main" id="{9BD38EB8-EA05-9A46-B423-3E28949236EE}"/>
              </a:ext>
            </a:extLst>
          </p:cNvPr>
          <p:cNvSpPr>
            <a:spLocks/>
          </p:cNvSpPr>
          <p:nvPr/>
        </p:nvSpPr>
        <p:spPr bwMode="auto">
          <a:xfrm>
            <a:off x="6423025" y="4808538"/>
            <a:ext cx="260350" cy="458787"/>
          </a:xfrm>
          <a:custGeom>
            <a:avLst/>
            <a:gdLst>
              <a:gd name="T0" fmla="*/ 0 w 164"/>
              <a:gd name="T1" fmla="*/ 0 h 289"/>
              <a:gd name="T2" fmla="*/ 2147483646 w 164"/>
              <a:gd name="T3" fmla="*/ 0 h 289"/>
              <a:gd name="T4" fmla="*/ 2147483646 w 164"/>
              <a:gd name="T5" fmla="*/ 2147483646 h 289"/>
              <a:gd name="T6" fmla="*/ 0 w 164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4" h="289">
                <a:moveTo>
                  <a:pt x="0" y="0"/>
                </a:moveTo>
                <a:lnTo>
                  <a:pt x="163" y="0"/>
                </a:lnTo>
                <a:lnTo>
                  <a:pt x="163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77" name="Rectangle 114">
            <a:extLst>
              <a:ext uri="{FF2B5EF4-FFF2-40B4-BE49-F238E27FC236}">
                <a16:creationId xmlns:a16="http://schemas.microsoft.com/office/drawing/2014/main" id="{163CBE84-97AD-0146-9C3E-0793FBB26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875" y="4818063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85078" name="Freeform 115">
            <a:extLst>
              <a:ext uri="{FF2B5EF4-FFF2-40B4-BE49-F238E27FC236}">
                <a16:creationId xmlns:a16="http://schemas.microsoft.com/office/drawing/2014/main" id="{F86006A2-3E56-0148-B99B-705D375638C5}"/>
              </a:ext>
            </a:extLst>
          </p:cNvPr>
          <p:cNvSpPr>
            <a:spLocks/>
          </p:cNvSpPr>
          <p:nvPr/>
        </p:nvSpPr>
        <p:spPr bwMode="auto">
          <a:xfrm>
            <a:off x="6910388" y="4808538"/>
            <a:ext cx="225425" cy="458787"/>
          </a:xfrm>
          <a:custGeom>
            <a:avLst/>
            <a:gdLst>
              <a:gd name="T0" fmla="*/ 2147483646 w 142"/>
              <a:gd name="T1" fmla="*/ 0 h 289"/>
              <a:gd name="T2" fmla="*/ 0 w 142"/>
              <a:gd name="T3" fmla="*/ 0 h 289"/>
              <a:gd name="T4" fmla="*/ 0 w 142"/>
              <a:gd name="T5" fmla="*/ 2147483646 h 289"/>
              <a:gd name="T6" fmla="*/ 2147483646 w 14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2" h="289">
                <a:moveTo>
                  <a:pt x="141" y="0"/>
                </a:moveTo>
                <a:lnTo>
                  <a:pt x="0" y="0"/>
                </a:lnTo>
                <a:lnTo>
                  <a:pt x="0" y="288"/>
                </a:lnTo>
                <a:lnTo>
                  <a:pt x="14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79" name="Freeform 116">
            <a:extLst>
              <a:ext uri="{FF2B5EF4-FFF2-40B4-BE49-F238E27FC236}">
                <a16:creationId xmlns:a16="http://schemas.microsoft.com/office/drawing/2014/main" id="{361D272B-D9F9-8A42-9207-ADEB5F9023B1}"/>
              </a:ext>
            </a:extLst>
          </p:cNvPr>
          <p:cNvSpPr>
            <a:spLocks/>
          </p:cNvSpPr>
          <p:nvPr/>
        </p:nvSpPr>
        <p:spPr bwMode="auto">
          <a:xfrm>
            <a:off x="7134225" y="4808538"/>
            <a:ext cx="227013" cy="458787"/>
          </a:xfrm>
          <a:custGeom>
            <a:avLst/>
            <a:gdLst>
              <a:gd name="T0" fmla="*/ 0 w 143"/>
              <a:gd name="T1" fmla="*/ 0 h 289"/>
              <a:gd name="T2" fmla="*/ 2147483646 w 143"/>
              <a:gd name="T3" fmla="*/ 0 h 289"/>
              <a:gd name="T4" fmla="*/ 2147483646 w 143"/>
              <a:gd name="T5" fmla="*/ 2147483646 h 289"/>
              <a:gd name="T6" fmla="*/ 0 w 143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3" h="289">
                <a:moveTo>
                  <a:pt x="0" y="0"/>
                </a:moveTo>
                <a:lnTo>
                  <a:pt x="142" y="0"/>
                </a:lnTo>
                <a:lnTo>
                  <a:pt x="142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80" name="Line 117">
            <a:extLst>
              <a:ext uri="{FF2B5EF4-FFF2-40B4-BE49-F238E27FC236}">
                <a16:creationId xmlns:a16="http://schemas.microsoft.com/office/drawing/2014/main" id="{E609F5B9-A786-6C4C-BCFF-413D2BA244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0675" y="5037138"/>
            <a:ext cx="233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81" name="Line 118">
            <a:extLst>
              <a:ext uri="{FF2B5EF4-FFF2-40B4-BE49-F238E27FC236}">
                <a16:creationId xmlns:a16="http://schemas.microsoft.com/office/drawing/2014/main" id="{AA3B2C9F-2B21-3E44-93D2-B6D25F358C8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2325" y="5037138"/>
            <a:ext cx="258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82" name="Line 119">
            <a:extLst>
              <a:ext uri="{FF2B5EF4-FFF2-40B4-BE49-F238E27FC236}">
                <a16:creationId xmlns:a16="http://schemas.microsoft.com/office/drawing/2014/main" id="{BBE705AF-B28C-F34D-8793-404E8F7A9C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1138" y="5189538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83" name="Freeform 120">
            <a:extLst>
              <a:ext uri="{FF2B5EF4-FFF2-40B4-BE49-F238E27FC236}">
                <a16:creationId xmlns:a16="http://schemas.microsoft.com/office/drawing/2014/main" id="{94363CA9-26F6-6D4A-A673-9957A3FA4ED7}"/>
              </a:ext>
            </a:extLst>
          </p:cNvPr>
          <p:cNvSpPr>
            <a:spLocks/>
          </p:cNvSpPr>
          <p:nvPr/>
        </p:nvSpPr>
        <p:spPr bwMode="auto">
          <a:xfrm>
            <a:off x="5483225" y="5029200"/>
            <a:ext cx="534988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5084" name="Group 121">
            <a:extLst>
              <a:ext uri="{FF2B5EF4-FFF2-40B4-BE49-F238E27FC236}">
                <a16:creationId xmlns:a16="http://schemas.microsoft.com/office/drawing/2014/main" id="{72F1F3AE-EAEC-3647-A4B4-0FBA5AA7871A}"/>
              </a:ext>
            </a:extLst>
          </p:cNvPr>
          <p:cNvGrpSpPr>
            <a:grpSpLocks/>
          </p:cNvGrpSpPr>
          <p:nvPr/>
        </p:nvGrpSpPr>
        <p:grpSpPr bwMode="auto">
          <a:xfrm>
            <a:off x="6223000" y="5367338"/>
            <a:ext cx="352425" cy="763587"/>
            <a:chOff x="3920" y="3184"/>
            <a:chExt cx="222" cy="481"/>
          </a:xfrm>
        </p:grpSpPr>
        <p:sp>
          <p:nvSpPr>
            <p:cNvPr id="85116" name="Freeform 122">
              <a:extLst>
                <a:ext uri="{FF2B5EF4-FFF2-40B4-BE49-F238E27FC236}">
                  <a16:creationId xmlns:a16="http://schemas.microsoft.com/office/drawing/2014/main" id="{B1478595-6C4A-8845-9A13-18DE18060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9" y="3184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17" name="Rectangle 123">
              <a:extLst>
                <a:ext uri="{FF2B5EF4-FFF2-40B4-BE49-F238E27FC236}">
                  <a16:creationId xmlns:a16="http://schemas.microsoft.com/office/drawing/2014/main" id="{CE58935B-C525-A140-8E08-A0A95D5D697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833" y="3307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85085" name="Group 124">
            <a:extLst>
              <a:ext uri="{FF2B5EF4-FFF2-40B4-BE49-F238E27FC236}">
                <a16:creationId xmlns:a16="http://schemas.microsoft.com/office/drawing/2014/main" id="{6F18B5B0-1C44-C54B-A411-683E7EEF0D8F}"/>
              </a:ext>
            </a:extLst>
          </p:cNvPr>
          <p:cNvGrpSpPr>
            <a:grpSpLocks/>
          </p:cNvGrpSpPr>
          <p:nvPr/>
        </p:nvGrpSpPr>
        <p:grpSpPr bwMode="auto">
          <a:xfrm>
            <a:off x="4743450" y="5519738"/>
            <a:ext cx="563563" cy="458787"/>
            <a:chOff x="2988" y="3280"/>
            <a:chExt cx="355" cy="289"/>
          </a:xfrm>
        </p:grpSpPr>
        <p:sp>
          <p:nvSpPr>
            <p:cNvPr id="85112" name="Rectangle 125">
              <a:extLst>
                <a:ext uri="{FF2B5EF4-FFF2-40B4-BE49-F238E27FC236}">
                  <a16:creationId xmlns:a16="http://schemas.microsoft.com/office/drawing/2014/main" id="{3FA38617-0633-7841-BCDF-DEB0FF778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3286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85113" name="Group 126">
              <a:extLst>
                <a:ext uri="{FF2B5EF4-FFF2-40B4-BE49-F238E27FC236}">
                  <a16:creationId xmlns:a16="http://schemas.microsoft.com/office/drawing/2014/main" id="{AA4F6C03-83C0-0040-BF08-699C6B8E90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3" y="3280"/>
              <a:ext cx="340" cy="289"/>
              <a:chOff x="3003" y="3280"/>
              <a:chExt cx="340" cy="289"/>
            </a:xfrm>
          </p:grpSpPr>
          <p:sp>
            <p:nvSpPr>
              <p:cNvPr id="85114" name="Freeform 127">
                <a:extLst>
                  <a:ext uri="{FF2B5EF4-FFF2-40B4-BE49-F238E27FC236}">
                    <a16:creationId xmlns:a16="http://schemas.microsoft.com/office/drawing/2014/main" id="{DEF4F1A1-A943-E442-84BD-FA1BBFDF21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3" y="3280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115" name="Freeform 128">
                <a:extLst>
                  <a:ext uri="{FF2B5EF4-FFF2-40B4-BE49-F238E27FC236}">
                    <a16:creationId xmlns:a16="http://schemas.microsoft.com/office/drawing/2014/main" id="{E074F1EE-CE6A-4847-8F9D-10BF0773EC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2" y="3280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85086" name="Rectangle 129">
            <a:extLst>
              <a:ext uri="{FF2B5EF4-FFF2-40B4-BE49-F238E27FC236}">
                <a16:creationId xmlns:a16="http://schemas.microsoft.com/office/drawing/2014/main" id="{2A568E97-8F0E-494E-BDF0-D029F11D9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3700" y="5537200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85087" name="Group 130">
            <a:extLst>
              <a:ext uri="{FF2B5EF4-FFF2-40B4-BE49-F238E27FC236}">
                <a16:creationId xmlns:a16="http://schemas.microsoft.com/office/drawing/2014/main" id="{F642C45C-8670-0D4F-920A-45154D841B92}"/>
              </a:ext>
            </a:extLst>
          </p:cNvPr>
          <p:cNvGrpSpPr>
            <a:grpSpLocks/>
          </p:cNvGrpSpPr>
          <p:nvPr/>
        </p:nvGrpSpPr>
        <p:grpSpPr bwMode="auto">
          <a:xfrm>
            <a:off x="5497513" y="5519738"/>
            <a:ext cx="469900" cy="458787"/>
            <a:chOff x="3463" y="3280"/>
            <a:chExt cx="296" cy="289"/>
          </a:xfrm>
        </p:grpSpPr>
        <p:sp>
          <p:nvSpPr>
            <p:cNvPr id="85110" name="Freeform 131">
              <a:extLst>
                <a:ext uri="{FF2B5EF4-FFF2-40B4-BE49-F238E27FC236}">
                  <a16:creationId xmlns:a16="http://schemas.microsoft.com/office/drawing/2014/main" id="{0CD7AB3A-3943-CB4B-A734-F0CE6C6661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3" y="3280"/>
              <a:ext cx="149" cy="289"/>
            </a:xfrm>
            <a:custGeom>
              <a:avLst/>
              <a:gdLst>
                <a:gd name="T0" fmla="*/ 148 w 149"/>
                <a:gd name="T1" fmla="*/ 0 h 289"/>
                <a:gd name="T2" fmla="*/ 0 w 149"/>
                <a:gd name="T3" fmla="*/ 0 h 289"/>
                <a:gd name="T4" fmla="*/ 0 w 149"/>
                <a:gd name="T5" fmla="*/ 288 h 289"/>
                <a:gd name="T6" fmla="*/ 148 w 149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9" h="289">
                  <a:moveTo>
                    <a:pt x="148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8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11" name="Freeform 132">
              <a:extLst>
                <a:ext uri="{FF2B5EF4-FFF2-40B4-BE49-F238E27FC236}">
                  <a16:creationId xmlns:a16="http://schemas.microsoft.com/office/drawing/2014/main" id="{095F3FE6-F626-4344-9DF8-5960D2706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" y="3280"/>
              <a:ext cx="148" cy="289"/>
            </a:xfrm>
            <a:custGeom>
              <a:avLst/>
              <a:gdLst>
                <a:gd name="T0" fmla="*/ 0 w 148"/>
                <a:gd name="T1" fmla="*/ 0 h 289"/>
                <a:gd name="T2" fmla="*/ 147 w 148"/>
                <a:gd name="T3" fmla="*/ 0 h 289"/>
                <a:gd name="T4" fmla="*/ 147 w 148"/>
                <a:gd name="T5" fmla="*/ 288 h 289"/>
                <a:gd name="T6" fmla="*/ 0 w 148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8" h="289">
                  <a:moveTo>
                    <a:pt x="0" y="0"/>
                  </a:moveTo>
                  <a:lnTo>
                    <a:pt x="147" y="0"/>
                  </a:lnTo>
                  <a:lnTo>
                    <a:pt x="147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088" name="Line 133">
            <a:extLst>
              <a:ext uri="{FF2B5EF4-FFF2-40B4-BE49-F238E27FC236}">
                <a16:creationId xmlns:a16="http://schemas.microsoft.com/office/drawing/2014/main" id="{886A12C3-1C9F-1143-B700-E03DB60253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8600" y="574833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89" name="Freeform 134">
            <a:extLst>
              <a:ext uri="{FF2B5EF4-FFF2-40B4-BE49-F238E27FC236}">
                <a16:creationId xmlns:a16="http://schemas.microsoft.com/office/drawing/2014/main" id="{16418BA2-D813-184F-9191-01C44C0EEBD1}"/>
              </a:ext>
            </a:extLst>
          </p:cNvPr>
          <p:cNvSpPr>
            <a:spLocks/>
          </p:cNvSpPr>
          <p:nvPr/>
        </p:nvSpPr>
        <p:spPr bwMode="auto">
          <a:xfrm>
            <a:off x="5413375" y="55959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90" name="Line 135">
            <a:extLst>
              <a:ext uri="{FF2B5EF4-FFF2-40B4-BE49-F238E27FC236}">
                <a16:creationId xmlns:a16="http://schemas.microsoft.com/office/drawing/2014/main" id="{512F8E98-B5CE-F847-B050-8CDC8538BC2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9000" y="55959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91" name="Rectangle 136">
            <a:extLst>
              <a:ext uri="{FF2B5EF4-FFF2-40B4-BE49-F238E27FC236}">
                <a16:creationId xmlns:a16="http://schemas.microsoft.com/office/drawing/2014/main" id="{2C48AF85-CF12-3341-9280-616F9479A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0688" y="5529263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85092" name="Group 137">
            <a:extLst>
              <a:ext uri="{FF2B5EF4-FFF2-40B4-BE49-F238E27FC236}">
                <a16:creationId xmlns:a16="http://schemas.microsoft.com/office/drawing/2014/main" id="{9981782A-0741-0B41-81D0-EDF45626CB8A}"/>
              </a:ext>
            </a:extLst>
          </p:cNvPr>
          <p:cNvGrpSpPr>
            <a:grpSpLocks/>
          </p:cNvGrpSpPr>
          <p:nvPr/>
        </p:nvGrpSpPr>
        <p:grpSpPr bwMode="auto">
          <a:xfrm>
            <a:off x="6845300" y="5519738"/>
            <a:ext cx="515938" cy="458787"/>
            <a:chOff x="4312" y="3280"/>
            <a:chExt cx="325" cy="289"/>
          </a:xfrm>
        </p:grpSpPr>
        <p:sp>
          <p:nvSpPr>
            <p:cNvPr id="85108" name="Freeform 138">
              <a:extLst>
                <a:ext uri="{FF2B5EF4-FFF2-40B4-BE49-F238E27FC236}">
                  <a16:creationId xmlns:a16="http://schemas.microsoft.com/office/drawing/2014/main" id="{EFD358CF-512C-0C48-8660-65F630782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" y="3280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09" name="Freeform 139">
              <a:extLst>
                <a:ext uri="{FF2B5EF4-FFF2-40B4-BE49-F238E27FC236}">
                  <a16:creationId xmlns:a16="http://schemas.microsoft.com/office/drawing/2014/main" id="{30C3E7C2-D4E3-1F4E-A963-5DBE8D95C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3" y="3280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093" name="Rectangle 140">
            <a:extLst>
              <a:ext uri="{FF2B5EF4-FFF2-40B4-BE49-F238E27FC236}">
                <a16:creationId xmlns:a16="http://schemas.microsoft.com/office/drawing/2014/main" id="{7C3C96C4-5BB9-7E45-B065-3F704D88B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738" y="552926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85094" name="Group 141">
            <a:extLst>
              <a:ext uri="{FF2B5EF4-FFF2-40B4-BE49-F238E27FC236}">
                <a16:creationId xmlns:a16="http://schemas.microsoft.com/office/drawing/2014/main" id="{BACA6EC5-6B88-7948-8F6C-9A3BD1F0786D}"/>
              </a:ext>
            </a:extLst>
          </p:cNvPr>
          <p:cNvGrpSpPr>
            <a:grpSpLocks/>
          </p:cNvGrpSpPr>
          <p:nvPr/>
        </p:nvGrpSpPr>
        <p:grpSpPr bwMode="auto">
          <a:xfrm>
            <a:off x="7588250" y="5519738"/>
            <a:ext cx="450850" cy="458787"/>
            <a:chOff x="4780" y="3280"/>
            <a:chExt cx="284" cy="289"/>
          </a:xfrm>
        </p:grpSpPr>
        <p:sp>
          <p:nvSpPr>
            <p:cNvPr id="85106" name="Freeform 142">
              <a:extLst>
                <a:ext uri="{FF2B5EF4-FFF2-40B4-BE49-F238E27FC236}">
                  <a16:creationId xmlns:a16="http://schemas.microsoft.com/office/drawing/2014/main" id="{52799513-F300-6D41-99DB-14A190FB0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0" y="3280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07" name="Freeform 143">
              <a:extLst>
                <a:ext uri="{FF2B5EF4-FFF2-40B4-BE49-F238E27FC236}">
                  <a16:creationId xmlns:a16="http://schemas.microsoft.com/office/drawing/2014/main" id="{DF800ED0-2DC1-1140-BBFE-9911D3BA9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3280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095" name="Line 144">
            <a:extLst>
              <a:ext uri="{FF2B5EF4-FFF2-40B4-BE49-F238E27FC236}">
                <a16:creationId xmlns:a16="http://schemas.microsoft.com/office/drawing/2014/main" id="{E7DF6F82-0285-BF42-B056-E1C9BE9298F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8538" y="5748338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96" name="Line 145">
            <a:extLst>
              <a:ext uri="{FF2B5EF4-FFF2-40B4-BE49-F238E27FC236}">
                <a16:creationId xmlns:a16="http://schemas.microsoft.com/office/drawing/2014/main" id="{AACBC367-B552-FF41-B850-5042513B704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0188" y="5748338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97" name="Freeform 146">
            <a:extLst>
              <a:ext uri="{FF2B5EF4-FFF2-40B4-BE49-F238E27FC236}">
                <a16:creationId xmlns:a16="http://schemas.microsoft.com/office/drawing/2014/main" id="{FE360DC7-B870-E346-B6D5-1FC6793E7D1A}"/>
              </a:ext>
            </a:extLst>
          </p:cNvPr>
          <p:cNvSpPr>
            <a:spLocks/>
          </p:cNvSpPr>
          <p:nvPr/>
        </p:nvSpPr>
        <p:spPr bwMode="auto">
          <a:xfrm>
            <a:off x="6778625" y="5748338"/>
            <a:ext cx="684213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98" name="Line 147">
            <a:extLst>
              <a:ext uri="{FF2B5EF4-FFF2-40B4-BE49-F238E27FC236}">
                <a16:creationId xmlns:a16="http://schemas.microsoft.com/office/drawing/2014/main" id="{113E7C7A-E32F-D842-B12A-29360719263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9000" y="59007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99" name="Freeform 148">
            <a:extLst>
              <a:ext uri="{FF2B5EF4-FFF2-40B4-BE49-F238E27FC236}">
                <a16:creationId xmlns:a16="http://schemas.microsoft.com/office/drawing/2014/main" id="{9C4ED437-7FDD-394C-8912-2F9F370B8C25}"/>
              </a:ext>
            </a:extLst>
          </p:cNvPr>
          <p:cNvSpPr>
            <a:spLocks/>
          </p:cNvSpPr>
          <p:nvPr/>
        </p:nvSpPr>
        <p:spPr bwMode="auto">
          <a:xfrm>
            <a:off x="6161088" y="5740400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765" name="Rectangle 149">
            <a:extLst>
              <a:ext uri="{FF2B5EF4-FFF2-40B4-BE49-F238E27FC236}">
                <a16:creationId xmlns:a16="http://schemas.microsoft.com/office/drawing/2014/main" id="{7C694A53-D758-574A-8DA6-586AD01EB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" y="1276350"/>
            <a:ext cx="7507288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将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Instruction Memory (Im)</a:t>
            </a:r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和 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Data Memory (Dm)</a:t>
            </a: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分开</a:t>
            </a:r>
          </a:p>
          <a:p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将</a:t>
            </a: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寄存器读口</a:t>
            </a: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和</a:t>
            </a: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写口</a:t>
            </a: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独立开来</a:t>
            </a:r>
          </a:p>
        </p:txBody>
      </p:sp>
      <p:sp>
        <p:nvSpPr>
          <p:cNvPr id="85101" name="Rectangle 150">
            <a:extLst>
              <a:ext uri="{FF2B5EF4-FFF2-40B4-BE49-F238E27FC236}">
                <a16:creationId xmlns:a16="http://schemas.microsoft.com/office/drawing/2014/main" id="{E180230F-1264-E34C-82B6-234E8E213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163" y="4824413"/>
            <a:ext cx="527050" cy="438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90000" rIns="90488" bIns="9000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Im</a:t>
            </a:r>
          </a:p>
        </p:txBody>
      </p:sp>
      <p:sp>
        <p:nvSpPr>
          <p:cNvPr id="111767" name="Rectangle 151">
            <a:extLst>
              <a:ext uri="{FF2B5EF4-FFF2-40B4-BE49-F238E27FC236}">
                <a16:creationId xmlns:a16="http://schemas.microsoft.com/office/drawing/2014/main" id="{91FE675C-CE41-2640-9780-48B5470BE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649288"/>
            <a:ext cx="84026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0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为了避免结构冒险，规定流水线数据通路中功能部件的设置原则为：</a:t>
            </a:r>
          </a:p>
          <a:p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每个部件在特定的阶段被用！（如：</a:t>
            </a:r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ALU</a:t>
            </a: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总在第三阶段被用！）</a:t>
            </a:r>
          </a:p>
        </p:txBody>
      </p:sp>
      <p:sp>
        <p:nvSpPr>
          <p:cNvPr id="85103" name="Freeform 153">
            <a:extLst>
              <a:ext uri="{FF2B5EF4-FFF2-40B4-BE49-F238E27FC236}">
                <a16:creationId xmlns:a16="http://schemas.microsoft.com/office/drawing/2014/main" id="{E08ADE6C-4774-3B4C-B730-AD324E279A07}"/>
              </a:ext>
            </a:extLst>
          </p:cNvPr>
          <p:cNvSpPr>
            <a:spLocks/>
          </p:cNvSpPr>
          <p:nvPr/>
        </p:nvSpPr>
        <p:spPr bwMode="auto">
          <a:xfrm>
            <a:off x="5551488" y="3384550"/>
            <a:ext cx="225425" cy="458788"/>
          </a:xfrm>
          <a:custGeom>
            <a:avLst/>
            <a:gdLst>
              <a:gd name="T0" fmla="*/ 2147483646 w 142"/>
              <a:gd name="T1" fmla="*/ 0 h 289"/>
              <a:gd name="T2" fmla="*/ 0 w 142"/>
              <a:gd name="T3" fmla="*/ 0 h 289"/>
              <a:gd name="T4" fmla="*/ 0 w 142"/>
              <a:gd name="T5" fmla="*/ 2147483646 h 289"/>
              <a:gd name="T6" fmla="*/ 2147483646 w 14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2" h="289">
                <a:moveTo>
                  <a:pt x="141" y="0"/>
                </a:moveTo>
                <a:lnTo>
                  <a:pt x="0" y="0"/>
                </a:lnTo>
                <a:lnTo>
                  <a:pt x="0" y="288"/>
                </a:lnTo>
                <a:lnTo>
                  <a:pt x="141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104" name="Rectangle 62">
            <a:extLst>
              <a:ext uri="{FF2B5EF4-FFF2-40B4-BE49-F238E27FC236}">
                <a16:creationId xmlns:a16="http://schemas.microsoft.com/office/drawing/2014/main" id="{A8E90AED-B8E2-5343-A780-5EFE03491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8150" y="3395663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11771" name="Text Box 155">
            <a:extLst>
              <a:ext uri="{FF2B5EF4-FFF2-40B4-BE49-F238E27FC236}">
                <a16:creationId xmlns:a16="http://schemas.microsoft.com/office/drawing/2014/main" id="{456D6A4A-1D3C-5A4D-A852-643038521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784600"/>
            <a:ext cx="10033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hlinkClick r:id="rId3" action="ppaction://hlinksldjump"/>
              </a:rPr>
              <a:t>BACK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17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17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1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1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77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687E6257-10AE-1343-86BD-35F82C7173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2950" y="185738"/>
            <a:ext cx="4973638" cy="368300"/>
          </a:xfrm>
          <a:noFill/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Data Hazard</a:t>
            </a:r>
            <a:r>
              <a:rPr lang="zh-CN" altLang="en-US">
                <a:ea typeface="宋体" panose="02010600030101010101" pitchFamily="2" charset="-122"/>
              </a:rPr>
              <a:t>现象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60936176-F555-DC47-A5C2-DEF8A8B52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63" y="1722438"/>
            <a:ext cx="1925637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add </a:t>
            </a:r>
            <a:r>
              <a:rPr lang="en-US" altLang="zh-CN" sz="2400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40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,r2,r3</a:t>
            </a:r>
          </a:p>
        </p:txBody>
      </p:sp>
      <p:sp>
        <p:nvSpPr>
          <p:cNvPr id="87044" name="Rectangle 4">
            <a:extLst>
              <a:ext uri="{FF2B5EF4-FFF2-40B4-BE49-F238E27FC236}">
                <a16:creationId xmlns:a16="http://schemas.microsoft.com/office/drawing/2014/main" id="{A358B130-7BE6-6E40-86CE-0219A8F49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3" y="2293938"/>
            <a:ext cx="200977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sub r4, </a:t>
            </a:r>
            <a:r>
              <a:rPr lang="en-US" altLang="zh-CN" sz="2400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40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,r3</a:t>
            </a:r>
          </a:p>
        </p:txBody>
      </p:sp>
      <p:sp>
        <p:nvSpPr>
          <p:cNvPr id="87045" name="Rectangle 5">
            <a:extLst>
              <a:ext uri="{FF2B5EF4-FFF2-40B4-BE49-F238E27FC236}">
                <a16:creationId xmlns:a16="http://schemas.microsoft.com/office/drawing/2014/main" id="{EBE57F51-7244-C64C-8FFD-8FDCC23CC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563" y="2903538"/>
            <a:ext cx="200977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and r6, </a:t>
            </a:r>
            <a:r>
              <a:rPr lang="en-US" altLang="zh-CN" sz="2400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40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,r7</a:t>
            </a:r>
          </a:p>
        </p:txBody>
      </p:sp>
      <p:sp>
        <p:nvSpPr>
          <p:cNvPr id="87046" name="Rectangle 6">
            <a:extLst>
              <a:ext uri="{FF2B5EF4-FFF2-40B4-BE49-F238E27FC236}">
                <a16:creationId xmlns:a16="http://schemas.microsoft.com/office/drawing/2014/main" id="{787B0C8F-CD01-B645-B983-8F1CC9E72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3" y="3475038"/>
            <a:ext cx="1941512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or   r8, </a:t>
            </a:r>
            <a:r>
              <a:rPr lang="en-US" altLang="zh-CN" sz="2400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40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,r9</a:t>
            </a:r>
          </a:p>
        </p:txBody>
      </p:sp>
      <p:sp>
        <p:nvSpPr>
          <p:cNvPr id="87047" name="Rectangle 7">
            <a:extLst>
              <a:ext uri="{FF2B5EF4-FFF2-40B4-BE49-F238E27FC236}">
                <a16:creationId xmlns:a16="http://schemas.microsoft.com/office/drawing/2014/main" id="{3A05BFB0-AD18-9247-94AA-BDBB0BBE2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4110038"/>
            <a:ext cx="2366962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xor  r10, </a:t>
            </a:r>
            <a:r>
              <a:rPr lang="en-US" altLang="zh-CN" sz="2400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4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,r11</a:t>
            </a:r>
          </a:p>
        </p:txBody>
      </p:sp>
      <p:sp>
        <p:nvSpPr>
          <p:cNvPr id="113672" name="Text Box 8">
            <a:extLst>
              <a:ext uri="{FF2B5EF4-FFF2-40B4-BE49-F238E27FC236}">
                <a16:creationId xmlns:a16="http://schemas.microsoft.com/office/drawing/2014/main" id="{2EA3A9A8-64A4-D04D-8AD9-9897225DB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3650" y="1249363"/>
            <a:ext cx="40195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想一下，哪条指令的</a:t>
            </a:r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r1</a:t>
            </a: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是老的值？</a:t>
            </a:r>
          </a:p>
          <a:p>
            <a:pPr>
              <a:spcBef>
                <a:spcPct val="20000"/>
              </a:spcBef>
            </a:pP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        哪条是新的值？</a:t>
            </a:r>
          </a:p>
        </p:txBody>
      </p:sp>
      <p:sp>
        <p:nvSpPr>
          <p:cNvPr id="113673" name="Text Box 9">
            <a:extLst>
              <a:ext uri="{FF2B5EF4-FFF2-40B4-BE49-F238E27FC236}">
                <a16:creationId xmlns:a16="http://schemas.microsoft.com/office/drawing/2014/main" id="{282816DE-D2CA-2B46-9F5F-F24CA2D02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3300" y="4570413"/>
            <a:ext cx="3921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ea typeface="黑体" panose="02010609060101010101" pitchFamily="49" charset="-122"/>
              </a:rPr>
              <a:t>画出流水线图能很清楚理解！</a:t>
            </a:r>
          </a:p>
        </p:txBody>
      </p:sp>
      <p:sp>
        <p:nvSpPr>
          <p:cNvPr id="87050" name="Text Box 10">
            <a:extLst>
              <a:ext uri="{FF2B5EF4-FFF2-40B4-BE49-F238E27FC236}">
                <a16:creationId xmlns:a16="http://schemas.microsoft.com/office/drawing/2014/main" id="{C16D1034-A638-EA4B-9EF7-CF843A1B1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8" y="782638"/>
            <a:ext cx="74644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举例说明：以下指令序列中，寄存器</a:t>
            </a:r>
            <a:r>
              <a:rPr lang="en-US" altLang="zh-CN" sz="20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r1</a:t>
            </a:r>
            <a:r>
              <a:rPr lang="zh-CN" altLang="en-US" sz="20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会发生数据冒险</a:t>
            </a:r>
          </a:p>
        </p:txBody>
      </p:sp>
      <p:sp>
        <p:nvSpPr>
          <p:cNvPr id="113676" name="Text Box 12">
            <a:extLst>
              <a:ext uri="{FF2B5EF4-FFF2-40B4-BE49-F238E27FC236}">
                <a16:creationId xmlns:a16="http://schemas.microsoft.com/office/drawing/2014/main" id="{5F16663B-9870-EA45-BBF3-E7B740F4A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6700" y="2305050"/>
            <a:ext cx="54959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读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r1</a:t>
            </a: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时，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add</a:t>
            </a: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指令正在执行加法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(EXE)</a:t>
            </a: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，老值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!</a:t>
            </a:r>
          </a:p>
        </p:txBody>
      </p:sp>
      <p:sp>
        <p:nvSpPr>
          <p:cNvPr id="113677" name="Text Box 13">
            <a:extLst>
              <a:ext uri="{FF2B5EF4-FFF2-40B4-BE49-F238E27FC236}">
                <a16:creationId xmlns:a16="http://schemas.microsoft.com/office/drawing/2014/main" id="{58075577-7053-5B45-9FCE-C35915787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8" y="2909888"/>
            <a:ext cx="58070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读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r1</a:t>
            </a: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时，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add</a:t>
            </a: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指令正在传递加法结果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(MEM), </a:t>
            </a: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老值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!</a:t>
            </a:r>
            <a:endParaRPr lang="zh-CN" altLang="en-US" sz="200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13678" name="Text Box 14">
            <a:extLst>
              <a:ext uri="{FF2B5EF4-FFF2-40B4-BE49-F238E27FC236}">
                <a16:creationId xmlns:a16="http://schemas.microsoft.com/office/drawing/2014/main" id="{4CC9DF8C-61CF-554E-8C6F-B4248E5F7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4788" y="3543300"/>
            <a:ext cx="59547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读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r1</a:t>
            </a: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时，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add</a:t>
            </a: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指令正在写加法结果到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r1(WB), </a:t>
            </a: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老值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!</a:t>
            </a:r>
          </a:p>
        </p:txBody>
      </p:sp>
      <p:sp>
        <p:nvSpPr>
          <p:cNvPr id="113679" name="Text Box 15">
            <a:extLst>
              <a:ext uri="{FF2B5EF4-FFF2-40B4-BE49-F238E27FC236}">
                <a16:creationId xmlns:a16="http://schemas.microsoft.com/office/drawing/2014/main" id="{614B2CAD-853E-5B4E-AD2B-47212706F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250" y="4105275"/>
            <a:ext cx="54117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读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r1</a:t>
            </a: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时，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add</a:t>
            </a: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指令已经把加法结果写到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r1, </a:t>
            </a: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新值</a:t>
            </a:r>
          </a:p>
        </p:txBody>
      </p:sp>
      <p:sp>
        <p:nvSpPr>
          <p:cNvPr id="113681" name="Text Box 17">
            <a:extLst>
              <a:ext uri="{FF2B5EF4-FFF2-40B4-BE49-F238E27FC236}">
                <a16:creationId xmlns:a16="http://schemas.microsoft.com/office/drawing/2014/main" id="{E8C943A1-DA88-034E-8AE9-8BE4C02EF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4748213"/>
            <a:ext cx="7429500" cy="179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zh-CN" altLang="en-US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补充：三类数据冒险现象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sz="18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RAW:  </a:t>
            </a:r>
            <a:r>
              <a:rPr lang="zh-CN" altLang="en-US" sz="18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写后读（基本流水线中经常发生，如上例）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sz="18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WAR</a:t>
            </a:r>
            <a:r>
              <a:rPr lang="zh-CN" altLang="en-US" sz="18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：读后写（基本流水线中不会发生，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乱序执行时会发生</a:t>
            </a:r>
            <a:r>
              <a:rPr lang="zh-CN" altLang="en-US" sz="18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sz="18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WAW</a:t>
            </a:r>
            <a:r>
              <a:rPr lang="zh-CN" altLang="en-US" sz="18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：写后写（基本流水线中不会发生，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乱序执行时会发生</a:t>
            </a:r>
            <a:r>
              <a:rPr lang="zh-CN" altLang="en-US" sz="18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</a:p>
          <a:p>
            <a:pPr>
              <a:spcBef>
                <a:spcPct val="20000"/>
              </a:spcBef>
            </a:pPr>
            <a:endParaRPr lang="zh-CN" altLang="en-US" sz="1800">
              <a:solidFill>
                <a:srgbClr val="CC000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3682" name="Text Box 18">
            <a:extLst>
              <a:ext uri="{FF2B5EF4-FFF2-40B4-BE49-F238E27FC236}">
                <a16:creationId xmlns:a16="http://schemas.microsoft.com/office/drawing/2014/main" id="{6F14D75A-B028-9249-A5A7-4DC5870C73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200" y="6308725"/>
            <a:ext cx="533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latin typeface="Arial" panose="020B0604020202020204" pitchFamily="34" charset="0"/>
                <a:ea typeface="黑体" panose="02010609060101010101" pitchFamily="49" charset="-122"/>
              </a:rPr>
              <a:t>本讲介绍基本流水线，所以仅考虑</a:t>
            </a:r>
            <a:r>
              <a:rPr lang="en-US" altLang="zh-CN" sz="2000">
                <a:latin typeface="Arial" panose="020B0604020202020204" pitchFamily="34" charset="0"/>
                <a:ea typeface="黑体" panose="02010609060101010101" pitchFamily="49" charset="-122"/>
              </a:rPr>
              <a:t>RAW</a:t>
            </a:r>
            <a:r>
              <a:rPr lang="zh-CN" altLang="en-US" sz="2000">
                <a:latin typeface="Arial" panose="020B0604020202020204" pitchFamily="34" charset="0"/>
                <a:ea typeface="黑体" panose="02010609060101010101" pitchFamily="49" charset="-122"/>
              </a:rPr>
              <a:t>冒险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3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3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3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3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3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13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3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3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2" grpId="0"/>
      <p:bldP spid="113673" grpId="0"/>
      <p:bldP spid="113676" grpId="0"/>
      <p:bldP spid="113677" grpId="0"/>
      <p:bldP spid="113678" grpId="0"/>
      <p:bldP spid="113679" grpId="0"/>
      <p:bldP spid="113681" grpId="0"/>
      <p:bldP spid="11368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Freeform 2">
            <a:extLst>
              <a:ext uri="{FF2B5EF4-FFF2-40B4-BE49-F238E27FC236}">
                <a16:creationId xmlns:a16="http://schemas.microsoft.com/office/drawing/2014/main" id="{D105CD1A-4F03-F74E-9B6F-1FBDE1F671D5}"/>
              </a:ext>
            </a:extLst>
          </p:cNvPr>
          <p:cNvSpPr>
            <a:spLocks/>
          </p:cNvSpPr>
          <p:nvPr/>
        </p:nvSpPr>
        <p:spPr bwMode="auto">
          <a:xfrm>
            <a:off x="5892800" y="1855788"/>
            <a:ext cx="225425" cy="458787"/>
          </a:xfrm>
          <a:custGeom>
            <a:avLst/>
            <a:gdLst>
              <a:gd name="T0" fmla="*/ 2147483646 w 142"/>
              <a:gd name="T1" fmla="*/ 0 h 289"/>
              <a:gd name="T2" fmla="*/ 0 w 142"/>
              <a:gd name="T3" fmla="*/ 0 h 289"/>
              <a:gd name="T4" fmla="*/ 0 w 142"/>
              <a:gd name="T5" fmla="*/ 2147483646 h 289"/>
              <a:gd name="T6" fmla="*/ 2147483646 w 14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2" h="289">
                <a:moveTo>
                  <a:pt x="141" y="0"/>
                </a:moveTo>
                <a:lnTo>
                  <a:pt x="0" y="0"/>
                </a:lnTo>
                <a:lnTo>
                  <a:pt x="0" y="288"/>
                </a:lnTo>
                <a:lnTo>
                  <a:pt x="141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091" name="Freeform 3">
            <a:extLst>
              <a:ext uri="{FF2B5EF4-FFF2-40B4-BE49-F238E27FC236}">
                <a16:creationId xmlns:a16="http://schemas.microsoft.com/office/drawing/2014/main" id="{FB83C439-BA7A-6C49-B6BC-EC8229A0EE0C}"/>
              </a:ext>
            </a:extLst>
          </p:cNvPr>
          <p:cNvSpPr>
            <a:spLocks/>
          </p:cNvSpPr>
          <p:nvPr/>
        </p:nvSpPr>
        <p:spPr bwMode="auto">
          <a:xfrm>
            <a:off x="4714875" y="2566988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092" name="Freeform 4">
            <a:extLst>
              <a:ext uri="{FF2B5EF4-FFF2-40B4-BE49-F238E27FC236}">
                <a16:creationId xmlns:a16="http://schemas.microsoft.com/office/drawing/2014/main" id="{36D1A78D-F4B5-9947-ADEE-BECF4AF45A5F}"/>
              </a:ext>
            </a:extLst>
          </p:cNvPr>
          <p:cNvSpPr>
            <a:spLocks/>
          </p:cNvSpPr>
          <p:nvPr/>
        </p:nvSpPr>
        <p:spPr bwMode="auto">
          <a:xfrm>
            <a:off x="5392738" y="3278188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093" name="Freeform 5">
            <a:extLst>
              <a:ext uri="{FF2B5EF4-FFF2-40B4-BE49-F238E27FC236}">
                <a16:creationId xmlns:a16="http://schemas.microsoft.com/office/drawing/2014/main" id="{9F9E865D-2F26-6341-9207-2E31FF314944}"/>
              </a:ext>
            </a:extLst>
          </p:cNvPr>
          <p:cNvSpPr>
            <a:spLocks/>
          </p:cNvSpPr>
          <p:nvPr/>
        </p:nvSpPr>
        <p:spPr bwMode="auto">
          <a:xfrm>
            <a:off x="6070600" y="3989388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094" name="Rectangle 6">
            <a:extLst>
              <a:ext uri="{FF2B5EF4-FFF2-40B4-BE49-F238E27FC236}">
                <a16:creationId xmlns:a16="http://schemas.microsoft.com/office/drawing/2014/main" id="{21023495-D79B-0E45-9A9F-2BDAB2EB0D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2719388" cy="368300"/>
          </a:xfrm>
          <a:noFill/>
        </p:spPr>
        <p:txBody>
          <a:bodyPr wrap="none"/>
          <a:lstStyle/>
          <a:p>
            <a:r>
              <a:rPr lang="en-US" altLang="zh-CN">
                <a:ea typeface="宋体" panose="02010600030101010101" pitchFamily="2" charset="-122"/>
              </a:rPr>
              <a:t>Data Hazard on r1</a:t>
            </a:r>
            <a:endParaRPr lang="en-US" altLang="zh-CN" sz="1200" i="1">
              <a:ea typeface="宋体" panose="02010600030101010101" pitchFamily="2" charset="-122"/>
            </a:endParaRPr>
          </a:p>
        </p:txBody>
      </p:sp>
      <p:sp>
        <p:nvSpPr>
          <p:cNvPr id="89095" name="Rectangle 7">
            <a:extLst>
              <a:ext uri="{FF2B5EF4-FFF2-40B4-BE49-F238E27FC236}">
                <a16:creationId xmlns:a16="http://schemas.microsoft.com/office/drawing/2014/main" id="{DF729E75-61D7-9845-8172-96ED02730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2041525"/>
            <a:ext cx="358775" cy="3109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r.</a:t>
            </a:r>
          </a:p>
          <a:p>
            <a:pPr algn="ctr"/>
            <a:endParaRPr lang="en-US" altLang="zh-CN" sz="1800" b="0" i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O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89096" name="Line 8">
            <a:extLst>
              <a:ext uri="{FF2B5EF4-FFF2-40B4-BE49-F238E27FC236}">
                <a16:creationId xmlns:a16="http://schemas.microsoft.com/office/drawing/2014/main" id="{E3D465AC-D321-0847-A93D-6424D5750BCC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900" y="2032000"/>
            <a:ext cx="0" cy="3238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097" name="Line 9">
            <a:extLst>
              <a:ext uri="{FF2B5EF4-FFF2-40B4-BE49-F238E27FC236}">
                <a16:creationId xmlns:a16="http://schemas.microsoft.com/office/drawing/2014/main" id="{790EF3E3-696F-654E-A1B3-19FC93627E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2238" y="1292225"/>
            <a:ext cx="6324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098" name="Rectangle 10">
            <a:extLst>
              <a:ext uri="{FF2B5EF4-FFF2-40B4-BE49-F238E27FC236}">
                <a16:creationId xmlns:a16="http://schemas.microsoft.com/office/drawing/2014/main" id="{7F23AFE1-4EE5-7B4D-9C0C-55058C300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5700" y="901700"/>
            <a:ext cx="2124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Time (clock cycles)</a:t>
            </a:r>
          </a:p>
        </p:txBody>
      </p:sp>
      <p:sp>
        <p:nvSpPr>
          <p:cNvPr id="89099" name="Rectangle 11">
            <a:extLst>
              <a:ext uri="{FF2B5EF4-FFF2-40B4-BE49-F238E27FC236}">
                <a16:creationId xmlns:a16="http://schemas.microsoft.com/office/drawing/2014/main" id="{2AFBD523-2D00-EF42-88E9-910D37FDC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1851025"/>
            <a:ext cx="2119312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add </a:t>
            </a:r>
            <a:r>
              <a:rPr lang="en-US" altLang="zh-CN" sz="2800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,r2,r3</a:t>
            </a:r>
          </a:p>
        </p:txBody>
      </p:sp>
      <p:sp>
        <p:nvSpPr>
          <p:cNvPr id="89100" name="Rectangle 12">
            <a:extLst>
              <a:ext uri="{FF2B5EF4-FFF2-40B4-BE49-F238E27FC236}">
                <a16:creationId xmlns:a16="http://schemas.microsoft.com/office/drawing/2014/main" id="{3F974DE4-DB73-6143-AA9D-9EA6FC2A7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013" y="2574925"/>
            <a:ext cx="2119312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sub r4,</a:t>
            </a:r>
            <a:r>
              <a:rPr lang="en-US" altLang="zh-CN" sz="2800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,r3</a:t>
            </a:r>
          </a:p>
        </p:txBody>
      </p:sp>
      <p:sp>
        <p:nvSpPr>
          <p:cNvPr id="89101" name="Rectangle 13">
            <a:extLst>
              <a:ext uri="{FF2B5EF4-FFF2-40B4-BE49-F238E27FC236}">
                <a16:creationId xmlns:a16="http://schemas.microsoft.com/office/drawing/2014/main" id="{DEB464A4-F253-F14C-8275-079079B9F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3" y="3298825"/>
            <a:ext cx="2119312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and r6,</a:t>
            </a:r>
            <a:r>
              <a:rPr lang="en-US" altLang="zh-CN" sz="2800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,r7</a:t>
            </a:r>
          </a:p>
        </p:txBody>
      </p:sp>
      <p:sp>
        <p:nvSpPr>
          <p:cNvPr id="89102" name="Rectangle 14">
            <a:extLst>
              <a:ext uri="{FF2B5EF4-FFF2-40B4-BE49-F238E27FC236}">
                <a16:creationId xmlns:a16="http://schemas.microsoft.com/office/drawing/2014/main" id="{952AF191-0327-684A-A851-889F66D96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4022725"/>
            <a:ext cx="2038350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or   r8,</a:t>
            </a:r>
            <a:r>
              <a:rPr lang="en-US" altLang="zh-CN" sz="2800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,r9</a:t>
            </a:r>
          </a:p>
        </p:txBody>
      </p:sp>
      <p:sp>
        <p:nvSpPr>
          <p:cNvPr id="89103" name="Rectangle 15">
            <a:extLst>
              <a:ext uri="{FF2B5EF4-FFF2-40B4-BE49-F238E27FC236}">
                <a16:creationId xmlns:a16="http://schemas.microsoft.com/office/drawing/2014/main" id="{197D6C73-9D56-B441-92D2-2298F47A3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3" y="4746625"/>
            <a:ext cx="2436812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xor r10,</a:t>
            </a:r>
            <a:r>
              <a:rPr lang="en-US" altLang="zh-CN" sz="2800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,r11</a:t>
            </a:r>
          </a:p>
        </p:txBody>
      </p:sp>
      <p:sp>
        <p:nvSpPr>
          <p:cNvPr id="89104" name="Rectangle 16">
            <a:extLst>
              <a:ext uri="{FF2B5EF4-FFF2-40B4-BE49-F238E27FC236}">
                <a16:creationId xmlns:a16="http://schemas.microsoft.com/office/drawing/2014/main" id="{0744E8FD-DF37-954C-B1DF-4CDA071D3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313" y="1392238"/>
            <a:ext cx="4286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IF</a:t>
            </a:r>
          </a:p>
        </p:txBody>
      </p:sp>
      <p:sp>
        <p:nvSpPr>
          <p:cNvPr id="89105" name="Rectangle 17">
            <a:extLst>
              <a:ext uri="{FF2B5EF4-FFF2-40B4-BE49-F238E27FC236}">
                <a16:creationId xmlns:a16="http://schemas.microsoft.com/office/drawing/2014/main" id="{C1EEC99F-5497-EA45-AA11-1CE3B3547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3475" y="1392238"/>
            <a:ext cx="8572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ID/RF</a:t>
            </a:r>
          </a:p>
        </p:txBody>
      </p:sp>
      <p:sp>
        <p:nvSpPr>
          <p:cNvPr id="89106" name="Rectangle 18">
            <a:extLst>
              <a:ext uri="{FF2B5EF4-FFF2-40B4-BE49-F238E27FC236}">
                <a16:creationId xmlns:a16="http://schemas.microsoft.com/office/drawing/2014/main" id="{8F67520D-B406-1A43-97E0-602CEA825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3" y="1392238"/>
            <a:ext cx="5746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EX</a:t>
            </a:r>
          </a:p>
        </p:txBody>
      </p:sp>
      <p:sp>
        <p:nvSpPr>
          <p:cNvPr id="89107" name="Rectangle 19">
            <a:extLst>
              <a:ext uri="{FF2B5EF4-FFF2-40B4-BE49-F238E27FC236}">
                <a16:creationId xmlns:a16="http://schemas.microsoft.com/office/drawing/2014/main" id="{5302BE18-876D-144C-B0BE-F7D848858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6025" y="1392238"/>
            <a:ext cx="744538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89108" name="Rectangle 20">
            <a:extLst>
              <a:ext uri="{FF2B5EF4-FFF2-40B4-BE49-F238E27FC236}">
                <a16:creationId xmlns:a16="http://schemas.microsoft.com/office/drawing/2014/main" id="{7C4CA63A-9CBF-C84D-9881-491808724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888" y="1392238"/>
            <a:ext cx="71596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WB</a:t>
            </a:r>
          </a:p>
        </p:txBody>
      </p:sp>
      <p:sp>
        <p:nvSpPr>
          <p:cNvPr id="89109" name="Line 21">
            <a:extLst>
              <a:ext uri="{FF2B5EF4-FFF2-40B4-BE49-F238E27FC236}">
                <a16:creationId xmlns:a16="http://schemas.microsoft.com/office/drawing/2014/main" id="{6DD60579-F9AE-D84A-8DFA-86A50FFC88B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3000" y="132873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10" name="Line 22">
            <a:extLst>
              <a:ext uri="{FF2B5EF4-FFF2-40B4-BE49-F238E27FC236}">
                <a16:creationId xmlns:a16="http://schemas.microsoft.com/office/drawing/2014/main" id="{90A8AE78-7F2F-884B-BBD4-F09AA6E948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8800" y="132873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11" name="Line 23">
            <a:extLst>
              <a:ext uri="{FF2B5EF4-FFF2-40B4-BE49-F238E27FC236}">
                <a16:creationId xmlns:a16="http://schemas.microsoft.com/office/drawing/2014/main" id="{D8F63AD0-E814-664C-8852-DF5502DE3D5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4600" y="132873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12" name="Line 24">
            <a:extLst>
              <a:ext uri="{FF2B5EF4-FFF2-40B4-BE49-F238E27FC236}">
                <a16:creationId xmlns:a16="http://schemas.microsoft.com/office/drawing/2014/main" id="{C387304F-AF70-824F-85E6-9E04CF4AC35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0400" y="132873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13" name="Line 25">
            <a:extLst>
              <a:ext uri="{FF2B5EF4-FFF2-40B4-BE49-F238E27FC236}">
                <a16:creationId xmlns:a16="http://schemas.microsoft.com/office/drawing/2014/main" id="{4A3AEAC5-6EC1-7E48-91BE-6B92EDCBB7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6200" y="132873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14" name="Line 26">
            <a:extLst>
              <a:ext uri="{FF2B5EF4-FFF2-40B4-BE49-F238E27FC236}">
                <a16:creationId xmlns:a16="http://schemas.microsoft.com/office/drawing/2014/main" id="{A1F195EB-230C-B345-9CE7-79453009B707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2000" y="132873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15" name="Line 27">
            <a:extLst>
              <a:ext uri="{FF2B5EF4-FFF2-40B4-BE49-F238E27FC236}">
                <a16:creationId xmlns:a16="http://schemas.microsoft.com/office/drawing/2014/main" id="{99EA94AB-D7DE-9142-AAE0-01D48AD2DE3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7800" y="132873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16" name="Line 28">
            <a:extLst>
              <a:ext uri="{FF2B5EF4-FFF2-40B4-BE49-F238E27FC236}">
                <a16:creationId xmlns:a16="http://schemas.microsoft.com/office/drawing/2014/main" id="{5EF1A9C3-0373-0B4E-917F-D3358C469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3600" y="132873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17" name="Freeform 29">
            <a:extLst>
              <a:ext uri="{FF2B5EF4-FFF2-40B4-BE49-F238E27FC236}">
                <a16:creationId xmlns:a16="http://schemas.microsoft.com/office/drawing/2014/main" id="{326BB500-8EE8-4B4D-8D1C-3FB53E3FCFDD}"/>
              </a:ext>
            </a:extLst>
          </p:cNvPr>
          <p:cNvSpPr>
            <a:spLocks/>
          </p:cNvSpPr>
          <p:nvPr/>
        </p:nvSpPr>
        <p:spPr bwMode="auto">
          <a:xfrm>
            <a:off x="5149850" y="1855788"/>
            <a:ext cx="257175" cy="458787"/>
          </a:xfrm>
          <a:custGeom>
            <a:avLst/>
            <a:gdLst>
              <a:gd name="T0" fmla="*/ 2147483646 w 162"/>
              <a:gd name="T1" fmla="*/ 0 h 289"/>
              <a:gd name="T2" fmla="*/ 0 w 162"/>
              <a:gd name="T3" fmla="*/ 0 h 289"/>
              <a:gd name="T4" fmla="*/ 0 w 162"/>
              <a:gd name="T5" fmla="*/ 2147483646 h 289"/>
              <a:gd name="T6" fmla="*/ 2147483646 w 16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289">
                <a:moveTo>
                  <a:pt x="161" y="0"/>
                </a:moveTo>
                <a:lnTo>
                  <a:pt x="0" y="0"/>
                </a:lnTo>
                <a:lnTo>
                  <a:pt x="0" y="288"/>
                </a:lnTo>
                <a:lnTo>
                  <a:pt x="16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18" name="Freeform 30">
            <a:extLst>
              <a:ext uri="{FF2B5EF4-FFF2-40B4-BE49-F238E27FC236}">
                <a16:creationId xmlns:a16="http://schemas.microsoft.com/office/drawing/2014/main" id="{C726CEFE-4B4F-934F-90E1-860C4C3635FC}"/>
              </a:ext>
            </a:extLst>
          </p:cNvPr>
          <p:cNvSpPr>
            <a:spLocks/>
          </p:cNvSpPr>
          <p:nvPr/>
        </p:nvSpPr>
        <p:spPr bwMode="auto">
          <a:xfrm>
            <a:off x="5405438" y="1855788"/>
            <a:ext cx="260350" cy="458787"/>
          </a:xfrm>
          <a:custGeom>
            <a:avLst/>
            <a:gdLst>
              <a:gd name="T0" fmla="*/ 0 w 164"/>
              <a:gd name="T1" fmla="*/ 0 h 289"/>
              <a:gd name="T2" fmla="*/ 2147483646 w 164"/>
              <a:gd name="T3" fmla="*/ 0 h 289"/>
              <a:gd name="T4" fmla="*/ 2147483646 w 164"/>
              <a:gd name="T5" fmla="*/ 2147483646 h 289"/>
              <a:gd name="T6" fmla="*/ 0 w 164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4" h="289">
                <a:moveTo>
                  <a:pt x="0" y="0"/>
                </a:moveTo>
                <a:lnTo>
                  <a:pt x="163" y="0"/>
                </a:lnTo>
                <a:lnTo>
                  <a:pt x="163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19" name="Freeform 31">
            <a:extLst>
              <a:ext uri="{FF2B5EF4-FFF2-40B4-BE49-F238E27FC236}">
                <a16:creationId xmlns:a16="http://schemas.microsoft.com/office/drawing/2014/main" id="{AB7E0163-7F34-FC46-9CFC-823BE931F7C9}"/>
              </a:ext>
            </a:extLst>
          </p:cNvPr>
          <p:cNvSpPr>
            <a:spLocks/>
          </p:cNvSpPr>
          <p:nvPr/>
        </p:nvSpPr>
        <p:spPr bwMode="auto">
          <a:xfrm>
            <a:off x="4541838" y="1703388"/>
            <a:ext cx="338137" cy="763587"/>
          </a:xfrm>
          <a:custGeom>
            <a:avLst/>
            <a:gdLst>
              <a:gd name="T0" fmla="*/ 0 w 213"/>
              <a:gd name="T1" fmla="*/ 2147483646 h 481"/>
              <a:gd name="T2" fmla="*/ 2147483646 w 213"/>
              <a:gd name="T3" fmla="*/ 2147483646 h 481"/>
              <a:gd name="T4" fmla="*/ 0 w 213"/>
              <a:gd name="T5" fmla="*/ 2147483646 h 481"/>
              <a:gd name="T6" fmla="*/ 0 w 213"/>
              <a:gd name="T7" fmla="*/ 0 h 481"/>
              <a:gd name="T8" fmla="*/ 2147483646 w 213"/>
              <a:gd name="T9" fmla="*/ 2147483646 h 481"/>
              <a:gd name="T10" fmla="*/ 2147483646 w 213"/>
              <a:gd name="T11" fmla="*/ 2147483646 h 481"/>
              <a:gd name="T12" fmla="*/ 0 w 213"/>
              <a:gd name="T13" fmla="*/ 2147483646 h 481"/>
              <a:gd name="T14" fmla="*/ 0 w 213"/>
              <a:gd name="T15" fmla="*/ 2147483646 h 4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3" h="481">
                <a:moveTo>
                  <a:pt x="0" y="320"/>
                </a:moveTo>
                <a:lnTo>
                  <a:pt x="71" y="240"/>
                </a:lnTo>
                <a:lnTo>
                  <a:pt x="0" y="160"/>
                </a:lnTo>
                <a:lnTo>
                  <a:pt x="0" y="0"/>
                </a:lnTo>
                <a:lnTo>
                  <a:pt x="212" y="160"/>
                </a:lnTo>
                <a:lnTo>
                  <a:pt x="212" y="320"/>
                </a:lnTo>
                <a:lnTo>
                  <a:pt x="0" y="480"/>
                </a:lnTo>
                <a:lnTo>
                  <a:pt x="0" y="32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20" name="Rectangle 32">
            <a:extLst>
              <a:ext uri="{FF2B5EF4-FFF2-40B4-BE49-F238E27FC236}">
                <a16:creationId xmlns:a16="http://schemas.microsoft.com/office/drawing/2014/main" id="{1553D2BC-8795-2942-BEE7-CD7120791D9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90232" y="1897856"/>
            <a:ext cx="6080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89121" name="Rectangle 33">
            <a:extLst>
              <a:ext uri="{FF2B5EF4-FFF2-40B4-BE49-F238E27FC236}">
                <a16:creationId xmlns:a16="http://schemas.microsoft.com/office/drawing/2014/main" id="{1780BB33-0855-B544-A0C7-7B298E0C3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725" y="1916113"/>
            <a:ext cx="4302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Im</a:t>
            </a:r>
          </a:p>
        </p:txBody>
      </p:sp>
      <p:grpSp>
        <p:nvGrpSpPr>
          <p:cNvPr id="89122" name="Group 34">
            <a:extLst>
              <a:ext uri="{FF2B5EF4-FFF2-40B4-BE49-F238E27FC236}">
                <a16:creationId xmlns:a16="http://schemas.microsoft.com/office/drawing/2014/main" id="{2A9B0408-E147-C94C-BA2F-3B04A7360240}"/>
              </a:ext>
            </a:extLst>
          </p:cNvPr>
          <p:cNvGrpSpPr>
            <a:grpSpLocks/>
          </p:cNvGrpSpPr>
          <p:nvPr/>
        </p:nvGrpSpPr>
        <p:grpSpPr bwMode="auto">
          <a:xfrm>
            <a:off x="3071813" y="1855788"/>
            <a:ext cx="539750" cy="458787"/>
            <a:chOff x="1935" y="1349"/>
            <a:chExt cx="340" cy="289"/>
          </a:xfrm>
        </p:grpSpPr>
        <p:sp>
          <p:nvSpPr>
            <p:cNvPr id="89245" name="Freeform 35">
              <a:extLst>
                <a:ext uri="{FF2B5EF4-FFF2-40B4-BE49-F238E27FC236}">
                  <a16:creationId xmlns:a16="http://schemas.microsoft.com/office/drawing/2014/main" id="{4FAECC75-5C8E-B146-A85B-561537F51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349"/>
              <a:ext cx="170" cy="289"/>
            </a:xfrm>
            <a:custGeom>
              <a:avLst/>
              <a:gdLst>
                <a:gd name="T0" fmla="*/ 169 w 170"/>
                <a:gd name="T1" fmla="*/ 0 h 289"/>
                <a:gd name="T2" fmla="*/ 0 w 170"/>
                <a:gd name="T3" fmla="*/ 0 h 289"/>
                <a:gd name="T4" fmla="*/ 0 w 170"/>
                <a:gd name="T5" fmla="*/ 288 h 289"/>
                <a:gd name="T6" fmla="*/ 169 w 170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0" h="289">
                  <a:moveTo>
                    <a:pt x="169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9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246" name="Freeform 36">
              <a:extLst>
                <a:ext uri="{FF2B5EF4-FFF2-40B4-BE49-F238E27FC236}">
                  <a16:creationId xmlns:a16="http://schemas.microsoft.com/office/drawing/2014/main" id="{81EDC21B-4BE6-D44B-AB87-148469EFB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1349"/>
              <a:ext cx="171" cy="289"/>
            </a:xfrm>
            <a:custGeom>
              <a:avLst/>
              <a:gdLst>
                <a:gd name="T0" fmla="*/ 0 w 171"/>
                <a:gd name="T1" fmla="*/ 0 h 289"/>
                <a:gd name="T2" fmla="*/ 170 w 171"/>
                <a:gd name="T3" fmla="*/ 0 h 289"/>
                <a:gd name="T4" fmla="*/ 170 w 171"/>
                <a:gd name="T5" fmla="*/ 288 h 289"/>
                <a:gd name="T6" fmla="*/ 0 w 171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1" h="289">
                  <a:moveTo>
                    <a:pt x="0" y="0"/>
                  </a:moveTo>
                  <a:lnTo>
                    <a:pt x="170" y="0"/>
                  </a:lnTo>
                  <a:lnTo>
                    <a:pt x="170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9123" name="Rectangle 37">
            <a:extLst>
              <a:ext uri="{FF2B5EF4-FFF2-40B4-BE49-F238E27FC236}">
                <a16:creationId xmlns:a16="http://schemas.microsoft.com/office/drawing/2014/main" id="{E7CED084-D7C2-3943-B2E1-4AA0D3D23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0" y="1873250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89124" name="Freeform 38">
            <a:extLst>
              <a:ext uri="{FF2B5EF4-FFF2-40B4-BE49-F238E27FC236}">
                <a16:creationId xmlns:a16="http://schemas.microsoft.com/office/drawing/2014/main" id="{2EFEBD42-5E53-3243-8628-83F92ECC7978}"/>
              </a:ext>
            </a:extLst>
          </p:cNvPr>
          <p:cNvSpPr>
            <a:spLocks/>
          </p:cNvSpPr>
          <p:nvPr/>
        </p:nvSpPr>
        <p:spPr bwMode="auto">
          <a:xfrm>
            <a:off x="3802063" y="1855788"/>
            <a:ext cx="236537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25" name="Freeform 39">
            <a:extLst>
              <a:ext uri="{FF2B5EF4-FFF2-40B4-BE49-F238E27FC236}">
                <a16:creationId xmlns:a16="http://schemas.microsoft.com/office/drawing/2014/main" id="{0FD95700-80F5-384B-8412-879751A67BF2}"/>
              </a:ext>
            </a:extLst>
          </p:cNvPr>
          <p:cNvSpPr>
            <a:spLocks/>
          </p:cNvSpPr>
          <p:nvPr/>
        </p:nvSpPr>
        <p:spPr bwMode="auto">
          <a:xfrm>
            <a:off x="4037013" y="1855788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26" name="Line 40">
            <a:extLst>
              <a:ext uri="{FF2B5EF4-FFF2-40B4-BE49-F238E27FC236}">
                <a16:creationId xmlns:a16="http://schemas.microsoft.com/office/drawing/2014/main" id="{396E564C-2A38-5C44-958C-BDC1AA2699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3150" y="208438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27" name="Freeform 41">
            <a:extLst>
              <a:ext uri="{FF2B5EF4-FFF2-40B4-BE49-F238E27FC236}">
                <a16:creationId xmlns:a16="http://schemas.microsoft.com/office/drawing/2014/main" id="{E0BC4050-375F-624C-9039-FCD07137C0D9}"/>
              </a:ext>
            </a:extLst>
          </p:cNvPr>
          <p:cNvSpPr>
            <a:spLocks/>
          </p:cNvSpPr>
          <p:nvPr/>
        </p:nvSpPr>
        <p:spPr bwMode="auto">
          <a:xfrm>
            <a:off x="3717925" y="193198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28" name="Line 42">
            <a:extLst>
              <a:ext uri="{FF2B5EF4-FFF2-40B4-BE49-F238E27FC236}">
                <a16:creationId xmlns:a16="http://schemas.microsoft.com/office/drawing/2014/main" id="{D89B7143-BE79-7F47-92F1-8E25AD7982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550" y="193198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29" name="Rectangle 43">
            <a:extLst>
              <a:ext uri="{FF2B5EF4-FFF2-40B4-BE49-F238E27FC236}">
                <a16:creationId xmlns:a16="http://schemas.microsoft.com/office/drawing/2014/main" id="{E1FECDA6-C2AB-AF40-BCFE-5E4AEC4A8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6038" y="1931988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sp>
        <p:nvSpPr>
          <p:cNvPr id="89130" name="Rectangle 44">
            <a:extLst>
              <a:ext uri="{FF2B5EF4-FFF2-40B4-BE49-F238E27FC236}">
                <a16:creationId xmlns:a16="http://schemas.microsoft.com/office/drawing/2014/main" id="{83D2FB6C-43C8-B842-A8FF-259C3B6EE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6288" y="186531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89131" name="Freeform 45">
            <a:extLst>
              <a:ext uri="{FF2B5EF4-FFF2-40B4-BE49-F238E27FC236}">
                <a16:creationId xmlns:a16="http://schemas.microsoft.com/office/drawing/2014/main" id="{F7636FC9-564D-384C-98A2-A646E618FEB0}"/>
              </a:ext>
            </a:extLst>
          </p:cNvPr>
          <p:cNvSpPr>
            <a:spLocks/>
          </p:cNvSpPr>
          <p:nvPr/>
        </p:nvSpPr>
        <p:spPr bwMode="auto">
          <a:xfrm>
            <a:off x="6116638" y="1855788"/>
            <a:ext cx="227012" cy="458787"/>
          </a:xfrm>
          <a:custGeom>
            <a:avLst/>
            <a:gdLst>
              <a:gd name="T0" fmla="*/ 0 w 143"/>
              <a:gd name="T1" fmla="*/ 0 h 289"/>
              <a:gd name="T2" fmla="*/ 2147483646 w 143"/>
              <a:gd name="T3" fmla="*/ 0 h 289"/>
              <a:gd name="T4" fmla="*/ 2147483646 w 143"/>
              <a:gd name="T5" fmla="*/ 2147483646 h 289"/>
              <a:gd name="T6" fmla="*/ 0 w 143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3" h="289">
                <a:moveTo>
                  <a:pt x="0" y="0"/>
                </a:moveTo>
                <a:lnTo>
                  <a:pt x="142" y="0"/>
                </a:lnTo>
                <a:lnTo>
                  <a:pt x="142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32" name="Line 46">
            <a:extLst>
              <a:ext uri="{FF2B5EF4-FFF2-40B4-BE49-F238E27FC236}">
                <a16:creationId xmlns:a16="http://schemas.microsoft.com/office/drawing/2014/main" id="{4932C6B1-3F9D-C349-984D-C20BD2D1DDB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3088" y="2084388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33" name="Line 47">
            <a:extLst>
              <a:ext uri="{FF2B5EF4-FFF2-40B4-BE49-F238E27FC236}">
                <a16:creationId xmlns:a16="http://schemas.microsoft.com/office/drawing/2014/main" id="{D0E4EA4E-05AD-0A48-A163-9F8FD25B2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4738" y="2084388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34" name="Freeform 48">
            <a:extLst>
              <a:ext uri="{FF2B5EF4-FFF2-40B4-BE49-F238E27FC236}">
                <a16:creationId xmlns:a16="http://schemas.microsoft.com/office/drawing/2014/main" id="{99CB53E6-BB9A-174C-B2B5-440B92A4C628}"/>
              </a:ext>
            </a:extLst>
          </p:cNvPr>
          <p:cNvSpPr>
            <a:spLocks/>
          </p:cNvSpPr>
          <p:nvPr/>
        </p:nvSpPr>
        <p:spPr bwMode="auto">
          <a:xfrm>
            <a:off x="5083175" y="2084388"/>
            <a:ext cx="684213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35" name="Line 49">
            <a:extLst>
              <a:ext uri="{FF2B5EF4-FFF2-40B4-BE49-F238E27FC236}">
                <a16:creationId xmlns:a16="http://schemas.microsoft.com/office/drawing/2014/main" id="{ED19E3AD-3D42-814B-B5BD-4E62A51B652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550" y="223678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36" name="Freeform 50">
            <a:extLst>
              <a:ext uri="{FF2B5EF4-FFF2-40B4-BE49-F238E27FC236}">
                <a16:creationId xmlns:a16="http://schemas.microsoft.com/office/drawing/2014/main" id="{53F68DAB-BC07-AD4E-BD29-AE0261FB1D1C}"/>
              </a:ext>
            </a:extLst>
          </p:cNvPr>
          <p:cNvSpPr>
            <a:spLocks/>
          </p:cNvSpPr>
          <p:nvPr/>
        </p:nvSpPr>
        <p:spPr bwMode="auto">
          <a:xfrm>
            <a:off x="4452938" y="2076450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9137" name="Group 51">
            <a:extLst>
              <a:ext uri="{FF2B5EF4-FFF2-40B4-BE49-F238E27FC236}">
                <a16:creationId xmlns:a16="http://schemas.microsoft.com/office/drawing/2014/main" id="{28FE902C-71D8-B94B-BA48-6A20CD721BFD}"/>
              </a:ext>
            </a:extLst>
          </p:cNvPr>
          <p:cNvGrpSpPr>
            <a:grpSpLocks/>
          </p:cNvGrpSpPr>
          <p:nvPr/>
        </p:nvGrpSpPr>
        <p:grpSpPr bwMode="auto">
          <a:xfrm>
            <a:off x="5205413" y="2414588"/>
            <a:ext cx="352425" cy="763587"/>
            <a:chOff x="3279" y="1701"/>
            <a:chExt cx="222" cy="481"/>
          </a:xfrm>
        </p:grpSpPr>
        <p:sp>
          <p:nvSpPr>
            <p:cNvPr id="89243" name="Freeform 52">
              <a:extLst>
                <a:ext uri="{FF2B5EF4-FFF2-40B4-BE49-F238E27FC236}">
                  <a16:creationId xmlns:a16="http://schemas.microsoft.com/office/drawing/2014/main" id="{752DF956-3E5B-F24E-843E-A081AA7A2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" y="1701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244" name="Rectangle 53">
              <a:extLst>
                <a:ext uri="{FF2B5EF4-FFF2-40B4-BE49-F238E27FC236}">
                  <a16:creationId xmlns:a16="http://schemas.microsoft.com/office/drawing/2014/main" id="{F03F3BD7-D786-3243-A194-6DF41C0D4D4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192" y="1824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89138" name="Group 54">
            <a:extLst>
              <a:ext uri="{FF2B5EF4-FFF2-40B4-BE49-F238E27FC236}">
                <a16:creationId xmlns:a16="http://schemas.microsoft.com/office/drawing/2014/main" id="{C3B8B93C-0E95-6443-8A30-616715762154}"/>
              </a:ext>
            </a:extLst>
          </p:cNvPr>
          <p:cNvGrpSpPr>
            <a:grpSpLocks/>
          </p:cNvGrpSpPr>
          <p:nvPr/>
        </p:nvGrpSpPr>
        <p:grpSpPr bwMode="auto">
          <a:xfrm>
            <a:off x="3725863" y="2566988"/>
            <a:ext cx="563562" cy="458787"/>
            <a:chOff x="2347" y="1797"/>
            <a:chExt cx="355" cy="289"/>
          </a:xfrm>
        </p:grpSpPr>
        <p:sp>
          <p:nvSpPr>
            <p:cNvPr id="89239" name="Rectangle 55">
              <a:extLst>
                <a:ext uri="{FF2B5EF4-FFF2-40B4-BE49-F238E27FC236}">
                  <a16:creationId xmlns:a16="http://schemas.microsoft.com/office/drawing/2014/main" id="{A780391B-2C24-E54E-B26C-AFB362958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1803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89240" name="Group 56">
              <a:extLst>
                <a:ext uri="{FF2B5EF4-FFF2-40B4-BE49-F238E27FC236}">
                  <a16:creationId xmlns:a16="http://schemas.microsoft.com/office/drawing/2014/main" id="{2E74C59F-E334-3A46-AC47-E086B459AD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2" y="1797"/>
              <a:ext cx="340" cy="289"/>
              <a:chOff x="2362" y="1797"/>
              <a:chExt cx="340" cy="289"/>
            </a:xfrm>
          </p:grpSpPr>
          <p:sp>
            <p:nvSpPr>
              <p:cNvPr id="89241" name="Freeform 57">
                <a:extLst>
                  <a:ext uri="{FF2B5EF4-FFF2-40B4-BE49-F238E27FC236}">
                    <a16:creationId xmlns:a16="http://schemas.microsoft.com/office/drawing/2014/main" id="{920E12A1-66AE-EE4B-A907-AD6683D48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2" y="1797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242" name="Freeform 58">
                <a:extLst>
                  <a:ext uri="{FF2B5EF4-FFF2-40B4-BE49-F238E27FC236}">
                    <a16:creationId xmlns:a16="http://schemas.microsoft.com/office/drawing/2014/main" id="{31E3A29B-0EA6-B641-B54D-E8B537DD19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1" y="1797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89139" name="Rectangle 59">
            <a:extLst>
              <a:ext uri="{FF2B5EF4-FFF2-40B4-BE49-F238E27FC236}">
                <a16:creationId xmlns:a16="http://schemas.microsoft.com/office/drawing/2014/main" id="{85C34C80-3A9F-CB42-B9C4-F0584606F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113" y="2584450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89140" name="Freeform 60">
            <a:extLst>
              <a:ext uri="{FF2B5EF4-FFF2-40B4-BE49-F238E27FC236}">
                <a16:creationId xmlns:a16="http://schemas.microsoft.com/office/drawing/2014/main" id="{5C83FC41-4014-1D46-BDEA-372B475C8AD9}"/>
              </a:ext>
            </a:extLst>
          </p:cNvPr>
          <p:cNvSpPr>
            <a:spLocks/>
          </p:cNvSpPr>
          <p:nvPr/>
        </p:nvSpPr>
        <p:spPr bwMode="auto">
          <a:xfrm>
            <a:off x="4479925" y="2566988"/>
            <a:ext cx="236538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41" name="Line 61">
            <a:extLst>
              <a:ext uri="{FF2B5EF4-FFF2-40B4-BE49-F238E27FC236}">
                <a16:creationId xmlns:a16="http://schemas.microsoft.com/office/drawing/2014/main" id="{9B37A268-DF01-DA43-A6BE-DF5F39EB09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1013" y="279558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42" name="Freeform 62">
            <a:extLst>
              <a:ext uri="{FF2B5EF4-FFF2-40B4-BE49-F238E27FC236}">
                <a16:creationId xmlns:a16="http://schemas.microsoft.com/office/drawing/2014/main" id="{471A3655-70E4-ED40-9556-624654E3EA9A}"/>
              </a:ext>
            </a:extLst>
          </p:cNvPr>
          <p:cNvSpPr>
            <a:spLocks/>
          </p:cNvSpPr>
          <p:nvPr/>
        </p:nvSpPr>
        <p:spPr bwMode="auto">
          <a:xfrm>
            <a:off x="4395788" y="264318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43" name="Line 63">
            <a:extLst>
              <a:ext uri="{FF2B5EF4-FFF2-40B4-BE49-F238E27FC236}">
                <a16:creationId xmlns:a16="http://schemas.microsoft.com/office/drawing/2014/main" id="{AC5D8FD5-1387-6F4B-BB31-22AF260138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1413" y="2643188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44" name="Rectangle 64">
            <a:extLst>
              <a:ext uri="{FF2B5EF4-FFF2-40B4-BE49-F238E27FC236}">
                <a16:creationId xmlns:a16="http://schemas.microsoft.com/office/drawing/2014/main" id="{465BEDC9-2694-F143-B71E-99F16A1DD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100" y="2576513"/>
            <a:ext cx="4968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89145" name="Group 65">
            <a:extLst>
              <a:ext uri="{FF2B5EF4-FFF2-40B4-BE49-F238E27FC236}">
                <a16:creationId xmlns:a16="http://schemas.microsoft.com/office/drawing/2014/main" id="{8A47E594-8D7D-6445-9699-12C476C8F2D7}"/>
              </a:ext>
            </a:extLst>
          </p:cNvPr>
          <p:cNvGrpSpPr>
            <a:grpSpLocks/>
          </p:cNvGrpSpPr>
          <p:nvPr/>
        </p:nvGrpSpPr>
        <p:grpSpPr bwMode="auto">
          <a:xfrm>
            <a:off x="5827713" y="2566988"/>
            <a:ext cx="515937" cy="458787"/>
            <a:chOff x="3671" y="1797"/>
            <a:chExt cx="325" cy="289"/>
          </a:xfrm>
        </p:grpSpPr>
        <p:sp>
          <p:nvSpPr>
            <p:cNvPr id="89237" name="Freeform 66">
              <a:extLst>
                <a:ext uri="{FF2B5EF4-FFF2-40B4-BE49-F238E27FC236}">
                  <a16:creationId xmlns:a16="http://schemas.microsoft.com/office/drawing/2014/main" id="{7F677FDA-648F-EF40-A719-70210A976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1797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238" name="Freeform 67">
              <a:extLst>
                <a:ext uri="{FF2B5EF4-FFF2-40B4-BE49-F238E27FC236}">
                  <a16:creationId xmlns:a16="http://schemas.microsoft.com/office/drawing/2014/main" id="{076FA2A8-E6A0-3844-B2A0-4C14BE1EE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1797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9146" name="Rectangle 68">
            <a:extLst>
              <a:ext uri="{FF2B5EF4-FFF2-40B4-BE49-F238E27FC236}">
                <a16:creationId xmlns:a16="http://schemas.microsoft.com/office/drawing/2014/main" id="{F3E24ADA-D737-A14A-8BED-2B0D930A8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150" y="2576513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89147" name="Group 69">
            <a:extLst>
              <a:ext uri="{FF2B5EF4-FFF2-40B4-BE49-F238E27FC236}">
                <a16:creationId xmlns:a16="http://schemas.microsoft.com/office/drawing/2014/main" id="{32E8AD6C-AA8B-DF4A-A66F-E3E899A00A1E}"/>
              </a:ext>
            </a:extLst>
          </p:cNvPr>
          <p:cNvGrpSpPr>
            <a:grpSpLocks/>
          </p:cNvGrpSpPr>
          <p:nvPr/>
        </p:nvGrpSpPr>
        <p:grpSpPr bwMode="auto">
          <a:xfrm>
            <a:off x="6570663" y="2566988"/>
            <a:ext cx="450850" cy="458787"/>
            <a:chOff x="4139" y="1797"/>
            <a:chExt cx="284" cy="289"/>
          </a:xfrm>
        </p:grpSpPr>
        <p:sp>
          <p:nvSpPr>
            <p:cNvPr id="89235" name="Freeform 70">
              <a:extLst>
                <a:ext uri="{FF2B5EF4-FFF2-40B4-BE49-F238E27FC236}">
                  <a16:creationId xmlns:a16="http://schemas.microsoft.com/office/drawing/2014/main" id="{DB229537-A82F-904E-A1DE-92C5F9F9ED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9" y="1797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236" name="Freeform 71">
              <a:extLst>
                <a:ext uri="{FF2B5EF4-FFF2-40B4-BE49-F238E27FC236}">
                  <a16:creationId xmlns:a16="http://schemas.microsoft.com/office/drawing/2014/main" id="{66BB8018-04CC-3C42-B265-DAB1C0E0A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0" y="1797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9148" name="Line 72">
            <a:extLst>
              <a:ext uri="{FF2B5EF4-FFF2-40B4-BE49-F238E27FC236}">
                <a16:creationId xmlns:a16="http://schemas.microsoft.com/office/drawing/2014/main" id="{B643D6B8-3407-C643-89C3-6842DFF4B2B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0950" y="2795588"/>
            <a:ext cx="233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49" name="Line 73">
            <a:extLst>
              <a:ext uri="{FF2B5EF4-FFF2-40B4-BE49-F238E27FC236}">
                <a16:creationId xmlns:a16="http://schemas.microsoft.com/office/drawing/2014/main" id="{9C4D4B03-38F7-6647-A47B-553D64EEA0A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2795588"/>
            <a:ext cx="258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50" name="Freeform 74">
            <a:extLst>
              <a:ext uri="{FF2B5EF4-FFF2-40B4-BE49-F238E27FC236}">
                <a16:creationId xmlns:a16="http://schemas.microsoft.com/office/drawing/2014/main" id="{5167FA3B-8896-D94E-8292-FE3D8F09858C}"/>
              </a:ext>
            </a:extLst>
          </p:cNvPr>
          <p:cNvSpPr>
            <a:spLocks/>
          </p:cNvSpPr>
          <p:nvPr/>
        </p:nvSpPr>
        <p:spPr bwMode="auto">
          <a:xfrm>
            <a:off x="5761038" y="2795588"/>
            <a:ext cx="684212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51" name="Line 75">
            <a:extLst>
              <a:ext uri="{FF2B5EF4-FFF2-40B4-BE49-F238E27FC236}">
                <a16:creationId xmlns:a16="http://schemas.microsoft.com/office/drawing/2014/main" id="{51F5C08C-42AF-6E44-BDC0-634E697F1E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1413" y="2947988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52" name="Freeform 76">
            <a:extLst>
              <a:ext uri="{FF2B5EF4-FFF2-40B4-BE49-F238E27FC236}">
                <a16:creationId xmlns:a16="http://schemas.microsoft.com/office/drawing/2014/main" id="{C8F38F52-34F6-3F4D-B7B2-03ED0B7A5203}"/>
              </a:ext>
            </a:extLst>
          </p:cNvPr>
          <p:cNvSpPr>
            <a:spLocks/>
          </p:cNvSpPr>
          <p:nvPr/>
        </p:nvSpPr>
        <p:spPr bwMode="auto">
          <a:xfrm>
            <a:off x="5105400" y="2787650"/>
            <a:ext cx="534988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53" name="Freeform 77">
            <a:extLst>
              <a:ext uri="{FF2B5EF4-FFF2-40B4-BE49-F238E27FC236}">
                <a16:creationId xmlns:a16="http://schemas.microsoft.com/office/drawing/2014/main" id="{E810C1FC-6C1C-DB46-A740-9F345C64370C}"/>
              </a:ext>
            </a:extLst>
          </p:cNvPr>
          <p:cNvSpPr>
            <a:spLocks/>
          </p:cNvSpPr>
          <p:nvPr/>
        </p:nvSpPr>
        <p:spPr bwMode="auto">
          <a:xfrm>
            <a:off x="6438900" y="3506788"/>
            <a:ext cx="684213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9154" name="Group 78">
            <a:extLst>
              <a:ext uri="{FF2B5EF4-FFF2-40B4-BE49-F238E27FC236}">
                <a16:creationId xmlns:a16="http://schemas.microsoft.com/office/drawing/2014/main" id="{A8DD77D6-9C26-F244-A1CF-FB7D6EACBC72}"/>
              </a:ext>
            </a:extLst>
          </p:cNvPr>
          <p:cNvGrpSpPr>
            <a:grpSpLocks/>
          </p:cNvGrpSpPr>
          <p:nvPr/>
        </p:nvGrpSpPr>
        <p:grpSpPr bwMode="auto">
          <a:xfrm>
            <a:off x="5883275" y="3125788"/>
            <a:ext cx="352425" cy="763587"/>
            <a:chOff x="3706" y="2149"/>
            <a:chExt cx="222" cy="481"/>
          </a:xfrm>
        </p:grpSpPr>
        <p:sp>
          <p:nvSpPr>
            <p:cNvPr id="89233" name="Freeform 79">
              <a:extLst>
                <a:ext uri="{FF2B5EF4-FFF2-40B4-BE49-F238E27FC236}">
                  <a16:creationId xmlns:a16="http://schemas.microsoft.com/office/drawing/2014/main" id="{5F6ED04E-10BF-7948-BD33-22172B812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" y="2149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234" name="Rectangle 80">
              <a:extLst>
                <a:ext uri="{FF2B5EF4-FFF2-40B4-BE49-F238E27FC236}">
                  <a16:creationId xmlns:a16="http://schemas.microsoft.com/office/drawing/2014/main" id="{4A21BCE8-AFF7-4E4B-A18E-25439C507EA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619" y="2272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89155" name="Group 81">
            <a:extLst>
              <a:ext uri="{FF2B5EF4-FFF2-40B4-BE49-F238E27FC236}">
                <a16:creationId xmlns:a16="http://schemas.microsoft.com/office/drawing/2014/main" id="{217E6A81-F9B3-C04F-96C9-CE2BE5A84BC9}"/>
              </a:ext>
            </a:extLst>
          </p:cNvPr>
          <p:cNvGrpSpPr>
            <a:grpSpLocks/>
          </p:cNvGrpSpPr>
          <p:nvPr/>
        </p:nvGrpSpPr>
        <p:grpSpPr bwMode="auto">
          <a:xfrm>
            <a:off x="4403725" y="3278188"/>
            <a:ext cx="563563" cy="458787"/>
            <a:chOff x="2774" y="2245"/>
            <a:chExt cx="355" cy="289"/>
          </a:xfrm>
        </p:grpSpPr>
        <p:sp>
          <p:nvSpPr>
            <p:cNvPr id="89229" name="Rectangle 82">
              <a:extLst>
                <a:ext uri="{FF2B5EF4-FFF2-40B4-BE49-F238E27FC236}">
                  <a16:creationId xmlns:a16="http://schemas.microsoft.com/office/drawing/2014/main" id="{34E7E04F-7840-7A40-AD1F-1514443B9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" y="2251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89230" name="Group 83">
              <a:extLst>
                <a:ext uri="{FF2B5EF4-FFF2-40B4-BE49-F238E27FC236}">
                  <a16:creationId xmlns:a16="http://schemas.microsoft.com/office/drawing/2014/main" id="{C9E45BA7-3AE4-9D4C-9C10-193E4E2EDA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9" y="2245"/>
              <a:ext cx="340" cy="289"/>
              <a:chOff x="2789" y="2245"/>
              <a:chExt cx="340" cy="289"/>
            </a:xfrm>
          </p:grpSpPr>
          <p:sp>
            <p:nvSpPr>
              <p:cNvPr id="89231" name="Freeform 84">
                <a:extLst>
                  <a:ext uri="{FF2B5EF4-FFF2-40B4-BE49-F238E27FC236}">
                    <a16:creationId xmlns:a16="http://schemas.microsoft.com/office/drawing/2014/main" id="{95A7222D-2B2B-B649-9C2C-446A420F1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2245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232" name="Freeform 85">
                <a:extLst>
                  <a:ext uri="{FF2B5EF4-FFF2-40B4-BE49-F238E27FC236}">
                    <a16:creationId xmlns:a16="http://schemas.microsoft.com/office/drawing/2014/main" id="{781E4829-5046-4A44-ABF3-128516908F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8" y="2245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89156" name="Rectangle 86">
            <a:extLst>
              <a:ext uri="{FF2B5EF4-FFF2-40B4-BE49-F238E27FC236}">
                <a16:creationId xmlns:a16="http://schemas.microsoft.com/office/drawing/2014/main" id="{25467678-C72C-F748-ABAF-E5FD2F466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3295650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89157" name="Freeform 87">
            <a:extLst>
              <a:ext uri="{FF2B5EF4-FFF2-40B4-BE49-F238E27FC236}">
                <a16:creationId xmlns:a16="http://schemas.microsoft.com/office/drawing/2014/main" id="{08639A28-E191-024E-9101-94DBB0894EFA}"/>
              </a:ext>
            </a:extLst>
          </p:cNvPr>
          <p:cNvSpPr>
            <a:spLocks/>
          </p:cNvSpPr>
          <p:nvPr/>
        </p:nvSpPr>
        <p:spPr bwMode="auto">
          <a:xfrm>
            <a:off x="5157788" y="3278188"/>
            <a:ext cx="236537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58" name="Line 88">
            <a:extLst>
              <a:ext uri="{FF2B5EF4-FFF2-40B4-BE49-F238E27FC236}">
                <a16:creationId xmlns:a16="http://schemas.microsoft.com/office/drawing/2014/main" id="{3D5E2B9B-80F1-DC4D-B2D9-85A5919B1A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8875" y="350678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59" name="Freeform 89">
            <a:extLst>
              <a:ext uri="{FF2B5EF4-FFF2-40B4-BE49-F238E27FC236}">
                <a16:creationId xmlns:a16="http://schemas.microsoft.com/office/drawing/2014/main" id="{7F4497AC-9E3C-EE42-BABC-4828E2B1FF77}"/>
              </a:ext>
            </a:extLst>
          </p:cNvPr>
          <p:cNvSpPr>
            <a:spLocks/>
          </p:cNvSpPr>
          <p:nvPr/>
        </p:nvSpPr>
        <p:spPr bwMode="auto">
          <a:xfrm>
            <a:off x="5073650" y="335438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60" name="Line 90">
            <a:extLst>
              <a:ext uri="{FF2B5EF4-FFF2-40B4-BE49-F238E27FC236}">
                <a16:creationId xmlns:a16="http://schemas.microsoft.com/office/drawing/2014/main" id="{7ED92C31-7B18-7A43-9392-A7FEACB22D8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9275" y="335438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61" name="Rectangle 91">
            <a:extLst>
              <a:ext uri="{FF2B5EF4-FFF2-40B4-BE49-F238E27FC236}">
                <a16:creationId xmlns:a16="http://schemas.microsoft.com/office/drawing/2014/main" id="{36D2BC58-DD48-CF41-95B3-BEB03B98C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0963" y="3287713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89162" name="Group 92">
            <a:extLst>
              <a:ext uri="{FF2B5EF4-FFF2-40B4-BE49-F238E27FC236}">
                <a16:creationId xmlns:a16="http://schemas.microsoft.com/office/drawing/2014/main" id="{8633862F-B0ED-2C4F-BCF6-46BA1B70AF5E}"/>
              </a:ext>
            </a:extLst>
          </p:cNvPr>
          <p:cNvGrpSpPr>
            <a:grpSpLocks/>
          </p:cNvGrpSpPr>
          <p:nvPr/>
        </p:nvGrpSpPr>
        <p:grpSpPr bwMode="auto">
          <a:xfrm>
            <a:off x="6505575" y="3278188"/>
            <a:ext cx="515938" cy="458787"/>
            <a:chOff x="4098" y="2245"/>
            <a:chExt cx="325" cy="289"/>
          </a:xfrm>
        </p:grpSpPr>
        <p:sp>
          <p:nvSpPr>
            <p:cNvPr id="89227" name="Freeform 93">
              <a:extLst>
                <a:ext uri="{FF2B5EF4-FFF2-40B4-BE49-F238E27FC236}">
                  <a16:creationId xmlns:a16="http://schemas.microsoft.com/office/drawing/2014/main" id="{E8A25FD1-FFAC-894D-B573-E7639F51CA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2245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228" name="Freeform 94">
              <a:extLst>
                <a:ext uri="{FF2B5EF4-FFF2-40B4-BE49-F238E27FC236}">
                  <a16:creationId xmlns:a16="http://schemas.microsoft.com/office/drawing/2014/main" id="{32918A80-9592-7C44-8FB8-59B04CB5D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9" y="2245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9163" name="Rectangle 95">
            <a:extLst>
              <a:ext uri="{FF2B5EF4-FFF2-40B4-BE49-F238E27FC236}">
                <a16:creationId xmlns:a16="http://schemas.microsoft.com/office/drawing/2014/main" id="{FECCABB8-A38E-6F4C-B6EB-A129168D6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013" y="328771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89164" name="Group 96">
            <a:extLst>
              <a:ext uri="{FF2B5EF4-FFF2-40B4-BE49-F238E27FC236}">
                <a16:creationId xmlns:a16="http://schemas.microsoft.com/office/drawing/2014/main" id="{6DE37AEC-3D59-4241-9638-B3B4C8E416D1}"/>
              </a:ext>
            </a:extLst>
          </p:cNvPr>
          <p:cNvGrpSpPr>
            <a:grpSpLocks/>
          </p:cNvGrpSpPr>
          <p:nvPr/>
        </p:nvGrpSpPr>
        <p:grpSpPr bwMode="auto">
          <a:xfrm>
            <a:off x="7248525" y="3278188"/>
            <a:ext cx="450850" cy="458787"/>
            <a:chOff x="4566" y="2245"/>
            <a:chExt cx="284" cy="289"/>
          </a:xfrm>
        </p:grpSpPr>
        <p:sp>
          <p:nvSpPr>
            <p:cNvPr id="89225" name="Freeform 97">
              <a:extLst>
                <a:ext uri="{FF2B5EF4-FFF2-40B4-BE49-F238E27FC236}">
                  <a16:creationId xmlns:a16="http://schemas.microsoft.com/office/drawing/2014/main" id="{E29FDA11-53E0-DD40-BDE6-AB71B0600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6" y="2245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226" name="Freeform 98">
              <a:extLst>
                <a:ext uri="{FF2B5EF4-FFF2-40B4-BE49-F238E27FC236}">
                  <a16:creationId xmlns:a16="http://schemas.microsoft.com/office/drawing/2014/main" id="{C9214433-5BAD-B84A-85AE-55ECD10F6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7" y="2245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9165" name="Line 99">
            <a:extLst>
              <a:ext uri="{FF2B5EF4-FFF2-40B4-BE49-F238E27FC236}">
                <a16:creationId xmlns:a16="http://schemas.microsoft.com/office/drawing/2014/main" id="{8E159117-4DFC-164A-92C7-2AE9A897149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8813" y="3506788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66" name="Line 100">
            <a:extLst>
              <a:ext uri="{FF2B5EF4-FFF2-40B4-BE49-F238E27FC236}">
                <a16:creationId xmlns:a16="http://schemas.microsoft.com/office/drawing/2014/main" id="{A9B1F613-B13B-DA48-B29C-2898A2040B9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0463" y="3506788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67" name="Line 101">
            <a:extLst>
              <a:ext uri="{FF2B5EF4-FFF2-40B4-BE49-F238E27FC236}">
                <a16:creationId xmlns:a16="http://schemas.microsoft.com/office/drawing/2014/main" id="{66D0E758-D9C0-0A4B-9D6D-E1036FA54F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9275" y="365918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68" name="Freeform 102">
            <a:extLst>
              <a:ext uri="{FF2B5EF4-FFF2-40B4-BE49-F238E27FC236}">
                <a16:creationId xmlns:a16="http://schemas.microsoft.com/office/drawing/2014/main" id="{D408EF85-3C38-9B43-9FDB-C0EAF18B765A}"/>
              </a:ext>
            </a:extLst>
          </p:cNvPr>
          <p:cNvSpPr>
            <a:spLocks/>
          </p:cNvSpPr>
          <p:nvPr/>
        </p:nvSpPr>
        <p:spPr bwMode="auto">
          <a:xfrm>
            <a:off x="5808663" y="3498850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69" name="Freeform 103">
            <a:extLst>
              <a:ext uri="{FF2B5EF4-FFF2-40B4-BE49-F238E27FC236}">
                <a16:creationId xmlns:a16="http://schemas.microsoft.com/office/drawing/2014/main" id="{4AEA666B-DF2C-8A43-9DAD-D1519A7C9631}"/>
              </a:ext>
            </a:extLst>
          </p:cNvPr>
          <p:cNvSpPr>
            <a:spLocks/>
          </p:cNvSpPr>
          <p:nvPr/>
        </p:nvSpPr>
        <p:spPr bwMode="auto">
          <a:xfrm>
            <a:off x="6575425" y="3836988"/>
            <a:ext cx="338138" cy="763587"/>
          </a:xfrm>
          <a:custGeom>
            <a:avLst/>
            <a:gdLst>
              <a:gd name="T0" fmla="*/ 0 w 213"/>
              <a:gd name="T1" fmla="*/ 2147483646 h 481"/>
              <a:gd name="T2" fmla="*/ 2147483646 w 213"/>
              <a:gd name="T3" fmla="*/ 2147483646 h 481"/>
              <a:gd name="T4" fmla="*/ 0 w 213"/>
              <a:gd name="T5" fmla="*/ 2147483646 h 481"/>
              <a:gd name="T6" fmla="*/ 0 w 213"/>
              <a:gd name="T7" fmla="*/ 0 h 481"/>
              <a:gd name="T8" fmla="*/ 2147483646 w 213"/>
              <a:gd name="T9" fmla="*/ 2147483646 h 481"/>
              <a:gd name="T10" fmla="*/ 2147483646 w 213"/>
              <a:gd name="T11" fmla="*/ 2147483646 h 481"/>
              <a:gd name="T12" fmla="*/ 0 w 213"/>
              <a:gd name="T13" fmla="*/ 2147483646 h 481"/>
              <a:gd name="T14" fmla="*/ 0 w 213"/>
              <a:gd name="T15" fmla="*/ 2147483646 h 4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3" h="481">
                <a:moveTo>
                  <a:pt x="0" y="320"/>
                </a:moveTo>
                <a:lnTo>
                  <a:pt x="71" y="240"/>
                </a:lnTo>
                <a:lnTo>
                  <a:pt x="0" y="160"/>
                </a:lnTo>
                <a:lnTo>
                  <a:pt x="0" y="0"/>
                </a:lnTo>
                <a:lnTo>
                  <a:pt x="212" y="160"/>
                </a:lnTo>
                <a:lnTo>
                  <a:pt x="212" y="320"/>
                </a:lnTo>
                <a:lnTo>
                  <a:pt x="0" y="480"/>
                </a:lnTo>
                <a:lnTo>
                  <a:pt x="0" y="32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70" name="Freeform 104">
            <a:extLst>
              <a:ext uri="{FF2B5EF4-FFF2-40B4-BE49-F238E27FC236}">
                <a16:creationId xmlns:a16="http://schemas.microsoft.com/office/drawing/2014/main" id="{6443C78B-05D9-174E-B0B3-40C524BD1CB8}"/>
              </a:ext>
            </a:extLst>
          </p:cNvPr>
          <p:cNvSpPr>
            <a:spLocks/>
          </p:cNvSpPr>
          <p:nvPr/>
        </p:nvSpPr>
        <p:spPr bwMode="auto">
          <a:xfrm>
            <a:off x="7116763" y="4217988"/>
            <a:ext cx="684212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71" name="Freeform 105">
            <a:extLst>
              <a:ext uri="{FF2B5EF4-FFF2-40B4-BE49-F238E27FC236}">
                <a16:creationId xmlns:a16="http://schemas.microsoft.com/office/drawing/2014/main" id="{7D9481D2-05C7-3F40-96C2-6B95A629339B}"/>
              </a:ext>
            </a:extLst>
          </p:cNvPr>
          <p:cNvSpPr>
            <a:spLocks/>
          </p:cNvSpPr>
          <p:nvPr/>
        </p:nvSpPr>
        <p:spPr bwMode="auto">
          <a:xfrm>
            <a:off x="5105400" y="3989388"/>
            <a:ext cx="269875" cy="458787"/>
          </a:xfrm>
          <a:custGeom>
            <a:avLst/>
            <a:gdLst>
              <a:gd name="T0" fmla="*/ 2147483646 w 170"/>
              <a:gd name="T1" fmla="*/ 0 h 289"/>
              <a:gd name="T2" fmla="*/ 0 w 170"/>
              <a:gd name="T3" fmla="*/ 0 h 289"/>
              <a:gd name="T4" fmla="*/ 0 w 170"/>
              <a:gd name="T5" fmla="*/ 2147483646 h 289"/>
              <a:gd name="T6" fmla="*/ 2147483646 w 170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0" h="289">
                <a:moveTo>
                  <a:pt x="169" y="0"/>
                </a:moveTo>
                <a:lnTo>
                  <a:pt x="0" y="0"/>
                </a:lnTo>
                <a:lnTo>
                  <a:pt x="0" y="288"/>
                </a:lnTo>
                <a:lnTo>
                  <a:pt x="169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72" name="Freeform 106">
            <a:extLst>
              <a:ext uri="{FF2B5EF4-FFF2-40B4-BE49-F238E27FC236}">
                <a16:creationId xmlns:a16="http://schemas.microsoft.com/office/drawing/2014/main" id="{7187D131-A780-E14C-82A5-7072A81F7793}"/>
              </a:ext>
            </a:extLst>
          </p:cNvPr>
          <p:cNvSpPr>
            <a:spLocks/>
          </p:cNvSpPr>
          <p:nvPr/>
        </p:nvSpPr>
        <p:spPr bwMode="auto">
          <a:xfrm>
            <a:off x="5373688" y="3989388"/>
            <a:ext cx="271462" cy="458787"/>
          </a:xfrm>
          <a:custGeom>
            <a:avLst/>
            <a:gdLst>
              <a:gd name="T0" fmla="*/ 0 w 171"/>
              <a:gd name="T1" fmla="*/ 0 h 289"/>
              <a:gd name="T2" fmla="*/ 2147483646 w 171"/>
              <a:gd name="T3" fmla="*/ 0 h 289"/>
              <a:gd name="T4" fmla="*/ 2147483646 w 171"/>
              <a:gd name="T5" fmla="*/ 2147483646 h 289"/>
              <a:gd name="T6" fmla="*/ 0 w 171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1" h="289">
                <a:moveTo>
                  <a:pt x="0" y="0"/>
                </a:moveTo>
                <a:lnTo>
                  <a:pt x="170" y="0"/>
                </a:lnTo>
                <a:lnTo>
                  <a:pt x="170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73" name="Rectangle 107">
            <a:extLst>
              <a:ext uri="{FF2B5EF4-FFF2-40B4-BE49-F238E27FC236}">
                <a16:creationId xmlns:a16="http://schemas.microsoft.com/office/drawing/2014/main" id="{FE458E5D-F5DD-154C-97FE-176B953C1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588" y="3998913"/>
            <a:ext cx="4302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Im</a:t>
            </a:r>
          </a:p>
        </p:txBody>
      </p:sp>
      <p:sp>
        <p:nvSpPr>
          <p:cNvPr id="89174" name="Rectangle 108">
            <a:extLst>
              <a:ext uri="{FF2B5EF4-FFF2-40B4-BE49-F238E27FC236}">
                <a16:creationId xmlns:a16="http://schemas.microsoft.com/office/drawing/2014/main" id="{29FC3040-C288-D74A-B525-C693017282E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23820" y="4031456"/>
            <a:ext cx="6080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89175" name="Rectangle 109">
            <a:extLst>
              <a:ext uri="{FF2B5EF4-FFF2-40B4-BE49-F238E27FC236}">
                <a16:creationId xmlns:a16="http://schemas.microsoft.com/office/drawing/2014/main" id="{88A2BFBA-146D-FD40-BB63-9E373D6F7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838" y="4006850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89176" name="Freeform 110">
            <a:extLst>
              <a:ext uri="{FF2B5EF4-FFF2-40B4-BE49-F238E27FC236}">
                <a16:creationId xmlns:a16="http://schemas.microsoft.com/office/drawing/2014/main" id="{17BBEFB1-74E0-B040-9328-93052FB8C237}"/>
              </a:ext>
            </a:extLst>
          </p:cNvPr>
          <p:cNvSpPr>
            <a:spLocks/>
          </p:cNvSpPr>
          <p:nvPr/>
        </p:nvSpPr>
        <p:spPr bwMode="auto">
          <a:xfrm>
            <a:off x="5835650" y="3989388"/>
            <a:ext cx="236538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77" name="Line 111">
            <a:extLst>
              <a:ext uri="{FF2B5EF4-FFF2-40B4-BE49-F238E27FC236}">
                <a16:creationId xmlns:a16="http://schemas.microsoft.com/office/drawing/2014/main" id="{536804BF-93AD-104B-9646-BE37F838B5D2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6738" y="421798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78" name="Freeform 112">
            <a:extLst>
              <a:ext uri="{FF2B5EF4-FFF2-40B4-BE49-F238E27FC236}">
                <a16:creationId xmlns:a16="http://schemas.microsoft.com/office/drawing/2014/main" id="{EB529524-14EB-E94C-B69F-4DC02D26C157}"/>
              </a:ext>
            </a:extLst>
          </p:cNvPr>
          <p:cNvSpPr>
            <a:spLocks/>
          </p:cNvSpPr>
          <p:nvPr/>
        </p:nvSpPr>
        <p:spPr bwMode="auto">
          <a:xfrm>
            <a:off x="5751513" y="406558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79" name="Line 113">
            <a:extLst>
              <a:ext uri="{FF2B5EF4-FFF2-40B4-BE49-F238E27FC236}">
                <a16:creationId xmlns:a16="http://schemas.microsoft.com/office/drawing/2014/main" id="{DEB3FDEA-6927-8542-8A91-B8CC285F6F7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7138" y="4065588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80" name="Rectangle 114">
            <a:extLst>
              <a:ext uri="{FF2B5EF4-FFF2-40B4-BE49-F238E27FC236}">
                <a16:creationId xmlns:a16="http://schemas.microsoft.com/office/drawing/2014/main" id="{56EE4E3E-3254-5744-9CF6-359A6B1E9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8825" y="3998913"/>
            <a:ext cx="4968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sp>
        <p:nvSpPr>
          <p:cNvPr id="89181" name="Freeform 115">
            <a:extLst>
              <a:ext uri="{FF2B5EF4-FFF2-40B4-BE49-F238E27FC236}">
                <a16:creationId xmlns:a16="http://schemas.microsoft.com/office/drawing/2014/main" id="{5C4427ED-AAA0-574F-B43C-C41207DA1E6B}"/>
              </a:ext>
            </a:extLst>
          </p:cNvPr>
          <p:cNvSpPr>
            <a:spLocks/>
          </p:cNvSpPr>
          <p:nvPr/>
        </p:nvSpPr>
        <p:spPr bwMode="auto">
          <a:xfrm>
            <a:off x="7183438" y="3989388"/>
            <a:ext cx="257175" cy="458787"/>
          </a:xfrm>
          <a:custGeom>
            <a:avLst/>
            <a:gdLst>
              <a:gd name="T0" fmla="*/ 2147483646 w 162"/>
              <a:gd name="T1" fmla="*/ 0 h 289"/>
              <a:gd name="T2" fmla="*/ 0 w 162"/>
              <a:gd name="T3" fmla="*/ 0 h 289"/>
              <a:gd name="T4" fmla="*/ 0 w 162"/>
              <a:gd name="T5" fmla="*/ 2147483646 h 289"/>
              <a:gd name="T6" fmla="*/ 2147483646 w 16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289">
                <a:moveTo>
                  <a:pt x="161" y="0"/>
                </a:moveTo>
                <a:lnTo>
                  <a:pt x="0" y="0"/>
                </a:lnTo>
                <a:lnTo>
                  <a:pt x="0" y="288"/>
                </a:lnTo>
                <a:lnTo>
                  <a:pt x="16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82" name="Freeform 116">
            <a:extLst>
              <a:ext uri="{FF2B5EF4-FFF2-40B4-BE49-F238E27FC236}">
                <a16:creationId xmlns:a16="http://schemas.microsoft.com/office/drawing/2014/main" id="{4B8B1C35-D4AF-DB4E-86C9-6A9A9911342C}"/>
              </a:ext>
            </a:extLst>
          </p:cNvPr>
          <p:cNvSpPr>
            <a:spLocks/>
          </p:cNvSpPr>
          <p:nvPr/>
        </p:nvSpPr>
        <p:spPr bwMode="auto">
          <a:xfrm>
            <a:off x="7439025" y="3989388"/>
            <a:ext cx="260350" cy="458787"/>
          </a:xfrm>
          <a:custGeom>
            <a:avLst/>
            <a:gdLst>
              <a:gd name="T0" fmla="*/ 0 w 164"/>
              <a:gd name="T1" fmla="*/ 0 h 289"/>
              <a:gd name="T2" fmla="*/ 2147483646 w 164"/>
              <a:gd name="T3" fmla="*/ 0 h 289"/>
              <a:gd name="T4" fmla="*/ 2147483646 w 164"/>
              <a:gd name="T5" fmla="*/ 2147483646 h 289"/>
              <a:gd name="T6" fmla="*/ 0 w 164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4" h="289">
                <a:moveTo>
                  <a:pt x="0" y="0"/>
                </a:moveTo>
                <a:lnTo>
                  <a:pt x="163" y="0"/>
                </a:lnTo>
                <a:lnTo>
                  <a:pt x="163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83" name="Rectangle 117">
            <a:extLst>
              <a:ext uri="{FF2B5EF4-FFF2-40B4-BE49-F238E27FC236}">
                <a16:creationId xmlns:a16="http://schemas.microsoft.com/office/drawing/2014/main" id="{7E44D19C-80FC-3449-AB12-2ACD7B571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9875" y="3998913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89184" name="Freeform 118">
            <a:extLst>
              <a:ext uri="{FF2B5EF4-FFF2-40B4-BE49-F238E27FC236}">
                <a16:creationId xmlns:a16="http://schemas.microsoft.com/office/drawing/2014/main" id="{F8E21EA6-62E3-2B42-BE49-D2F366E59DD1}"/>
              </a:ext>
            </a:extLst>
          </p:cNvPr>
          <p:cNvSpPr>
            <a:spLocks/>
          </p:cNvSpPr>
          <p:nvPr/>
        </p:nvSpPr>
        <p:spPr bwMode="auto">
          <a:xfrm>
            <a:off x="7926388" y="3989388"/>
            <a:ext cx="225425" cy="458787"/>
          </a:xfrm>
          <a:custGeom>
            <a:avLst/>
            <a:gdLst>
              <a:gd name="T0" fmla="*/ 2147483646 w 142"/>
              <a:gd name="T1" fmla="*/ 0 h 289"/>
              <a:gd name="T2" fmla="*/ 0 w 142"/>
              <a:gd name="T3" fmla="*/ 0 h 289"/>
              <a:gd name="T4" fmla="*/ 0 w 142"/>
              <a:gd name="T5" fmla="*/ 2147483646 h 289"/>
              <a:gd name="T6" fmla="*/ 2147483646 w 14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2" h="289">
                <a:moveTo>
                  <a:pt x="141" y="0"/>
                </a:moveTo>
                <a:lnTo>
                  <a:pt x="0" y="0"/>
                </a:lnTo>
                <a:lnTo>
                  <a:pt x="0" y="288"/>
                </a:lnTo>
                <a:lnTo>
                  <a:pt x="14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85" name="Freeform 119">
            <a:extLst>
              <a:ext uri="{FF2B5EF4-FFF2-40B4-BE49-F238E27FC236}">
                <a16:creationId xmlns:a16="http://schemas.microsoft.com/office/drawing/2014/main" id="{7222E4D7-390D-1E4D-910E-2E72ED7B4EE9}"/>
              </a:ext>
            </a:extLst>
          </p:cNvPr>
          <p:cNvSpPr>
            <a:spLocks/>
          </p:cNvSpPr>
          <p:nvPr/>
        </p:nvSpPr>
        <p:spPr bwMode="auto">
          <a:xfrm>
            <a:off x="8150225" y="3989388"/>
            <a:ext cx="227013" cy="458787"/>
          </a:xfrm>
          <a:custGeom>
            <a:avLst/>
            <a:gdLst>
              <a:gd name="T0" fmla="*/ 0 w 143"/>
              <a:gd name="T1" fmla="*/ 0 h 289"/>
              <a:gd name="T2" fmla="*/ 2147483646 w 143"/>
              <a:gd name="T3" fmla="*/ 0 h 289"/>
              <a:gd name="T4" fmla="*/ 2147483646 w 143"/>
              <a:gd name="T5" fmla="*/ 2147483646 h 289"/>
              <a:gd name="T6" fmla="*/ 0 w 143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3" h="289">
                <a:moveTo>
                  <a:pt x="0" y="0"/>
                </a:moveTo>
                <a:lnTo>
                  <a:pt x="142" y="0"/>
                </a:lnTo>
                <a:lnTo>
                  <a:pt x="142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86" name="Line 120">
            <a:extLst>
              <a:ext uri="{FF2B5EF4-FFF2-40B4-BE49-F238E27FC236}">
                <a16:creationId xmlns:a16="http://schemas.microsoft.com/office/drawing/2014/main" id="{AD387C7C-FC13-2B4F-BD4F-9C671D5B11E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6675" y="4217988"/>
            <a:ext cx="233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87" name="Line 121">
            <a:extLst>
              <a:ext uri="{FF2B5EF4-FFF2-40B4-BE49-F238E27FC236}">
                <a16:creationId xmlns:a16="http://schemas.microsoft.com/office/drawing/2014/main" id="{4ED319AF-0E32-1443-A7BC-9168A6B7FD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8325" y="4217988"/>
            <a:ext cx="258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88" name="Line 122">
            <a:extLst>
              <a:ext uri="{FF2B5EF4-FFF2-40B4-BE49-F238E27FC236}">
                <a16:creationId xmlns:a16="http://schemas.microsoft.com/office/drawing/2014/main" id="{F0794A90-F669-F649-9A4A-0E90F44528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7138" y="4370388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89" name="Freeform 123">
            <a:extLst>
              <a:ext uri="{FF2B5EF4-FFF2-40B4-BE49-F238E27FC236}">
                <a16:creationId xmlns:a16="http://schemas.microsoft.com/office/drawing/2014/main" id="{2FF4C3BD-A7E1-054E-B4DA-7E7DDC516B3D}"/>
              </a:ext>
            </a:extLst>
          </p:cNvPr>
          <p:cNvSpPr>
            <a:spLocks/>
          </p:cNvSpPr>
          <p:nvPr/>
        </p:nvSpPr>
        <p:spPr bwMode="auto">
          <a:xfrm>
            <a:off x="6486525" y="4210050"/>
            <a:ext cx="534988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9190" name="Group 124">
            <a:extLst>
              <a:ext uri="{FF2B5EF4-FFF2-40B4-BE49-F238E27FC236}">
                <a16:creationId xmlns:a16="http://schemas.microsoft.com/office/drawing/2014/main" id="{74304612-E909-184E-BD4D-EFDFD129F74A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4548188"/>
            <a:ext cx="352425" cy="763587"/>
            <a:chOff x="4560" y="3045"/>
            <a:chExt cx="222" cy="481"/>
          </a:xfrm>
        </p:grpSpPr>
        <p:sp>
          <p:nvSpPr>
            <p:cNvPr id="89223" name="Freeform 125">
              <a:extLst>
                <a:ext uri="{FF2B5EF4-FFF2-40B4-BE49-F238E27FC236}">
                  <a16:creationId xmlns:a16="http://schemas.microsoft.com/office/drawing/2014/main" id="{64278933-C011-0640-97FC-7287B3953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3045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224" name="Rectangle 126">
              <a:extLst>
                <a:ext uri="{FF2B5EF4-FFF2-40B4-BE49-F238E27FC236}">
                  <a16:creationId xmlns:a16="http://schemas.microsoft.com/office/drawing/2014/main" id="{79265170-FA0D-9B4E-A9DF-ED203009544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473" y="3168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89191" name="Group 127">
            <a:extLst>
              <a:ext uri="{FF2B5EF4-FFF2-40B4-BE49-F238E27FC236}">
                <a16:creationId xmlns:a16="http://schemas.microsoft.com/office/drawing/2014/main" id="{7B87243C-4401-534E-B605-F7CCEEA91F47}"/>
              </a:ext>
            </a:extLst>
          </p:cNvPr>
          <p:cNvGrpSpPr>
            <a:grpSpLocks/>
          </p:cNvGrpSpPr>
          <p:nvPr/>
        </p:nvGrpSpPr>
        <p:grpSpPr bwMode="auto">
          <a:xfrm>
            <a:off x="5759450" y="4700588"/>
            <a:ext cx="563563" cy="458787"/>
            <a:chOff x="3628" y="3141"/>
            <a:chExt cx="355" cy="289"/>
          </a:xfrm>
        </p:grpSpPr>
        <p:sp>
          <p:nvSpPr>
            <p:cNvPr id="89219" name="Rectangle 128">
              <a:extLst>
                <a:ext uri="{FF2B5EF4-FFF2-40B4-BE49-F238E27FC236}">
                  <a16:creationId xmlns:a16="http://schemas.microsoft.com/office/drawing/2014/main" id="{BCF5FA4F-3BFA-EC4E-B002-DA22FCEC6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8" y="3147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89220" name="Group 129">
              <a:extLst>
                <a:ext uri="{FF2B5EF4-FFF2-40B4-BE49-F238E27FC236}">
                  <a16:creationId xmlns:a16="http://schemas.microsoft.com/office/drawing/2014/main" id="{CA8CE099-5AEE-B94E-BF4A-36CEEB9BF2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3" y="3141"/>
              <a:ext cx="340" cy="289"/>
              <a:chOff x="3643" y="3141"/>
              <a:chExt cx="340" cy="289"/>
            </a:xfrm>
          </p:grpSpPr>
          <p:sp>
            <p:nvSpPr>
              <p:cNvPr id="89221" name="Freeform 130">
                <a:extLst>
                  <a:ext uri="{FF2B5EF4-FFF2-40B4-BE49-F238E27FC236}">
                    <a16:creationId xmlns:a16="http://schemas.microsoft.com/office/drawing/2014/main" id="{488199BE-F613-484F-ABA6-8996D4896C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3" y="3141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222" name="Freeform 131">
                <a:extLst>
                  <a:ext uri="{FF2B5EF4-FFF2-40B4-BE49-F238E27FC236}">
                    <a16:creationId xmlns:a16="http://schemas.microsoft.com/office/drawing/2014/main" id="{B868CDA8-A20C-E24A-A973-9A27DFC844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3141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89192" name="Rectangle 132">
            <a:extLst>
              <a:ext uri="{FF2B5EF4-FFF2-40B4-BE49-F238E27FC236}">
                <a16:creationId xmlns:a16="http://schemas.microsoft.com/office/drawing/2014/main" id="{21B5A65B-4DFD-B246-918E-A67B44585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700" y="4718050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89193" name="Group 133">
            <a:extLst>
              <a:ext uri="{FF2B5EF4-FFF2-40B4-BE49-F238E27FC236}">
                <a16:creationId xmlns:a16="http://schemas.microsoft.com/office/drawing/2014/main" id="{DCC8A8F0-BF31-6B4F-B1D3-7FD387CA5F64}"/>
              </a:ext>
            </a:extLst>
          </p:cNvPr>
          <p:cNvGrpSpPr>
            <a:grpSpLocks/>
          </p:cNvGrpSpPr>
          <p:nvPr/>
        </p:nvGrpSpPr>
        <p:grpSpPr bwMode="auto">
          <a:xfrm>
            <a:off x="6513513" y="4700588"/>
            <a:ext cx="469900" cy="458787"/>
            <a:chOff x="4103" y="3141"/>
            <a:chExt cx="296" cy="289"/>
          </a:xfrm>
        </p:grpSpPr>
        <p:sp>
          <p:nvSpPr>
            <p:cNvPr id="89217" name="Freeform 134">
              <a:extLst>
                <a:ext uri="{FF2B5EF4-FFF2-40B4-BE49-F238E27FC236}">
                  <a16:creationId xmlns:a16="http://schemas.microsoft.com/office/drawing/2014/main" id="{89F141BB-2246-0846-8EFD-5E6338811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" y="3141"/>
              <a:ext cx="149" cy="289"/>
            </a:xfrm>
            <a:custGeom>
              <a:avLst/>
              <a:gdLst>
                <a:gd name="T0" fmla="*/ 148 w 149"/>
                <a:gd name="T1" fmla="*/ 0 h 289"/>
                <a:gd name="T2" fmla="*/ 0 w 149"/>
                <a:gd name="T3" fmla="*/ 0 h 289"/>
                <a:gd name="T4" fmla="*/ 0 w 149"/>
                <a:gd name="T5" fmla="*/ 288 h 289"/>
                <a:gd name="T6" fmla="*/ 148 w 149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9" h="289">
                  <a:moveTo>
                    <a:pt x="148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8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218" name="Freeform 135">
              <a:extLst>
                <a:ext uri="{FF2B5EF4-FFF2-40B4-BE49-F238E27FC236}">
                  <a16:creationId xmlns:a16="http://schemas.microsoft.com/office/drawing/2014/main" id="{0304C301-0557-2240-A490-1F22CD3F0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" y="3141"/>
              <a:ext cx="148" cy="289"/>
            </a:xfrm>
            <a:custGeom>
              <a:avLst/>
              <a:gdLst>
                <a:gd name="T0" fmla="*/ 0 w 148"/>
                <a:gd name="T1" fmla="*/ 0 h 289"/>
                <a:gd name="T2" fmla="*/ 147 w 148"/>
                <a:gd name="T3" fmla="*/ 0 h 289"/>
                <a:gd name="T4" fmla="*/ 147 w 148"/>
                <a:gd name="T5" fmla="*/ 288 h 289"/>
                <a:gd name="T6" fmla="*/ 0 w 148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8" h="289">
                  <a:moveTo>
                    <a:pt x="0" y="0"/>
                  </a:moveTo>
                  <a:lnTo>
                    <a:pt x="147" y="0"/>
                  </a:lnTo>
                  <a:lnTo>
                    <a:pt x="147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9194" name="Line 136">
            <a:extLst>
              <a:ext uri="{FF2B5EF4-FFF2-40B4-BE49-F238E27FC236}">
                <a16:creationId xmlns:a16="http://schemas.microsoft.com/office/drawing/2014/main" id="{9199BF49-D98B-2E41-A557-E3F94BC65A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492918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95" name="Freeform 137">
            <a:extLst>
              <a:ext uri="{FF2B5EF4-FFF2-40B4-BE49-F238E27FC236}">
                <a16:creationId xmlns:a16="http://schemas.microsoft.com/office/drawing/2014/main" id="{4F6466C6-6433-EC4D-8A33-D9883C54E1C6}"/>
              </a:ext>
            </a:extLst>
          </p:cNvPr>
          <p:cNvSpPr>
            <a:spLocks/>
          </p:cNvSpPr>
          <p:nvPr/>
        </p:nvSpPr>
        <p:spPr bwMode="auto">
          <a:xfrm>
            <a:off x="6429375" y="477678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96" name="Line 138">
            <a:extLst>
              <a:ext uri="{FF2B5EF4-FFF2-40B4-BE49-F238E27FC236}">
                <a16:creationId xmlns:a16="http://schemas.microsoft.com/office/drawing/2014/main" id="{E01D935A-3F08-E643-912C-B338344DB159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5000" y="477678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197" name="Rectangle 139">
            <a:extLst>
              <a:ext uri="{FF2B5EF4-FFF2-40B4-BE49-F238E27FC236}">
                <a16:creationId xmlns:a16="http://schemas.microsoft.com/office/drawing/2014/main" id="{FD0DB40F-83D3-DB4F-9475-AC1CA61C5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6688" y="4710113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89198" name="Group 140">
            <a:extLst>
              <a:ext uri="{FF2B5EF4-FFF2-40B4-BE49-F238E27FC236}">
                <a16:creationId xmlns:a16="http://schemas.microsoft.com/office/drawing/2014/main" id="{64DF0988-FA3B-F940-9AAA-8F701C3B1EF7}"/>
              </a:ext>
            </a:extLst>
          </p:cNvPr>
          <p:cNvGrpSpPr>
            <a:grpSpLocks/>
          </p:cNvGrpSpPr>
          <p:nvPr/>
        </p:nvGrpSpPr>
        <p:grpSpPr bwMode="auto">
          <a:xfrm>
            <a:off x="7861300" y="4700588"/>
            <a:ext cx="515938" cy="458787"/>
            <a:chOff x="4952" y="3141"/>
            <a:chExt cx="325" cy="289"/>
          </a:xfrm>
        </p:grpSpPr>
        <p:sp>
          <p:nvSpPr>
            <p:cNvPr id="89215" name="Freeform 141">
              <a:extLst>
                <a:ext uri="{FF2B5EF4-FFF2-40B4-BE49-F238E27FC236}">
                  <a16:creationId xmlns:a16="http://schemas.microsoft.com/office/drawing/2014/main" id="{CA7D3AD2-B9AC-E448-B137-8D8678713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2" y="3141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216" name="Freeform 142">
              <a:extLst>
                <a:ext uri="{FF2B5EF4-FFF2-40B4-BE49-F238E27FC236}">
                  <a16:creationId xmlns:a16="http://schemas.microsoft.com/office/drawing/2014/main" id="{00780FC2-7918-8245-B879-CD48B95F78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3" y="3141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9199" name="Rectangle 143">
            <a:extLst>
              <a:ext uri="{FF2B5EF4-FFF2-40B4-BE49-F238E27FC236}">
                <a16:creationId xmlns:a16="http://schemas.microsoft.com/office/drawing/2014/main" id="{A71D7E71-3801-E14E-A559-E70AF0D40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7738" y="471011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89200" name="Group 144">
            <a:extLst>
              <a:ext uri="{FF2B5EF4-FFF2-40B4-BE49-F238E27FC236}">
                <a16:creationId xmlns:a16="http://schemas.microsoft.com/office/drawing/2014/main" id="{17235E66-AFDF-ED43-9753-8B72550F66BF}"/>
              </a:ext>
            </a:extLst>
          </p:cNvPr>
          <p:cNvGrpSpPr>
            <a:grpSpLocks/>
          </p:cNvGrpSpPr>
          <p:nvPr/>
        </p:nvGrpSpPr>
        <p:grpSpPr bwMode="auto">
          <a:xfrm>
            <a:off x="8604250" y="4700588"/>
            <a:ext cx="450850" cy="458787"/>
            <a:chOff x="5420" y="3141"/>
            <a:chExt cx="284" cy="289"/>
          </a:xfrm>
        </p:grpSpPr>
        <p:sp>
          <p:nvSpPr>
            <p:cNvPr id="89213" name="Freeform 145">
              <a:extLst>
                <a:ext uri="{FF2B5EF4-FFF2-40B4-BE49-F238E27FC236}">
                  <a16:creationId xmlns:a16="http://schemas.microsoft.com/office/drawing/2014/main" id="{C70A0CF0-EF6E-1441-8EC0-58D4453CD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0" y="3141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214" name="Freeform 146">
              <a:extLst>
                <a:ext uri="{FF2B5EF4-FFF2-40B4-BE49-F238E27FC236}">
                  <a16:creationId xmlns:a16="http://schemas.microsoft.com/office/drawing/2014/main" id="{C482F93C-71E2-C641-82ED-1016374C7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1" y="3141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9201" name="Line 147">
            <a:extLst>
              <a:ext uri="{FF2B5EF4-FFF2-40B4-BE49-F238E27FC236}">
                <a16:creationId xmlns:a16="http://schemas.microsoft.com/office/drawing/2014/main" id="{521FABCA-1470-1940-B91B-403CA7B2FDB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64538" y="4929188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202" name="Line 148">
            <a:extLst>
              <a:ext uri="{FF2B5EF4-FFF2-40B4-BE49-F238E27FC236}">
                <a16:creationId xmlns:a16="http://schemas.microsoft.com/office/drawing/2014/main" id="{2E3CAFFF-CFE7-0A4D-AEED-36E015CF921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6188" y="4929188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203" name="Freeform 149">
            <a:extLst>
              <a:ext uri="{FF2B5EF4-FFF2-40B4-BE49-F238E27FC236}">
                <a16:creationId xmlns:a16="http://schemas.microsoft.com/office/drawing/2014/main" id="{6C38DC3F-10FD-BF4F-B46A-EC6619A52263}"/>
              </a:ext>
            </a:extLst>
          </p:cNvPr>
          <p:cNvSpPr>
            <a:spLocks/>
          </p:cNvSpPr>
          <p:nvPr/>
        </p:nvSpPr>
        <p:spPr bwMode="auto">
          <a:xfrm>
            <a:off x="7794625" y="4929188"/>
            <a:ext cx="684213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204" name="Line 150">
            <a:extLst>
              <a:ext uri="{FF2B5EF4-FFF2-40B4-BE49-F238E27FC236}">
                <a16:creationId xmlns:a16="http://schemas.microsoft.com/office/drawing/2014/main" id="{F3C4CFD9-FE80-1841-A077-5E28CFB5EF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5000" y="508158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205" name="Freeform 151">
            <a:extLst>
              <a:ext uri="{FF2B5EF4-FFF2-40B4-BE49-F238E27FC236}">
                <a16:creationId xmlns:a16="http://schemas.microsoft.com/office/drawing/2014/main" id="{0B1582AE-B090-194D-9A3D-39A4BBBD9C13}"/>
              </a:ext>
            </a:extLst>
          </p:cNvPr>
          <p:cNvSpPr>
            <a:spLocks/>
          </p:cNvSpPr>
          <p:nvPr/>
        </p:nvSpPr>
        <p:spPr bwMode="auto">
          <a:xfrm>
            <a:off x="7164388" y="4921250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206" name="Line 152">
            <a:extLst>
              <a:ext uri="{FF2B5EF4-FFF2-40B4-BE49-F238E27FC236}">
                <a16:creationId xmlns:a16="http://schemas.microsoft.com/office/drawing/2014/main" id="{B2BCE919-10D3-AA4D-AB07-9515829F38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4400" y="2152650"/>
            <a:ext cx="1752600" cy="4572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207" name="Line 153">
            <a:extLst>
              <a:ext uri="{FF2B5EF4-FFF2-40B4-BE49-F238E27FC236}">
                <a16:creationId xmlns:a16="http://schemas.microsoft.com/office/drawing/2014/main" id="{057B77C5-7B31-7E4C-B067-70D09CAC34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2152650"/>
            <a:ext cx="990600" cy="11430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208" name="Line 154">
            <a:extLst>
              <a:ext uri="{FF2B5EF4-FFF2-40B4-BE49-F238E27FC236}">
                <a16:creationId xmlns:a16="http://schemas.microsoft.com/office/drawing/2014/main" id="{158C953C-BA70-2C4D-9B56-406A64A876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2200" y="2152650"/>
            <a:ext cx="304800" cy="18288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209" name="Line 155">
            <a:extLst>
              <a:ext uri="{FF2B5EF4-FFF2-40B4-BE49-F238E27FC236}">
                <a16:creationId xmlns:a16="http://schemas.microsoft.com/office/drawing/2014/main" id="{214BF8B2-5CD9-194F-8234-53AAACE5AB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076450"/>
            <a:ext cx="228600" cy="26670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210" name="Oval 156">
            <a:extLst>
              <a:ext uri="{FF2B5EF4-FFF2-40B4-BE49-F238E27FC236}">
                <a16:creationId xmlns:a16="http://schemas.microsoft.com/office/drawing/2014/main" id="{B90D3143-4637-F44E-8F5A-AB8A2D074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0488" y="2049463"/>
            <a:ext cx="106362" cy="10636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5871" name="Text Box 159">
            <a:extLst>
              <a:ext uri="{FF2B5EF4-FFF2-40B4-BE49-F238E27FC236}">
                <a16:creationId xmlns:a16="http://schemas.microsoft.com/office/drawing/2014/main" id="{CDD3DD13-8C58-7640-9F1D-57A924BDE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5965825"/>
            <a:ext cx="39909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最后一条指令的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r1</a:t>
            </a: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才是新的值！</a:t>
            </a:r>
          </a:p>
        </p:txBody>
      </p:sp>
      <p:sp>
        <p:nvSpPr>
          <p:cNvPr id="115872" name="Text Box 160">
            <a:extLst>
              <a:ext uri="{FF2B5EF4-FFF2-40B4-BE49-F238E27FC236}">
                <a16:creationId xmlns:a16="http://schemas.microsoft.com/office/drawing/2014/main" id="{867F1377-63CF-E440-9129-A166C2977B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1588" y="5978525"/>
            <a:ext cx="3003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如何解决这个问题？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5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5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871" grpId="0"/>
      <p:bldP spid="11587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CEF3AC2F-1BE4-054E-8E76-F48E5A59F0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0" y="203200"/>
            <a:ext cx="6862763" cy="3683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数据冒险的解决方法</a:t>
            </a:r>
          </a:p>
        </p:txBody>
      </p:sp>
      <p:sp>
        <p:nvSpPr>
          <p:cNvPr id="91139" name="Rectangle 4">
            <a:extLst>
              <a:ext uri="{FF2B5EF4-FFF2-40B4-BE49-F238E27FC236}">
                <a16:creationId xmlns:a16="http://schemas.microsoft.com/office/drawing/2014/main" id="{88BE99A7-C488-8F4F-AEDE-7E20363469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2875" y="688975"/>
            <a:ext cx="8607425" cy="5097463"/>
          </a:xfrm>
          <a:noFill/>
        </p:spPr>
        <p:txBody>
          <a:bodyPr/>
          <a:lstStyle/>
          <a:p>
            <a:pPr marL="342900" indent="-342900">
              <a:lnSpc>
                <a:spcPct val="105000"/>
              </a:lnSpc>
              <a:spcBef>
                <a:spcPct val="15000"/>
              </a:spcBef>
            </a:pPr>
            <a:r>
              <a:rPr lang="zh-CN" altLang="en-US" sz="2000">
                <a:ea typeface="黑体" panose="02010609060101010101" pitchFamily="49" charset="-122"/>
              </a:rPr>
              <a:t>方法</a:t>
            </a:r>
            <a:r>
              <a:rPr lang="en-US" altLang="zh-CN" sz="2000">
                <a:ea typeface="黑体" panose="02010609060101010101" pitchFamily="49" charset="-122"/>
              </a:rPr>
              <a:t>1</a:t>
            </a:r>
            <a:r>
              <a:rPr lang="zh-CN" altLang="en-US" sz="2000">
                <a:ea typeface="黑体" panose="02010609060101010101" pitchFamily="49" charset="-122"/>
              </a:rPr>
              <a:t>：硬件阻塞（</a:t>
            </a:r>
            <a:r>
              <a:rPr lang="en-US" altLang="zh-CN" sz="2000">
                <a:ea typeface="黑体" panose="02010609060101010101" pitchFamily="49" charset="-122"/>
              </a:rPr>
              <a:t>stall</a:t>
            </a:r>
            <a:r>
              <a:rPr lang="zh-CN" altLang="en-US" sz="2000">
                <a:ea typeface="黑体" panose="02010609060101010101" pitchFamily="49" charset="-122"/>
              </a:rPr>
              <a:t>）</a:t>
            </a:r>
          </a:p>
          <a:p>
            <a:pPr marL="342900" indent="-342900">
              <a:lnSpc>
                <a:spcPct val="105000"/>
              </a:lnSpc>
              <a:spcBef>
                <a:spcPct val="15000"/>
              </a:spcBef>
            </a:pPr>
            <a:r>
              <a:rPr lang="zh-CN" altLang="en-US" sz="2000">
                <a:ea typeface="黑体" panose="02010609060101010101" pitchFamily="49" charset="-122"/>
              </a:rPr>
              <a:t>方法</a:t>
            </a:r>
            <a:r>
              <a:rPr lang="en-US" altLang="zh-CN" sz="2000">
                <a:ea typeface="黑体" panose="02010609060101010101" pitchFamily="49" charset="-122"/>
              </a:rPr>
              <a:t>2</a:t>
            </a:r>
            <a:r>
              <a:rPr lang="zh-CN" altLang="en-US" sz="2000">
                <a:ea typeface="黑体" panose="02010609060101010101" pitchFamily="49" charset="-122"/>
              </a:rPr>
              <a:t>：软件插入“</a:t>
            </a:r>
            <a:r>
              <a:rPr lang="en-US" altLang="zh-CN" sz="2000">
                <a:ea typeface="黑体" panose="02010609060101010101" pitchFamily="49" charset="-122"/>
              </a:rPr>
              <a:t>NOP”</a:t>
            </a:r>
            <a:r>
              <a:rPr lang="zh-CN" altLang="en-US" sz="2000">
                <a:ea typeface="黑体" panose="02010609060101010101" pitchFamily="49" charset="-122"/>
              </a:rPr>
              <a:t>指令</a:t>
            </a:r>
          </a:p>
          <a:p>
            <a:pPr marL="342900" indent="-342900">
              <a:lnSpc>
                <a:spcPct val="105000"/>
              </a:lnSpc>
              <a:spcBef>
                <a:spcPct val="15000"/>
              </a:spcBef>
            </a:pPr>
            <a:r>
              <a:rPr lang="zh-CN" altLang="en-US" sz="2000">
                <a:ea typeface="黑体" panose="02010609060101010101" pitchFamily="49" charset="-122"/>
              </a:rPr>
              <a:t>方法</a:t>
            </a:r>
            <a:r>
              <a:rPr lang="en-US" altLang="zh-CN" sz="2000">
                <a:ea typeface="黑体" panose="02010609060101010101" pitchFamily="49" charset="-122"/>
              </a:rPr>
              <a:t>3</a:t>
            </a:r>
            <a:r>
              <a:rPr lang="zh-CN" altLang="en-US" sz="2000">
                <a:ea typeface="黑体" panose="02010609060101010101" pitchFamily="49" charset="-122"/>
              </a:rPr>
              <a:t>：合理实现寄存器堆的读</a:t>
            </a:r>
            <a:r>
              <a:rPr lang="en-US" altLang="zh-CN" sz="2000">
                <a:ea typeface="黑体" panose="02010609060101010101" pitchFamily="49" charset="-122"/>
              </a:rPr>
              <a:t>/</a:t>
            </a:r>
            <a:r>
              <a:rPr lang="zh-CN" altLang="en-US" sz="2000">
                <a:ea typeface="黑体" panose="02010609060101010101" pitchFamily="49" charset="-122"/>
              </a:rPr>
              <a:t>写操作</a:t>
            </a: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（不能解决所有数据冒险）</a:t>
            </a:r>
          </a:p>
          <a:p>
            <a:pPr marL="742950" lvl="1" indent="-285750">
              <a:lnSpc>
                <a:spcPct val="105000"/>
              </a:lnSpc>
              <a:spcBef>
                <a:spcPct val="15000"/>
              </a:spcBef>
            </a:pPr>
            <a:r>
              <a:rPr lang="zh-CN" altLang="en-US" sz="2000">
                <a:ea typeface="黑体" panose="02010609060101010101" pitchFamily="49" charset="-122"/>
              </a:rPr>
              <a:t>前半时钟周期写，后半时钟周期读，若同一个时钟内前面指令写入的数据正好是后面指令所读数据，则不会发生数据冒险</a:t>
            </a:r>
          </a:p>
          <a:p>
            <a:pPr marL="342900" indent="-342900">
              <a:lnSpc>
                <a:spcPct val="105000"/>
              </a:lnSpc>
              <a:spcBef>
                <a:spcPct val="15000"/>
              </a:spcBef>
            </a:pPr>
            <a:r>
              <a:rPr lang="zh-CN" altLang="en-US" sz="2000">
                <a:ea typeface="黑体" panose="02010609060101010101" pitchFamily="49" charset="-122"/>
              </a:rPr>
              <a:t>方法</a:t>
            </a:r>
            <a:r>
              <a:rPr lang="en-US" altLang="zh-CN" sz="2000">
                <a:ea typeface="黑体" panose="02010609060101010101" pitchFamily="49" charset="-122"/>
              </a:rPr>
              <a:t>4</a:t>
            </a:r>
            <a:r>
              <a:rPr lang="zh-CN" altLang="en-US" sz="2000">
                <a:ea typeface="黑体" panose="02010609060101010101" pitchFamily="49" charset="-122"/>
              </a:rPr>
              <a:t>：转发（</a:t>
            </a:r>
            <a:r>
              <a:rPr lang="en-US" altLang="zh-CN" sz="2000">
                <a:ea typeface="黑体" panose="02010609060101010101" pitchFamily="49" charset="-122"/>
              </a:rPr>
              <a:t>Forwarding</a:t>
            </a:r>
            <a:r>
              <a:rPr lang="zh-CN" altLang="en-US" sz="2000">
                <a:ea typeface="黑体" panose="02010609060101010101" pitchFamily="49" charset="-122"/>
              </a:rPr>
              <a:t>或</a:t>
            </a:r>
            <a:r>
              <a:rPr lang="en-US" altLang="zh-CN" sz="2000">
                <a:ea typeface="黑体" panose="02010609060101010101" pitchFamily="49" charset="-122"/>
              </a:rPr>
              <a:t>Bypassing </a:t>
            </a:r>
            <a:r>
              <a:rPr lang="zh-CN" altLang="en-US" sz="2000">
                <a:ea typeface="黑体" panose="02010609060101010101" pitchFamily="49" charset="-122"/>
              </a:rPr>
              <a:t>旁路）技术</a:t>
            </a:r>
          </a:p>
          <a:p>
            <a:pPr marL="1143000" lvl="2" indent="-228600">
              <a:lnSpc>
                <a:spcPct val="105000"/>
              </a:lnSpc>
              <a:spcBef>
                <a:spcPct val="15000"/>
              </a:spcBef>
            </a:pPr>
            <a:r>
              <a:rPr lang="zh-CN" altLang="en-US" sz="2000">
                <a:ea typeface="黑体" panose="02010609060101010101" pitchFamily="49" charset="-122"/>
              </a:rPr>
              <a:t>若相关数据是</a:t>
            </a:r>
            <a:r>
              <a:rPr lang="en-US" altLang="zh-CN" sz="2000">
                <a:ea typeface="黑体" panose="02010609060101010101" pitchFamily="49" charset="-122"/>
              </a:rPr>
              <a:t>ALU</a:t>
            </a:r>
            <a:r>
              <a:rPr lang="zh-CN" altLang="en-US" sz="2000">
                <a:ea typeface="黑体" panose="02010609060101010101" pitchFamily="49" charset="-122"/>
              </a:rPr>
              <a:t>结果，则如何？</a:t>
            </a:r>
          </a:p>
          <a:p>
            <a:pPr marL="1143000" lvl="2" indent="-228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zh-CN" altLang="en-US" sz="2000" b="0">
                <a:solidFill>
                  <a:srgbClr val="008000"/>
                </a:solidFill>
                <a:ea typeface="黑体" panose="02010609060101010101" pitchFamily="49" charset="-122"/>
              </a:rPr>
              <a:t>    </a:t>
            </a: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可通过转发解决</a:t>
            </a:r>
          </a:p>
          <a:p>
            <a:pPr marL="1143000" lvl="2" indent="-228600">
              <a:lnSpc>
                <a:spcPct val="105000"/>
              </a:lnSpc>
              <a:spcBef>
                <a:spcPct val="15000"/>
              </a:spcBef>
            </a:pPr>
            <a:r>
              <a:rPr lang="zh-CN" altLang="en-US" sz="2000">
                <a:ea typeface="黑体" panose="02010609060101010101" pitchFamily="49" charset="-122"/>
              </a:rPr>
              <a:t>若相关数据是上条指令</a:t>
            </a:r>
            <a:r>
              <a:rPr lang="en-US" altLang="zh-CN" sz="2000">
                <a:ea typeface="黑体" panose="02010609060101010101" pitchFamily="49" charset="-122"/>
              </a:rPr>
              <a:t>DM</a:t>
            </a:r>
            <a:r>
              <a:rPr lang="zh-CN" altLang="en-US" sz="2000">
                <a:ea typeface="黑体" panose="02010609060101010101" pitchFamily="49" charset="-122"/>
              </a:rPr>
              <a:t>读出内容，则如何？</a:t>
            </a:r>
          </a:p>
          <a:p>
            <a:pPr marL="1143000" lvl="2" indent="-228600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    不能通过转发解决，随后指令需被阻塞一个时钟 或 加</a:t>
            </a:r>
            <a:r>
              <a:rPr lang="en-US" altLang="zh-CN" sz="2000">
                <a:solidFill>
                  <a:srgbClr val="008000"/>
                </a:solidFill>
                <a:ea typeface="黑体" panose="02010609060101010101" pitchFamily="49" charset="-122"/>
              </a:rPr>
              <a:t>NOP</a:t>
            </a: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指令</a:t>
            </a:r>
          </a:p>
          <a:p>
            <a:pPr marL="1143000" lvl="2" indent="-228600">
              <a:lnSpc>
                <a:spcPct val="105000"/>
              </a:lnSpc>
              <a:spcBef>
                <a:spcPct val="15000"/>
              </a:spcBef>
              <a:buFontTx/>
              <a:buNone/>
            </a:pPr>
            <a:endParaRPr lang="zh-CN" altLang="en-US" sz="2000">
              <a:solidFill>
                <a:srgbClr val="008000"/>
              </a:solidFill>
              <a:ea typeface="黑体" panose="02010609060101010101" pitchFamily="49" charset="-122"/>
            </a:endParaRPr>
          </a:p>
          <a:p>
            <a:pPr marL="342900" indent="-342900">
              <a:lnSpc>
                <a:spcPct val="105000"/>
              </a:lnSpc>
              <a:spcBef>
                <a:spcPct val="15000"/>
              </a:spcBef>
            </a:pPr>
            <a:r>
              <a:rPr lang="zh-CN" altLang="en-US" sz="2000">
                <a:ea typeface="黑体" panose="02010609060101010101" pitchFamily="49" charset="-122"/>
              </a:rPr>
              <a:t>方法</a:t>
            </a:r>
            <a:r>
              <a:rPr lang="en-US" altLang="zh-CN" sz="2000">
                <a:ea typeface="黑体" panose="02010609060101010101" pitchFamily="49" charset="-122"/>
              </a:rPr>
              <a:t>5</a:t>
            </a:r>
            <a:r>
              <a:rPr lang="zh-CN" altLang="en-US" sz="2000">
                <a:ea typeface="黑体" panose="02010609060101010101" pitchFamily="49" charset="-122"/>
              </a:rPr>
              <a:t>：编译优化：调整指令顺序</a:t>
            </a:r>
            <a:r>
              <a:rPr lang="zh-CN" altLang="en-US" sz="2000">
                <a:solidFill>
                  <a:srgbClr val="008000"/>
                </a:solidFill>
                <a:ea typeface="黑体" panose="02010609060101010101" pitchFamily="49" charset="-122"/>
              </a:rPr>
              <a:t>（不能解决所有数据冒险）</a:t>
            </a:r>
          </a:p>
          <a:p>
            <a:pPr marL="1143000" lvl="2" indent="-228600">
              <a:buFontTx/>
              <a:buNone/>
            </a:pPr>
            <a:endParaRPr lang="zh-CN" altLang="en-US" sz="200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marL="742950" lvl="1" indent="-285750">
              <a:lnSpc>
                <a:spcPct val="115000"/>
              </a:lnSpc>
              <a:spcBef>
                <a:spcPct val="15000"/>
              </a:spcBef>
            </a:pPr>
            <a:endParaRPr lang="en-US" altLang="zh-CN">
              <a:solidFill>
                <a:srgbClr val="CC0000"/>
              </a:solidFill>
              <a:ea typeface="宋体" panose="02010600030101010101" pitchFamily="2" charset="-122"/>
            </a:endParaRPr>
          </a:p>
        </p:txBody>
      </p:sp>
      <p:sp>
        <p:nvSpPr>
          <p:cNvPr id="91140" name="Text Box 5">
            <a:extLst>
              <a:ext uri="{FF2B5EF4-FFF2-40B4-BE49-F238E27FC236}">
                <a16:creationId xmlns:a16="http://schemas.microsoft.com/office/drawing/2014/main" id="{55251D88-1C77-6D4F-84F5-C8A8658D5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38" y="5232400"/>
            <a:ext cx="7278687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>
                <a:latin typeface="Arial" panose="020B0604020202020204" pitchFamily="34" charset="0"/>
                <a:ea typeface="黑体" panose="02010609060101010101" pitchFamily="49" charset="-122"/>
              </a:rPr>
              <a:t>实现</a:t>
            </a:r>
            <a:r>
              <a:rPr lang="zh-CN" altLang="en-US" sz="2000">
                <a:latin typeface="Arial" panose="020B0604020202020204" pitchFamily="34" charset="0"/>
                <a:ea typeface="黑体" panose="02010609060101010101" pitchFamily="49" charset="-122"/>
                <a:hlinkClick r:id="rId2" action="ppaction://hlinksldjump"/>
              </a:rPr>
              <a:t>“转发”</a:t>
            </a:r>
            <a:r>
              <a:rPr lang="zh-CN" altLang="en-US" sz="2000">
                <a:latin typeface="Arial" panose="020B0604020202020204" pitchFamily="34" charset="0"/>
                <a:ea typeface="黑体" panose="02010609060101010101" pitchFamily="49" charset="-122"/>
              </a:rPr>
              <a:t>和</a:t>
            </a:r>
            <a:r>
              <a:rPr lang="zh-CN" altLang="en-US" sz="2000">
                <a:latin typeface="Arial" panose="020B0604020202020204" pitchFamily="34" charset="0"/>
                <a:ea typeface="黑体" panose="02010609060101010101" pitchFamily="49" charset="-122"/>
                <a:hlinkClick r:id="rId3" action="ppaction://hlinksldjump"/>
              </a:rPr>
              <a:t>“阻塞”</a:t>
            </a:r>
            <a:r>
              <a:rPr lang="zh-CN" altLang="en-US" sz="2000">
                <a:latin typeface="Arial" panose="020B0604020202020204" pitchFamily="34" charset="0"/>
                <a:ea typeface="黑体" panose="02010609060101010101" pitchFamily="49" charset="-122"/>
              </a:rPr>
              <a:t> 要修改数据通路：</a:t>
            </a:r>
            <a:endParaRPr lang="zh-CN" altLang="en-US" sz="2000">
              <a:solidFill>
                <a:schemeClr val="accent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（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）检测何时需要“转发” ，并控制实现“转发”</a:t>
            </a:r>
          </a:p>
          <a:p>
            <a:pPr>
              <a:spcBef>
                <a:spcPct val="20000"/>
              </a:spcBef>
            </a:pP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（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）检测何时需要“阻塞”，并控制实现“阻塞”</a:t>
            </a:r>
          </a:p>
        </p:txBody>
      </p:sp>
      <p:sp>
        <p:nvSpPr>
          <p:cNvPr id="91141" name="Text Box 10">
            <a:extLst>
              <a:ext uri="{FF2B5EF4-FFF2-40B4-BE49-F238E27FC236}">
                <a16:creationId xmlns:a16="http://schemas.microsoft.com/office/drawing/2014/main" id="{1A40052D-9FAC-4043-BBEA-302E3731F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863" y="4314825"/>
            <a:ext cx="3546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称为</a:t>
            </a:r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Load-use</a:t>
            </a: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数据冒险</a:t>
            </a:r>
            <a:r>
              <a:rPr lang="zh-CN" altLang="en-US" sz="18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！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Freeform 2">
            <a:extLst>
              <a:ext uri="{FF2B5EF4-FFF2-40B4-BE49-F238E27FC236}">
                <a16:creationId xmlns:a16="http://schemas.microsoft.com/office/drawing/2014/main" id="{3C8CC899-C201-704D-9A0B-3D1AF0F01DFA}"/>
              </a:ext>
            </a:extLst>
          </p:cNvPr>
          <p:cNvSpPr>
            <a:spLocks/>
          </p:cNvSpPr>
          <p:nvPr/>
        </p:nvSpPr>
        <p:spPr bwMode="auto">
          <a:xfrm>
            <a:off x="5821363" y="2146300"/>
            <a:ext cx="225425" cy="458788"/>
          </a:xfrm>
          <a:custGeom>
            <a:avLst/>
            <a:gdLst>
              <a:gd name="T0" fmla="*/ 2147483646 w 142"/>
              <a:gd name="T1" fmla="*/ 0 h 289"/>
              <a:gd name="T2" fmla="*/ 0 w 142"/>
              <a:gd name="T3" fmla="*/ 0 h 289"/>
              <a:gd name="T4" fmla="*/ 0 w 142"/>
              <a:gd name="T5" fmla="*/ 2147483646 h 289"/>
              <a:gd name="T6" fmla="*/ 2147483646 w 14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2" h="289">
                <a:moveTo>
                  <a:pt x="141" y="0"/>
                </a:moveTo>
                <a:lnTo>
                  <a:pt x="0" y="0"/>
                </a:lnTo>
                <a:lnTo>
                  <a:pt x="0" y="288"/>
                </a:lnTo>
                <a:lnTo>
                  <a:pt x="141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6AD1AF60-1BC4-2448-91EA-30C62C4CEB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3563" y="211138"/>
            <a:ext cx="7896225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方案</a:t>
            </a:r>
            <a:r>
              <a:rPr lang="en-US" altLang="zh-CN">
                <a:ea typeface="宋体" panose="02010600030101010101" pitchFamily="2" charset="-122"/>
              </a:rPr>
              <a:t>1: </a:t>
            </a:r>
            <a:r>
              <a:rPr lang="zh-CN" altLang="en-US">
                <a:ea typeface="宋体" panose="02010600030101010101" pitchFamily="2" charset="-122"/>
              </a:rPr>
              <a:t>在硬件上采取措施，使相关指令延迟执行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300FF939-C2EB-A044-9483-E306A28E9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" y="2332038"/>
            <a:ext cx="358775" cy="3109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r.</a:t>
            </a:r>
          </a:p>
          <a:p>
            <a:pPr algn="ctr"/>
            <a:endParaRPr lang="en-US" altLang="zh-CN" sz="1800" b="0" i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O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92165" name="Line 5">
            <a:extLst>
              <a:ext uri="{FF2B5EF4-FFF2-40B4-BE49-F238E27FC236}">
                <a16:creationId xmlns:a16="http://schemas.microsoft.com/office/drawing/2014/main" id="{805DA89B-F25A-DD49-8A91-78FED7B561D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463" y="2322513"/>
            <a:ext cx="0" cy="3238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6" name="Line 6">
            <a:extLst>
              <a:ext uri="{FF2B5EF4-FFF2-40B4-BE49-F238E27FC236}">
                <a16:creationId xmlns:a16="http://schemas.microsoft.com/office/drawing/2014/main" id="{D3191C84-1F85-EF44-B6A3-0CB11838519C}"/>
              </a:ext>
            </a:extLst>
          </p:cNvPr>
          <p:cNvSpPr>
            <a:spLocks noChangeShapeType="1"/>
          </p:cNvSpPr>
          <p:nvPr/>
        </p:nvSpPr>
        <p:spPr bwMode="auto">
          <a:xfrm>
            <a:off x="1433513" y="1897063"/>
            <a:ext cx="6324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5EB329FD-5356-0C4E-B42C-1C1C1B44A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975" y="1506538"/>
            <a:ext cx="2124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Time (clock cycles)</a:t>
            </a:r>
          </a:p>
        </p:txBody>
      </p:sp>
      <p:sp>
        <p:nvSpPr>
          <p:cNvPr id="92168" name="Rectangle 8">
            <a:extLst>
              <a:ext uri="{FF2B5EF4-FFF2-40B4-BE49-F238E27FC236}">
                <a16:creationId xmlns:a16="http://schemas.microsoft.com/office/drawing/2014/main" id="{EC409906-CAD4-C148-BEE8-E0820D50F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975" y="2141538"/>
            <a:ext cx="2119313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add </a:t>
            </a:r>
            <a:r>
              <a:rPr lang="en-US" altLang="zh-CN" sz="2800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,r2,r3</a:t>
            </a:r>
          </a:p>
        </p:txBody>
      </p:sp>
      <p:sp>
        <p:nvSpPr>
          <p:cNvPr id="92169" name="Rectangle 9">
            <a:extLst>
              <a:ext uri="{FF2B5EF4-FFF2-40B4-BE49-F238E27FC236}">
                <a16:creationId xmlns:a16="http://schemas.microsoft.com/office/drawing/2014/main" id="{C9244C04-CA44-6C46-B607-D68DE1BE0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" y="4884738"/>
            <a:ext cx="2119313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sub r4,</a:t>
            </a:r>
            <a:r>
              <a:rPr lang="en-US" altLang="zh-CN" sz="2800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,r3</a:t>
            </a:r>
          </a:p>
        </p:txBody>
      </p:sp>
      <p:sp>
        <p:nvSpPr>
          <p:cNvPr id="92170" name="Rectangle 10">
            <a:extLst>
              <a:ext uri="{FF2B5EF4-FFF2-40B4-BE49-F238E27FC236}">
                <a16:creationId xmlns:a16="http://schemas.microsoft.com/office/drawing/2014/main" id="{F5B63862-10C4-E844-B20A-D8B5390D6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" y="5608638"/>
            <a:ext cx="2119313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and r6,</a:t>
            </a:r>
            <a:r>
              <a:rPr lang="en-US" altLang="zh-CN" sz="2800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,r7</a:t>
            </a:r>
          </a:p>
        </p:txBody>
      </p:sp>
      <p:sp>
        <p:nvSpPr>
          <p:cNvPr id="92171" name="Rectangle 11">
            <a:extLst>
              <a:ext uri="{FF2B5EF4-FFF2-40B4-BE49-F238E27FC236}">
                <a16:creationId xmlns:a16="http://schemas.microsoft.com/office/drawing/2014/main" id="{C62941E7-186E-FE4B-918A-A028B8D28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75" y="1825625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IF</a:t>
            </a:r>
          </a:p>
        </p:txBody>
      </p:sp>
      <p:sp>
        <p:nvSpPr>
          <p:cNvPr id="92172" name="Rectangle 12">
            <a:extLst>
              <a:ext uri="{FF2B5EF4-FFF2-40B4-BE49-F238E27FC236}">
                <a16:creationId xmlns:a16="http://schemas.microsoft.com/office/drawing/2014/main" id="{11A61E68-952A-5B48-A0AC-722928F84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4888" y="1825625"/>
            <a:ext cx="865187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ID/RF</a:t>
            </a:r>
          </a:p>
        </p:txBody>
      </p:sp>
      <p:sp>
        <p:nvSpPr>
          <p:cNvPr id="92173" name="Rectangle 13">
            <a:extLst>
              <a:ext uri="{FF2B5EF4-FFF2-40B4-BE49-F238E27FC236}">
                <a16:creationId xmlns:a16="http://schemas.microsoft.com/office/drawing/2014/main" id="{D29381A3-FA34-1F42-9AEA-6BE5AD858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088" y="1825625"/>
            <a:ext cx="5524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EX</a:t>
            </a:r>
          </a:p>
        </p:txBody>
      </p:sp>
      <p:sp>
        <p:nvSpPr>
          <p:cNvPr id="92174" name="Rectangle 14">
            <a:extLst>
              <a:ext uri="{FF2B5EF4-FFF2-40B4-BE49-F238E27FC236}">
                <a16:creationId xmlns:a16="http://schemas.microsoft.com/office/drawing/2014/main" id="{7C0BEF00-7A24-CF47-85AB-B3A5B9C6D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4750" y="1825625"/>
            <a:ext cx="7842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92175" name="Rectangle 15">
            <a:extLst>
              <a:ext uri="{FF2B5EF4-FFF2-40B4-BE49-F238E27FC236}">
                <a16:creationId xmlns:a16="http://schemas.microsoft.com/office/drawing/2014/main" id="{A779930C-10F8-4C44-BF43-F4A007793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9450" y="1825625"/>
            <a:ext cx="5953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WB</a:t>
            </a:r>
          </a:p>
        </p:txBody>
      </p:sp>
      <p:sp>
        <p:nvSpPr>
          <p:cNvPr id="92176" name="Line 16">
            <a:extLst>
              <a:ext uri="{FF2B5EF4-FFF2-40B4-BE49-F238E27FC236}">
                <a16:creationId xmlns:a16="http://schemas.microsoft.com/office/drawing/2014/main" id="{2A36A6F1-F512-BD43-BDEC-744D1C8A1D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1563" y="1619250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7" name="Line 17">
            <a:extLst>
              <a:ext uri="{FF2B5EF4-FFF2-40B4-BE49-F238E27FC236}">
                <a16:creationId xmlns:a16="http://schemas.microsoft.com/office/drawing/2014/main" id="{71A87BB4-FC88-874E-8439-E09B97F3B1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7363" y="1619250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8" name="Line 18">
            <a:extLst>
              <a:ext uri="{FF2B5EF4-FFF2-40B4-BE49-F238E27FC236}">
                <a16:creationId xmlns:a16="http://schemas.microsoft.com/office/drawing/2014/main" id="{29CC5168-74A3-0344-ABD1-6F747162C9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3163" y="1619250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9" name="Line 19">
            <a:extLst>
              <a:ext uri="{FF2B5EF4-FFF2-40B4-BE49-F238E27FC236}">
                <a16:creationId xmlns:a16="http://schemas.microsoft.com/office/drawing/2014/main" id="{A9816DF0-9D79-374E-83D0-4410A610AD1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8963" y="1619250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80" name="Line 20">
            <a:extLst>
              <a:ext uri="{FF2B5EF4-FFF2-40B4-BE49-F238E27FC236}">
                <a16:creationId xmlns:a16="http://schemas.microsoft.com/office/drawing/2014/main" id="{F66DC053-391A-A24B-8FD9-FB3A65BA52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4763" y="1619250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81" name="Line 21">
            <a:extLst>
              <a:ext uri="{FF2B5EF4-FFF2-40B4-BE49-F238E27FC236}">
                <a16:creationId xmlns:a16="http://schemas.microsoft.com/office/drawing/2014/main" id="{00F402D2-7AEB-2445-BC42-2D8A177FEB85}"/>
              </a:ext>
            </a:extLst>
          </p:cNvPr>
          <p:cNvSpPr>
            <a:spLocks noChangeShapeType="1"/>
          </p:cNvSpPr>
          <p:nvPr/>
        </p:nvSpPr>
        <p:spPr bwMode="auto">
          <a:xfrm>
            <a:off x="7040563" y="1619250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82" name="Line 22">
            <a:extLst>
              <a:ext uri="{FF2B5EF4-FFF2-40B4-BE49-F238E27FC236}">
                <a16:creationId xmlns:a16="http://schemas.microsoft.com/office/drawing/2014/main" id="{3C88D992-DD09-7F46-BFE4-37B5A1AEB25E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6363" y="1619250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83" name="Line 23">
            <a:extLst>
              <a:ext uri="{FF2B5EF4-FFF2-40B4-BE49-F238E27FC236}">
                <a16:creationId xmlns:a16="http://schemas.microsoft.com/office/drawing/2014/main" id="{E2F281BC-2078-5E4D-845E-4B6518DFE1FC}"/>
              </a:ext>
            </a:extLst>
          </p:cNvPr>
          <p:cNvSpPr>
            <a:spLocks noChangeShapeType="1"/>
          </p:cNvSpPr>
          <p:nvPr/>
        </p:nvSpPr>
        <p:spPr bwMode="auto">
          <a:xfrm>
            <a:off x="8412163" y="1619250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84" name="Freeform 24">
            <a:extLst>
              <a:ext uri="{FF2B5EF4-FFF2-40B4-BE49-F238E27FC236}">
                <a16:creationId xmlns:a16="http://schemas.microsoft.com/office/drawing/2014/main" id="{85C2AB26-DA3F-8246-898D-6EA030D84AF1}"/>
              </a:ext>
            </a:extLst>
          </p:cNvPr>
          <p:cNvSpPr>
            <a:spLocks/>
          </p:cNvSpPr>
          <p:nvPr/>
        </p:nvSpPr>
        <p:spPr bwMode="auto">
          <a:xfrm>
            <a:off x="5078413" y="2146300"/>
            <a:ext cx="257175" cy="458788"/>
          </a:xfrm>
          <a:custGeom>
            <a:avLst/>
            <a:gdLst>
              <a:gd name="T0" fmla="*/ 2147483646 w 162"/>
              <a:gd name="T1" fmla="*/ 0 h 289"/>
              <a:gd name="T2" fmla="*/ 0 w 162"/>
              <a:gd name="T3" fmla="*/ 0 h 289"/>
              <a:gd name="T4" fmla="*/ 0 w 162"/>
              <a:gd name="T5" fmla="*/ 2147483646 h 289"/>
              <a:gd name="T6" fmla="*/ 2147483646 w 16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289">
                <a:moveTo>
                  <a:pt x="161" y="0"/>
                </a:moveTo>
                <a:lnTo>
                  <a:pt x="0" y="0"/>
                </a:lnTo>
                <a:lnTo>
                  <a:pt x="0" y="288"/>
                </a:lnTo>
                <a:lnTo>
                  <a:pt x="16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85" name="Freeform 25">
            <a:extLst>
              <a:ext uri="{FF2B5EF4-FFF2-40B4-BE49-F238E27FC236}">
                <a16:creationId xmlns:a16="http://schemas.microsoft.com/office/drawing/2014/main" id="{3079E35E-7E3E-1E4A-A793-1BAC1DCA3568}"/>
              </a:ext>
            </a:extLst>
          </p:cNvPr>
          <p:cNvSpPr>
            <a:spLocks/>
          </p:cNvSpPr>
          <p:nvPr/>
        </p:nvSpPr>
        <p:spPr bwMode="auto">
          <a:xfrm>
            <a:off x="5334000" y="2146300"/>
            <a:ext cx="260350" cy="458788"/>
          </a:xfrm>
          <a:custGeom>
            <a:avLst/>
            <a:gdLst>
              <a:gd name="T0" fmla="*/ 0 w 164"/>
              <a:gd name="T1" fmla="*/ 0 h 289"/>
              <a:gd name="T2" fmla="*/ 2147483646 w 164"/>
              <a:gd name="T3" fmla="*/ 0 h 289"/>
              <a:gd name="T4" fmla="*/ 2147483646 w 164"/>
              <a:gd name="T5" fmla="*/ 2147483646 h 289"/>
              <a:gd name="T6" fmla="*/ 0 w 164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4" h="289">
                <a:moveTo>
                  <a:pt x="0" y="0"/>
                </a:moveTo>
                <a:lnTo>
                  <a:pt x="163" y="0"/>
                </a:lnTo>
                <a:lnTo>
                  <a:pt x="163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86" name="Freeform 26">
            <a:extLst>
              <a:ext uri="{FF2B5EF4-FFF2-40B4-BE49-F238E27FC236}">
                <a16:creationId xmlns:a16="http://schemas.microsoft.com/office/drawing/2014/main" id="{1C158568-AFFE-704E-9BE2-A48FFEA53785}"/>
              </a:ext>
            </a:extLst>
          </p:cNvPr>
          <p:cNvSpPr>
            <a:spLocks/>
          </p:cNvSpPr>
          <p:nvPr/>
        </p:nvSpPr>
        <p:spPr bwMode="auto">
          <a:xfrm>
            <a:off x="4470400" y="1993900"/>
            <a:ext cx="338138" cy="763588"/>
          </a:xfrm>
          <a:custGeom>
            <a:avLst/>
            <a:gdLst>
              <a:gd name="T0" fmla="*/ 0 w 213"/>
              <a:gd name="T1" fmla="*/ 2147483646 h 481"/>
              <a:gd name="T2" fmla="*/ 2147483646 w 213"/>
              <a:gd name="T3" fmla="*/ 2147483646 h 481"/>
              <a:gd name="T4" fmla="*/ 0 w 213"/>
              <a:gd name="T5" fmla="*/ 2147483646 h 481"/>
              <a:gd name="T6" fmla="*/ 0 w 213"/>
              <a:gd name="T7" fmla="*/ 0 h 481"/>
              <a:gd name="T8" fmla="*/ 2147483646 w 213"/>
              <a:gd name="T9" fmla="*/ 2147483646 h 481"/>
              <a:gd name="T10" fmla="*/ 2147483646 w 213"/>
              <a:gd name="T11" fmla="*/ 2147483646 h 481"/>
              <a:gd name="T12" fmla="*/ 0 w 213"/>
              <a:gd name="T13" fmla="*/ 2147483646 h 481"/>
              <a:gd name="T14" fmla="*/ 0 w 213"/>
              <a:gd name="T15" fmla="*/ 2147483646 h 4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3" h="481">
                <a:moveTo>
                  <a:pt x="0" y="320"/>
                </a:moveTo>
                <a:lnTo>
                  <a:pt x="71" y="240"/>
                </a:lnTo>
                <a:lnTo>
                  <a:pt x="0" y="160"/>
                </a:lnTo>
                <a:lnTo>
                  <a:pt x="0" y="0"/>
                </a:lnTo>
                <a:lnTo>
                  <a:pt x="212" y="160"/>
                </a:lnTo>
                <a:lnTo>
                  <a:pt x="212" y="320"/>
                </a:lnTo>
                <a:lnTo>
                  <a:pt x="0" y="480"/>
                </a:lnTo>
                <a:lnTo>
                  <a:pt x="0" y="32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87" name="Rectangle 27">
            <a:extLst>
              <a:ext uri="{FF2B5EF4-FFF2-40B4-BE49-F238E27FC236}">
                <a16:creationId xmlns:a16="http://schemas.microsoft.com/office/drawing/2014/main" id="{74630709-3914-0045-847B-F96DC8AD437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18794" y="2188369"/>
            <a:ext cx="6080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92188" name="Rectangle 28">
            <a:extLst>
              <a:ext uri="{FF2B5EF4-FFF2-40B4-BE49-F238E27FC236}">
                <a16:creationId xmlns:a16="http://schemas.microsoft.com/office/drawing/2014/main" id="{36B1B7A8-30CA-EB4D-9AC4-0EEA11502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2288" y="2206625"/>
            <a:ext cx="4302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Im</a:t>
            </a:r>
          </a:p>
        </p:txBody>
      </p:sp>
      <p:grpSp>
        <p:nvGrpSpPr>
          <p:cNvPr id="92189" name="Group 29">
            <a:extLst>
              <a:ext uri="{FF2B5EF4-FFF2-40B4-BE49-F238E27FC236}">
                <a16:creationId xmlns:a16="http://schemas.microsoft.com/office/drawing/2014/main" id="{606A1EFF-B316-784E-B686-56D3B494A4C2}"/>
              </a:ext>
            </a:extLst>
          </p:cNvPr>
          <p:cNvGrpSpPr>
            <a:grpSpLocks/>
          </p:cNvGrpSpPr>
          <p:nvPr/>
        </p:nvGrpSpPr>
        <p:grpSpPr bwMode="auto">
          <a:xfrm>
            <a:off x="3000375" y="2146300"/>
            <a:ext cx="539750" cy="458788"/>
            <a:chOff x="1935" y="1349"/>
            <a:chExt cx="340" cy="289"/>
          </a:xfrm>
        </p:grpSpPr>
        <p:sp>
          <p:nvSpPr>
            <p:cNvPr id="92317" name="Freeform 30">
              <a:extLst>
                <a:ext uri="{FF2B5EF4-FFF2-40B4-BE49-F238E27FC236}">
                  <a16:creationId xmlns:a16="http://schemas.microsoft.com/office/drawing/2014/main" id="{F5C6FF9A-DF67-1241-9FA6-B8B8620D6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349"/>
              <a:ext cx="170" cy="289"/>
            </a:xfrm>
            <a:custGeom>
              <a:avLst/>
              <a:gdLst>
                <a:gd name="T0" fmla="*/ 169 w 170"/>
                <a:gd name="T1" fmla="*/ 0 h 289"/>
                <a:gd name="T2" fmla="*/ 0 w 170"/>
                <a:gd name="T3" fmla="*/ 0 h 289"/>
                <a:gd name="T4" fmla="*/ 0 w 170"/>
                <a:gd name="T5" fmla="*/ 288 h 289"/>
                <a:gd name="T6" fmla="*/ 169 w 170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0" h="289">
                  <a:moveTo>
                    <a:pt x="169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9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8" name="Freeform 31">
              <a:extLst>
                <a:ext uri="{FF2B5EF4-FFF2-40B4-BE49-F238E27FC236}">
                  <a16:creationId xmlns:a16="http://schemas.microsoft.com/office/drawing/2014/main" id="{A9FAD5F1-40FA-364B-BB5C-2BA6E26F7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1349"/>
              <a:ext cx="171" cy="289"/>
            </a:xfrm>
            <a:custGeom>
              <a:avLst/>
              <a:gdLst>
                <a:gd name="T0" fmla="*/ 0 w 171"/>
                <a:gd name="T1" fmla="*/ 0 h 289"/>
                <a:gd name="T2" fmla="*/ 170 w 171"/>
                <a:gd name="T3" fmla="*/ 0 h 289"/>
                <a:gd name="T4" fmla="*/ 170 w 171"/>
                <a:gd name="T5" fmla="*/ 288 h 289"/>
                <a:gd name="T6" fmla="*/ 0 w 171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1" h="289">
                  <a:moveTo>
                    <a:pt x="0" y="0"/>
                  </a:moveTo>
                  <a:lnTo>
                    <a:pt x="170" y="0"/>
                  </a:lnTo>
                  <a:lnTo>
                    <a:pt x="170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190" name="Rectangle 32">
            <a:extLst>
              <a:ext uri="{FF2B5EF4-FFF2-40B4-BE49-F238E27FC236}">
                <a16:creationId xmlns:a16="http://schemas.microsoft.com/office/drawing/2014/main" id="{F174B3E7-33CB-CE4D-897D-6128834AE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6813" y="216376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92191" name="Freeform 33">
            <a:extLst>
              <a:ext uri="{FF2B5EF4-FFF2-40B4-BE49-F238E27FC236}">
                <a16:creationId xmlns:a16="http://schemas.microsoft.com/office/drawing/2014/main" id="{6ACD83CA-0C14-EC45-B935-110DC31799A6}"/>
              </a:ext>
            </a:extLst>
          </p:cNvPr>
          <p:cNvSpPr>
            <a:spLocks/>
          </p:cNvSpPr>
          <p:nvPr/>
        </p:nvSpPr>
        <p:spPr bwMode="auto">
          <a:xfrm>
            <a:off x="3730625" y="2146300"/>
            <a:ext cx="236538" cy="458788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92" name="Freeform 34">
            <a:extLst>
              <a:ext uri="{FF2B5EF4-FFF2-40B4-BE49-F238E27FC236}">
                <a16:creationId xmlns:a16="http://schemas.microsoft.com/office/drawing/2014/main" id="{ACD25AB8-508E-7D4F-89AD-FA4325AFB711}"/>
              </a:ext>
            </a:extLst>
          </p:cNvPr>
          <p:cNvSpPr>
            <a:spLocks/>
          </p:cNvSpPr>
          <p:nvPr/>
        </p:nvSpPr>
        <p:spPr bwMode="auto">
          <a:xfrm>
            <a:off x="3965575" y="2146300"/>
            <a:ext cx="234950" cy="458788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93" name="Line 35">
            <a:extLst>
              <a:ext uri="{FF2B5EF4-FFF2-40B4-BE49-F238E27FC236}">
                <a16:creationId xmlns:a16="http://schemas.microsoft.com/office/drawing/2014/main" id="{15273F3F-BA19-F547-A858-E734B03612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1713" y="2374900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4" name="Freeform 36">
            <a:extLst>
              <a:ext uri="{FF2B5EF4-FFF2-40B4-BE49-F238E27FC236}">
                <a16:creationId xmlns:a16="http://schemas.microsoft.com/office/drawing/2014/main" id="{ABBA0AD4-C526-F84E-816E-20F668ABAFB8}"/>
              </a:ext>
            </a:extLst>
          </p:cNvPr>
          <p:cNvSpPr>
            <a:spLocks/>
          </p:cNvSpPr>
          <p:nvPr/>
        </p:nvSpPr>
        <p:spPr bwMode="auto">
          <a:xfrm>
            <a:off x="3646488" y="2222500"/>
            <a:ext cx="76200" cy="153988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95" name="Line 37">
            <a:extLst>
              <a:ext uri="{FF2B5EF4-FFF2-40B4-BE49-F238E27FC236}">
                <a16:creationId xmlns:a16="http://schemas.microsoft.com/office/drawing/2014/main" id="{A4B4C7C9-168E-BE43-B07E-101DABA5C5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2113" y="2222500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6" name="Rectangle 38">
            <a:extLst>
              <a:ext uri="{FF2B5EF4-FFF2-40B4-BE49-F238E27FC236}">
                <a16:creationId xmlns:a16="http://schemas.microsoft.com/office/drawing/2014/main" id="{A7ECB6F9-BB55-B74E-B60F-F9A5DDFAE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4600" y="2222500"/>
            <a:ext cx="4968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sp>
        <p:nvSpPr>
          <p:cNvPr id="92197" name="Rectangle 39">
            <a:extLst>
              <a:ext uri="{FF2B5EF4-FFF2-40B4-BE49-F238E27FC236}">
                <a16:creationId xmlns:a16="http://schemas.microsoft.com/office/drawing/2014/main" id="{E80A22A2-53ED-6A48-9994-CCA0329F7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4850" y="2155825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92198" name="Freeform 40">
            <a:extLst>
              <a:ext uri="{FF2B5EF4-FFF2-40B4-BE49-F238E27FC236}">
                <a16:creationId xmlns:a16="http://schemas.microsoft.com/office/drawing/2014/main" id="{EBE9E354-3997-9242-93BB-799B7F7809EE}"/>
              </a:ext>
            </a:extLst>
          </p:cNvPr>
          <p:cNvSpPr>
            <a:spLocks/>
          </p:cNvSpPr>
          <p:nvPr/>
        </p:nvSpPr>
        <p:spPr bwMode="auto">
          <a:xfrm>
            <a:off x="6045200" y="2146300"/>
            <a:ext cx="227013" cy="458788"/>
          </a:xfrm>
          <a:custGeom>
            <a:avLst/>
            <a:gdLst>
              <a:gd name="T0" fmla="*/ 0 w 143"/>
              <a:gd name="T1" fmla="*/ 0 h 289"/>
              <a:gd name="T2" fmla="*/ 2147483646 w 143"/>
              <a:gd name="T3" fmla="*/ 0 h 289"/>
              <a:gd name="T4" fmla="*/ 2147483646 w 143"/>
              <a:gd name="T5" fmla="*/ 2147483646 h 289"/>
              <a:gd name="T6" fmla="*/ 0 w 143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3" h="289">
                <a:moveTo>
                  <a:pt x="0" y="0"/>
                </a:moveTo>
                <a:lnTo>
                  <a:pt x="142" y="0"/>
                </a:lnTo>
                <a:lnTo>
                  <a:pt x="142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99" name="Line 41">
            <a:extLst>
              <a:ext uri="{FF2B5EF4-FFF2-40B4-BE49-F238E27FC236}">
                <a16:creationId xmlns:a16="http://schemas.microsoft.com/office/drawing/2014/main" id="{5EF51BD6-4C06-3F4D-861E-57DFE46008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1650" y="2374900"/>
            <a:ext cx="233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00" name="Line 42">
            <a:extLst>
              <a:ext uri="{FF2B5EF4-FFF2-40B4-BE49-F238E27FC236}">
                <a16:creationId xmlns:a16="http://schemas.microsoft.com/office/drawing/2014/main" id="{63D84149-56F8-E740-AA7E-5EBF538D2D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3300" y="2374900"/>
            <a:ext cx="258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01" name="Freeform 43">
            <a:extLst>
              <a:ext uri="{FF2B5EF4-FFF2-40B4-BE49-F238E27FC236}">
                <a16:creationId xmlns:a16="http://schemas.microsoft.com/office/drawing/2014/main" id="{9BAB43E7-0D03-A740-BED7-B9F28E3747DC}"/>
              </a:ext>
            </a:extLst>
          </p:cNvPr>
          <p:cNvSpPr>
            <a:spLocks/>
          </p:cNvSpPr>
          <p:nvPr/>
        </p:nvSpPr>
        <p:spPr bwMode="auto">
          <a:xfrm>
            <a:off x="5011738" y="2374900"/>
            <a:ext cx="684212" cy="306388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02" name="Line 44">
            <a:extLst>
              <a:ext uri="{FF2B5EF4-FFF2-40B4-BE49-F238E27FC236}">
                <a16:creationId xmlns:a16="http://schemas.microsoft.com/office/drawing/2014/main" id="{8662F17C-7C58-6246-AE0D-ACF0F4500E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2113" y="2527300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03" name="Freeform 45">
            <a:extLst>
              <a:ext uri="{FF2B5EF4-FFF2-40B4-BE49-F238E27FC236}">
                <a16:creationId xmlns:a16="http://schemas.microsoft.com/office/drawing/2014/main" id="{7B4E02D8-8E6F-7E49-8BFF-91EB7681FD51}"/>
              </a:ext>
            </a:extLst>
          </p:cNvPr>
          <p:cNvSpPr>
            <a:spLocks/>
          </p:cNvSpPr>
          <p:nvPr/>
        </p:nvSpPr>
        <p:spPr bwMode="auto">
          <a:xfrm>
            <a:off x="4381500" y="2366963"/>
            <a:ext cx="534988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2204" name="Group 46">
            <a:extLst>
              <a:ext uri="{FF2B5EF4-FFF2-40B4-BE49-F238E27FC236}">
                <a16:creationId xmlns:a16="http://schemas.microsoft.com/office/drawing/2014/main" id="{3E82DC9B-F44E-4B4B-9141-19C62555BFD9}"/>
              </a:ext>
            </a:extLst>
          </p:cNvPr>
          <p:cNvGrpSpPr>
            <a:grpSpLocks/>
          </p:cNvGrpSpPr>
          <p:nvPr/>
        </p:nvGrpSpPr>
        <p:grpSpPr bwMode="auto">
          <a:xfrm>
            <a:off x="7167563" y="4838700"/>
            <a:ext cx="352425" cy="763588"/>
            <a:chOff x="4560" y="3045"/>
            <a:chExt cx="222" cy="481"/>
          </a:xfrm>
        </p:grpSpPr>
        <p:sp>
          <p:nvSpPr>
            <p:cNvPr id="92315" name="Freeform 47">
              <a:extLst>
                <a:ext uri="{FF2B5EF4-FFF2-40B4-BE49-F238E27FC236}">
                  <a16:creationId xmlns:a16="http://schemas.microsoft.com/office/drawing/2014/main" id="{01104C70-297F-5244-B472-BD8770142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3045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6" name="Rectangle 48">
              <a:extLst>
                <a:ext uri="{FF2B5EF4-FFF2-40B4-BE49-F238E27FC236}">
                  <a16:creationId xmlns:a16="http://schemas.microsoft.com/office/drawing/2014/main" id="{5418D6B0-C3C0-6247-815C-DEBB559C7E5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473" y="3168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92205" name="Group 49">
            <a:extLst>
              <a:ext uri="{FF2B5EF4-FFF2-40B4-BE49-F238E27FC236}">
                <a16:creationId xmlns:a16="http://schemas.microsoft.com/office/drawing/2014/main" id="{07857C4F-461A-C44D-8311-ABB075ECB942}"/>
              </a:ext>
            </a:extLst>
          </p:cNvPr>
          <p:cNvGrpSpPr>
            <a:grpSpLocks/>
          </p:cNvGrpSpPr>
          <p:nvPr/>
        </p:nvGrpSpPr>
        <p:grpSpPr bwMode="auto">
          <a:xfrm>
            <a:off x="5688013" y="4991100"/>
            <a:ext cx="563562" cy="458788"/>
            <a:chOff x="3628" y="3141"/>
            <a:chExt cx="355" cy="289"/>
          </a:xfrm>
        </p:grpSpPr>
        <p:sp>
          <p:nvSpPr>
            <p:cNvPr id="92311" name="Rectangle 50">
              <a:extLst>
                <a:ext uri="{FF2B5EF4-FFF2-40B4-BE49-F238E27FC236}">
                  <a16:creationId xmlns:a16="http://schemas.microsoft.com/office/drawing/2014/main" id="{7A9DD29E-E7F7-F248-AEFA-C91EBC26B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8" y="3147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92312" name="Group 51">
              <a:extLst>
                <a:ext uri="{FF2B5EF4-FFF2-40B4-BE49-F238E27FC236}">
                  <a16:creationId xmlns:a16="http://schemas.microsoft.com/office/drawing/2014/main" id="{FED92764-49EA-974F-80D6-163E690930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3" y="3141"/>
              <a:ext cx="340" cy="289"/>
              <a:chOff x="3643" y="3141"/>
              <a:chExt cx="340" cy="289"/>
            </a:xfrm>
          </p:grpSpPr>
          <p:sp>
            <p:nvSpPr>
              <p:cNvPr id="92313" name="Freeform 52">
                <a:extLst>
                  <a:ext uri="{FF2B5EF4-FFF2-40B4-BE49-F238E27FC236}">
                    <a16:creationId xmlns:a16="http://schemas.microsoft.com/office/drawing/2014/main" id="{29F9B2FE-7C1E-E14B-ABA7-49C9C58390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3" y="3141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14" name="Freeform 53">
                <a:extLst>
                  <a:ext uri="{FF2B5EF4-FFF2-40B4-BE49-F238E27FC236}">
                    <a16:creationId xmlns:a16="http://schemas.microsoft.com/office/drawing/2014/main" id="{E1AC8019-6AFC-244A-9A11-BBF978C140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3141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92206" name="Rectangle 54">
            <a:extLst>
              <a:ext uri="{FF2B5EF4-FFF2-40B4-BE49-F238E27FC236}">
                <a16:creationId xmlns:a16="http://schemas.microsoft.com/office/drawing/2014/main" id="{4FE857CB-A6D1-404F-ADC4-248E2C54A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8263" y="500856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92207" name="Group 55">
            <a:extLst>
              <a:ext uri="{FF2B5EF4-FFF2-40B4-BE49-F238E27FC236}">
                <a16:creationId xmlns:a16="http://schemas.microsoft.com/office/drawing/2014/main" id="{B1A716BB-65D1-EE45-A6A3-163BC988EE6A}"/>
              </a:ext>
            </a:extLst>
          </p:cNvPr>
          <p:cNvGrpSpPr>
            <a:grpSpLocks/>
          </p:cNvGrpSpPr>
          <p:nvPr/>
        </p:nvGrpSpPr>
        <p:grpSpPr bwMode="auto">
          <a:xfrm>
            <a:off x="6442075" y="4991100"/>
            <a:ext cx="469900" cy="458788"/>
            <a:chOff x="4103" y="3141"/>
            <a:chExt cx="296" cy="289"/>
          </a:xfrm>
        </p:grpSpPr>
        <p:sp>
          <p:nvSpPr>
            <p:cNvPr id="92309" name="Freeform 56">
              <a:extLst>
                <a:ext uri="{FF2B5EF4-FFF2-40B4-BE49-F238E27FC236}">
                  <a16:creationId xmlns:a16="http://schemas.microsoft.com/office/drawing/2014/main" id="{4CA08340-187B-1A40-98DE-A98F621C2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" y="3141"/>
              <a:ext cx="149" cy="289"/>
            </a:xfrm>
            <a:custGeom>
              <a:avLst/>
              <a:gdLst>
                <a:gd name="T0" fmla="*/ 148 w 149"/>
                <a:gd name="T1" fmla="*/ 0 h 289"/>
                <a:gd name="T2" fmla="*/ 0 w 149"/>
                <a:gd name="T3" fmla="*/ 0 h 289"/>
                <a:gd name="T4" fmla="*/ 0 w 149"/>
                <a:gd name="T5" fmla="*/ 288 h 289"/>
                <a:gd name="T6" fmla="*/ 148 w 149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9" h="289">
                  <a:moveTo>
                    <a:pt x="148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8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0" name="Freeform 57">
              <a:extLst>
                <a:ext uri="{FF2B5EF4-FFF2-40B4-BE49-F238E27FC236}">
                  <a16:creationId xmlns:a16="http://schemas.microsoft.com/office/drawing/2014/main" id="{744CAB10-F672-9546-9001-DD3F09EF0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" y="3141"/>
              <a:ext cx="148" cy="289"/>
            </a:xfrm>
            <a:custGeom>
              <a:avLst/>
              <a:gdLst>
                <a:gd name="T0" fmla="*/ 0 w 148"/>
                <a:gd name="T1" fmla="*/ 0 h 289"/>
                <a:gd name="T2" fmla="*/ 147 w 148"/>
                <a:gd name="T3" fmla="*/ 0 h 289"/>
                <a:gd name="T4" fmla="*/ 147 w 148"/>
                <a:gd name="T5" fmla="*/ 288 h 289"/>
                <a:gd name="T6" fmla="*/ 0 w 148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8" h="289">
                  <a:moveTo>
                    <a:pt x="0" y="0"/>
                  </a:moveTo>
                  <a:lnTo>
                    <a:pt x="147" y="0"/>
                  </a:lnTo>
                  <a:lnTo>
                    <a:pt x="147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208" name="Line 58">
            <a:extLst>
              <a:ext uri="{FF2B5EF4-FFF2-40B4-BE49-F238E27FC236}">
                <a16:creationId xmlns:a16="http://schemas.microsoft.com/office/drawing/2014/main" id="{4FD26DB7-E54E-CA46-9C2C-46545D2BEDB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3163" y="5219700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09" name="Freeform 59">
            <a:extLst>
              <a:ext uri="{FF2B5EF4-FFF2-40B4-BE49-F238E27FC236}">
                <a16:creationId xmlns:a16="http://schemas.microsoft.com/office/drawing/2014/main" id="{560FDD88-52AA-384B-AFBE-6C130C13D188}"/>
              </a:ext>
            </a:extLst>
          </p:cNvPr>
          <p:cNvSpPr>
            <a:spLocks/>
          </p:cNvSpPr>
          <p:nvPr/>
        </p:nvSpPr>
        <p:spPr bwMode="auto">
          <a:xfrm>
            <a:off x="6357938" y="5067300"/>
            <a:ext cx="76200" cy="153988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10" name="Line 60">
            <a:extLst>
              <a:ext uri="{FF2B5EF4-FFF2-40B4-BE49-F238E27FC236}">
                <a16:creationId xmlns:a16="http://schemas.microsoft.com/office/drawing/2014/main" id="{7E429A25-E974-8F40-9266-DD252DB7A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3563" y="5067300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11" name="Rectangle 61">
            <a:extLst>
              <a:ext uri="{FF2B5EF4-FFF2-40B4-BE49-F238E27FC236}">
                <a16:creationId xmlns:a16="http://schemas.microsoft.com/office/drawing/2014/main" id="{2208CFDB-E48D-D941-808C-CF95F50DB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0" y="5000625"/>
            <a:ext cx="4968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92212" name="Group 62">
            <a:extLst>
              <a:ext uri="{FF2B5EF4-FFF2-40B4-BE49-F238E27FC236}">
                <a16:creationId xmlns:a16="http://schemas.microsoft.com/office/drawing/2014/main" id="{29B070E6-D9A9-A847-8BAE-C3A601A74F41}"/>
              </a:ext>
            </a:extLst>
          </p:cNvPr>
          <p:cNvGrpSpPr>
            <a:grpSpLocks/>
          </p:cNvGrpSpPr>
          <p:nvPr/>
        </p:nvGrpSpPr>
        <p:grpSpPr bwMode="auto">
          <a:xfrm>
            <a:off x="7789863" y="4991100"/>
            <a:ext cx="515937" cy="458788"/>
            <a:chOff x="4952" y="3141"/>
            <a:chExt cx="325" cy="289"/>
          </a:xfrm>
        </p:grpSpPr>
        <p:sp>
          <p:nvSpPr>
            <p:cNvPr id="92307" name="Freeform 63">
              <a:extLst>
                <a:ext uri="{FF2B5EF4-FFF2-40B4-BE49-F238E27FC236}">
                  <a16:creationId xmlns:a16="http://schemas.microsoft.com/office/drawing/2014/main" id="{82FB4225-4FB8-B84A-A8C0-48B4BA854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2" y="3141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8" name="Freeform 64">
              <a:extLst>
                <a:ext uri="{FF2B5EF4-FFF2-40B4-BE49-F238E27FC236}">
                  <a16:creationId xmlns:a16="http://schemas.microsoft.com/office/drawing/2014/main" id="{E81FAF7A-DAC7-3840-B547-53CCAB61C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3" y="3141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213" name="Rectangle 65">
            <a:extLst>
              <a:ext uri="{FF2B5EF4-FFF2-40B4-BE49-F238E27FC236}">
                <a16:creationId xmlns:a16="http://schemas.microsoft.com/office/drawing/2014/main" id="{F0EC16A7-A016-A642-8EFE-2BC367867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6300" y="5000625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92214" name="Group 66">
            <a:extLst>
              <a:ext uri="{FF2B5EF4-FFF2-40B4-BE49-F238E27FC236}">
                <a16:creationId xmlns:a16="http://schemas.microsoft.com/office/drawing/2014/main" id="{AAE7D033-26F2-CE48-9E90-A195F361A876}"/>
              </a:ext>
            </a:extLst>
          </p:cNvPr>
          <p:cNvGrpSpPr>
            <a:grpSpLocks/>
          </p:cNvGrpSpPr>
          <p:nvPr/>
        </p:nvGrpSpPr>
        <p:grpSpPr bwMode="auto">
          <a:xfrm>
            <a:off x="8532813" y="4991100"/>
            <a:ext cx="450850" cy="458788"/>
            <a:chOff x="5420" y="3141"/>
            <a:chExt cx="284" cy="289"/>
          </a:xfrm>
        </p:grpSpPr>
        <p:sp>
          <p:nvSpPr>
            <p:cNvPr id="92305" name="Freeform 67">
              <a:extLst>
                <a:ext uri="{FF2B5EF4-FFF2-40B4-BE49-F238E27FC236}">
                  <a16:creationId xmlns:a16="http://schemas.microsoft.com/office/drawing/2014/main" id="{33900887-1CDB-F343-B7D4-62977C963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0" y="3141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6" name="Freeform 68">
              <a:extLst>
                <a:ext uri="{FF2B5EF4-FFF2-40B4-BE49-F238E27FC236}">
                  <a16:creationId xmlns:a16="http://schemas.microsoft.com/office/drawing/2014/main" id="{EF119A0F-53D2-D649-8117-83B5DDFA3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1" y="3141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215" name="Line 69">
            <a:extLst>
              <a:ext uri="{FF2B5EF4-FFF2-40B4-BE49-F238E27FC236}">
                <a16:creationId xmlns:a16="http://schemas.microsoft.com/office/drawing/2014/main" id="{F0772917-130A-2A4E-A9F4-5655CFDE770B}"/>
              </a:ext>
            </a:extLst>
          </p:cNvPr>
          <p:cNvSpPr>
            <a:spLocks noChangeShapeType="1"/>
          </p:cNvSpPr>
          <p:nvPr/>
        </p:nvSpPr>
        <p:spPr bwMode="auto">
          <a:xfrm>
            <a:off x="8293100" y="5219700"/>
            <a:ext cx="233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16" name="Line 70">
            <a:extLst>
              <a:ext uri="{FF2B5EF4-FFF2-40B4-BE49-F238E27FC236}">
                <a16:creationId xmlns:a16="http://schemas.microsoft.com/office/drawing/2014/main" id="{9A799C0B-9577-7549-AACF-0EA86126B8C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0" y="5219700"/>
            <a:ext cx="258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17" name="Freeform 71">
            <a:extLst>
              <a:ext uri="{FF2B5EF4-FFF2-40B4-BE49-F238E27FC236}">
                <a16:creationId xmlns:a16="http://schemas.microsoft.com/office/drawing/2014/main" id="{5D676455-08F1-164B-B3BA-88DB55EB14AA}"/>
              </a:ext>
            </a:extLst>
          </p:cNvPr>
          <p:cNvSpPr>
            <a:spLocks/>
          </p:cNvSpPr>
          <p:nvPr/>
        </p:nvSpPr>
        <p:spPr bwMode="auto">
          <a:xfrm>
            <a:off x="7723188" y="5219700"/>
            <a:ext cx="684212" cy="306388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18" name="Line 72">
            <a:extLst>
              <a:ext uri="{FF2B5EF4-FFF2-40B4-BE49-F238E27FC236}">
                <a16:creationId xmlns:a16="http://schemas.microsoft.com/office/drawing/2014/main" id="{EC6AD464-7222-854D-B62A-3D53970AA9A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3563" y="5372100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19" name="Freeform 73">
            <a:extLst>
              <a:ext uri="{FF2B5EF4-FFF2-40B4-BE49-F238E27FC236}">
                <a16:creationId xmlns:a16="http://schemas.microsoft.com/office/drawing/2014/main" id="{841ABDAE-AB31-E243-8C81-5ADD5176B1BC}"/>
              </a:ext>
            </a:extLst>
          </p:cNvPr>
          <p:cNvSpPr>
            <a:spLocks/>
          </p:cNvSpPr>
          <p:nvPr/>
        </p:nvSpPr>
        <p:spPr bwMode="auto">
          <a:xfrm>
            <a:off x="7092950" y="5211763"/>
            <a:ext cx="534988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20" name="Line 74">
            <a:extLst>
              <a:ext uri="{FF2B5EF4-FFF2-40B4-BE49-F238E27FC236}">
                <a16:creationId xmlns:a16="http://schemas.microsoft.com/office/drawing/2014/main" id="{A64FA0E3-4B59-C04D-8B3C-01D5FE56BF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4138" y="2438400"/>
            <a:ext cx="204787" cy="25368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21" name="Oval 75">
            <a:extLst>
              <a:ext uri="{FF2B5EF4-FFF2-40B4-BE49-F238E27FC236}">
                <a16:creationId xmlns:a16="http://schemas.microsoft.com/office/drawing/2014/main" id="{400E1C5D-BEC5-484F-916F-17C7983EF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9050" y="2339975"/>
            <a:ext cx="106363" cy="10636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2222" name="Rectangle 76">
            <a:extLst>
              <a:ext uri="{FF2B5EF4-FFF2-40B4-BE49-F238E27FC236}">
                <a16:creationId xmlns:a16="http://schemas.microsoft.com/office/drawing/2014/main" id="{A334699D-058C-704E-AB74-466503DDB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" y="2897188"/>
            <a:ext cx="893763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stall</a:t>
            </a:r>
          </a:p>
        </p:txBody>
      </p:sp>
      <p:sp>
        <p:nvSpPr>
          <p:cNvPr id="92223" name="Rectangle 77">
            <a:extLst>
              <a:ext uri="{FF2B5EF4-FFF2-40B4-BE49-F238E27FC236}">
                <a16:creationId xmlns:a16="http://schemas.microsoft.com/office/drawing/2014/main" id="{CF49CA27-0D2A-E543-B3A2-90BDD0375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" y="3570288"/>
            <a:ext cx="893763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stall</a:t>
            </a:r>
          </a:p>
        </p:txBody>
      </p:sp>
      <p:sp>
        <p:nvSpPr>
          <p:cNvPr id="92224" name="Rectangle 78">
            <a:extLst>
              <a:ext uri="{FF2B5EF4-FFF2-40B4-BE49-F238E27FC236}">
                <a16:creationId xmlns:a16="http://schemas.microsoft.com/office/drawing/2014/main" id="{3628FA10-26E7-FE48-9A65-C6904EF3B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" y="4217988"/>
            <a:ext cx="893763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stall</a:t>
            </a:r>
          </a:p>
        </p:txBody>
      </p:sp>
      <p:grpSp>
        <p:nvGrpSpPr>
          <p:cNvPr id="92225" name="Group 79">
            <a:extLst>
              <a:ext uri="{FF2B5EF4-FFF2-40B4-BE49-F238E27FC236}">
                <a16:creationId xmlns:a16="http://schemas.microsoft.com/office/drawing/2014/main" id="{51274ECF-6B89-5F48-8231-8557816260CE}"/>
              </a:ext>
            </a:extLst>
          </p:cNvPr>
          <p:cNvGrpSpPr>
            <a:grpSpLocks/>
          </p:cNvGrpSpPr>
          <p:nvPr/>
        </p:nvGrpSpPr>
        <p:grpSpPr bwMode="auto">
          <a:xfrm>
            <a:off x="7821613" y="5567363"/>
            <a:ext cx="352425" cy="763587"/>
            <a:chOff x="4972" y="3504"/>
            <a:chExt cx="222" cy="481"/>
          </a:xfrm>
        </p:grpSpPr>
        <p:sp>
          <p:nvSpPr>
            <p:cNvPr id="92303" name="Freeform 80">
              <a:extLst>
                <a:ext uri="{FF2B5EF4-FFF2-40B4-BE49-F238E27FC236}">
                  <a16:creationId xmlns:a16="http://schemas.microsoft.com/office/drawing/2014/main" id="{BDF67874-D9CA-BF46-80DD-E0CD9790D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1" y="3504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4" name="Rectangle 81">
              <a:extLst>
                <a:ext uri="{FF2B5EF4-FFF2-40B4-BE49-F238E27FC236}">
                  <a16:creationId xmlns:a16="http://schemas.microsoft.com/office/drawing/2014/main" id="{777B56F7-D3FE-AE40-8EA1-154854ACF6E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85" y="3627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92226" name="Group 82">
            <a:extLst>
              <a:ext uri="{FF2B5EF4-FFF2-40B4-BE49-F238E27FC236}">
                <a16:creationId xmlns:a16="http://schemas.microsoft.com/office/drawing/2014/main" id="{4183CBD1-4C92-524C-87F3-AA68CAAF8575}"/>
              </a:ext>
            </a:extLst>
          </p:cNvPr>
          <p:cNvGrpSpPr>
            <a:grpSpLocks/>
          </p:cNvGrpSpPr>
          <p:nvPr/>
        </p:nvGrpSpPr>
        <p:grpSpPr bwMode="auto">
          <a:xfrm>
            <a:off x="6367463" y="5719763"/>
            <a:ext cx="563562" cy="458787"/>
            <a:chOff x="4040" y="3600"/>
            <a:chExt cx="355" cy="289"/>
          </a:xfrm>
        </p:grpSpPr>
        <p:sp>
          <p:nvSpPr>
            <p:cNvPr id="92299" name="Rectangle 83">
              <a:extLst>
                <a:ext uri="{FF2B5EF4-FFF2-40B4-BE49-F238E27FC236}">
                  <a16:creationId xmlns:a16="http://schemas.microsoft.com/office/drawing/2014/main" id="{A86968A4-820F-054C-AAD4-72A9F6992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0" y="3606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92300" name="Group 84">
              <a:extLst>
                <a:ext uri="{FF2B5EF4-FFF2-40B4-BE49-F238E27FC236}">
                  <a16:creationId xmlns:a16="http://schemas.microsoft.com/office/drawing/2014/main" id="{DF9FBEAE-E6CA-3341-BF98-EC92DD6B8D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5" y="3600"/>
              <a:ext cx="340" cy="289"/>
              <a:chOff x="4055" y="3600"/>
              <a:chExt cx="340" cy="289"/>
            </a:xfrm>
          </p:grpSpPr>
          <p:sp>
            <p:nvSpPr>
              <p:cNvPr id="92301" name="Freeform 85">
                <a:extLst>
                  <a:ext uri="{FF2B5EF4-FFF2-40B4-BE49-F238E27FC236}">
                    <a16:creationId xmlns:a16="http://schemas.microsoft.com/office/drawing/2014/main" id="{6C340F33-C57B-354C-8F5D-5FC14E3B6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5" y="3600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02" name="Freeform 86">
                <a:extLst>
                  <a:ext uri="{FF2B5EF4-FFF2-40B4-BE49-F238E27FC236}">
                    <a16:creationId xmlns:a16="http://schemas.microsoft.com/office/drawing/2014/main" id="{66F07401-6958-BC4F-897B-2787835102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3600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92227" name="Rectangle 87">
            <a:extLst>
              <a:ext uri="{FF2B5EF4-FFF2-40B4-BE49-F238E27FC236}">
                <a16:creationId xmlns:a16="http://schemas.microsoft.com/office/drawing/2014/main" id="{3061D924-7611-734B-A79A-AA048070C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7713" y="5737225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92228" name="Group 88">
            <a:extLst>
              <a:ext uri="{FF2B5EF4-FFF2-40B4-BE49-F238E27FC236}">
                <a16:creationId xmlns:a16="http://schemas.microsoft.com/office/drawing/2014/main" id="{E5A27124-AA93-2940-A204-4E11A3C40F29}"/>
              </a:ext>
            </a:extLst>
          </p:cNvPr>
          <p:cNvGrpSpPr>
            <a:grpSpLocks/>
          </p:cNvGrpSpPr>
          <p:nvPr/>
        </p:nvGrpSpPr>
        <p:grpSpPr bwMode="auto">
          <a:xfrm>
            <a:off x="7121525" y="5719763"/>
            <a:ext cx="469900" cy="458787"/>
            <a:chOff x="4515" y="3600"/>
            <a:chExt cx="296" cy="289"/>
          </a:xfrm>
        </p:grpSpPr>
        <p:sp>
          <p:nvSpPr>
            <p:cNvPr id="92297" name="Freeform 89">
              <a:extLst>
                <a:ext uri="{FF2B5EF4-FFF2-40B4-BE49-F238E27FC236}">
                  <a16:creationId xmlns:a16="http://schemas.microsoft.com/office/drawing/2014/main" id="{C7C9DD95-F24C-DD4A-A66E-AD6FA6F03A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3600"/>
              <a:ext cx="149" cy="289"/>
            </a:xfrm>
            <a:custGeom>
              <a:avLst/>
              <a:gdLst>
                <a:gd name="T0" fmla="*/ 148 w 149"/>
                <a:gd name="T1" fmla="*/ 0 h 289"/>
                <a:gd name="T2" fmla="*/ 0 w 149"/>
                <a:gd name="T3" fmla="*/ 0 h 289"/>
                <a:gd name="T4" fmla="*/ 0 w 149"/>
                <a:gd name="T5" fmla="*/ 288 h 289"/>
                <a:gd name="T6" fmla="*/ 148 w 149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9" h="289">
                  <a:moveTo>
                    <a:pt x="148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8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8" name="Freeform 90">
              <a:extLst>
                <a:ext uri="{FF2B5EF4-FFF2-40B4-BE49-F238E27FC236}">
                  <a16:creationId xmlns:a16="http://schemas.microsoft.com/office/drawing/2014/main" id="{268C8C32-1B3B-CB44-AA86-F3BE6754C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3" y="3600"/>
              <a:ext cx="148" cy="289"/>
            </a:xfrm>
            <a:custGeom>
              <a:avLst/>
              <a:gdLst>
                <a:gd name="T0" fmla="*/ 0 w 148"/>
                <a:gd name="T1" fmla="*/ 0 h 289"/>
                <a:gd name="T2" fmla="*/ 147 w 148"/>
                <a:gd name="T3" fmla="*/ 0 h 289"/>
                <a:gd name="T4" fmla="*/ 147 w 148"/>
                <a:gd name="T5" fmla="*/ 288 h 289"/>
                <a:gd name="T6" fmla="*/ 0 w 148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8" h="289">
                  <a:moveTo>
                    <a:pt x="0" y="0"/>
                  </a:moveTo>
                  <a:lnTo>
                    <a:pt x="147" y="0"/>
                  </a:lnTo>
                  <a:lnTo>
                    <a:pt x="147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229" name="Line 91">
            <a:extLst>
              <a:ext uri="{FF2B5EF4-FFF2-40B4-BE49-F238E27FC236}">
                <a16:creationId xmlns:a16="http://schemas.microsoft.com/office/drawing/2014/main" id="{80FCCAC9-3533-DA4C-9208-7EE5EDD7E9F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2613" y="5948363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30" name="Freeform 92">
            <a:extLst>
              <a:ext uri="{FF2B5EF4-FFF2-40B4-BE49-F238E27FC236}">
                <a16:creationId xmlns:a16="http://schemas.microsoft.com/office/drawing/2014/main" id="{0F24E19C-CB03-0E4E-974B-D0D0B098EDBF}"/>
              </a:ext>
            </a:extLst>
          </p:cNvPr>
          <p:cNvSpPr>
            <a:spLocks/>
          </p:cNvSpPr>
          <p:nvPr/>
        </p:nvSpPr>
        <p:spPr bwMode="auto">
          <a:xfrm>
            <a:off x="7037388" y="5795963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31" name="Line 93">
            <a:extLst>
              <a:ext uri="{FF2B5EF4-FFF2-40B4-BE49-F238E27FC236}">
                <a16:creationId xmlns:a16="http://schemas.microsoft.com/office/drawing/2014/main" id="{C573DE50-D8A1-0D46-8A3D-8EA5668F2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3013" y="5795963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32" name="Rectangle 94">
            <a:extLst>
              <a:ext uri="{FF2B5EF4-FFF2-40B4-BE49-F238E27FC236}">
                <a16:creationId xmlns:a16="http://schemas.microsoft.com/office/drawing/2014/main" id="{FDB836EE-7CC8-774D-BE49-5BA943657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700" y="5729288"/>
            <a:ext cx="4968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92233" name="Group 95">
            <a:extLst>
              <a:ext uri="{FF2B5EF4-FFF2-40B4-BE49-F238E27FC236}">
                <a16:creationId xmlns:a16="http://schemas.microsoft.com/office/drawing/2014/main" id="{CAB4E9F8-2158-1E4F-A199-A0F45A107429}"/>
              </a:ext>
            </a:extLst>
          </p:cNvPr>
          <p:cNvGrpSpPr>
            <a:grpSpLocks/>
          </p:cNvGrpSpPr>
          <p:nvPr/>
        </p:nvGrpSpPr>
        <p:grpSpPr bwMode="auto">
          <a:xfrm>
            <a:off x="8469313" y="5719763"/>
            <a:ext cx="515937" cy="458787"/>
            <a:chOff x="5364" y="3600"/>
            <a:chExt cx="325" cy="289"/>
          </a:xfrm>
        </p:grpSpPr>
        <p:sp>
          <p:nvSpPr>
            <p:cNvPr id="92295" name="Freeform 96">
              <a:extLst>
                <a:ext uri="{FF2B5EF4-FFF2-40B4-BE49-F238E27FC236}">
                  <a16:creationId xmlns:a16="http://schemas.microsoft.com/office/drawing/2014/main" id="{D4849353-542C-304E-A451-F5730A486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4" y="3600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6" name="Freeform 97">
              <a:extLst>
                <a:ext uri="{FF2B5EF4-FFF2-40B4-BE49-F238E27FC236}">
                  <a16:creationId xmlns:a16="http://schemas.microsoft.com/office/drawing/2014/main" id="{02D08EEF-B277-AA45-A422-27BF27735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5" y="3600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234" name="Line 98">
            <a:extLst>
              <a:ext uri="{FF2B5EF4-FFF2-40B4-BE49-F238E27FC236}">
                <a16:creationId xmlns:a16="http://schemas.microsoft.com/office/drawing/2014/main" id="{B96D48EC-E49E-7543-89EC-67A5FD5DE105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4200" y="5948363"/>
            <a:ext cx="258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35" name="Freeform 99">
            <a:extLst>
              <a:ext uri="{FF2B5EF4-FFF2-40B4-BE49-F238E27FC236}">
                <a16:creationId xmlns:a16="http://schemas.microsoft.com/office/drawing/2014/main" id="{9208F1BE-3576-DE41-A1A9-4ED706B0B0EB}"/>
              </a:ext>
            </a:extLst>
          </p:cNvPr>
          <p:cNvSpPr>
            <a:spLocks/>
          </p:cNvSpPr>
          <p:nvPr/>
        </p:nvSpPr>
        <p:spPr bwMode="auto">
          <a:xfrm>
            <a:off x="8428038" y="5948363"/>
            <a:ext cx="684212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36" name="Line 100">
            <a:extLst>
              <a:ext uri="{FF2B5EF4-FFF2-40B4-BE49-F238E27FC236}">
                <a16:creationId xmlns:a16="http://schemas.microsoft.com/office/drawing/2014/main" id="{7F0F75C8-278B-CE46-B691-DDEF9C2180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3013" y="6100763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37" name="Freeform 101">
            <a:extLst>
              <a:ext uri="{FF2B5EF4-FFF2-40B4-BE49-F238E27FC236}">
                <a16:creationId xmlns:a16="http://schemas.microsoft.com/office/drawing/2014/main" id="{B8EF4736-9E9B-C343-8261-3D998B8E8A08}"/>
              </a:ext>
            </a:extLst>
          </p:cNvPr>
          <p:cNvSpPr>
            <a:spLocks/>
          </p:cNvSpPr>
          <p:nvPr/>
        </p:nvSpPr>
        <p:spPr bwMode="auto">
          <a:xfrm>
            <a:off x="7772400" y="5940425"/>
            <a:ext cx="534988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2238" name="Group 102">
            <a:extLst>
              <a:ext uri="{FF2B5EF4-FFF2-40B4-BE49-F238E27FC236}">
                <a16:creationId xmlns:a16="http://schemas.microsoft.com/office/drawing/2014/main" id="{6729B131-E961-514E-A234-22FCFD3CAFAA}"/>
              </a:ext>
            </a:extLst>
          </p:cNvPr>
          <p:cNvGrpSpPr>
            <a:grpSpLocks/>
          </p:cNvGrpSpPr>
          <p:nvPr/>
        </p:nvGrpSpPr>
        <p:grpSpPr bwMode="auto">
          <a:xfrm>
            <a:off x="3627438" y="2841625"/>
            <a:ext cx="3462337" cy="542925"/>
            <a:chOff x="2330" y="1787"/>
            <a:chExt cx="2181" cy="342"/>
          </a:xfrm>
        </p:grpSpPr>
        <p:grpSp>
          <p:nvGrpSpPr>
            <p:cNvPr id="92278" name="Group 103">
              <a:extLst>
                <a:ext uri="{FF2B5EF4-FFF2-40B4-BE49-F238E27FC236}">
                  <a16:creationId xmlns:a16="http://schemas.microsoft.com/office/drawing/2014/main" id="{03FDA77E-5065-B042-B7A0-CE65785718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" y="1787"/>
              <a:ext cx="485" cy="342"/>
              <a:chOff x="2736" y="1787"/>
              <a:chExt cx="485" cy="342"/>
            </a:xfrm>
          </p:grpSpPr>
          <p:sp>
            <p:nvSpPr>
              <p:cNvPr id="92293" name="Freeform 104">
                <a:extLst>
                  <a:ext uri="{FF2B5EF4-FFF2-40B4-BE49-F238E27FC236}">
                    <a16:creationId xmlns:a16="http://schemas.microsoft.com/office/drawing/2014/main" id="{3DDBDED4-3049-164C-AFE8-622B0F1AD9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2" y="1787"/>
                <a:ext cx="459" cy="342"/>
              </a:xfrm>
              <a:custGeom>
                <a:avLst/>
                <a:gdLst>
                  <a:gd name="T0" fmla="*/ 42 w 459"/>
                  <a:gd name="T1" fmla="*/ 117 h 342"/>
                  <a:gd name="T2" fmla="*/ 64 w 459"/>
                  <a:gd name="T3" fmla="*/ 64 h 342"/>
                  <a:gd name="T4" fmla="*/ 64 w 459"/>
                  <a:gd name="T5" fmla="*/ 43 h 342"/>
                  <a:gd name="T6" fmla="*/ 74 w 459"/>
                  <a:gd name="T7" fmla="*/ 21 h 342"/>
                  <a:gd name="T8" fmla="*/ 96 w 459"/>
                  <a:gd name="T9" fmla="*/ 11 h 342"/>
                  <a:gd name="T10" fmla="*/ 117 w 459"/>
                  <a:gd name="T11" fmla="*/ 0 h 342"/>
                  <a:gd name="T12" fmla="*/ 138 w 459"/>
                  <a:gd name="T13" fmla="*/ 11 h 342"/>
                  <a:gd name="T14" fmla="*/ 160 w 459"/>
                  <a:gd name="T15" fmla="*/ 11 h 342"/>
                  <a:gd name="T16" fmla="*/ 170 w 459"/>
                  <a:gd name="T17" fmla="*/ 32 h 342"/>
                  <a:gd name="T18" fmla="*/ 192 w 459"/>
                  <a:gd name="T19" fmla="*/ 43 h 342"/>
                  <a:gd name="T20" fmla="*/ 213 w 459"/>
                  <a:gd name="T21" fmla="*/ 43 h 342"/>
                  <a:gd name="T22" fmla="*/ 213 w 459"/>
                  <a:gd name="T23" fmla="*/ 21 h 342"/>
                  <a:gd name="T24" fmla="*/ 234 w 459"/>
                  <a:gd name="T25" fmla="*/ 11 h 342"/>
                  <a:gd name="T26" fmla="*/ 256 w 459"/>
                  <a:gd name="T27" fmla="*/ 11 h 342"/>
                  <a:gd name="T28" fmla="*/ 277 w 459"/>
                  <a:gd name="T29" fmla="*/ 32 h 342"/>
                  <a:gd name="T30" fmla="*/ 309 w 459"/>
                  <a:gd name="T31" fmla="*/ 43 h 342"/>
                  <a:gd name="T32" fmla="*/ 309 w 459"/>
                  <a:gd name="T33" fmla="*/ 64 h 342"/>
                  <a:gd name="T34" fmla="*/ 352 w 459"/>
                  <a:gd name="T35" fmla="*/ 32 h 342"/>
                  <a:gd name="T36" fmla="*/ 373 w 459"/>
                  <a:gd name="T37" fmla="*/ 21 h 342"/>
                  <a:gd name="T38" fmla="*/ 394 w 459"/>
                  <a:gd name="T39" fmla="*/ 43 h 342"/>
                  <a:gd name="T40" fmla="*/ 394 w 459"/>
                  <a:gd name="T41" fmla="*/ 64 h 342"/>
                  <a:gd name="T42" fmla="*/ 394 w 459"/>
                  <a:gd name="T43" fmla="*/ 85 h 342"/>
                  <a:gd name="T44" fmla="*/ 394 w 459"/>
                  <a:gd name="T45" fmla="*/ 107 h 342"/>
                  <a:gd name="T46" fmla="*/ 416 w 459"/>
                  <a:gd name="T47" fmla="*/ 117 h 342"/>
                  <a:gd name="T48" fmla="*/ 437 w 459"/>
                  <a:gd name="T49" fmla="*/ 117 h 342"/>
                  <a:gd name="T50" fmla="*/ 448 w 459"/>
                  <a:gd name="T51" fmla="*/ 149 h 342"/>
                  <a:gd name="T52" fmla="*/ 448 w 459"/>
                  <a:gd name="T53" fmla="*/ 171 h 342"/>
                  <a:gd name="T54" fmla="*/ 458 w 459"/>
                  <a:gd name="T55" fmla="*/ 235 h 342"/>
                  <a:gd name="T56" fmla="*/ 458 w 459"/>
                  <a:gd name="T57" fmla="*/ 256 h 342"/>
                  <a:gd name="T58" fmla="*/ 448 w 459"/>
                  <a:gd name="T59" fmla="*/ 277 h 342"/>
                  <a:gd name="T60" fmla="*/ 437 w 459"/>
                  <a:gd name="T61" fmla="*/ 256 h 342"/>
                  <a:gd name="T62" fmla="*/ 394 w 459"/>
                  <a:gd name="T63" fmla="*/ 267 h 342"/>
                  <a:gd name="T64" fmla="*/ 362 w 459"/>
                  <a:gd name="T65" fmla="*/ 277 h 342"/>
                  <a:gd name="T66" fmla="*/ 341 w 459"/>
                  <a:gd name="T67" fmla="*/ 277 h 342"/>
                  <a:gd name="T68" fmla="*/ 320 w 459"/>
                  <a:gd name="T69" fmla="*/ 299 h 342"/>
                  <a:gd name="T70" fmla="*/ 320 w 459"/>
                  <a:gd name="T71" fmla="*/ 277 h 342"/>
                  <a:gd name="T72" fmla="*/ 309 w 459"/>
                  <a:gd name="T73" fmla="*/ 299 h 342"/>
                  <a:gd name="T74" fmla="*/ 288 w 459"/>
                  <a:gd name="T75" fmla="*/ 309 h 342"/>
                  <a:gd name="T76" fmla="*/ 277 w 459"/>
                  <a:gd name="T77" fmla="*/ 331 h 342"/>
                  <a:gd name="T78" fmla="*/ 234 w 459"/>
                  <a:gd name="T79" fmla="*/ 341 h 342"/>
                  <a:gd name="T80" fmla="*/ 213 w 459"/>
                  <a:gd name="T81" fmla="*/ 320 h 342"/>
                  <a:gd name="T82" fmla="*/ 181 w 459"/>
                  <a:gd name="T83" fmla="*/ 299 h 342"/>
                  <a:gd name="T84" fmla="*/ 160 w 459"/>
                  <a:gd name="T85" fmla="*/ 277 h 342"/>
                  <a:gd name="T86" fmla="*/ 138 w 459"/>
                  <a:gd name="T87" fmla="*/ 288 h 342"/>
                  <a:gd name="T88" fmla="*/ 128 w 459"/>
                  <a:gd name="T89" fmla="*/ 267 h 342"/>
                  <a:gd name="T90" fmla="*/ 106 w 459"/>
                  <a:gd name="T91" fmla="*/ 235 h 342"/>
                  <a:gd name="T92" fmla="*/ 85 w 459"/>
                  <a:gd name="T93" fmla="*/ 245 h 342"/>
                  <a:gd name="T94" fmla="*/ 74 w 459"/>
                  <a:gd name="T95" fmla="*/ 267 h 342"/>
                  <a:gd name="T96" fmla="*/ 53 w 459"/>
                  <a:gd name="T97" fmla="*/ 277 h 342"/>
                  <a:gd name="T98" fmla="*/ 53 w 459"/>
                  <a:gd name="T99" fmla="*/ 256 h 342"/>
                  <a:gd name="T100" fmla="*/ 32 w 459"/>
                  <a:gd name="T101" fmla="*/ 245 h 342"/>
                  <a:gd name="T102" fmla="*/ 21 w 459"/>
                  <a:gd name="T103" fmla="*/ 224 h 342"/>
                  <a:gd name="T104" fmla="*/ 10 w 459"/>
                  <a:gd name="T105" fmla="*/ 203 h 342"/>
                  <a:gd name="T106" fmla="*/ 10 w 459"/>
                  <a:gd name="T107" fmla="*/ 171 h 342"/>
                  <a:gd name="T108" fmla="*/ 0 w 459"/>
                  <a:gd name="T109" fmla="*/ 149 h 342"/>
                  <a:gd name="T110" fmla="*/ 21 w 459"/>
                  <a:gd name="T111" fmla="*/ 139 h 342"/>
                  <a:gd name="T112" fmla="*/ 53 w 459"/>
                  <a:gd name="T113" fmla="*/ 128 h 342"/>
                  <a:gd name="T114" fmla="*/ 53 w 459"/>
                  <a:gd name="T115" fmla="*/ 107 h 342"/>
                  <a:gd name="T116" fmla="*/ 42 w 459"/>
                  <a:gd name="T117" fmla="*/ 117 h 34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459" h="342">
                    <a:moveTo>
                      <a:pt x="42" y="117"/>
                    </a:moveTo>
                    <a:lnTo>
                      <a:pt x="64" y="64"/>
                    </a:lnTo>
                    <a:lnTo>
                      <a:pt x="64" y="43"/>
                    </a:lnTo>
                    <a:lnTo>
                      <a:pt x="74" y="21"/>
                    </a:lnTo>
                    <a:lnTo>
                      <a:pt x="96" y="11"/>
                    </a:lnTo>
                    <a:lnTo>
                      <a:pt x="117" y="0"/>
                    </a:lnTo>
                    <a:lnTo>
                      <a:pt x="138" y="11"/>
                    </a:lnTo>
                    <a:lnTo>
                      <a:pt x="160" y="11"/>
                    </a:lnTo>
                    <a:lnTo>
                      <a:pt x="170" y="32"/>
                    </a:lnTo>
                    <a:lnTo>
                      <a:pt x="192" y="43"/>
                    </a:lnTo>
                    <a:lnTo>
                      <a:pt x="213" y="43"/>
                    </a:lnTo>
                    <a:lnTo>
                      <a:pt x="213" y="21"/>
                    </a:lnTo>
                    <a:lnTo>
                      <a:pt x="234" y="11"/>
                    </a:lnTo>
                    <a:lnTo>
                      <a:pt x="256" y="11"/>
                    </a:lnTo>
                    <a:lnTo>
                      <a:pt x="277" y="32"/>
                    </a:lnTo>
                    <a:lnTo>
                      <a:pt x="309" y="43"/>
                    </a:lnTo>
                    <a:lnTo>
                      <a:pt x="309" y="64"/>
                    </a:lnTo>
                    <a:lnTo>
                      <a:pt x="352" y="32"/>
                    </a:lnTo>
                    <a:lnTo>
                      <a:pt x="373" y="21"/>
                    </a:lnTo>
                    <a:lnTo>
                      <a:pt x="394" y="43"/>
                    </a:lnTo>
                    <a:lnTo>
                      <a:pt x="394" y="64"/>
                    </a:lnTo>
                    <a:lnTo>
                      <a:pt x="394" y="85"/>
                    </a:lnTo>
                    <a:lnTo>
                      <a:pt x="394" y="107"/>
                    </a:lnTo>
                    <a:lnTo>
                      <a:pt x="416" y="117"/>
                    </a:lnTo>
                    <a:lnTo>
                      <a:pt x="437" y="117"/>
                    </a:lnTo>
                    <a:lnTo>
                      <a:pt x="448" y="149"/>
                    </a:lnTo>
                    <a:lnTo>
                      <a:pt x="448" y="171"/>
                    </a:lnTo>
                    <a:lnTo>
                      <a:pt x="458" y="235"/>
                    </a:lnTo>
                    <a:lnTo>
                      <a:pt x="458" y="256"/>
                    </a:lnTo>
                    <a:lnTo>
                      <a:pt x="448" y="277"/>
                    </a:lnTo>
                    <a:lnTo>
                      <a:pt x="437" y="256"/>
                    </a:lnTo>
                    <a:lnTo>
                      <a:pt x="394" y="267"/>
                    </a:lnTo>
                    <a:lnTo>
                      <a:pt x="362" y="277"/>
                    </a:lnTo>
                    <a:lnTo>
                      <a:pt x="341" y="277"/>
                    </a:lnTo>
                    <a:lnTo>
                      <a:pt x="320" y="299"/>
                    </a:lnTo>
                    <a:lnTo>
                      <a:pt x="320" y="277"/>
                    </a:lnTo>
                    <a:lnTo>
                      <a:pt x="309" y="299"/>
                    </a:lnTo>
                    <a:lnTo>
                      <a:pt x="288" y="309"/>
                    </a:lnTo>
                    <a:lnTo>
                      <a:pt x="277" y="331"/>
                    </a:lnTo>
                    <a:lnTo>
                      <a:pt x="234" y="341"/>
                    </a:lnTo>
                    <a:lnTo>
                      <a:pt x="213" y="320"/>
                    </a:lnTo>
                    <a:lnTo>
                      <a:pt x="181" y="299"/>
                    </a:lnTo>
                    <a:lnTo>
                      <a:pt x="160" y="277"/>
                    </a:lnTo>
                    <a:lnTo>
                      <a:pt x="138" y="288"/>
                    </a:lnTo>
                    <a:lnTo>
                      <a:pt x="128" y="267"/>
                    </a:lnTo>
                    <a:lnTo>
                      <a:pt x="106" y="235"/>
                    </a:lnTo>
                    <a:lnTo>
                      <a:pt x="85" y="245"/>
                    </a:lnTo>
                    <a:lnTo>
                      <a:pt x="74" y="267"/>
                    </a:lnTo>
                    <a:lnTo>
                      <a:pt x="53" y="277"/>
                    </a:lnTo>
                    <a:lnTo>
                      <a:pt x="53" y="256"/>
                    </a:lnTo>
                    <a:lnTo>
                      <a:pt x="32" y="245"/>
                    </a:lnTo>
                    <a:lnTo>
                      <a:pt x="21" y="224"/>
                    </a:lnTo>
                    <a:lnTo>
                      <a:pt x="10" y="203"/>
                    </a:lnTo>
                    <a:lnTo>
                      <a:pt x="10" y="171"/>
                    </a:lnTo>
                    <a:lnTo>
                      <a:pt x="0" y="149"/>
                    </a:lnTo>
                    <a:lnTo>
                      <a:pt x="21" y="139"/>
                    </a:lnTo>
                    <a:lnTo>
                      <a:pt x="53" y="128"/>
                    </a:lnTo>
                    <a:lnTo>
                      <a:pt x="53" y="107"/>
                    </a:lnTo>
                    <a:lnTo>
                      <a:pt x="42" y="117"/>
                    </a:lnTo>
                  </a:path>
                </a:pathLst>
              </a:custGeom>
              <a:solidFill>
                <a:srgbClr val="8CF4EA"/>
              </a:solidFill>
              <a:ln w="12700" cap="rnd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94" name="Rectangle 105">
                <a:extLst>
                  <a:ext uri="{FF2B5EF4-FFF2-40B4-BE49-F238E27FC236}">
                    <a16:creationId xmlns:a16="http://schemas.microsoft.com/office/drawing/2014/main" id="{9AFD7521-B645-B34B-B104-D11CEB91D6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1857"/>
                <a:ext cx="47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i="1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bubble</a:t>
                </a:r>
              </a:p>
            </p:txBody>
          </p:sp>
        </p:grpSp>
        <p:grpSp>
          <p:nvGrpSpPr>
            <p:cNvPr id="92279" name="Group 106">
              <a:extLst>
                <a:ext uri="{FF2B5EF4-FFF2-40B4-BE49-F238E27FC236}">
                  <a16:creationId xmlns:a16="http://schemas.microsoft.com/office/drawing/2014/main" id="{39AD4A6E-BB8D-F04F-9DD8-210E27D4D3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3" y="1787"/>
              <a:ext cx="485" cy="342"/>
              <a:chOff x="3173" y="1787"/>
              <a:chExt cx="485" cy="342"/>
            </a:xfrm>
          </p:grpSpPr>
          <p:sp>
            <p:nvSpPr>
              <p:cNvPr id="92291" name="Freeform 107">
                <a:extLst>
                  <a:ext uri="{FF2B5EF4-FFF2-40B4-BE49-F238E27FC236}">
                    <a16:creationId xmlns:a16="http://schemas.microsoft.com/office/drawing/2014/main" id="{85FAA602-5584-7A4E-8CF9-5756FF2930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9" y="1787"/>
                <a:ext cx="459" cy="342"/>
              </a:xfrm>
              <a:custGeom>
                <a:avLst/>
                <a:gdLst>
                  <a:gd name="T0" fmla="*/ 42 w 459"/>
                  <a:gd name="T1" fmla="*/ 117 h 342"/>
                  <a:gd name="T2" fmla="*/ 64 w 459"/>
                  <a:gd name="T3" fmla="*/ 64 h 342"/>
                  <a:gd name="T4" fmla="*/ 64 w 459"/>
                  <a:gd name="T5" fmla="*/ 43 h 342"/>
                  <a:gd name="T6" fmla="*/ 74 w 459"/>
                  <a:gd name="T7" fmla="*/ 21 h 342"/>
                  <a:gd name="T8" fmla="*/ 96 w 459"/>
                  <a:gd name="T9" fmla="*/ 11 h 342"/>
                  <a:gd name="T10" fmla="*/ 117 w 459"/>
                  <a:gd name="T11" fmla="*/ 0 h 342"/>
                  <a:gd name="T12" fmla="*/ 138 w 459"/>
                  <a:gd name="T13" fmla="*/ 11 h 342"/>
                  <a:gd name="T14" fmla="*/ 160 w 459"/>
                  <a:gd name="T15" fmla="*/ 11 h 342"/>
                  <a:gd name="T16" fmla="*/ 170 w 459"/>
                  <a:gd name="T17" fmla="*/ 32 h 342"/>
                  <a:gd name="T18" fmla="*/ 192 w 459"/>
                  <a:gd name="T19" fmla="*/ 43 h 342"/>
                  <a:gd name="T20" fmla="*/ 213 w 459"/>
                  <a:gd name="T21" fmla="*/ 43 h 342"/>
                  <a:gd name="T22" fmla="*/ 213 w 459"/>
                  <a:gd name="T23" fmla="*/ 21 h 342"/>
                  <a:gd name="T24" fmla="*/ 234 w 459"/>
                  <a:gd name="T25" fmla="*/ 11 h 342"/>
                  <a:gd name="T26" fmla="*/ 256 w 459"/>
                  <a:gd name="T27" fmla="*/ 11 h 342"/>
                  <a:gd name="T28" fmla="*/ 277 w 459"/>
                  <a:gd name="T29" fmla="*/ 32 h 342"/>
                  <a:gd name="T30" fmla="*/ 309 w 459"/>
                  <a:gd name="T31" fmla="*/ 43 h 342"/>
                  <a:gd name="T32" fmla="*/ 309 w 459"/>
                  <a:gd name="T33" fmla="*/ 64 h 342"/>
                  <a:gd name="T34" fmla="*/ 352 w 459"/>
                  <a:gd name="T35" fmla="*/ 32 h 342"/>
                  <a:gd name="T36" fmla="*/ 373 w 459"/>
                  <a:gd name="T37" fmla="*/ 21 h 342"/>
                  <a:gd name="T38" fmla="*/ 394 w 459"/>
                  <a:gd name="T39" fmla="*/ 43 h 342"/>
                  <a:gd name="T40" fmla="*/ 394 w 459"/>
                  <a:gd name="T41" fmla="*/ 64 h 342"/>
                  <a:gd name="T42" fmla="*/ 394 w 459"/>
                  <a:gd name="T43" fmla="*/ 85 h 342"/>
                  <a:gd name="T44" fmla="*/ 394 w 459"/>
                  <a:gd name="T45" fmla="*/ 107 h 342"/>
                  <a:gd name="T46" fmla="*/ 416 w 459"/>
                  <a:gd name="T47" fmla="*/ 117 h 342"/>
                  <a:gd name="T48" fmla="*/ 437 w 459"/>
                  <a:gd name="T49" fmla="*/ 117 h 342"/>
                  <a:gd name="T50" fmla="*/ 448 w 459"/>
                  <a:gd name="T51" fmla="*/ 149 h 342"/>
                  <a:gd name="T52" fmla="*/ 448 w 459"/>
                  <a:gd name="T53" fmla="*/ 171 h 342"/>
                  <a:gd name="T54" fmla="*/ 458 w 459"/>
                  <a:gd name="T55" fmla="*/ 235 h 342"/>
                  <a:gd name="T56" fmla="*/ 458 w 459"/>
                  <a:gd name="T57" fmla="*/ 256 h 342"/>
                  <a:gd name="T58" fmla="*/ 448 w 459"/>
                  <a:gd name="T59" fmla="*/ 277 h 342"/>
                  <a:gd name="T60" fmla="*/ 437 w 459"/>
                  <a:gd name="T61" fmla="*/ 256 h 342"/>
                  <a:gd name="T62" fmla="*/ 394 w 459"/>
                  <a:gd name="T63" fmla="*/ 267 h 342"/>
                  <a:gd name="T64" fmla="*/ 362 w 459"/>
                  <a:gd name="T65" fmla="*/ 277 h 342"/>
                  <a:gd name="T66" fmla="*/ 341 w 459"/>
                  <a:gd name="T67" fmla="*/ 277 h 342"/>
                  <a:gd name="T68" fmla="*/ 320 w 459"/>
                  <a:gd name="T69" fmla="*/ 299 h 342"/>
                  <a:gd name="T70" fmla="*/ 320 w 459"/>
                  <a:gd name="T71" fmla="*/ 277 h 342"/>
                  <a:gd name="T72" fmla="*/ 309 w 459"/>
                  <a:gd name="T73" fmla="*/ 299 h 342"/>
                  <a:gd name="T74" fmla="*/ 288 w 459"/>
                  <a:gd name="T75" fmla="*/ 309 h 342"/>
                  <a:gd name="T76" fmla="*/ 277 w 459"/>
                  <a:gd name="T77" fmla="*/ 331 h 342"/>
                  <a:gd name="T78" fmla="*/ 234 w 459"/>
                  <a:gd name="T79" fmla="*/ 341 h 342"/>
                  <a:gd name="T80" fmla="*/ 213 w 459"/>
                  <a:gd name="T81" fmla="*/ 320 h 342"/>
                  <a:gd name="T82" fmla="*/ 181 w 459"/>
                  <a:gd name="T83" fmla="*/ 299 h 342"/>
                  <a:gd name="T84" fmla="*/ 160 w 459"/>
                  <a:gd name="T85" fmla="*/ 277 h 342"/>
                  <a:gd name="T86" fmla="*/ 138 w 459"/>
                  <a:gd name="T87" fmla="*/ 288 h 342"/>
                  <a:gd name="T88" fmla="*/ 128 w 459"/>
                  <a:gd name="T89" fmla="*/ 267 h 342"/>
                  <a:gd name="T90" fmla="*/ 106 w 459"/>
                  <a:gd name="T91" fmla="*/ 235 h 342"/>
                  <a:gd name="T92" fmla="*/ 85 w 459"/>
                  <a:gd name="T93" fmla="*/ 245 h 342"/>
                  <a:gd name="T94" fmla="*/ 74 w 459"/>
                  <a:gd name="T95" fmla="*/ 267 h 342"/>
                  <a:gd name="T96" fmla="*/ 53 w 459"/>
                  <a:gd name="T97" fmla="*/ 277 h 342"/>
                  <a:gd name="T98" fmla="*/ 53 w 459"/>
                  <a:gd name="T99" fmla="*/ 256 h 342"/>
                  <a:gd name="T100" fmla="*/ 32 w 459"/>
                  <a:gd name="T101" fmla="*/ 245 h 342"/>
                  <a:gd name="T102" fmla="*/ 21 w 459"/>
                  <a:gd name="T103" fmla="*/ 224 h 342"/>
                  <a:gd name="T104" fmla="*/ 10 w 459"/>
                  <a:gd name="T105" fmla="*/ 203 h 342"/>
                  <a:gd name="T106" fmla="*/ 10 w 459"/>
                  <a:gd name="T107" fmla="*/ 171 h 342"/>
                  <a:gd name="T108" fmla="*/ 0 w 459"/>
                  <a:gd name="T109" fmla="*/ 149 h 342"/>
                  <a:gd name="T110" fmla="*/ 21 w 459"/>
                  <a:gd name="T111" fmla="*/ 139 h 342"/>
                  <a:gd name="T112" fmla="*/ 53 w 459"/>
                  <a:gd name="T113" fmla="*/ 128 h 342"/>
                  <a:gd name="T114" fmla="*/ 53 w 459"/>
                  <a:gd name="T115" fmla="*/ 107 h 342"/>
                  <a:gd name="T116" fmla="*/ 42 w 459"/>
                  <a:gd name="T117" fmla="*/ 117 h 34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459" h="342">
                    <a:moveTo>
                      <a:pt x="42" y="117"/>
                    </a:moveTo>
                    <a:lnTo>
                      <a:pt x="64" y="64"/>
                    </a:lnTo>
                    <a:lnTo>
                      <a:pt x="64" y="43"/>
                    </a:lnTo>
                    <a:lnTo>
                      <a:pt x="74" y="21"/>
                    </a:lnTo>
                    <a:lnTo>
                      <a:pt x="96" y="11"/>
                    </a:lnTo>
                    <a:lnTo>
                      <a:pt x="117" y="0"/>
                    </a:lnTo>
                    <a:lnTo>
                      <a:pt x="138" y="11"/>
                    </a:lnTo>
                    <a:lnTo>
                      <a:pt x="160" y="11"/>
                    </a:lnTo>
                    <a:lnTo>
                      <a:pt x="170" y="32"/>
                    </a:lnTo>
                    <a:lnTo>
                      <a:pt x="192" y="43"/>
                    </a:lnTo>
                    <a:lnTo>
                      <a:pt x="213" y="43"/>
                    </a:lnTo>
                    <a:lnTo>
                      <a:pt x="213" y="21"/>
                    </a:lnTo>
                    <a:lnTo>
                      <a:pt x="234" y="11"/>
                    </a:lnTo>
                    <a:lnTo>
                      <a:pt x="256" y="11"/>
                    </a:lnTo>
                    <a:lnTo>
                      <a:pt x="277" y="32"/>
                    </a:lnTo>
                    <a:lnTo>
                      <a:pt x="309" y="43"/>
                    </a:lnTo>
                    <a:lnTo>
                      <a:pt x="309" y="64"/>
                    </a:lnTo>
                    <a:lnTo>
                      <a:pt x="352" y="32"/>
                    </a:lnTo>
                    <a:lnTo>
                      <a:pt x="373" y="21"/>
                    </a:lnTo>
                    <a:lnTo>
                      <a:pt x="394" y="43"/>
                    </a:lnTo>
                    <a:lnTo>
                      <a:pt x="394" y="64"/>
                    </a:lnTo>
                    <a:lnTo>
                      <a:pt x="394" y="85"/>
                    </a:lnTo>
                    <a:lnTo>
                      <a:pt x="394" y="107"/>
                    </a:lnTo>
                    <a:lnTo>
                      <a:pt x="416" y="117"/>
                    </a:lnTo>
                    <a:lnTo>
                      <a:pt x="437" y="117"/>
                    </a:lnTo>
                    <a:lnTo>
                      <a:pt x="448" y="149"/>
                    </a:lnTo>
                    <a:lnTo>
                      <a:pt x="448" y="171"/>
                    </a:lnTo>
                    <a:lnTo>
                      <a:pt x="458" y="235"/>
                    </a:lnTo>
                    <a:lnTo>
                      <a:pt x="458" y="256"/>
                    </a:lnTo>
                    <a:lnTo>
                      <a:pt x="448" y="277"/>
                    </a:lnTo>
                    <a:lnTo>
                      <a:pt x="437" y="256"/>
                    </a:lnTo>
                    <a:lnTo>
                      <a:pt x="394" y="267"/>
                    </a:lnTo>
                    <a:lnTo>
                      <a:pt x="362" y="277"/>
                    </a:lnTo>
                    <a:lnTo>
                      <a:pt x="341" y="277"/>
                    </a:lnTo>
                    <a:lnTo>
                      <a:pt x="320" y="299"/>
                    </a:lnTo>
                    <a:lnTo>
                      <a:pt x="320" y="277"/>
                    </a:lnTo>
                    <a:lnTo>
                      <a:pt x="309" y="299"/>
                    </a:lnTo>
                    <a:lnTo>
                      <a:pt x="288" y="309"/>
                    </a:lnTo>
                    <a:lnTo>
                      <a:pt x="277" y="331"/>
                    </a:lnTo>
                    <a:lnTo>
                      <a:pt x="234" y="341"/>
                    </a:lnTo>
                    <a:lnTo>
                      <a:pt x="213" y="320"/>
                    </a:lnTo>
                    <a:lnTo>
                      <a:pt x="181" y="299"/>
                    </a:lnTo>
                    <a:lnTo>
                      <a:pt x="160" y="277"/>
                    </a:lnTo>
                    <a:lnTo>
                      <a:pt x="138" y="288"/>
                    </a:lnTo>
                    <a:lnTo>
                      <a:pt x="128" y="267"/>
                    </a:lnTo>
                    <a:lnTo>
                      <a:pt x="106" y="235"/>
                    </a:lnTo>
                    <a:lnTo>
                      <a:pt x="85" y="245"/>
                    </a:lnTo>
                    <a:lnTo>
                      <a:pt x="74" y="267"/>
                    </a:lnTo>
                    <a:lnTo>
                      <a:pt x="53" y="277"/>
                    </a:lnTo>
                    <a:lnTo>
                      <a:pt x="53" y="256"/>
                    </a:lnTo>
                    <a:lnTo>
                      <a:pt x="32" y="245"/>
                    </a:lnTo>
                    <a:lnTo>
                      <a:pt x="21" y="224"/>
                    </a:lnTo>
                    <a:lnTo>
                      <a:pt x="10" y="203"/>
                    </a:lnTo>
                    <a:lnTo>
                      <a:pt x="10" y="171"/>
                    </a:lnTo>
                    <a:lnTo>
                      <a:pt x="0" y="149"/>
                    </a:lnTo>
                    <a:lnTo>
                      <a:pt x="21" y="139"/>
                    </a:lnTo>
                    <a:lnTo>
                      <a:pt x="53" y="128"/>
                    </a:lnTo>
                    <a:lnTo>
                      <a:pt x="53" y="107"/>
                    </a:lnTo>
                    <a:lnTo>
                      <a:pt x="42" y="117"/>
                    </a:lnTo>
                  </a:path>
                </a:pathLst>
              </a:custGeom>
              <a:solidFill>
                <a:srgbClr val="8CF4EA"/>
              </a:solidFill>
              <a:ln w="12700" cap="rnd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92" name="Rectangle 108">
                <a:extLst>
                  <a:ext uri="{FF2B5EF4-FFF2-40B4-BE49-F238E27FC236}">
                    <a16:creationId xmlns:a16="http://schemas.microsoft.com/office/drawing/2014/main" id="{DA21EC4C-1118-E946-B2C0-A531CFF3A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3" y="1857"/>
                <a:ext cx="47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i="1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bubble</a:t>
                </a:r>
              </a:p>
            </p:txBody>
          </p:sp>
        </p:grpSp>
        <p:grpSp>
          <p:nvGrpSpPr>
            <p:cNvPr id="92280" name="Group 109">
              <a:extLst>
                <a:ext uri="{FF2B5EF4-FFF2-40B4-BE49-F238E27FC236}">
                  <a16:creationId xmlns:a16="http://schemas.microsoft.com/office/drawing/2014/main" id="{5C5BD7EC-DF4F-A441-B17F-1D851BE44A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10" y="1787"/>
              <a:ext cx="485" cy="342"/>
              <a:chOff x="3610" y="1787"/>
              <a:chExt cx="485" cy="342"/>
            </a:xfrm>
          </p:grpSpPr>
          <p:sp>
            <p:nvSpPr>
              <p:cNvPr id="92289" name="Freeform 110">
                <a:extLst>
                  <a:ext uri="{FF2B5EF4-FFF2-40B4-BE49-F238E27FC236}">
                    <a16:creationId xmlns:a16="http://schemas.microsoft.com/office/drawing/2014/main" id="{9863E85B-D8B0-E744-A9BD-F98B379DB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1787"/>
                <a:ext cx="459" cy="342"/>
              </a:xfrm>
              <a:custGeom>
                <a:avLst/>
                <a:gdLst>
                  <a:gd name="T0" fmla="*/ 42 w 459"/>
                  <a:gd name="T1" fmla="*/ 117 h 342"/>
                  <a:gd name="T2" fmla="*/ 64 w 459"/>
                  <a:gd name="T3" fmla="*/ 64 h 342"/>
                  <a:gd name="T4" fmla="*/ 64 w 459"/>
                  <a:gd name="T5" fmla="*/ 43 h 342"/>
                  <a:gd name="T6" fmla="*/ 74 w 459"/>
                  <a:gd name="T7" fmla="*/ 21 h 342"/>
                  <a:gd name="T8" fmla="*/ 96 w 459"/>
                  <a:gd name="T9" fmla="*/ 11 h 342"/>
                  <a:gd name="T10" fmla="*/ 117 w 459"/>
                  <a:gd name="T11" fmla="*/ 0 h 342"/>
                  <a:gd name="T12" fmla="*/ 138 w 459"/>
                  <a:gd name="T13" fmla="*/ 11 h 342"/>
                  <a:gd name="T14" fmla="*/ 160 w 459"/>
                  <a:gd name="T15" fmla="*/ 11 h 342"/>
                  <a:gd name="T16" fmla="*/ 170 w 459"/>
                  <a:gd name="T17" fmla="*/ 32 h 342"/>
                  <a:gd name="T18" fmla="*/ 192 w 459"/>
                  <a:gd name="T19" fmla="*/ 43 h 342"/>
                  <a:gd name="T20" fmla="*/ 213 w 459"/>
                  <a:gd name="T21" fmla="*/ 43 h 342"/>
                  <a:gd name="T22" fmla="*/ 213 w 459"/>
                  <a:gd name="T23" fmla="*/ 21 h 342"/>
                  <a:gd name="T24" fmla="*/ 234 w 459"/>
                  <a:gd name="T25" fmla="*/ 11 h 342"/>
                  <a:gd name="T26" fmla="*/ 256 w 459"/>
                  <a:gd name="T27" fmla="*/ 11 h 342"/>
                  <a:gd name="T28" fmla="*/ 277 w 459"/>
                  <a:gd name="T29" fmla="*/ 32 h 342"/>
                  <a:gd name="T30" fmla="*/ 309 w 459"/>
                  <a:gd name="T31" fmla="*/ 43 h 342"/>
                  <a:gd name="T32" fmla="*/ 309 w 459"/>
                  <a:gd name="T33" fmla="*/ 64 h 342"/>
                  <a:gd name="T34" fmla="*/ 352 w 459"/>
                  <a:gd name="T35" fmla="*/ 32 h 342"/>
                  <a:gd name="T36" fmla="*/ 373 w 459"/>
                  <a:gd name="T37" fmla="*/ 21 h 342"/>
                  <a:gd name="T38" fmla="*/ 394 w 459"/>
                  <a:gd name="T39" fmla="*/ 43 h 342"/>
                  <a:gd name="T40" fmla="*/ 394 w 459"/>
                  <a:gd name="T41" fmla="*/ 64 h 342"/>
                  <a:gd name="T42" fmla="*/ 394 w 459"/>
                  <a:gd name="T43" fmla="*/ 85 h 342"/>
                  <a:gd name="T44" fmla="*/ 394 w 459"/>
                  <a:gd name="T45" fmla="*/ 107 h 342"/>
                  <a:gd name="T46" fmla="*/ 416 w 459"/>
                  <a:gd name="T47" fmla="*/ 117 h 342"/>
                  <a:gd name="T48" fmla="*/ 437 w 459"/>
                  <a:gd name="T49" fmla="*/ 117 h 342"/>
                  <a:gd name="T50" fmla="*/ 448 w 459"/>
                  <a:gd name="T51" fmla="*/ 149 h 342"/>
                  <a:gd name="T52" fmla="*/ 448 w 459"/>
                  <a:gd name="T53" fmla="*/ 171 h 342"/>
                  <a:gd name="T54" fmla="*/ 458 w 459"/>
                  <a:gd name="T55" fmla="*/ 235 h 342"/>
                  <a:gd name="T56" fmla="*/ 458 w 459"/>
                  <a:gd name="T57" fmla="*/ 256 h 342"/>
                  <a:gd name="T58" fmla="*/ 448 w 459"/>
                  <a:gd name="T59" fmla="*/ 277 h 342"/>
                  <a:gd name="T60" fmla="*/ 437 w 459"/>
                  <a:gd name="T61" fmla="*/ 256 h 342"/>
                  <a:gd name="T62" fmla="*/ 394 w 459"/>
                  <a:gd name="T63" fmla="*/ 267 h 342"/>
                  <a:gd name="T64" fmla="*/ 362 w 459"/>
                  <a:gd name="T65" fmla="*/ 277 h 342"/>
                  <a:gd name="T66" fmla="*/ 341 w 459"/>
                  <a:gd name="T67" fmla="*/ 277 h 342"/>
                  <a:gd name="T68" fmla="*/ 320 w 459"/>
                  <a:gd name="T69" fmla="*/ 299 h 342"/>
                  <a:gd name="T70" fmla="*/ 320 w 459"/>
                  <a:gd name="T71" fmla="*/ 277 h 342"/>
                  <a:gd name="T72" fmla="*/ 309 w 459"/>
                  <a:gd name="T73" fmla="*/ 299 h 342"/>
                  <a:gd name="T74" fmla="*/ 288 w 459"/>
                  <a:gd name="T75" fmla="*/ 309 h 342"/>
                  <a:gd name="T76" fmla="*/ 277 w 459"/>
                  <a:gd name="T77" fmla="*/ 331 h 342"/>
                  <a:gd name="T78" fmla="*/ 234 w 459"/>
                  <a:gd name="T79" fmla="*/ 341 h 342"/>
                  <a:gd name="T80" fmla="*/ 213 w 459"/>
                  <a:gd name="T81" fmla="*/ 320 h 342"/>
                  <a:gd name="T82" fmla="*/ 181 w 459"/>
                  <a:gd name="T83" fmla="*/ 299 h 342"/>
                  <a:gd name="T84" fmla="*/ 160 w 459"/>
                  <a:gd name="T85" fmla="*/ 277 h 342"/>
                  <a:gd name="T86" fmla="*/ 138 w 459"/>
                  <a:gd name="T87" fmla="*/ 288 h 342"/>
                  <a:gd name="T88" fmla="*/ 128 w 459"/>
                  <a:gd name="T89" fmla="*/ 267 h 342"/>
                  <a:gd name="T90" fmla="*/ 106 w 459"/>
                  <a:gd name="T91" fmla="*/ 235 h 342"/>
                  <a:gd name="T92" fmla="*/ 85 w 459"/>
                  <a:gd name="T93" fmla="*/ 245 h 342"/>
                  <a:gd name="T94" fmla="*/ 74 w 459"/>
                  <a:gd name="T95" fmla="*/ 267 h 342"/>
                  <a:gd name="T96" fmla="*/ 53 w 459"/>
                  <a:gd name="T97" fmla="*/ 277 h 342"/>
                  <a:gd name="T98" fmla="*/ 53 w 459"/>
                  <a:gd name="T99" fmla="*/ 256 h 342"/>
                  <a:gd name="T100" fmla="*/ 32 w 459"/>
                  <a:gd name="T101" fmla="*/ 245 h 342"/>
                  <a:gd name="T102" fmla="*/ 21 w 459"/>
                  <a:gd name="T103" fmla="*/ 224 h 342"/>
                  <a:gd name="T104" fmla="*/ 10 w 459"/>
                  <a:gd name="T105" fmla="*/ 203 h 342"/>
                  <a:gd name="T106" fmla="*/ 10 w 459"/>
                  <a:gd name="T107" fmla="*/ 171 h 342"/>
                  <a:gd name="T108" fmla="*/ 0 w 459"/>
                  <a:gd name="T109" fmla="*/ 149 h 342"/>
                  <a:gd name="T110" fmla="*/ 21 w 459"/>
                  <a:gd name="T111" fmla="*/ 139 h 342"/>
                  <a:gd name="T112" fmla="*/ 53 w 459"/>
                  <a:gd name="T113" fmla="*/ 128 h 342"/>
                  <a:gd name="T114" fmla="*/ 53 w 459"/>
                  <a:gd name="T115" fmla="*/ 107 h 342"/>
                  <a:gd name="T116" fmla="*/ 42 w 459"/>
                  <a:gd name="T117" fmla="*/ 117 h 34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459" h="342">
                    <a:moveTo>
                      <a:pt x="42" y="117"/>
                    </a:moveTo>
                    <a:lnTo>
                      <a:pt x="64" y="64"/>
                    </a:lnTo>
                    <a:lnTo>
                      <a:pt x="64" y="43"/>
                    </a:lnTo>
                    <a:lnTo>
                      <a:pt x="74" y="21"/>
                    </a:lnTo>
                    <a:lnTo>
                      <a:pt x="96" y="11"/>
                    </a:lnTo>
                    <a:lnTo>
                      <a:pt x="117" y="0"/>
                    </a:lnTo>
                    <a:lnTo>
                      <a:pt x="138" y="11"/>
                    </a:lnTo>
                    <a:lnTo>
                      <a:pt x="160" y="11"/>
                    </a:lnTo>
                    <a:lnTo>
                      <a:pt x="170" y="32"/>
                    </a:lnTo>
                    <a:lnTo>
                      <a:pt x="192" y="43"/>
                    </a:lnTo>
                    <a:lnTo>
                      <a:pt x="213" y="43"/>
                    </a:lnTo>
                    <a:lnTo>
                      <a:pt x="213" y="21"/>
                    </a:lnTo>
                    <a:lnTo>
                      <a:pt x="234" y="11"/>
                    </a:lnTo>
                    <a:lnTo>
                      <a:pt x="256" y="11"/>
                    </a:lnTo>
                    <a:lnTo>
                      <a:pt x="277" y="32"/>
                    </a:lnTo>
                    <a:lnTo>
                      <a:pt x="309" y="43"/>
                    </a:lnTo>
                    <a:lnTo>
                      <a:pt x="309" y="64"/>
                    </a:lnTo>
                    <a:lnTo>
                      <a:pt x="352" y="32"/>
                    </a:lnTo>
                    <a:lnTo>
                      <a:pt x="373" y="21"/>
                    </a:lnTo>
                    <a:lnTo>
                      <a:pt x="394" y="43"/>
                    </a:lnTo>
                    <a:lnTo>
                      <a:pt x="394" y="64"/>
                    </a:lnTo>
                    <a:lnTo>
                      <a:pt x="394" y="85"/>
                    </a:lnTo>
                    <a:lnTo>
                      <a:pt x="394" y="107"/>
                    </a:lnTo>
                    <a:lnTo>
                      <a:pt x="416" y="117"/>
                    </a:lnTo>
                    <a:lnTo>
                      <a:pt x="437" y="117"/>
                    </a:lnTo>
                    <a:lnTo>
                      <a:pt x="448" y="149"/>
                    </a:lnTo>
                    <a:lnTo>
                      <a:pt x="448" y="171"/>
                    </a:lnTo>
                    <a:lnTo>
                      <a:pt x="458" y="235"/>
                    </a:lnTo>
                    <a:lnTo>
                      <a:pt x="458" y="256"/>
                    </a:lnTo>
                    <a:lnTo>
                      <a:pt x="448" y="277"/>
                    </a:lnTo>
                    <a:lnTo>
                      <a:pt x="437" y="256"/>
                    </a:lnTo>
                    <a:lnTo>
                      <a:pt x="394" y="267"/>
                    </a:lnTo>
                    <a:lnTo>
                      <a:pt x="362" y="277"/>
                    </a:lnTo>
                    <a:lnTo>
                      <a:pt x="341" y="277"/>
                    </a:lnTo>
                    <a:lnTo>
                      <a:pt x="320" y="299"/>
                    </a:lnTo>
                    <a:lnTo>
                      <a:pt x="320" y="277"/>
                    </a:lnTo>
                    <a:lnTo>
                      <a:pt x="309" y="299"/>
                    </a:lnTo>
                    <a:lnTo>
                      <a:pt x="288" y="309"/>
                    </a:lnTo>
                    <a:lnTo>
                      <a:pt x="277" y="331"/>
                    </a:lnTo>
                    <a:lnTo>
                      <a:pt x="234" y="341"/>
                    </a:lnTo>
                    <a:lnTo>
                      <a:pt x="213" y="320"/>
                    </a:lnTo>
                    <a:lnTo>
                      <a:pt x="181" y="299"/>
                    </a:lnTo>
                    <a:lnTo>
                      <a:pt x="160" y="277"/>
                    </a:lnTo>
                    <a:lnTo>
                      <a:pt x="138" y="288"/>
                    </a:lnTo>
                    <a:lnTo>
                      <a:pt x="128" y="267"/>
                    </a:lnTo>
                    <a:lnTo>
                      <a:pt x="106" y="235"/>
                    </a:lnTo>
                    <a:lnTo>
                      <a:pt x="85" y="245"/>
                    </a:lnTo>
                    <a:lnTo>
                      <a:pt x="74" y="267"/>
                    </a:lnTo>
                    <a:lnTo>
                      <a:pt x="53" y="277"/>
                    </a:lnTo>
                    <a:lnTo>
                      <a:pt x="53" y="256"/>
                    </a:lnTo>
                    <a:lnTo>
                      <a:pt x="32" y="245"/>
                    </a:lnTo>
                    <a:lnTo>
                      <a:pt x="21" y="224"/>
                    </a:lnTo>
                    <a:lnTo>
                      <a:pt x="10" y="203"/>
                    </a:lnTo>
                    <a:lnTo>
                      <a:pt x="10" y="171"/>
                    </a:lnTo>
                    <a:lnTo>
                      <a:pt x="0" y="149"/>
                    </a:lnTo>
                    <a:lnTo>
                      <a:pt x="21" y="139"/>
                    </a:lnTo>
                    <a:lnTo>
                      <a:pt x="53" y="128"/>
                    </a:lnTo>
                    <a:lnTo>
                      <a:pt x="53" y="107"/>
                    </a:lnTo>
                    <a:lnTo>
                      <a:pt x="42" y="117"/>
                    </a:lnTo>
                  </a:path>
                </a:pathLst>
              </a:custGeom>
              <a:solidFill>
                <a:srgbClr val="8CF4EA"/>
              </a:solidFill>
              <a:ln w="12700" cap="rnd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90" name="Rectangle 111">
                <a:extLst>
                  <a:ext uri="{FF2B5EF4-FFF2-40B4-BE49-F238E27FC236}">
                    <a16:creationId xmlns:a16="http://schemas.microsoft.com/office/drawing/2014/main" id="{FDDCACE8-0550-3A46-84A8-D4FDE97A70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0" y="1857"/>
                <a:ext cx="47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i="1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bubble</a:t>
                </a:r>
              </a:p>
            </p:txBody>
          </p:sp>
        </p:grpSp>
        <p:grpSp>
          <p:nvGrpSpPr>
            <p:cNvPr id="92281" name="Group 112">
              <a:extLst>
                <a:ext uri="{FF2B5EF4-FFF2-40B4-BE49-F238E27FC236}">
                  <a16:creationId xmlns:a16="http://schemas.microsoft.com/office/drawing/2014/main" id="{EC3F2A8D-1D40-2C4B-8574-F439DCEFEC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808"/>
              <a:ext cx="340" cy="289"/>
              <a:chOff x="2330" y="1808"/>
              <a:chExt cx="340" cy="289"/>
            </a:xfrm>
          </p:grpSpPr>
          <p:sp>
            <p:nvSpPr>
              <p:cNvPr id="92287" name="Freeform 113">
                <a:extLst>
                  <a:ext uri="{FF2B5EF4-FFF2-40B4-BE49-F238E27FC236}">
                    <a16:creationId xmlns:a16="http://schemas.microsoft.com/office/drawing/2014/main" id="{378B7A64-A187-1E48-B58D-F222926AB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0" y="1808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88" name="Freeform 114">
                <a:extLst>
                  <a:ext uri="{FF2B5EF4-FFF2-40B4-BE49-F238E27FC236}">
                    <a16:creationId xmlns:a16="http://schemas.microsoft.com/office/drawing/2014/main" id="{50CD2581-D05D-CF40-90AD-15DED82C25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9" y="1808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2282" name="Line 115">
              <a:extLst>
                <a:ext uri="{FF2B5EF4-FFF2-40B4-BE49-F238E27FC236}">
                  <a16:creationId xmlns:a16="http://schemas.microsoft.com/office/drawing/2014/main" id="{9C37B4B5-4E0E-ED45-AB4C-175F71CDD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1" y="1952"/>
              <a:ext cx="1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283" name="Group 116">
              <a:extLst>
                <a:ext uri="{FF2B5EF4-FFF2-40B4-BE49-F238E27FC236}">
                  <a16:creationId xmlns:a16="http://schemas.microsoft.com/office/drawing/2014/main" id="{E0C69111-1D48-6140-9D2C-89F10C836E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26" y="1787"/>
              <a:ext cx="485" cy="342"/>
              <a:chOff x="4026" y="1787"/>
              <a:chExt cx="485" cy="342"/>
            </a:xfrm>
          </p:grpSpPr>
          <p:sp>
            <p:nvSpPr>
              <p:cNvPr id="92285" name="Freeform 117">
                <a:extLst>
                  <a:ext uri="{FF2B5EF4-FFF2-40B4-BE49-F238E27FC236}">
                    <a16:creationId xmlns:a16="http://schemas.microsoft.com/office/drawing/2014/main" id="{AA9BC2AA-D380-E649-A6B7-4E7A70F6AF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2" y="1787"/>
                <a:ext cx="459" cy="342"/>
              </a:xfrm>
              <a:custGeom>
                <a:avLst/>
                <a:gdLst>
                  <a:gd name="T0" fmla="*/ 42 w 459"/>
                  <a:gd name="T1" fmla="*/ 117 h 342"/>
                  <a:gd name="T2" fmla="*/ 64 w 459"/>
                  <a:gd name="T3" fmla="*/ 64 h 342"/>
                  <a:gd name="T4" fmla="*/ 64 w 459"/>
                  <a:gd name="T5" fmla="*/ 43 h 342"/>
                  <a:gd name="T6" fmla="*/ 74 w 459"/>
                  <a:gd name="T7" fmla="*/ 21 h 342"/>
                  <a:gd name="T8" fmla="*/ 96 w 459"/>
                  <a:gd name="T9" fmla="*/ 11 h 342"/>
                  <a:gd name="T10" fmla="*/ 117 w 459"/>
                  <a:gd name="T11" fmla="*/ 0 h 342"/>
                  <a:gd name="T12" fmla="*/ 138 w 459"/>
                  <a:gd name="T13" fmla="*/ 11 h 342"/>
                  <a:gd name="T14" fmla="*/ 160 w 459"/>
                  <a:gd name="T15" fmla="*/ 11 h 342"/>
                  <a:gd name="T16" fmla="*/ 170 w 459"/>
                  <a:gd name="T17" fmla="*/ 32 h 342"/>
                  <a:gd name="T18" fmla="*/ 192 w 459"/>
                  <a:gd name="T19" fmla="*/ 43 h 342"/>
                  <a:gd name="T20" fmla="*/ 213 w 459"/>
                  <a:gd name="T21" fmla="*/ 43 h 342"/>
                  <a:gd name="T22" fmla="*/ 213 w 459"/>
                  <a:gd name="T23" fmla="*/ 21 h 342"/>
                  <a:gd name="T24" fmla="*/ 234 w 459"/>
                  <a:gd name="T25" fmla="*/ 11 h 342"/>
                  <a:gd name="T26" fmla="*/ 256 w 459"/>
                  <a:gd name="T27" fmla="*/ 11 h 342"/>
                  <a:gd name="T28" fmla="*/ 277 w 459"/>
                  <a:gd name="T29" fmla="*/ 32 h 342"/>
                  <a:gd name="T30" fmla="*/ 309 w 459"/>
                  <a:gd name="T31" fmla="*/ 43 h 342"/>
                  <a:gd name="T32" fmla="*/ 309 w 459"/>
                  <a:gd name="T33" fmla="*/ 64 h 342"/>
                  <a:gd name="T34" fmla="*/ 352 w 459"/>
                  <a:gd name="T35" fmla="*/ 32 h 342"/>
                  <a:gd name="T36" fmla="*/ 373 w 459"/>
                  <a:gd name="T37" fmla="*/ 21 h 342"/>
                  <a:gd name="T38" fmla="*/ 394 w 459"/>
                  <a:gd name="T39" fmla="*/ 43 h 342"/>
                  <a:gd name="T40" fmla="*/ 394 w 459"/>
                  <a:gd name="T41" fmla="*/ 64 h 342"/>
                  <a:gd name="T42" fmla="*/ 394 w 459"/>
                  <a:gd name="T43" fmla="*/ 85 h 342"/>
                  <a:gd name="T44" fmla="*/ 394 w 459"/>
                  <a:gd name="T45" fmla="*/ 107 h 342"/>
                  <a:gd name="T46" fmla="*/ 416 w 459"/>
                  <a:gd name="T47" fmla="*/ 117 h 342"/>
                  <a:gd name="T48" fmla="*/ 437 w 459"/>
                  <a:gd name="T49" fmla="*/ 117 h 342"/>
                  <a:gd name="T50" fmla="*/ 448 w 459"/>
                  <a:gd name="T51" fmla="*/ 149 h 342"/>
                  <a:gd name="T52" fmla="*/ 448 w 459"/>
                  <a:gd name="T53" fmla="*/ 171 h 342"/>
                  <a:gd name="T54" fmla="*/ 458 w 459"/>
                  <a:gd name="T55" fmla="*/ 235 h 342"/>
                  <a:gd name="T56" fmla="*/ 458 w 459"/>
                  <a:gd name="T57" fmla="*/ 256 h 342"/>
                  <a:gd name="T58" fmla="*/ 448 w 459"/>
                  <a:gd name="T59" fmla="*/ 277 h 342"/>
                  <a:gd name="T60" fmla="*/ 437 w 459"/>
                  <a:gd name="T61" fmla="*/ 256 h 342"/>
                  <a:gd name="T62" fmla="*/ 394 w 459"/>
                  <a:gd name="T63" fmla="*/ 267 h 342"/>
                  <a:gd name="T64" fmla="*/ 362 w 459"/>
                  <a:gd name="T65" fmla="*/ 277 h 342"/>
                  <a:gd name="T66" fmla="*/ 341 w 459"/>
                  <a:gd name="T67" fmla="*/ 277 h 342"/>
                  <a:gd name="T68" fmla="*/ 320 w 459"/>
                  <a:gd name="T69" fmla="*/ 299 h 342"/>
                  <a:gd name="T70" fmla="*/ 320 w 459"/>
                  <a:gd name="T71" fmla="*/ 277 h 342"/>
                  <a:gd name="T72" fmla="*/ 309 w 459"/>
                  <a:gd name="T73" fmla="*/ 299 h 342"/>
                  <a:gd name="T74" fmla="*/ 288 w 459"/>
                  <a:gd name="T75" fmla="*/ 309 h 342"/>
                  <a:gd name="T76" fmla="*/ 277 w 459"/>
                  <a:gd name="T77" fmla="*/ 331 h 342"/>
                  <a:gd name="T78" fmla="*/ 234 w 459"/>
                  <a:gd name="T79" fmla="*/ 341 h 342"/>
                  <a:gd name="T80" fmla="*/ 213 w 459"/>
                  <a:gd name="T81" fmla="*/ 320 h 342"/>
                  <a:gd name="T82" fmla="*/ 181 w 459"/>
                  <a:gd name="T83" fmla="*/ 299 h 342"/>
                  <a:gd name="T84" fmla="*/ 160 w 459"/>
                  <a:gd name="T85" fmla="*/ 277 h 342"/>
                  <a:gd name="T86" fmla="*/ 138 w 459"/>
                  <a:gd name="T87" fmla="*/ 288 h 342"/>
                  <a:gd name="T88" fmla="*/ 128 w 459"/>
                  <a:gd name="T89" fmla="*/ 267 h 342"/>
                  <a:gd name="T90" fmla="*/ 106 w 459"/>
                  <a:gd name="T91" fmla="*/ 235 h 342"/>
                  <a:gd name="T92" fmla="*/ 85 w 459"/>
                  <a:gd name="T93" fmla="*/ 245 h 342"/>
                  <a:gd name="T94" fmla="*/ 74 w 459"/>
                  <a:gd name="T95" fmla="*/ 267 h 342"/>
                  <a:gd name="T96" fmla="*/ 53 w 459"/>
                  <a:gd name="T97" fmla="*/ 277 h 342"/>
                  <a:gd name="T98" fmla="*/ 53 w 459"/>
                  <a:gd name="T99" fmla="*/ 256 h 342"/>
                  <a:gd name="T100" fmla="*/ 32 w 459"/>
                  <a:gd name="T101" fmla="*/ 245 h 342"/>
                  <a:gd name="T102" fmla="*/ 21 w 459"/>
                  <a:gd name="T103" fmla="*/ 224 h 342"/>
                  <a:gd name="T104" fmla="*/ 10 w 459"/>
                  <a:gd name="T105" fmla="*/ 203 h 342"/>
                  <a:gd name="T106" fmla="*/ 10 w 459"/>
                  <a:gd name="T107" fmla="*/ 171 h 342"/>
                  <a:gd name="T108" fmla="*/ 0 w 459"/>
                  <a:gd name="T109" fmla="*/ 149 h 342"/>
                  <a:gd name="T110" fmla="*/ 21 w 459"/>
                  <a:gd name="T111" fmla="*/ 139 h 342"/>
                  <a:gd name="T112" fmla="*/ 53 w 459"/>
                  <a:gd name="T113" fmla="*/ 128 h 342"/>
                  <a:gd name="T114" fmla="*/ 53 w 459"/>
                  <a:gd name="T115" fmla="*/ 107 h 342"/>
                  <a:gd name="T116" fmla="*/ 42 w 459"/>
                  <a:gd name="T117" fmla="*/ 117 h 34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459" h="342">
                    <a:moveTo>
                      <a:pt x="42" y="117"/>
                    </a:moveTo>
                    <a:lnTo>
                      <a:pt x="64" y="64"/>
                    </a:lnTo>
                    <a:lnTo>
                      <a:pt x="64" y="43"/>
                    </a:lnTo>
                    <a:lnTo>
                      <a:pt x="74" y="21"/>
                    </a:lnTo>
                    <a:lnTo>
                      <a:pt x="96" y="11"/>
                    </a:lnTo>
                    <a:lnTo>
                      <a:pt x="117" y="0"/>
                    </a:lnTo>
                    <a:lnTo>
                      <a:pt x="138" y="11"/>
                    </a:lnTo>
                    <a:lnTo>
                      <a:pt x="160" y="11"/>
                    </a:lnTo>
                    <a:lnTo>
                      <a:pt x="170" y="32"/>
                    </a:lnTo>
                    <a:lnTo>
                      <a:pt x="192" y="43"/>
                    </a:lnTo>
                    <a:lnTo>
                      <a:pt x="213" y="43"/>
                    </a:lnTo>
                    <a:lnTo>
                      <a:pt x="213" y="21"/>
                    </a:lnTo>
                    <a:lnTo>
                      <a:pt x="234" y="11"/>
                    </a:lnTo>
                    <a:lnTo>
                      <a:pt x="256" y="11"/>
                    </a:lnTo>
                    <a:lnTo>
                      <a:pt x="277" y="32"/>
                    </a:lnTo>
                    <a:lnTo>
                      <a:pt x="309" y="43"/>
                    </a:lnTo>
                    <a:lnTo>
                      <a:pt x="309" y="64"/>
                    </a:lnTo>
                    <a:lnTo>
                      <a:pt x="352" y="32"/>
                    </a:lnTo>
                    <a:lnTo>
                      <a:pt x="373" y="21"/>
                    </a:lnTo>
                    <a:lnTo>
                      <a:pt x="394" y="43"/>
                    </a:lnTo>
                    <a:lnTo>
                      <a:pt x="394" y="64"/>
                    </a:lnTo>
                    <a:lnTo>
                      <a:pt x="394" y="85"/>
                    </a:lnTo>
                    <a:lnTo>
                      <a:pt x="394" y="107"/>
                    </a:lnTo>
                    <a:lnTo>
                      <a:pt x="416" y="117"/>
                    </a:lnTo>
                    <a:lnTo>
                      <a:pt x="437" y="117"/>
                    </a:lnTo>
                    <a:lnTo>
                      <a:pt x="448" y="149"/>
                    </a:lnTo>
                    <a:lnTo>
                      <a:pt x="448" y="171"/>
                    </a:lnTo>
                    <a:lnTo>
                      <a:pt x="458" y="235"/>
                    </a:lnTo>
                    <a:lnTo>
                      <a:pt x="458" y="256"/>
                    </a:lnTo>
                    <a:lnTo>
                      <a:pt x="448" y="277"/>
                    </a:lnTo>
                    <a:lnTo>
                      <a:pt x="437" y="256"/>
                    </a:lnTo>
                    <a:lnTo>
                      <a:pt x="394" y="267"/>
                    </a:lnTo>
                    <a:lnTo>
                      <a:pt x="362" y="277"/>
                    </a:lnTo>
                    <a:lnTo>
                      <a:pt x="341" y="277"/>
                    </a:lnTo>
                    <a:lnTo>
                      <a:pt x="320" y="299"/>
                    </a:lnTo>
                    <a:lnTo>
                      <a:pt x="320" y="277"/>
                    </a:lnTo>
                    <a:lnTo>
                      <a:pt x="309" y="299"/>
                    </a:lnTo>
                    <a:lnTo>
                      <a:pt x="288" y="309"/>
                    </a:lnTo>
                    <a:lnTo>
                      <a:pt x="277" y="331"/>
                    </a:lnTo>
                    <a:lnTo>
                      <a:pt x="234" y="341"/>
                    </a:lnTo>
                    <a:lnTo>
                      <a:pt x="213" y="320"/>
                    </a:lnTo>
                    <a:lnTo>
                      <a:pt x="181" y="299"/>
                    </a:lnTo>
                    <a:lnTo>
                      <a:pt x="160" y="277"/>
                    </a:lnTo>
                    <a:lnTo>
                      <a:pt x="138" y="288"/>
                    </a:lnTo>
                    <a:lnTo>
                      <a:pt x="128" y="267"/>
                    </a:lnTo>
                    <a:lnTo>
                      <a:pt x="106" y="235"/>
                    </a:lnTo>
                    <a:lnTo>
                      <a:pt x="85" y="245"/>
                    </a:lnTo>
                    <a:lnTo>
                      <a:pt x="74" y="267"/>
                    </a:lnTo>
                    <a:lnTo>
                      <a:pt x="53" y="277"/>
                    </a:lnTo>
                    <a:lnTo>
                      <a:pt x="53" y="256"/>
                    </a:lnTo>
                    <a:lnTo>
                      <a:pt x="32" y="245"/>
                    </a:lnTo>
                    <a:lnTo>
                      <a:pt x="21" y="224"/>
                    </a:lnTo>
                    <a:lnTo>
                      <a:pt x="10" y="203"/>
                    </a:lnTo>
                    <a:lnTo>
                      <a:pt x="10" y="171"/>
                    </a:lnTo>
                    <a:lnTo>
                      <a:pt x="0" y="149"/>
                    </a:lnTo>
                    <a:lnTo>
                      <a:pt x="21" y="139"/>
                    </a:lnTo>
                    <a:lnTo>
                      <a:pt x="53" y="128"/>
                    </a:lnTo>
                    <a:lnTo>
                      <a:pt x="53" y="107"/>
                    </a:lnTo>
                    <a:lnTo>
                      <a:pt x="42" y="117"/>
                    </a:lnTo>
                  </a:path>
                </a:pathLst>
              </a:custGeom>
              <a:solidFill>
                <a:srgbClr val="8CF4EA"/>
              </a:solidFill>
              <a:ln w="12700" cap="rnd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86" name="Rectangle 118">
                <a:extLst>
                  <a:ext uri="{FF2B5EF4-FFF2-40B4-BE49-F238E27FC236}">
                    <a16:creationId xmlns:a16="http://schemas.microsoft.com/office/drawing/2014/main" id="{5742BDDE-1DBC-0B46-AF5B-98F4496434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6" y="1857"/>
                <a:ext cx="47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i="1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bubble</a:t>
                </a:r>
              </a:p>
            </p:txBody>
          </p:sp>
        </p:grpSp>
        <p:sp>
          <p:nvSpPr>
            <p:cNvPr id="92284" name="Rectangle 119">
              <a:extLst>
                <a:ext uri="{FF2B5EF4-FFF2-40B4-BE49-F238E27FC236}">
                  <a16:creationId xmlns:a16="http://schemas.microsoft.com/office/drawing/2014/main" id="{8ADBFF0A-E8E0-E745-AE10-957CF02E6D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9" y="1846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</p:grpSp>
      <p:grpSp>
        <p:nvGrpSpPr>
          <p:cNvPr id="92239" name="Group 120">
            <a:extLst>
              <a:ext uri="{FF2B5EF4-FFF2-40B4-BE49-F238E27FC236}">
                <a16:creationId xmlns:a16="http://schemas.microsoft.com/office/drawing/2014/main" id="{6FA60CBF-CFC7-284B-B1AB-29CC7A789DE2}"/>
              </a:ext>
            </a:extLst>
          </p:cNvPr>
          <p:cNvGrpSpPr>
            <a:grpSpLocks/>
          </p:cNvGrpSpPr>
          <p:nvPr/>
        </p:nvGrpSpPr>
        <p:grpSpPr bwMode="auto">
          <a:xfrm>
            <a:off x="4321175" y="3552825"/>
            <a:ext cx="3462338" cy="542925"/>
            <a:chOff x="2767" y="2235"/>
            <a:chExt cx="2181" cy="342"/>
          </a:xfrm>
        </p:grpSpPr>
        <p:grpSp>
          <p:nvGrpSpPr>
            <p:cNvPr id="92261" name="Group 121">
              <a:extLst>
                <a:ext uri="{FF2B5EF4-FFF2-40B4-BE49-F238E27FC236}">
                  <a16:creationId xmlns:a16="http://schemas.microsoft.com/office/drawing/2014/main" id="{592ED651-C5CA-B94E-9462-E186509C47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3" y="2235"/>
              <a:ext cx="485" cy="342"/>
              <a:chOff x="3173" y="2235"/>
              <a:chExt cx="485" cy="342"/>
            </a:xfrm>
          </p:grpSpPr>
          <p:sp>
            <p:nvSpPr>
              <p:cNvPr id="92276" name="Freeform 122">
                <a:extLst>
                  <a:ext uri="{FF2B5EF4-FFF2-40B4-BE49-F238E27FC236}">
                    <a16:creationId xmlns:a16="http://schemas.microsoft.com/office/drawing/2014/main" id="{740C2E59-B442-B44E-9E6A-261CEA0A65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9" y="2235"/>
                <a:ext cx="459" cy="342"/>
              </a:xfrm>
              <a:custGeom>
                <a:avLst/>
                <a:gdLst>
                  <a:gd name="T0" fmla="*/ 42 w 459"/>
                  <a:gd name="T1" fmla="*/ 117 h 342"/>
                  <a:gd name="T2" fmla="*/ 64 w 459"/>
                  <a:gd name="T3" fmla="*/ 64 h 342"/>
                  <a:gd name="T4" fmla="*/ 64 w 459"/>
                  <a:gd name="T5" fmla="*/ 43 h 342"/>
                  <a:gd name="T6" fmla="*/ 74 w 459"/>
                  <a:gd name="T7" fmla="*/ 21 h 342"/>
                  <a:gd name="T8" fmla="*/ 96 w 459"/>
                  <a:gd name="T9" fmla="*/ 11 h 342"/>
                  <a:gd name="T10" fmla="*/ 117 w 459"/>
                  <a:gd name="T11" fmla="*/ 0 h 342"/>
                  <a:gd name="T12" fmla="*/ 138 w 459"/>
                  <a:gd name="T13" fmla="*/ 11 h 342"/>
                  <a:gd name="T14" fmla="*/ 160 w 459"/>
                  <a:gd name="T15" fmla="*/ 11 h 342"/>
                  <a:gd name="T16" fmla="*/ 170 w 459"/>
                  <a:gd name="T17" fmla="*/ 32 h 342"/>
                  <a:gd name="T18" fmla="*/ 192 w 459"/>
                  <a:gd name="T19" fmla="*/ 43 h 342"/>
                  <a:gd name="T20" fmla="*/ 213 w 459"/>
                  <a:gd name="T21" fmla="*/ 43 h 342"/>
                  <a:gd name="T22" fmla="*/ 213 w 459"/>
                  <a:gd name="T23" fmla="*/ 21 h 342"/>
                  <a:gd name="T24" fmla="*/ 234 w 459"/>
                  <a:gd name="T25" fmla="*/ 11 h 342"/>
                  <a:gd name="T26" fmla="*/ 256 w 459"/>
                  <a:gd name="T27" fmla="*/ 11 h 342"/>
                  <a:gd name="T28" fmla="*/ 277 w 459"/>
                  <a:gd name="T29" fmla="*/ 32 h 342"/>
                  <a:gd name="T30" fmla="*/ 309 w 459"/>
                  <a:gd name="T31" fmla="*/ 43 h 342"/>
                  <a:gd name="T32" fmla="*/ 309 w 459"/>
                  <a:gd name="T33" fmla="*/ 64 h 342"/>
                  <a:gd name="T34" fmla="*/ 352 w 459"/>
                  <a:gd name="T35" fmla="*/ 32 h 342"/>
                  <a:gd name="T36" fmla="*/ 373 w 459"/>
                  <a:gd name="T37" fmla="*/ 21 h 342"/>
                  <a:gd name="T38" fmla="*/ 394 w 459"/>
                  <a:gd name="T39" fmla="*/ 43 h 342"/>
                  <a:gd name="T40" fmla="*/ 394 w 459"/>
                  <a:gd name="T41" fmla="*/ 64 h 342"/>
                  <a:gd name="T42" fmla="*/ 394 w 459"/>
                  <a:gd name="T43" fmla="*/ 85 h 342"/>
                  <a:gd name="T44" fmla="*/ 394 w 459"/>
                  <a:gd name="T45" fmla="*/ 107 h 342"/>
                  <a:gd name="T46" fmla="*/ 416 w 459"/>
                  <a:gd name="T47" fmla="*/ 117 h 342"/>
                  <a:gd name="T48" fmla="*/ 437 w 459"/>
                  <a:gd name="T49" fmla="*/ 117 h 342"/>
                  <a:gd name="T50" fmla="*/ 448 w 459"/>
                  <a:gd name="T51" fmla="*/ 149 h 342"/>
                  <a:gd name="T52" fmla="*/ 448 w 459"/>
                  <a:gd name="T53" fmla="*/ 171 h 342"/>
                  <a:gd name="T54" fmla="*/ 458 w 459"/>
                  <a:gd name="T55" fmla="*/ 235 h 342"/>
                  <a:gd name="T56" fmla="*/ 458 w 459"/>
                  <a:gd name="T57" fmla="*/ 256 h 342"/>
                  <a:gd name="T58" fmla="*/ 448 w 459"/>
                  <a:gd name="T59" fmla="*/ 277 h 342"/>
                  <a:gd name="T60" fmla="*/ 437 w 459"/>
                  <a:gd name="T61" fmla="*/ 256 h 342"/>
                  <a:gd name="T62" fmla="*/ 394 w 459"/>
                  <a:gd name="T63" fmla="*/ 267 h 342"/>
                  <a:gd name="T64" fmla="*/ 362 w 459"/>
                  <a:gd name="T65" fmla="*/ 277 h 342"/>
                  <a:gd name="T66" fmla="*/ 341 w 459"/>
                  <a:gd name="T67" fmla="*/ 277 h 342"/>
                  <a:gd name="T68" fmla="*/ 320 w 459"/>
                  <a:gd name="T69" fmla="*/ 299 h 342"/>
                  <a:gd name="T70" fmla="*/ 320 w 459"/>
                  <a:gd name="T71" fmla="*/ 277 h 342"/>
                  <a:gd name="T72" fmla="*/ 309 w 459"/>
                  <a:gd name="T73" fmla="*/ 299 h 342"/>
                  <a:gd name="T74" fmla="*/ 288 w 459"/>
                  <a:gd name="T75" fmla="*/ 309 h 342"/>
                  <a:gd name="T76" fmla="*/ 277 w 459"/>
                  <a:gd name="T77" fmla="*/ 331 h 342"/>
                  <a:gd name="T78" fmla="*/ 234 w 459"/>
                  <a:gd name="T79" fmla="*/ 341 h 342"/>
                  <a:gd name="T80" fmla="*/ 213 w 459"/>
                  <a:gd name="T81" fmla="*/ 320 h 342"/>
                  <a:gd name="T82" fmla="*/ 181 w 459"/>
                  <a:gd name="T83" fmla="*/ 299 h 342"/>
                  <a:gd name="T84" fmla="*/ 160 w 459"/>
                  <a:gd name="T85" fmla="*/ 277 h 342"/>
                  <a:gd name="T86" fmla="*/ 138 w 459"/>
                  <a:gd name="T87" fmla="*/ 288 h 342"/>
                  <a:gd name="T88" fmla="*/ 128 w 459"/>
                  <a:gd name="T89" fmla="*/ 267 h 342"/>
                  <a:gd name="T90" fmla="*/ 106 w 459"/>
                  <a:gd name="T91" fmla="*/ 235 h 342"/>
                  <a:gd name="T92" fmla="*/ 85 w 459"/>
                  <a:gd name="T93" fmla="*/ 245 h 342"/>
                  <a:gd name="T94" fmla="*/ 74 w 459"/>
                  <a:gd name="T95" fmla="*/ 267 h 342"/>
                  <a:gd name="T96" fmla="*/ 53 w 459"/>
                  <a:gd name="T97" fmla="*/ 277 h 342"/>
                  <a:gd name="T98" fmla="*/ 53 w 459"/>
                  <a:gd name="T99" fmla="*/ 256 h 342"/>
                  <a:gd name="T100" fmla="*/ 32 w 459"/>
                  <a:gd name="T101" fmla="*/ 245 h 342"/>
                  <a:gd name="T102" fmla="*/ 21 w 459"/>
                  <a:gd name="T103" fmla="*/ 224 h 342"/>
                  <a:gd name="T104" fmla="*/ 10 w 459"/>
                  <a:gd name="T105" fmla="*/ 203 h 342"/>
                  <a:gd name="T106" fmla="*/ 10 w 459"/>
                  <a:gd name="T107" fmla="*/ 171 h 342"/>
                  <a:gd name="T108" fmla="*/ 0 w 459"/>
                  <a:gd name="T109" fmla="*/ 149 h 342"/>
                  <a:gd name="T110" fmla="*/ 21 w 459"/>
                  <a:gd name="T111" fmla="*/ 139 h 342"/>
                  <a:gd name="T112" fmla="*/ 53 w 459"/>
                  <a:gd name="T113" fmla="*/ 128 h 342"/>
                  <a:gd name="T114" fmla="*/ 53 w 459"/>
                  <a:gd name="T115" fmla="*/ 107 h 342"/>
                  <a:gd name="T116" fmla="*/ 42 w 459"/>
                  <a:gd name="T117" fmla="*/ 117 h 34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459" h="342">
                    <a:moveTo>
                      <a:pt x="42" y="117"/>
                    </a:moveTo>
                    <a:lnTo>
                      <a:pt x="64" y="64"/>
                    </a:lnTo>
                    <a:lnTo>
                      <a:pt x="64" y="43"/>
                    </a:lnTo>
                    <a:lnTo>
                      <a:pt x="74" y="21"/>
                    </a:lnTo>
                    <a:lnTo>
                      <a:pt x="96" y="11"/>
                    </a:lnTo>
                    <a:lnTo>
                      <a:pt x="117" y="0"/>
                    </a:lnTo>
                    <a:lnTo>
                      <a:pt x="138" y="11"/>
                    </a:lnTo>
                    <a:lnTo>
                      <a:pt x="160" y="11"/>
                    </a:lnTo>
                    <a:lnTo>
                      <a:pt x="170" y="32"/>
                    </a:lnTo>
                    <a:lnTo>
                      <a:pt x="192" y="43"/>
                    </a:lnTo>
                    <a:lnTo>
                      <a:pt x="213" y="43"/>
                    </a:lnTo>
                    <a:lnTo>
                      <a:pt x="213" y="21"/>
                    </a:lnTo>
                    <a:lnTo>
                      <a:pt x="234" y="11"/>
                    </a:lnTo>
                    <a:lnTo>
                      <a:pt x="256" y="11"/>
                    </a:lnTo>
                    <a:lnTo>
                      <a:pt x="277" y="32"/>
                    </a:lnTo>
                    <a:lnTo>
                      <a:pt x="309" y="43"/>
                    </a:lnTo>
                    <a:lnTo>
                      <a:pt x="309" y="64"/>
                    </a:lnTo>
                    <a:lnTo>
                      <a:pt x="352" y="32"/>
                    </a:lnTo>
                    <a:lnTo>
                      <a:pt x="373" y="21"/>
                    </a:lnTo>
                    <a:lnTo>
                      <a:pt x="394" y="43"/>
                    </a:lnTo>
                    <a:lnTo>
                      <a:pt x="394" y="64"/>
                    </a:lnTo>
                    <a:lnTo>
                      <a:pt x="394" y="85"/>
                    </a:lnTo>
                    <a:lnTo>
                      <a:pt x="394" y="107"/>
                    </a:lnTo>
                    <a:lnTo>
                      <a:pt x="416" y="117"/>
                    </a:lnTo>
                    <a:lnTo>
                      <a:pt x="437" y="117"/>
                    </a:lnTo>
                    <a:lnTo>
                      <a:pt x="448" y="149"/>
                    </a:lnTo>
                    <a:lnTo>
                      <a:pt x="448" y="171"/>
                    </a:lnTo>
                    <a:lnTo>
                      <a:pt x="458" y="235"/>
                    </a:lnTo>
                    <a:lnTo>
                      <a:pt x="458" y="256"/>
                    </a:lnTo>
                    <a:lnTo>
                      <a:pt x="448" y="277"/>
                    </a:lnTo>
                    <a:lnTo>
                      <a:pt x="437" y="256"/>
                    </a:lnTo>
                    <a:lnTo>
                      <a:pt x="394" y="267"/>
                    </a:lnTo>
                    <a:lnTo>
                      <a:pt x="362" y="277"/>
                    </a:lnTo>
                    <a:lnTo>
                      <a:pt x="341" y="277"/>
                    </a:lnTo>
                    <a:lnTo>
                      <a:pt x="320" y="299"/>
                    </a:lnTo>
                    <a:lnTo>
                      <a:pt x="320" y="277"/>
                    </a:lnTo>
                    <a:lnTo>
                      <a:pt x="309" y="299"/>
                    </a:lnTo>
                    <a:lnTo>
                      <a:pt x="288" y="309"/>
                    </a:lnTo>
                    <a:lnTo>
                      <a:pt x="277" y="331"/>
                    </a:lnTo>
                    <a:lnTo>
                      <a:pt x="234" y="341"/>
                    </a:lnTo>
                    <a:lnTo>
                      <a:pt x="213" y="320"/>
                    </a:lnTo>
                    <a:lnTo>
                      <a:pt x="181" y="299"/>
                    </a:lnTo>
                    <a:lnTo>
                      <a:pt x="160" y="277"/>
                    </a:lnTo>
                    <a:lnTo>
                      <a:pt x="138" y="288"/>
                    </a:lnTo>
                    <a:lnTo>
                      <a:pt x="128" y="267"/>
                    </a:lnTo>
                    <a:lnTo>
                      <a:pt x="106" y="235"/>
                    </a:lnTo>
                    <a:lnTo>
                      <a:pt x="85" y="245"/>
                    </a:lnTo>
                    <a:lnTo>
                      <a:pt x="74" y="267"/>
                    </a:lnTo>
                    <a:lnTo>
                      <a:pt x="53" y="277"/>
                    </a:lnTo>
                    <a:lnTo>
                      <a:pt x="53" y="256"/>
                    </a:lnTo>
                    <a:lnTo>
                      <a:pt x="32" y="245"/>
                    </a:lnTo>
                    <a:lnTo>
                      <a:pt x="21" y="224"/>
                    </a:lnTo>
                    <a:lnTo>
                      <a:pt x="10" y="203"/>
                    </a:lnTo>
                    <a:lnTo>
                      <a:pt x="10" y="171"/>
                    </a:lnTo>
                    <a:lnTo>
                      <a:pt x="0" y="149"/>
                    </a:lnTo>
                    <a:lnTo>
                      <a:pt x="21" y="139"/>
                    </a:lnTo>
                    <a:lnTo>
                      <a:pt x="53" y="128"/>
                    </a:lnTo>
                    <a:lnTo>
                      <a:pt x="53" y="107"/>
                    </a:lnTo>
                    <a:lnTo>
                      <a:pt x="42" y="117"/>
                    </a:lnTo>
                  </a:path>
                </a:pathLst>
              </a:custGeom>
              <a:solidFill>
                <a:srgbClr val="8CF4EA"/>
              </a:solidFill>
              <a:ln w="12700" cap="rnd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77" name="Rectangle 123">
                <a:extLst>
                  <a:ext uri="{FF2B5EF4-FFF2-40B4-BE49-F238E27FC236}">
                    <a16:creationId xmlns:a16="http://schemas.microsoft.com/office/drawing/2014/main" id="{27056DB2-727E-7C48-8A24-C5CDF5BBFB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3" y="2305"/>
                <a:ext cx="47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i="1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bubble</a:t>
                </a:r>
              </a:p>
            </p:txBody>
          </p:sp>
        </p:grpSp>
        <p:grpSp>
          <p:nvGrpSpPr>
            <p:cNvPr id="92262" name="Group 124">
              <a:extLst>
                <a:ext uri="{FF2B5EF4-FFF2-40B4-BE49-F238E27FC236}">
                  <a16:creationId xmlns:a16="http://schemas.microsoft.com/office/drawing/2014/main" id="{5584EE37-B727-CD45-BCBE-9C2CEE49BD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10" y="2235"/>
              <a:ext cx="485" cy="342"/>
              <a:chOff x="3610" y="2235"/>
              <a:chExt cx="485" cy="342"/>
            </a:xfrm>
          </p:grpSpPr>
          <p:sp>
            <p:nvSpPr>
              <p:cNvPr id="92274" name="Freeform 125">
                <a:extLst>
                  <a:ext uri="{FF2B5EF4-FFF2-40B4-BE49-F238E27FC236}">
                    <a16:creationId xmlns:a16="http://schemas.microsoft.com/office/drawing/2014/main" id="{B67A9E03-77DC-B949-916D-EFACF26CA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2235"/>
                <a:ext cx="459" cy="342"/>
              </a:xfrm>
              <a:custGeom>
                <a:avLst/>
                <a:gdLst>
                  <a:gd name="T0" fmla="*/ 42 w 459"/>
                  <a:gd name="T1" fmla="*/ 117 h 342"/>
                  <a:gd name="T2" fmla="*/ 64 w 459"/>
                  <a:gd name="T3" fmla="*/ 64 h 342"/>
                  <a:gd name="T4" fmla="*/ 64 w 459"/>
                  <a:gd name="T5" fmla="*/ 43 h 342"/>
                  <a:gd name="T6" fmla="*/ 74 w 459"/>
                  <a:gd name="T7" fmla="*/ 21 h 342"/>
                  <a:gd name="T8" fmla="*/ 96 w 459"/>
                  <a:gd name="T9" fmla="*/ 11 h 342"/>
                  <a:gd name="T10" fmla="*/ 117 w 459"/>
                  <a:gd name="T11" fmla="*/ 0 h 342"/>
                  <a:gd name="T12" fmla="*/ 138 w 459"/>
                  <a:gd name="T13" fmla="*/ 11 h 342"/>
                  <a:gd name="T14" fmla="*/ 160 w 459"/>
                  <a:gd name="T15" fmla="*/ 11 h 342"/>
                  <a:gd name="T16" fmla="*/ 170 w 459"/>
                  <a:gd name="T17" fmla="*/ 32 h 342"/>
                  <a:gd name="T18" fmla="*/ 192 w 459"/>
                  <a:gd name="T19" fmla="*/ 43 h 342"/>
                  <a:gd name="T20" fmla="*/ 213 w 459"/>
                  <a:gd name="T21" fmla="*/ 43 h 342"/>
                  <a:gd name="T22" fmla="*/ 213 w 459"/>
                  <a:gd name="T23" fmla="*/ 21 h 342"/>
                  <a:gd name="T24" fmla="*/ 234 w 459"/>
                  <a:gd name="T25" fmla="*/ 11 h 342"/>
                  <a:gd name="T26" fmla="*/ 256 w 459"/>
                  <a:gd name="T27" fmla="*/ 11 h 342"/>
                  <a:gd name="T28" fmla="*/ 277 w 459"/>
                  <a:gd name="T29" fmla="*/ 32 h 342"/>
                  <a:gd name="T30" fmla="*/ 309 w 459"/>
                  <a:gd name="T31" fmla="*/ 43 h 342"/>
                  <a:gd name="T32" fmla="*/ 309 w 459"/>
                  <a:gd name="T33" fmla="*/ 64 h 342"/>
                  <a:gd name="T34" fmla="*/ 352 w 459"/>
                  <a:gd name="T35" fmla="*/ 32 h 342"/>
                  <a:gd name="T36" fmla="*/ 373 w 459"/>
                  <a:gd name="T37" fmla="*/ 21 h 342"/>
                  <a:gd name="T38" fmla="*/ 394 w 459"/>
                  <a:gd name="T39" fmla="*/ 43 h 342"/>
                  <a:gd name="T40" fmla="*/ 394 w 459"/>
                  <a:gd name="T41" fmla="*/ 64 h 342"/>
                  <a:gd name="T42" fmla="*/ 394 w 459"/>
                  <a:gd name="T43" fmla="*/ 85 h 342"/>
                  <a:gd name="T44" fmla="*/ 394 w 459"/>
                  <a:gd name="T45" fmla="*/ 107 h 342"/>
                  <a:gd name="T46" fmla="*/ 416 w 459"/>
                  <a:gd name="T47" fmla="*/ 117 h 342"/>
                  <a:gd name="T48" fmla="*/ 437 w 459"/>
                  <a:gd name="T49" fmla="*/ 117 h 342"/>
                  <a:gd name="T50" fmla="*/ 448 w 459"/>
                  <a:gd name="T51" fmla="*/ 149 h 342"/>
                  <a:gd name="T52" fmla="*/ 448 w 459"/>
                  <a:gd name="T53" fmla="*/ 171 h 342"/>
                  <a:gd name="T54" fmla="*/ 458 w 459"/>
                  <a:gd name="T55" fmla="*/ 235 h 342"/>
                  <a:gd name="T56" fmla="*/ 458 w 459"/>
                  <a:gd name="T57" fmla="*/ 256 h 342"/>
                  <a:gd name="T58" fmla="*/ 448 w 459"/>
                  <a:gd name="T59" fmla="*/ 277 h 342"/>
                  <a:gd name="T60" fmla="*/ 437 w 459"/>
                  <a:gd name="T61" fmla="*/ 256 h 342"/>
                  <a:gd name="T62" fmla="*/ 394 w 459"/>
                  <a:gd name="T63" fmla="*/ 267 h 342"/>
                  <a:gd name="T64" fmla="*/ 362 w 459"/>
                  <a:gd name="T65" fmla="*/ 277 h 342"/>
                  <a:gd name="T66" fmla="*/ 341 w 459"/>
                  <a:gd name="T67" fmla="*/ 277 h 342"/>
                  <a:gd name="T68" fmla="*/ 320 w 459"/>
                  <a:gd name="T69" fmla="*/ 299 h 342"/>
                  <a:gd name="T70" fmla="*/ 320 w 459"/>
                  <a:gd name="T71" fmla="*/ 277 h 342"/>
                  <a:gd name="T72" fmla="*/ 309 w 459"/>
                  <a:gd name="T73" fmla="*/ 299 h 342"/>
                  <a:gd name="T74" fmla="*/ 288 w 459"/>
                  <a:gd name="T75" fmla="*/ 309 h 342"/>
                  <a:gd name="T76" fmla="*/ 277 w 459"/>
                  <a:gd name="T77" fmla="*/ 331 h 342"/>
                  <a:gd name="T78" fmla="*/ 234 w 459"/>
                  <a:gd name="T79" fmla="*/ 341 h 342"/>
                  <a:gd name="T80" fmla="*/ 213 w 459"/>
                  <a:gd name="T81" fmla="*/ 320 h 342"/>
                  <a:gd name="T82" fmla="*/ 181 w 459"/>
                  <a:gd name="T83" fmla="*/ 299 h 342"/>
                  <a:gd name="T84" fmla="*/ 160 w 459"/>
                  <a:gd name="T85" fmla="*/ 277 h 342"/>
                  <a:gd name="T86" fmla="*/ 138 w 459"/>
                  <a:gd name="T87" fmla="*/ 288 h 342"/>
                  <a:gd name="T88" fmla="*/ 128 w 459"/>
                  <a:gd name="T89" fmla="*/ 267 h 342"/>
                  <a:gd name="T90" fmla="*/ 106 w 459"/>
                  <a:gd name="T91" fmla="*/ 235 h 342"/>
                  <a:gd name="T92" fmla="*/ 85 w 459"/>
                  <a:gd name="T93" fmla="*/ 245 h 342"/>
                  <a:gd name="T94" fmla="*/ 74 w 459"/>
                  <a:gd name="T95" fmla="*/ 267 h 342"/>
                  <a:gd name="T96" fmla="*/ 53 w 459"/>
                  <a:gd name="T97" fmla="*/ 277 h 342"/>
                  <a:gd name="T98" fmla="*/ 53 w 459"/>
                  <a:gd name="T99" fmla="*/ 256 h 342"/>
                  <a:gd name="T100" fmla="*/ 32 w 459"/>
                  <a:gd name="T101" fmla="*/ 245 h 342"/>
                  <a:gd name="T102" fmla="*/ 21 w 459"/>
                  <a:gd name="T103" fmla="*/ 224 h 342"/>
                  <a:gd name="T104" fmla="*/ 10 w 459"/>
                  <a:gd name="T105" fmla="*/ 203 h 342"/>
                  <a:gd name="T106" fmla="*/ 10 w 459"/>
                  <a:gd name="T107" fmla="*/ 171 h 342"/>
                  <a:gd name="T108" fmla="*/ 0 w 459"/>
                  <a:gd name="T109" fmla="*/ 149 h 342"/>
                  <a:gd name="T110" fmla="*/ 21 w 459"/>
                  <a:gd name="T111" fmla="*/ 139 h 342"/>
                  <a:gd name="T112" fmla="*/ 53 w 459"/>
                  <a:gd name="T113" fmla="*/ 128 h 342"/>
                  <a:gd name="T114" fmla="*/ 53 w 459"/>
                  <a:gd name="T115" fmla="*/ 107 h 342"/>
                  <a:gd name="T116" fmla="*/ 42 w 459"/>
                  <a:gd name="T117" fmla="*/ 117 h 34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459" h="342">
                    <a:moveTo>
                      <a:pt x="42" y="117"/>
                    </a:moveTo>
                    <a:lnTo>
                      <a:pt x="64" y="64"/>
                    </a:lnTo>
                    <a:lnTo>
                      <a:pt x="64" y="43"/>
                    </a:lnTo>
                    <a:lnTo>
                      <a:pt x="74" y="21"/>
                    </a:lnTo>
                    <a:lnTo>
                      <a:pt x="96" y="11"/>
                    </a:lnTo>
                    <a:lnTo>
                      <a:pt x="117" y="0"/>
                    </a:lnTo>
                    <a:lnTo>
                      <a:pt x="138" y="11"/>
                    </a:lnTo>
                    <a:lnTo>
                      <a:pt x="160" y="11"/>
                    </a:lnTo>
                    <a:lnTo>
                      <a:pt x="170" y="32"/>
                    </a:lnTo>
                    <a:lnTo>
                      <a:pt x="192" y="43"/>
                    </a:lnTo>
                    <a:lnTo>
                      <a:pt x="213" y="43"/>
                    </a:lnTo>
                    <a:lnTo>
                      <a:pt x="213" y="21"/>
                    </a:lnTo>
                    <a:lnTo>
                      <a:pt x="234" y="11"/>
                    </a:lnTo>
                    <a:lnTo>
                      <a:pt x="256" y="11"/>
                    </a:lnTo>
                    <a:lnTo>
                      <a:pt x="277" y="32"/>
                    </a:lnTo>
                    <a:lnTo>
                      <a:pt x="309" y="43"/>
                    </a:lnTo>
                    <a:lnTo>
                      <a:pt x="309" y="64"/>
                    </a:lnTo>
                    <a:lnTo>
                      <a:pt x="352" y="32"/>
                    </a:lnTo>
                    <a:lnTo>
                      <a:pt x="373" y="21"/>
                    </a:lnTo>
                    <a:lnTo>
                      <a:pt x="394" y="43"/>
                    </a:lnTo>
                    <a:lnTo>
                      <a:pt x="394" y="64"/>
                    </a:lnTo>
                    <a:lnTo>
                      <a:pt x="394" y="85"/>
                    </a:lnTo>
                    <a:lnTo>
                      <a:pt x="394" y="107"/>
                    </a:lnTo>
                    <a:lnTo>
                      <a:pt x="416" y="117"/>
                    </a:lnTo>
                    <a:lnTo>
                      <a:pt x="437" y="117"/>
                    </a:lnTo>
                    <a:lnTo>
                      <a:pt x="448" y="149"/>
                    </a:lnTo>
                    <a:lnTo>
                      <a:pt x="448" y="171"/>
                    </a:lnTo>
                    <a:lnTo>
                      <a:pt x="458" y="235"/>
                    </a:lnTo>
                    <a:lnTo>
                      <a:pt x="458" y="256"/>
                    </a:lnTo>
                    <a:lnTo>
                      <a:pt x="448" y="277"/>
                    </a:lnTo>
                    <a:lnTo>
                      <a:pt x="437" y="256"/>
                    </a:lnTo>
                    <a:lnTo>
                      <a:pt x="394" y="267"/>
                    </a:lnTo>
                    <a:lnTo>
                      <a:pt x="362" y="277"/>
                    </a:lnTo>
                    <a:lnTo>
                      <a:pt x="341" y="277"/>
                    </a:lnTo>
                    <a:lnTo>
                      <a:pt x="320" y="299"/>
                    </a:lnTo>
                    <a:lnTo>
                      <a:pt x="320" y="277"/>
                    </a:lnTo>
                    <a:lnTo>
                      <a:pt x="309" y="299"/>
                    </a:lnTo>
                    <a:lnTo>
                      <a:pt x="288" y="309"/>
                    </a:lnTo>
                    <a:lnTo>
                      <a:pt x="277" y="331"/>
                    </a:lnTo>
                    <a:lnTo>
                      <a:pt x="234" y="341"/>
                    </a:lnTo>
                    <a:lnTo>
                      <a:pt x="213" y="320"/>
                    </a:lnTo>
                    <a:lnTo>
                      <a:pt x="181" y="299"/>
                    </a:lnTo>
                    <a:lnTo>
                      <a:pt x="160" y="277"/>
                    </a:lnTo>
                    <a:lnTo>
                      <a:pt x="138" y="288"/>
                    </a:lnTo>
                    <a:lnTo>
                      <a:pt x="128" y="267"/>
                    </a:lnTo>
                    <a:lnTo>
                      <a:pt x="106" y="235"/>
                    </a:lnTo>
                    <a:lnTo>
                      <a:pt x="85" y="245"/>
                    </a:lnTo>
                    <a:lnTo>
                      <a:pt x="74" y="267"/>
                    </a:lnTo>
                    <a:lnTo>
                      <a:pt x="53" y="277"/>
                    </a:lnTo>
                    <a:lnTo>
                      <a:pt x="53" y="256"/>
                    </a:lnTo>
                    <a:lnTo>
                      <a:pt x="32" y="245"/>
                    </a:lnTo>
                    <a:lnTo>
                      <a:pt x="21" y="224"/>
                    </a:lnTo>
                    <a:lnTo>
                      <a:pt x="10" y="203"/>
                    </a:lnTo>
                    <a:lnTo>
                      <a:pt x="10" y="171"/>
                    </a:lnTo>
                    <a:lnTo>
                      <a:pt x="0" y="149"/>
                    </a:lnTo>
                    <a:lnTo>
                      <a:pt x="21" y="139"/>
                    </a:lnTo>
                    <a:lnTo>
                      <a:pt x="53" y="128"/>
                    </a:lnTo>
                    <a:lnTo>
                      <a:pt x="53" y="107"/>
                    </a:lnTo>
                    <a:lnTo>
                      <a:pt x="42" y="117"/>
                    </a:lnTo>
                  </a:path>
                </a:pathLst>
              </a:custGeom>
              <a:solidFill>
                <a:srgbClr val="8CF4EA"/>
              </a:solidFill>
              <a:ln w="12700" cap="rnd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75" name="Rectangle 126">
                <a:extLst>
                  <a:ext uri="{FF2B5EF4-FFF2-40B4-BE49-F238E27FC236}">
                    <a16:creationId xmlns:a16="http://schemas.microsoft.com/office/drawing/2014/main" id="{17012CCE-2959-174B-A96B-87AF8B1D41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0" y="2305"/>
                <a:ext cx="47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i="1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bubble</a:t>
                </a:r>
              </a:p>
            </p:txBody>
          </p:sp>
        </p:grpSp>
        <p:grpSp>
          <p:nvGrpSpPr>
            <p:cNvPr id="92263" name="Group 127">
              <a:extLst>
                <a:ext uri="{FF2B5EF4-FFF2-40B4-BE49-F238E27FC236}">
                  <a16:creationId xmlns:a16="http://schemas.microsoft.com/office/drawing/2014/main" id="{331173B3-CF7D-164D-ADFA-50B3E0C71C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7" y="2235"/>
              <a:ext cx="485" cy="342"/>
              <a:chOff x="4047" y="2235"/>
              <a:chExt cx="485" cy="342"/>
            </a:xfrm>
          </p:grpSpPr>
          <p:sp>
            <p:nvSpPr>
              <p:cNvPr id="92272" name="Freeform 128">
                <a:extLst>
                  <a:ext uri="{FF2B5EF4-FFF2-40B4-BE49-F238E27FC236}">
                    <a16:creationId xmlns:a16="http://schemas.microsoft.com/office/drawing/2014/main" id="{FDD313DC-629E-2649-933B-0E956122E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3" y="2235"/>
                <a:ext cx="459" cy="342"/>
              </a:xfrm>
              <a:custGeom>
                <a:avLst/>
                <a:gdLst>
                  <a:gd name="T0" fmla="*/ 42 w 459"/>
                  <a:gd name="T1" fmla="*/ 117 h 342"/>
                  <a:gd name="T2" fmla="*/ 64 w 459"/>
                  <a:gd name="T3" fmla="*/ 64 h 342"/>
                  <a:gd name="T4" fmla="*/ 64 w 459"/>
                  <a:gd name="T5" fmla="*/ 43 h 342"/>
                  <a:gd name="T6" fmla="*/ 74 w 459"/>
                  <a:gd name="T7" fmla="*/ 21 h 342"/>
                  <a:gd name="T8" fmla="*/ 96 w 459"/>
                  <a:gd name="T9" fmla="*/ 11 h 342"/>
                  <a:gd name="T10" fmla="*/ 117 w 459"/>
                  <a:gd name="T11" fmla="*/ 0 h 342"/>
                  <a:gd name="T12" fmla="*/ 138 w 459"/>
                  <a:gd name="T13" fmla="*/ 11 h 342"/>
                  <a:gd name="T14" fmla="*/ 160 w 459"/>
                  <a:gd name="T15" fmla="*/ 11 h 342"/>
                  <a:gd name="T16" fmla="*/ 170 w 459"/>
                  <a:gd name="T17" fmla="*/ 32 h 342"/>
                  <a:gd name="T18" fmla="*/ 192 w 459"/>
                  <a:gd name="T19" fmla="*/ 43 h 342"/>
                  <a:gd name="T20" fmla="*/ 213 w 459"/>
                  <a:gd name="T21" fmla="*/ 43 h 342"/>
                  <a:gd name="T22" fmla="*/ 213 w 459"/>
                  <a:gd name="T23" fmla="*/ 21 h 342"/>
                  <a:gd name="T24" fmla="*/ 234 w 459"/>
                  <a:gd name="T25" fmla="*/ 11 h 342"/>
                  <a:gd name="T26" fmla="*/ 256 w 459"/>
                  <a:gd name="T27" fmla="*/ 11 h 342"/>
                  <a:gd name="T28" fmla="*/ 277 w 459"/>
                  <a:gd name="T29" fmla="*/ 32 h 342"/>
                  <a:gd name="T30" fmla="*/ 309 w 459"/>
                  <a:gd name="T31" fmla="*/ 43 h 342"/>
                  <a:gd name="T32" fmla="*/ 309 w 459"/>
                  <a:gd name="T33" fmla="*/ 64 h 342"/>
                  <a:gd name="T34" fmla="*/ 352 w 459"/>
                  <a:gd name="T35" fmla="*/ 32 h 342"/>
                  <a:gd name="T36" fmla="*/ 373 w 459"/>
                  <a:gd name="T37" fmla="*/ 21 h 342"/>
                  <a:gd name="T38" fmla="*/ 394 w 459"/>
                  <a:gd name="T39" fmla="*/ 43 h 342"/>
                  <a:gd name="T40" fmla="*/ 394 w 459"/>
                  <a:gd name="T41" fmla="*/ 64 h 342"/>
                  <a:gd name="T42" fmla="*/ 394 w 459"/>
                  <a:gd name="T43" fmla="*/ 85 h 342"/>
                  <a:gd name="T44" fmla="*/ 394 w 459"/>
                  <a:gd name="T45" fmla="*/ 107 h 342"/>
                  <a:gd name="T46" fmla="*/ 416 w 459"/>
                  <a:gd name="T47" fmla="*/ 117 h 342"/>
                  <a:gd name="T48" fmla="*/ 437 w 459"/>
                  <a:gd name="T49" fmla="*/ 117 h 342"/>
                  <a:gd name="T50" fmla="*/ 448 w 459"/>
                  <a:gd name="T51" fmla="*/ 149 h 342"/>
                  <a:gd name="T52" fmla="*/ 448 w 459"/>
                  <a:gd name="T53" fmla="*/ 171 h 342"/>
                  <a:gd name="T54" fmla="*/ 458 w 459"/>
                  <a:gd name="T55" fmla="*/ 235 h 342"/>
                  <a:gd name="T56" fmla="*/ 458 w 459"/>
                  <a:gd name="T57" fmla="*/ 256 h 342"/>
                  <a:gd name="T58" fmla="*/ 448 w 459"/>
                  <a:gd name="T59" fmla="*/ 277 h 342"/>
                  <a:gd name="T60" fmla="*/ 437 w 459"/>
                  <a:gd name="T61" fmla="*/ 256 h 342"/>
                  <a:gd name="T62" fmla="*/ 394 w 459"/>
                  <a:gd name="T63" fmla="*/ 267 h 342"/>
                  <a:gd name="T64" fmla="*/ 362 w 459"/>
                  <a:gd name="T65" fmla="*/ 277 h 342"/>
                  <a:gd name="T66" fmla="*/ 341 w 459"/>
                  <a:gd name="T67" fmla="*/ 277 h 342"/>
                  <a:gd name="T68" fmla="*/ 320 w 459"/>
                  <a:gd name="T69" fmla="*/ 299 h 342"/>
                  <a:gd name="T70" fmla="*/ 320 w 459"/>
                  <a:gd name="T71" fmla="*/ 277 h 342"/>
                  <a:gd name="T72" fmla="*/ 309 w 459"/>
                  <a:gd name="T73" fmla="*/ 299 h 342"/>
                  <a:gd name="T74" fmla="*/ 288 w 459"/>
                  <a:gd name="T75" fmla="*/ 309 h 342"/>
                  <a:gd name="T76" fmla="*/ 277 w 459"/>
                  <a:gd name="T77" fmla="*/ 331 h 342"/>
                  <a:gd name="T78" fmla="*/ 234 w 459"/>
                  <a:gd name="T79" fmla="*/ 341 h 342"/>
                  <a:gd name="T80" fmla="*/ 213 w 459"/>
                  <a:gd name="T81" fmla="*/ 320 h 342"/>
                  <a:gd name="T82" fmla="*/ 181 w 459"/>
                  <a:gd name="T83" fmla="*/ 299 h 342"/>
                  <a:gd name="T84" fmla="*/ 160 w 459"/>
                  <a:gd name="T85" fmla="*/ 277 h 342"/>
                  <a:gd name="T86" fmla="*/ 138 w 459"/>
                  <a:gd name="T87" fmla="*/ 288 h 342"/>
                  <a:gd name="T88" fmla="*/ 128 w 459"/>
                  <a:gd name="T89" fmla="*/ 267 h 342"/>
                  <a:gd name="T90" fmla="*/ 106 w 459"/>
                  <a:gd name="T91" fmla="*/ 235 h 342"/>
                  <a:gd name="T92" fmla="*/ 85 w 459"/>
                  <a:gd name="T93" fmla="*/ 245 h 342"/>
                  <a:gd name="T94" fmla="*/ 74 w 459"/>
                  <a:gd name="T95" fmla="*/ 267 h 342"/>
                  <a:gd name="T96" fmla="*/ 53 w 459"/>
                  <a:gd name="T97" fmla="*/ 277 h 342"/>
                  <a:gd name="T98" fmla="*/ 53 w 459"/>
                  <a:gd name="T99" fmla="*/ 256 h 342"/>
                  <a:gd name="T100" fmla="*/ 32 w 459"/>
                  <a:gd name="T101" fmla="*/ 245 h 342"/>
                  <a:gd name="T102" fmla="*/ 21 w 459"/>
                  <a:gd name="T103" fmla="*/ 224 h 342"/>
                  <a:gd name="T104" fmla="*/ 10 w 459"/>
                  <a:gd name="T105" fmla="*/ 203 h 342"/>
                  <a:gd name="T106" fmla="*/ 10 w 459"/>
                  <a:gd name="T107" fmla="*/ 171 h 342"/>
                  <a:gd name="T108" fmla="*/ 0 w 459"/>
                  <a:gd name="T109" fmla="*/ 149 h 342"/>
                  <a:gd name="T110" fmla="*/ 21 w 459"/>
                  <a:gd name="T111" fmla="*/ 139 h 342"/>
                  <a:gd name="T112" fmla="*/ 53 w 459"/>
                  <a:gd name="T113" fmla="*/ 128 h 342"/>
                  <a:gd name="T114" fmla="*/ 53 w 459"/>
                  <a:gd name="T115" fmla="*/ 107 h 342"/>
                  <a:gd name="T116" fmla="*/ 42 w 459"/>
                  <a:gd name="T117" fmla="*/ 117 h 34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459" h="342">
                    <a:moveTo>
                      <a:pt x="42" y="117"/>
                    </a:moveTo>
                    <a:lnTo>
                      <a:pt x="64" y="64"/>
                    </a:lnTo>
                    <a:lnTo>
                      <a:pt x="64" y="43"/>
                    </a:lnTo>
                    <a:lnTo>
                      <a:pt x="74" y="21"/>
                    </a:lnTo>
                    <a:lnTo>
                      <a:pt x="96" y="11"/>
                    </a:lnTo>
                    <a:lnTo>
                      <a:pt x="117" y="0"/>
                    </a:lnTo>
                    <a:lnTo>
                      <a:pt x="138" y="11"/>
                    </a:lnTo>
                    <a:lnTo>
                      <a:pt x="160" y="11"/>
                    </a:lnTo>
                    <a:lnTo>
                      <a:pt x="170" y="32"/>
                    </a:lnTo>
                    <a:lnTo>
                      <a:pt x="192" y="43"/>
                    </a:lnTo>
                    <a:lnTo>
                      <a:pt x="213" y="43"/>
                    </a:lnTo>
                    <a:lnTo>
                      <a:pt x="213" y="21"/>
                    </a:lnTo>
                    <a:lnTo>
                      <a:pt x="234" y="11"/>
                    </a:lnTo>
                    <a:lnTo>
                      <a:pt x="256" y="11"/>
                    </a:lnTo>
                    <a:lnTo>
                      <a:pt x="277" y="32"/>
                    </a:lnTo>
                    <a:lnTo>
                      <a:pt x="309" y="43"/>
                    </a:lnTo>
                    <a:lnTo>
                      <a:pt x="309" y="64"/>
                    </a:lnTo>
                    <a:lnTo>
                      <a:pt x="352" y="32"/>
                    </a:lnTo>
                    <a:lnTo>
                      <a:pt x="373" y="21"/>
                    </a:lnTo>
                    <a:lnTo>
                      <a:pt x="394" y="43"/>
                    </a:lnTo>
                    <a:lnTo>
                      <a:pt x="394" y="64"/>
                    </a:lnTo>
                    <a:lnTo>
                      <a:pt x="394" y="85"/>
                    </a:lnTo>
                    <a:lnTo>
                      <a:pt x="394" y="107"/>
                    </a:lnTo>
                    <a:lnTo>
                      <a:pt x="416" y="117"/>
                    </a:lnTo>
                    <a:lnTo>
                      <a:pt x="437" y="117"/>
                    </a:lnTo>
                    <a:lnTo>
                      <a:pt x="448" y="149"/>
                    </a:lnTo>
                    <a:lnTo>
                      <a:pt x="448" y="171"/>
                    </a:lnTo>
                    <a:lnTo>
                      <a:pt x="458" y="235"/>
                    </a:lnTo>
                    <a:lnTo>
                      <a:pt x="458" y="256"/>
                    </a:lnTo>
                    <a:lnTo>
                      <a:pt x="448" y="277"/>
                    </a:lnTo>
                    <a:lnTo>
                      <a:pt x="437" y="256"/>
                    </a:lnTo>
                    <a:lnTo>
                      <a:pt x="394" y="267"/>
                    </a:lnTo>
                    <a:lnTo>
                      <a:pt x="362" y="277"/>
                    </a:lnTo>
                    <a:lnTo>
                      <a:pt x="341" y="277"/>
                    </a:lnTo>
                    <a:lnTo>
                      <a:pt x="320" y="299"/>
                    </a:lnTo>
                    <a:lnTo>
                      <a:pt x="320" y="277"/>
                    </a:lnTo>
                    <a:lnTo>
                      <a:pt x="309" y="299"/>
                    </a:lnTo>
                    <a:lnTo>
                      <a:pt x="288" y="309"/>
                    </a:lnTo>
                    <a:lnTo>
                      <a:pt x="277" y="331"/>
                    </a:lnTo>
                    <a:lnTo>
                      <a:pt x="234" y="341"/>
                    </a:lnTo>
                    <a:lnTo>
                      <a:pt x="213" y="320"/>
                    </a:lnTo>
                    <a:lnTo>
                      <a:pt x="181" y="299"/>
                    </a:lnTo>
                    <a:lnTo>
                      <a:pt x="160" y="277"/>
                    </a:lnTo>
                    <a:lnTo>
                      <a:pt x="138" y="288"/>
                    </a:lnTo>
                    <a:lnTo>
                      <a:pt x="128" y="267"/>
                    </a:lnTo>
                    <a:lnTo>
                      <a:pt x="106" y="235"/>
                    </a:lnTo>
                    <a:lnTo>
                      <a:pt x="85" y="245"/>
                    </a:lnTo>
                    <a:lnTo>
                      <a:pt x="74" y="267"/>
                    </a:lnTo>
                    <a:lnTo>
                      <a:pt x="53" y="277"/>
                    </a:lnTo>
                    <a:lnTo>
                      <a:pt x="53" y="256"/>
                    </a:lnTo>
                    <a:lnTo>
                      <a:pt x="32" y="245"/>
                    </a:lnTo>
                    <a:lnTo>
                      <a:pt x="21" y="224"/>
                    </a:lnTo>
                    <a:lnTo>
                      <a:pt x="10" y="203"/>
                    </a:lnTo>
                    <a:lnTo>
                      <a:pt x="10" y="171"/>
                    </a:lnTo>
                    <a:lnTo>
                      <a:pt x="0" y="149"/>
                    </a:lnTo>
                    <a:lnTo>
                      <a:pt x="21" y="139"/>
                    </a:lnTo>
                    <a:lnTo>
                      <a:pt x="53" y="128"/>
                    </a:lnTo>
                    <a:lnTo>
                      <a:pt x="53" y="107"/>
                    </a:lnTo>
                    <a:lnTo>
                      <a:pt x="42" y="117"/>
                    </a:lnTo>
                  </a:path>
                </a:pathLst>
              </a:custGeom>
              <a:solidFill>
                <a:srgbClr val="8CF4EA"/>
              </a:solidFill>
              <a:ln w="12700" cap="rnd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73" name="Rectangle 129">
                <a:extLst>
                  <a:ext uri="{FF2B5EF4-FFF2-40B4-BE49-F238E27FC236}">
                    <a16:creationId xmlns:a16="http://schemas.microsoft.com/office/drawing/2014/main" id="{9A469689-27AC-A343-81A8-4BF0E02584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7" y="2305"/>
                <a:ext cx="47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i="1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bubble</a:t>
                </a:r>
              </a:p>
            </p:txBody>
          </p:sp>
        </p:grpSp>
        <p:grpSp>
          <p:nvGrpSpPr>
            <p:cNvPr id="92264" name="Group 130">
              <a:extLst>
                <a:ext uri="{FF2B5EF4-FFF2-40B4-BE49-F238E27FC236}">
                  <a16:creationId xmlns:a16="http://schemas.microsoft.com/office/drawing/2014/main" id="{DE0C6463-5E2F-B24B-B81D-1A3B167B26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67" y="2256"/>
              <a:ext cx="340" cy="289"/>
              <a:chOff x="2767" y="2256"/>
              <a:chExt cx="340" cy="289"/>
            </a:xfrm>
          </p:grpSpPr>
          <p:sp>
            <p:nvSpPr>
              <p:cNvPr id="92270" name="Freeform 131">
                <a:extLst>
                  <a:ext uri="{FF2B5EF4-FFF2-40B4-BE49-F238E27FC236}">
                    <a16:creationId xmlns:a16="http://schemas.microsoft.com/office/drawing/2014/main" id="{A028355B-71C1-CD4E-8843-CB0E5195F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7" y="2256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71" name="Freeform 132">
                <a:extLst>
                  <a:ext uri="{FF2B5EF4-FFF2-40B4-BE49-F238E27FC236}">
                    <a16:creationId xmlns:a16="http://schemas.microsoft.com/office/drawing/2014/main" id="{C0F7FD25-0A80-E34B-B27F-9C29C3C949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6" y="2256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2265" name="Line 133">
              <a:extLst>
                <a:ext uri="{FF2B5EF4-FFF2-40B4-BE49-F238E27FC236}">
                  <a16:creationId xmlns:a16="http://schemas.microsoft.com/office/drawing/2014/main" id="{18108489-F045-BA48-9D10-0FC670854A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8" y="2400"/>
              <a:ext cx="1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266" name="Group 134">
              <a:extLst>
                <a:ext uri="{FF2B5EF4-FFF2-40B4-BE49-F238E27FC236}">
                  <a16:creationId xmlns:a16="http://schemas.microsoft.com/office/drawing/2014/main" id="{4AEF65B0-45F3-A344-839F-0E38C7062B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3" y="2235"/>
              <a:ext cx="485" cy="342"/>
              <a:chOff x="4463" y="2235"/>
              <a:chExt cx="485" cy="342"/>
            </a:xfrm>
          </p:grpSpPr>
          <p:sp>
            <p:nvSpPr>
              <p:cNvPr id="92268" name="Freeform 135">
                <a:extLst>
                  <a:ext uri="{FF2B5EF4-FFF2-40B4-BE49-F238E27FC236}">
                    <a16:creationId xmlns:a16="http://schemas.microsoft.com/office/drawing/2014/main" id="{133BDA1F-8D11-BB42-A1DC-6BDA24753F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9" y="2235"/>
                <a:ext cx="459" cy="342"/>
              </a:xfrm>
              <a:custGeom>
                <a:avLst/>
                <a:gdLst>
                  <a:gd name="T0" fmla="*/ 42 w 459"/>
                  <a:gd name="T1" fmla="*/ 117 h 342"/>
                  <a:gd name="T2" fmla="*/ 64 w 459"/>
                  <a:gd name="T3" fmla="*/ 64 h 342"/>
                  <a:gd name="T4" fmla="*/ 64 w 459"/>
                  <a:gd name="T5" fmla="*/ 43 h 342"/>
                  <a:gd name="T6" fmla="*/ 74 w 459"/>
                  <a:gd name="T7" fmla="*/ 21 h 342"/>
                  <a:gd name="T8" fmla="*/ 96 w 459"/>
                  <a:gd name="T9" fmla="*/ 11 h 342"/>
                  <a:gd name="T10" fmla="*/ 117 w 459"/>
                  <a:gd name="T11" fmla="*/ 0 h 342"/>
                  <a:gd name="T12" fmla="*/ 138 w 459"/>
                  <a:gd name="T13" fmla="*/ 11 h 342"/>
                  <a:gd name="T14" fmla="*/ 160 w 459"/>
                  <a:gd name="T15" fmla="*/ 11 h 342"/>
                  <a:gd name="T16" fmla="*/ 170 w 459"/>
                  <a:gd name="T17" fmla="*/ 32 h 342"/>
                  <a:gd name="T18" fmla="*/ 192 w 459"/>
                  <a:gd name="T19" fmla="*/ 43 h 342"/>
                  <a:gd name="T20" fmla="*/ 213 w 459"/>
                  <a:gd name="T21" fmla="*/ 43 h 342"/>
                  <a:gd name="T22" fmla="*/ 213 w 459"/>
                  <a:gd name="T23" fmla="*/ 21 h 342"/>
                  <a:gd name="T24" fmla="*/ 234 w 459"/>
                  <a:gd name="T25" fmla="*/ 11 h 342"/>
                  <a:gd name="T26" fmla="*/ 256 w 459"/>
                  <a:gd name="T27" fmla="*/ 11 h 342"/>
                  <a:gd name="T28" fmla="*/ 277 w 459"/>
                  <a:gd name="T29" fmla="*/ 32 h 342"/>
                  <a:gd name="T30" fmla="*/ 309 w 459"/>
                  <a:gd name="T31" fmla="*/ 43 h 342"/>
                  <a:gd name="T32" fmla="*/ 309 w 459"/>
                  <a:gd name="T33" fmla="*/ 64 h 342"/>
                  <a:gd name="T34" fmla="*/ 352 w 459"/>
                  <a:gd name="T35" fmla="*/ 32 h 342"/>
                  <a:gd name="T36" fmla="*/ 373 w 459"/>
                  <a:gd name="T37" fmla="*/ 21 h 342"/>
                  <a:gd name="T38" fmla="*/ 394 w 459"/>
                  <a:gd name="T39" fmla="*/ 43 h 342"/>
                  <a:gd name="T40" fmla="*/ 394 w 459"/>
                  <a:gd name="T41" fmla="*/ 64 h 342"/>
                  <a:gd name="T42" fmla="*/ 394 w 459"/>
                  <a:gd name="T43" fmla="*/ 85 h 342"/>
                  <a:gd name="T44" fmla="*/ 394 w 459"/>
                  <a:gd name="T45" fmla="*/ 107 h 342"/>
                  <a:gd name="T46" fmla="*/ 416 w 459"/>
                  <a:gd name="T47" fmla="*/ 117 h 342"/>
                  <a:gd name="T48" fmla="*/ 437 w 459"/>
                  <a:gd name="T49" fmla="*/ 117 h 342"/>
                  <a:gd name="T50" fmla="*/ 448 w 459"/>
                  <a:gd name="T51" fmla="*/ 149 h 342"/>
                  <a:gd name="T52" fmla="*/ 448 w 459"/>
                  <a:gd name="T53" fmla="*/ 171 h 342"/>
                  <a:gd name="T54" fmla="*/ 458 w 459"/>
                  <a:gd name="T55" fmla="*/ 235 h 342"/>
                  <a:gd name="T56" fmla="*/ 458 w 459"/>
                  <a:gd name="T57" fmla="*/ 256 h 342"/>
                  <a:gd name="T58" fmla="*/ 448 w 459"/>
                  <a:gd name="T59" fmla="*/ 277 h 342"/>
                  <a:gd name="T60" fmla="*/ 437 w 459"/>
                  <a:gd name="T61" fmla="*/ 256 h 342"/>
                  <a:gd name="T62" fmla="*/ 394 w 459"/>
                  <a:gd name="T63" fmla="*/ 267 h 342"/>
                  <a:gd name="T64" fmla="*/ 362 w 459"/>
                  <a:gd name="T65" fmla="*/ 277 h 342"/>
                  <a:gd name="T66" fmla="*/ 341 w 459"/>
                  <a:gd name="T67" fmla="*/ 277 h 342"/>
                  <a:gd name="T68" fmla="*/ 320 w 459"/>
                  <a:gd name="T69" fmla="*/ 299 h 342"/>
                  <a:gd name="T70" fmla="*/ 320 w 459"/>
                  <a:gd name="T71" fmla="*/ 277 h 342"/>
                  <a:gd name="T72" fmla="*/ 309 w 459"/>
                  <a:gd name="T73" fmla="*/ 299 h 342"/>
                  <a:gd name="T74" fmla="*/ 288 w 459"/>
                  <a:gd name="T75" fmla="*/ 309 h 342"/>
                  <a:gd name="T76" fmla="*/ 277 w 459"/>
                  <a:gd name="T77" fmla="*/ 331 h 342"/>
                  <a:gd name="T78" fmla="*/ 234 w 459"/>
                  <a:gd name="T79" fmla="*/ 341 h 342"/>
                  <a:gd name="T80" fmla="*/ 213 w 459"/>
                  <a:gd name="T81" fmla="*/ 320 h 342"/>
                  <a:gd name="T82" fmla="*/ 181 w 459"/>
                  <a:gd name="T83" fmla="*/ 299 h 342"/>
                  <a:gd name="T84" fmla="*/ 160 w 459"/>
                  <a:gd name="T85" fmla="*/ 277 h 342"/>
                  <a:gd name="T86" fmla="*/ 138 w 459"/>
                  <a:gd name="T87" fmla="*/ 288 h 342"/>
                  <a:gd name="T88" fmla="*/ 128 w 459"/>
                  <a:gd name="T89" fmla="*/ 267 h 342"/>
                  <a:gd name="T90" fmla="*/ 106 w 459"/>
                  <a:gd name="T91" fmla="*/ 235 h 342"/>
                  <a:gd name="T92" fmla="*/ 85 w 459"/>
                  <a:gd name="T93" fmla="*/ 245 h 342"/>
                  <a:gd name="T94" fmla="*/ 74 w 459"/>
                  <a:gd name="T95" fmla="*/ 267 h 342"/>
                  <a:gd name="T96" fmla="*/ 53 w 459"/>
                  <a:gd name="T97" fmla="*/ 277 h 342"/>
                  <a:gd name="T98" fmla="*/ 53 w 459"/>
                  <a:gd name="T99" fmla="*/ 256 h 342"/>
                  <a:gd name="T100" fmla="*/ 32 w 459"/>
                  <a:gd name="T101" fmla="*/ 245 h 342"/>
                  <a:gd name="T102" fmla="*/ 21 w 459"/>
                  <a:gd name="T103" fmla="*/ 224 h 342"/>
                  <a:gd name="T104" fmla="*/ 10 w 459"/>
                  <a:gd name="T105" fmla="*/ 203 h 342"/>
                  <a:gd name="T106" fmla="*/ 10 w 459"/>
                  <a:gd name="T107" fmla="*/ 171 h 342"/>
                  <a:gd name="T108" fmla="*/ 0 w 459"/>
                  <a:gd name="T109" fmla="*/ 149 h 342"/>
                  <a:gd name="T110" fmla="*/ 21 w 459"/>
                  <a:gd name="T111" fmla="*/ 139 h 342"/>
                  <a:gd name="T112" fmla="*/ 53 w 459"/>
                  <a:gd name="T113" fmla="*/ 128 h 342"/>
                  <a:gd name="T114" fmla="*/ 53 w 459"/>
                  <a:gd name="T115" fmla="*/ 107 h 342"/>
                  <a:gd name="T116" fmla="*/ 42 w 459"/>
                  <a:gd name="T117" fmla="*/ 117 h 34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459" h="342">
                    <a:moveTo>
                      <a:pt x="42" y="117"/>
                    </a:moveTo>
                    <a:lnTo>
                      <a:pt x="64" y="64"/>
                    </a:lnTo>
                    <a:lnTo>
                      <a:pt x="64" y="43"/>
                    </a:lnTo>
                    <a:lnTo>
                      <a:pt x="74" y="21"/>
                    </a:lnTo>
                    <a:lnTo>
                      <a:pt x="96" y="11"/>
                    </a:lnTo>
                    <a:lnTo>
                      <a:pt x="117" y="0"/>
                    </a:lnTo>
                    <a:lnTo>
                      <a:pt x="138" y="11"/>
                    </a:lnTo>
                    <a:lnTo>
                      <a:pt x="160" y="11"/>
                    </a:lnTo>
                    <a:lnTo>
                      <a:pt x="170" y="32"/>
                    </a:lnTo>
                    <a:lnTo>
                      <a:pt x="192" y="43"/>
                    </a:lnTo>
                    <a:lnTo>
                      <a:pt x="213" y="43"/>
                    </a:lnTo>
                    <a:lnTo>
                      <a:pt x="213" y="21"/>
                    </a:lnTo>
                    <a:lnTo>
                      <a:pt x="234" y="11"/>
                    </a:lnTo>
                    <a:lnTo>
                      <a:pt x="256" y="11"/>
                    </a:lnTo>
                    <a:lnTo>
                      <a:pt x="277" y="32"/>
                    </a:lnTo>
                    <a:lnTo>
                      <a:pt x="309" y="43"/>
                    </a:lnTo>
                    <a:lnTo>
                      <a:pt x="309" y="64"/>
                    </a:lnTo>
                    <a:lnTo>
                      <a:pt x="352" y="32"/>
                    </a:lnTo>
                    <a:lnTo>
                      <a:pt x="373" y="21"/>
                    </a:lnTo>
                    <a:lnTo>
                      <a:pt x="394" y="43"/>
                    </a:lnTo>
                    <a:lnTo>
                      <a:pt x="394" y="64"/>
                    </a:lnTo>
                    <a:lnTo>
                      <a:pt x="394" y="85"/>
                    </a:lnTo>
                    <a:lnTo>
                      <a:pt x="394" y="107"/>
                    </a:lnTo>
                    <a:lnTo>
                      <a:pt x="416" y="117"/>
                    </a:lnTo>
                    <a:lnTo>
                      <a:pt x="437" y="117"/>
                    </a:lnTo>
                    <a:lnTo>
                      <a:pt x="448" y="149"/>
                    </a:lnTo>
                    <a:lnTo>
                      <a:pt x="448" y="171"/>
                    </a:lnTo>
                    <a:lnTo>
                      <a:pt x="458" y="235"/>
                    </a:lnTo>
                    <a:lnTo>
                      <a:pt x="458" y="256"/>
                    </a:lnTo>
                    <a:lnTo>
                      <a:pt x="448" y="277"/>
                    </a:lnTo>
                    <a:lnTo>
                      <a:pt x="437" y="256"/>
                    </a:lnTo>
                    <a:lnTo>
                      <a:pt x="394" y="267"/>
                    </a:lnTo>
                    <a:lnTo>
                      <a:pt x="362" y="277"/>
                    </a:lnTo>
                    <a:lnTo>
                      <a:pt x="341" y="277"/>
                    </a:lnTo>
                    <a:lnTo>
                      <a:pt x="320" y="299"/>
                    </a:lnTo>
                    <a:lnTo>
                      <a:pt x="320" y="277"/>
                    </a:lnTo>
                    <a:lnTo>
                      <a:pt x="309" y="299"/>
                    </a:lnTo>
                    <a:lnTo>
                      <a:pt x="288" y="309"/>
                    </a:lnTo>
                    <a:lnTo>
                      <a:pt x="277" y="331"/>
                    </a:lnTo>
                    <a:lnTo>
                      <a:pt x="234" y="341"/>
                    </a:lnTo>
                    <a:lnTo>
                      <a:pt x="213" y="320"/>
                    </a:lnTo>
                    <a:lnTo>
                      <a:pt x="181" y="299"/>
                    </a:lnTo>
                    <a:lnTo>
                      <a:pt x="160" y="277"/>
                    </a:lnTo>
                    <a:lnTo>
                      <a:pt x="138" y="288"/>
                    </a:lnTo>
                    <a:lnTo>
                      <a:pt x="128" y="267"/>
                    </a:lnTo>
                    <a:lnTo>
                      <a:pt x="106" y="235"/>
                    </a:lnTo>
                    <a:lnTo>
                      <a:pt x="85" y="245"/>
                    </a:lnTo>
                    <a:lnTo>
                      <a:pt x="74" y="267"/>
                    </a:lnTo>
                    <a:lnTo>
                      <a:pt x="53" y="277"/>
                    </a:lnTo>
                    <a:lnTo>
                      <a:pt x="53" y="256"/>
                    </a:lnTo>
                    <a:lnTo>
                      <a:pt x="32" y="245"/>
                    </a:lnTo>
                    <a:lnTo>
                      <a:pt x="21" y="224"/>
                    </a:lnTo>
                    <a:lnTo>
                      <a:pt x="10" y="203"/>
                    </a:lnTo>
                    <a:lnTo>
                      <a:pt x="10" y="171"/>
                    </a:lnTo>
                    <a:lnTo>
                      <a:pt x="0" y="149"/>
                    </a:lnTo>
                    <a:lnTo>
                      <a:pt x="21" y="139"/>
                    </a:lnTo>
                    <a:lnTo>
                      <a:pt x="53" y="128"/>
                    </a:lnTo>
                    <a:lnTo>
                      <a:pt x="53" y="107"/>
                    </a:lnTo>
                    <a:lnTo>
                      <a:pt x="42" y="117"/>
                    </a:lnTo>
                  </a:path>
                </a:pathLst>
              </a:custGeom>
              <a:solidFill>
                <a:srgbClr val="8CF4EA"/>
              </a:solidFill>
              <a:ln w="12700" cap="rnd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69" name="Rectangle 136">
                <a:extLst>
                  <a:ext uri="{FF2B5EF4-FFF2-40B4-BE49-F238E27FC236}">
                    <a16:creationId xmlns:a16="http://schemas.microsoft.com/office/drawing/2014/main" id="{99554293-F623-974E-96E0-5D33F92523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3" y="2305"/>
                <a:ext cx="47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i="1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bubble</a:t>
                </a:r>
              </a:p>
            </p:txBody>
          </p:sp>
        </p:grpSp>
        <p:sp>
          <p:nvSpPr>
            <p:cNvPr id="92267" name="Rectangle 137">
              <a:extLst>
                <a:ext uri="{FF2B5EF4-FFF2-40B4-BE49-F238E27FC236}">
                  <a16:creationId xmlns:a16="http://schemas.microsoft.com/office/drawing/2014/main" id="{72A4D0B4-784A-894E-9CCC-98E260B85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6" y="2294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</p:grpSp>
      <p:grpSp>
        <p:nvGrpSpPr>
          <p:cNvPr id="92240" name="Group 138">
            <a:extLst>
              <a:ext uri="{FF2B5EF4-FFF2-40B4-BE49-F238E27FC236}">
                <a16:creationId xmlns:a16="http://schemas.microsoft.com/office/drawing/2014/main" id="{F980AD52-B0D5-134B-9E9C-FDBDDE2A72A0}"/>
              </a:ext>
            </a:extLst>
          </p:cNvPr>
          <p:cNvGrpSpPr>
            <a:grpSpLocks/>
          </p:cNvGrpSpPr>
          <p:nvPr/>
        </p:nvGrpSpPr>
        <p:grpSpPr bwMode="auto">
          <a:xfrm>
            <a:off x="5030788" y="4146550"/>
            <a:ext cx="3462337" cy="542925"/>
            <a:chOff x="3214" y="2609"/>
            <a:chExt cx="2181" cy="342"/>
          </a:xfrm>
        </p:grpSpPr>
        <p:grpSp>
          <p:nvGrpSpPr>
            <p:cNvPr id="92244" name="Group 139">
              <a:extLst>
                <a:ext uri="{FF2B5EF4-FFF2-40B4-BE49-F238E27FC236}">
                  <a16:creationId xmlns:a16="http://schemas.microsoft.com/office/drawing/2014/main" id="{E32DD236-987D-514F-A227-38DED3E421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20" y="2609"/>
              <a:ext cx="485" cy="342"/>
              <a:chOff x="3620" y="2609"/>
              <a:chExt cx="485" cy="342"/>
            </a:xfrm>
          </p:grpSpPr>
          <p:sp>
            <p:nvSpPr>
              <p:cNvPr id="92259" name="Freeform 140">
                <a:extLst>
                  <a:ext uri="{FF2B5EF4-FFF2-40B4-BE49-F238E27FC236}">
                    <a16:creationId xmlns:a16="http://schemas.microsoft.com/office/drawing/2014/main" id="{22755E34-F8FF-7548-B2FD-8179C12162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6" y="2609"/>
                <a:ext cx="459" cy="342"/>
              </a:xfrm>
              <a:custGeom>
                <a:avLst/>
                <a:gdLst>
                  <a:gd name="T0" fmla="*/ 42 w 459"/>
                  <a:gd name="T1" fmla="*/ 117 h 342"/>
                  <a:gd name="T2" fmla="*/ 64 w 459"/>
                  <a:gd name="T3" fmla="*/ 64 h 342"/>
                  <a:gd name="T4" fmla="*/ 64 w 459"/>
                  <a:gd name="T5" fmla="*/ 43 h 342"/>
                  <a:gd name="T6" fmla="*/ 74 w 459"/>
                  <a:gd name="T7" fmla="*/ 21 h 342"/>
                  <a:gd name="T8" fmla="*/ 96 w 459"/>
                  <a:gd name="T9" fmla="*/ 11 h 342"/>
                  <a:gd name="T10" fmla="*/ 117 w 459"/>
                  <a:gd name="T11" fmla="*/ 0 h 342"/>
                  <a:gd name="T12" fmla="*/ 138 w 459"/>
                  <a:gd name="T13" fmla="*/ 11 h 342"/>
                  <a:gd name="T14" fmla="*/ 160 w 459"/>
                  <a:gd name="T15" fmla="*/ 11 h 342"/>
                  <a:gd name="T16" fmla="*/ 170 w 459"/>
                  <a:gd name="T17" fmla="*/ 32 h 342"/>
                  <a:gd name="T18" fmla="*/ 192 w 459"/>
                  <a:gd name="T19" fmla="*/ 43 h 342"/>
                  <a:gd name="T20" fmla="*/ 213 w 459"/>
                  <a:gd name="T21" fmla="*/ 43 h 342"/>
                  <a:gd name="T22" fmla="*/ 213 w 459"/>
                  <a:gd name="T23" fmla="*/ 21 h 342"/>
                  <a:gd name="T24" fmla="*/ 234 w 459"/>
                  <a:gd name="T25" fmla="*/ 11 h 342"/>
                  <a:gd name="T26" fmla="*/ 256 w 459"/>
                  <a:gd name="T27" fmla="*/ 11 h 342"/>
                  <a:gd name="T28" fmla="*/ 277 w 459"/>
                  <a:gd name="T29" fmla="*/ 32 h 342"/>
                  <a:gd name="T30" fmla="*/ 309 w 459"/>
                  <a:gd name="T31" fmla="*/ 43 h 342"/>
                  <a:gd name="T32" fmla="*/ 309 w 459"/>
                  <a:gd name="T33" fmla="*/ 64 h 342"/>
                  <a:gd name="T34" fmla="*/ 352 w 459"/>
                  <a:gd name="T35" fmla="*/ 32 h 342"/>
                  <a:gd name="T36" fmla="*/ 373 w 459"/>
                  <a:gd name="T37" fmla="*/ 21 h 342"/>
                  <a:gd name="T38" fmla="*/ 394 w 459"/>
                  <a:gd name="T39" fmla="*/ 43 h 342"/>
                  <a:gd name="T40" fmla="*/ 394 w 459"/>
                  <a:gd name="T41" fmla="*/ 64 h 342"/>
                  <a:gd name="T42" fmla="*/ 394 w 459"/>
                  <a:gd name="T43" fmla="*/ 85 h 342"/>
                  <a:gd name="T44" fmla="*/ 394 w 459"/>
                  <a:gd name="T45" fmla="*/ 107 h 342"/>
                  <a:gd name="T46" fmla="*/ 416 w 459"/>
                  <a:gd name="T47" fmla="*/ 117 h 342"/>
                  <a:gd name="T48" fmla="*/ 437 w 459"/>
                  <a:gd name="T49" fmla="*/ 117 h 342"/>
                  <a:gd name="T50" fmla="*/ 448 w 459"/>
                  <a:gd name="T51" fmla="*/ 149 h 342"/>
                  <a:gd name="T52" fmla="*/ 448 w 459"/>
                  <a:gd name="T53" fmla="*/ 171 h 342"/>
                  <a:gd name="T54" fmla="*/ 458 w 459"/>
                  <a:gd name="T55" fmla="*/ 235 h 342"/>
                  <a:gd name="T56" fmla="*/ 458 w 459"/>
                  <a:gd name="T57" fmla="*/ 256 h 342"/>
                  <a:gd name="T58" fmla="*/ 448 w 459"/>
                  <a:gd name="T59" fmla="*/ 277 h 342"/>
                  <a:gd name="T60" fmla="*/ 437 w 459"/>
                  <a:gd name="T61" fmla="*/ 256 h 342"/>
                  <a:gd name="T62" fmla="*/ 394 w 459"/>
                  <a:gd name="T63" fmla="*/ 267 h 342"/>
                  <a:gd name="T64" fmla="*/ 362 w 459"/>
                  <a:gd name="T65" fmla="*/ 277 h 342"/>
                  <a:gd name="T66" fmla="*/ 341 w 459"/>
                  <a:gd name="T67" fmla="*/ 277 h 342"/>
                  <a:gd name="T68" fmla="*/ 320 w 459"/>
                  <a:gd name="T69" fmla="*/ 299 h 342"/>
                  <a:gd name="T70" fmla="*/ 320 w 459"/>
                  <a:gd name="T71" fmla="*/ 277 h 342"/>
                  <a:gd name="T72" fmla="*/ 309 w 459"/>
                  <a:gd name="T73" fmla="*/ 299 h 342"/>
                  <a:gd name="T74" fmla="*/ 288 w 459"/>
                  <a:gd name="T75" fmla="*/ 309 h 342"/>
                  <a:gd name="T76" fmla="*/ 277 w 459"/>
                  <a:gd name="T77" fmla="*/ 331 h 342"/>
                  <a:gd name="T78" fmla="*/ 234 w 459"/>
                  <a:gd name="T79" fmla="*/ 341 h 342"/>
                  <a:gd name="T80" fmla="*/ 213 w 459"/>
                  <a:gd name="T81" fmla="*/ 320 h 342"/>
                  <a:gd name="T82" fmla="*/ 181 w 459"/>
                  <a:gd name="T83" fmla="*/ 299 h 342"/>
                  <a:gd name="T84" fmla="*/ 160 w 459"/>
                  <a:gd name="T85" fmla="*/ 277 h 342"/>
                  <a:gd name="T86" fmla="*/ 138 w 459"/>
                  <a:gd name="T87" fmla="*/ 288 h 342"/>
                  <a:gd name="T88" fmla="*/ 128 w 459"/>
                  <a:gd name="T89" fmla="*/ 267 h 342"/>
                  <a:gd name="T90" fmla="*/ 106 w 459"/>
                  <a:gd name="T91" fmla="*/ 235 h 342"/>
                  <a:gd name="T92" fmla="*/ 85 w 459"/>
                  <a:gd name="T93" fmla="*/ 245 h 342"/>
                  <a:gd name="T94" fmla="*/ 74 w 459"/>
                  <a:gd name="T95" fmla="*/ 267 h 342"/>
                  <a:gd name="T96" fmla="*/ 53 w 459"/>
                  <a:gd name="T97" fmla="*/ 277 h 342"/>
                  <a:gd name="T98" fmla="*/ 53 w 459"/>
                  <a:gd name="T99" fmla="*/ 256 h 342"/>
                  <a:gd name="T100" fmla="*/ 32 w 459"/>
                  <a:gd name="T101" fmla="*/ 245 h 342"/>
                  <a:gd name="T102" fmla="*/ 21 w 459"/>
                  <a:gd name="T103" fmla="*/ 224 h 342"/>
                  <a:gd name="T104" fmla="*/ 10 w 459"/>
                  <a:gd name="T105" fmla="*/ 203 h 342"/>
                  <a:gd name="T106" fmla="*/ 10 w 459"/>
                  <a:gd name="T107" fmla="*/ 171 h 342"/>
                  <a:gd name="T108" fmla="*/ 0 w 459"/>
                  <a:gd name="T109" fmla="*/ 149 h 342"/>
                  <a:gd name="T110" fmla="*/ 21 w 459"/>
                  <a:gd name="T111" fmla="*/ 139 h 342"/>
                  <a:gd name="T112" fmla="*/ 53 w 459"/>
                  <a:gd name="T113" fmla="*/ 128 h 342"/>
                  <a:gd name="T114" fmla="*/ 53 w 459"/>
                  <a:gd name="T115" fmla="*/ 107 h 342"/>
                  <a:gd name="T116" fmla="*/ 42 w 459"/>
                  <a:gd name="T117" fmla="*/ 117 h 34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459" h="342">
                    <a:moveTo>
                      <a:pt x="42" y="117"/>
                    </a:moveTo>
                    <a:lnTo>
                      <a:pt x="64" y="64"/>
                    </a:lnTo>
                    <a:lnTo>
                      <a:pt x="64" y="43"/>
                    </a:lnTo>
                    <a:lnTo>
                      <a:pt x="74" y="21"/>
                    </a:lnTo>
                    <a:lnTo>
                      <a:pt x="96" y="11"/>
                    </a:lnTo>
                    <a:lnTo>
                      <a:pt x="117" y="0"/>
                    </a:lnTo>
                    <a:lnTo>
                      <a:pt x="138" y="11"/>
                    </a:lnTo>
                    <a:lnTo>
                      <a:pt x="160" y="11"/>
                    </a:lnTo>
                    <a:lnTo>
                      <a:pt x="170" y="32"/>
                    </a:lnTo>
                    <a:lnTo>
                      <a:pt x="192" y="43"/>
                    </a:lnTo>
                    <a:lnTo>
                      <a:pt x="213" y="43"/>
                    </a:lnTo>
                    <a:lnTo>
                      <a:pt x="213" y="21"/>
                    </a:lnTo>
                    <a:lnTo>
                      <a:pt x="234" y="11"/>
                    </a:lnTo>
                    <a:lnTo>
                      <a:pt x="256" y="11"/>
                    </a:lnTo>
                    <a:lnTo>
                      <a:pt x="277" y="32"/>
                    </a:lnTo>
                    <a:lnTo>
                      <a:pt x="309" y="43"/>
                    </a:lnTo>
                    <a:lnTo>
                      <a:pt x="309" y="64"/>
                    </a:lnTo>
                    <a:lnTo>
                      <a:pt x="352" y="32"/>
                    </a:lnTo>
                    <a:lnTo>
                      <a:pt x="373" y="21"/>
                    </a:lnTo>
                    <a:lnTo>
                      <a:pt x="394" y="43"/>
                    </a:lnTo>
                    <a:lnTo>
                      <a:pt x="394" y="64"/>
                    </a:lnTo>
                    <a:lnTo>
                      <a:pt x="394" y="85"/>
                    </a:lnTo>
                    <a:lnTo>
                      <a:pt x="394" y="107"/>
                    </a:lnTo>
                    <a:lnTo>
                      <a:pt x="416" y="117"/>
                    </a:lnTo>
                    <a:lnTo>
                      <a:pt x="437" y="117"/>
                    </a:lnTo>
                    <a:lnTo>
                      <a:pt x="448" y="149"/>
                    </a:lnTo>
                    <a:lnTo>
                      <a:pt x="448" y="171"/>
                    </a:lnTo>
                    <a:lnTo>
                      <a:pt x="458" y="235"/>
                    </a:lnTo>
                    <a:lnTo>
                      <a:pt x="458" y="256"/>
                    </a:lnTo>
                    <a:lnTo>
                      <a:pt x="448" y="277"/>
                    </a:lnTo>
                    <a:lnTo>
                      <a:pt x="437" y="256"/>
                    </a:lnTo>
                    <a:lnTo>
                      <a:pt x="394" y="267"/>
                    </a:lnTo>
                    <a:lnTo>
                      <a:pt x="362" y="277"/>
                    </a:lnTo>
                    <a:lnTo>
                      <a:pt x="341" y="277"/>
                    </a:lnTo>
                    <a:lnTo>
                      <a:pt x="320" y="299"/>
                    </a:lnTo>
                    <a:lnTo>
                      <a:pt x="320" y="277"/>
                    </a:lnTo>
                    <a:lnTo>
                      <a:pt x="309" y="299"/>
                    </a:lnTo>
                    <a:lnTo>
                      <a:pt x="288" y="309"/>
                    </a:lnTo>
                    <a:lnTo>
                      <a:pt x="277" y="331"/>
                    </a:lnTo>
                    <a:lnTo>
                      <a:pt x="234" y="341"/>
                    </a:lnTo>
                    <a:lnTo>
                      <a:pt x="213" y="320"/>
                    </a:lnTo>
                    <a:lnTo>
                      <a:pt x="181" y="299"/>
                    </a:lnTo>
                    <a:lnTo>
                      <a:pt x="160" y="277"/>
                    </a:lnTo>
                    <a:lnTo>
                      <a:pt x="138" y="288"/>
                    </a:lnTo>
                    <a:lnTo>
                      <a:pt x="128" y="267"/>
                    </a:lnTo>
                    <a:lnTo>
                      <a:pt x="106" y="235"/>
                    </a:lnTo>
                    <a:lnTo>
                      <a:pt x="85" y="245"/>
                    </a:lnTo>
                    <a:lnTo>
                      <a:pt x="74" y="267"/>
                    </a:lnTo>
                    <a:lnTo>
                      <a:pt x="53" y="277"/>
                    </a:lnTo>
                    <a:lnTo>
                      <a:pt x="53" y="256"/>
                    </a:lnTo>
                    <a:lnTo>
                      <a:pt x="32" y="245"/>
                    </a:lnTo>
                    <a:lnTo>
                      <a:pt x="21" y="224"/>
                    </a:lnTo>
                    <a:lnTo>
                      <a:pt x="10" y="203"/>
                    </a:lnTo>
                    <a:lnTo>
                      <a:pt x="10" y="171"/>
                    </a:lnTo>
                    <a:lnTo>
                      <a:pt x="0" y="149"/>
                    </a:lnTo>
                    <a:lnTo>
                      <a:pt x="21" y="139"/>
                    </a:lnTo>
                    <a:lnTo>
                      <a:pt x="53" y="128"/>
                    </a:lnTo>
                    <a:lnTo>
                      <a:pt x="53" y="107"/>
                    </a:lnTo>
                    <a:lnTo>
                      <a:pt x="42" y="117"/>
                    </a:lnTo>
                  </a:path>
                </a:pathLst>
              </a:custGeom>
              <a:solidFill>
                <a:srgbClr val="8CF4EA"/>
              </a:solidFill>
              <a:ln w="12700" cap="rnd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60" name="Rectangle 141">
                <a:extLst>
                  <a:ext uri="{FF2B5EF4-FFF2-40B4-BE49-F238E27FC236}">
                    <a16:creationId xmlns:a16="http://schemas.microsoft.com/office/drawing/2014/main" id="{62AE8B56-95E1-4649-A347-6E53DD515A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0" y="2679"/>
                <a:ext cx="47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i="1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bubble</a:t>
                </a:r>
              </a:p>
            </p:txBody>
          </p:sp>
        </p:grpSp>
        <p:grpSp>
          <p:nvGrpSpPr>
            <p:cNvPr id="92245" name="Group 142">
              <a:extLst>
                <a:ext uri="{FF2B5EF4-FFF2-40B4-BE49-F238E27FC236}">
                  <a16:creationId xmlns:a16="http://schemas.microsoft.com/office/drawing/2014/main" id="{3631763E-2964-DF40-BDDA-8ED1C38371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7" y="2609"/>
              <a:ext cx="485" cy="342"/>
              <a:chOff x="4057" y="2609"/>
              <a:chExt cx="485" cy="342"/>
            </a:xfrm>
          </p:grpSpPr>
          <p:sp>
            <p:nvSpPr>
              <p:cNvPr id="92257" name="Freeform 143">
                <a:extLst>
                  <a:ext uri="{FF2B5EF4-FFF2-40B4-BE49-F238E27FC236}">
                    <a16:creationId xmlns:a16="http://schemas.microsoft.com/office/drawing/2014/main" id="{068DFEC5-5317-1C49-9C60-BF839F2E31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3" y="2609"/>
                <a:ext cx="459" cy="342"/>
              </a:xfrm>
              <a:custGeom>
                <a:avLst/>
                <a:gdLst>
                  <a:gd name="T0" fmla="*/ 42 w 459"/>
                  <a:gd name="T1" fmla="*/ 117 h 342"/>
                  <a:gd name="T2" fmla="*/ 64 w 459"/>
                  <a:gd name="T3" fmla="*/ 64 h 342"/>
                  <a:gd name="T4" fmla="*/ 64 w 459"/>
                  <a:gd name="T5" fmla="*/ 43 h 342"/>
                  <a:gd name="T6" fmla="*/ 74 w 459"/>
                  <a:gd name="T7" fmla="*/ 21 h 342"/>
                  <a:gd name="T8" fmla="*/ 96 w 459"/>
                  <a:gd name="T9" fmla="*/ 11 h 342"/>
                  <a:gd name="T10" fmla="*/ 117 w 459"/>
                  <a:gd name="T11" fmla="*/ 0 h 342"/>
                  <a:gd name="T12" fmla="*/ 138 w 459"/>
                  <a:gd name="T13" fmla="*/ 11 h 342"/>
                  <a:gd name="T14" fmla="*/ 160 w 459"/>
                  <a:gd name="T15" fmla="*/ 11 h 342"/>
                  <a:gd name="T16" fmla="*/ 170 w 459"/>
                  <a:gd name="T17" fmla="*/ 32 h 342"/>
                  <a:gd name="T18" fmla="*/ 192 w 459"/>
                  <a:gd name="T19" fmla="*/ 43 h 342"/>
                  <a:gd name="T20" fmla="*/ 213 w 459"/>
                  <a:gd name="T21" fmla="*/ 43 h 342"/>
                  <a:gd name="T22" fmla="*/ 213 w 459"/>
                  <a:gd name="T23" fmla="*/ 21 h 342"/>
                  <a:gd name="T24" fmla="*/ 234 w 459"/>
                  <a:gd name="T25" fmla="*/ 11 h 342"/>
                  <a:gd name="T26" fmla="*/ 256 w 459"/>
                  <a:gd name="T27" fmla="*/ 11 h 342"/>
                  <a:gd name="T28" fmla="*/ 277 w 459"/>
                  <a:gd name="T29" fmla="*/ 32 h 342"/>
                  <a:gd name="T30" fmla="*/ 309 w 459"/>
                  <a:gd name="T31" fmla="*/ 43 h 342"/>
                  <a:gd name="T32" fmla="*/ 309 w 459"/>
                  <a:gd name="T33" fmla="*/ 64 h 342"/>
                  <a:gd name="T34" fmla="*/ 352 w 459"/>
                  <a:gd name="T35" fmla="*/ 32 h 342"/>
                  <a:gd name="T36" fmla="*/ 373 w 459"/>
                  <a:gd name="T37" fmla="*/ 21 h 342"/>
                  <a:gd name="T38" fmla="*/ 394 w 459"/>
                  <a:gd name="T39" fmla="*/ 43 h 342"/>
                  <a:gd name="T40" fmla="*/ 394 w 459"/>
                  <a:gd name="T41" fmla="*/ 64 h 342"/>
                  <a:gd name="T42" fmla="*/ 394 w 459"/>
                  <a:gd name="T43" fmla="*/ 85 h 342"/>
                  <a:gd name="T44" fmla="*/ 394 w 459"/>
                  <a:gd name="T45" fmla="*/ 107 h 342"/>
                  <a:gd name="T46" fmla="*/ 416 w 459"/>
                  <a:gd name="T47" fmla="*/ 117 h 342"/>
                  <a:gd name="T48" fmla="*/ 437 w 459"/>
                  <a:gd name="T49" fmla="*/ 117 h 342"/>
                  <a:gd name="T50" fmla="*/ 448 w 459"/>
                  <a:gd name="T51" fmla="*/ 149 h 342"/>
                  <a:gd name="T52" fmla="*/ 448 w 459"/>
                  <a:gd name="T53" fmla="*/ 171 h 342"/>
                  <a:gd name="T54" fmla="*/ 458 w 459"/>
                  <a:gd name="T55" fmla="*/ 235 h 342"/>
                  <a:gd name="T56" fmla="*/ 458 w 459"/>
                  <a:gd name="T57" fmla="*/ 256 h 342"/>
                  <a:gd name="T58" fmla="*/ 448 w 459"/>
                  <a:gd name="T59" fmla="*/ 277 h 342"/>
                  <a:gd name="T60" fmla="*/ 437 w 459"/>
                  <a:gd name="T61" fmla="*/ 256 h 342"/>
                  <a:gd name="T62" fmla="*/ 394 w 459"/>
                  <a:gd name="T63" fmla="*/ 267 h 342"/>
                  <a:gd name="T64" fmla="*/ 362 w 459"/>
                  <a:gd name="T65" fmla="*/ 277 h 342"/>
                  <a:gd name="T66" fmla="*/ 341 w 459"/>
                  <a:gd name="T67" fmla="*/ 277 h 342"/>
                  <a:gd name="T68" fmla="*/ 320 w 459"/>
                  <a:gd name="T69" fmla="*/ 299 h 342"/>
                  <a:gd name="T70" fmla="*/ 320 w 459"/>
                  <a:gd name="T71" fmla="*/ 277 h 342"/>
                  <a:gd name="T72" fmla="*/ 309 w 459"/>
                  <a:gd name="T73" fmla="*/ 299 h 342"/>
                  <a:gd name="T74" fmla="*/ 288 w 459"/>
                  <a:gd name="T75" fmla="*/ 309 h 342"/>
                  <a:gd name="T76" fmla="*/ 277 w 459"/>
                  <a:gd name="T77" fmla="*/ 331 h 342"/>
                  <a:gd name="T78" fmla="*/ 234 w 459"/>
                  <a:gd name="T79" fmla="*/ 341 h 342"/>
                  <a:gd name="T80" fmla="*/ 213 w 459"/>
                  <a:gd name="T81" fmla="*/ 320 h 342"/>
                  <a:gd name="T82" fmla="*/ 181 w 459"/>
                  <a:gd name="T83" fmla="*/ 299 h 342"/>
                  <a:gd name="T84" fmla="*/ 160 w 459"/>
                  <a:gd name="T85" fmla="*/ 277 h 342"/>
                  <a:gd name="T86" fmla="*/ 138 w 459"/>
                  <a:gd name="T87" fmla="*/ 288 h 342"/>
                  <a:gd name="T88" fmla="*/ 128 w 459"/>
                  <a:gd name="T89" fmla="*/ 267 h 342"/>
                  <a:gd name="T90" fmla="*/ 106 w 459"/>
                  <a:gd name="T91" fmla="*/ 235 h 342"/>
                  <a:gd name="T92" fmla="*/ 85 w 459"/>
                  <a:gd name="T93" fmla="*/ 245 h 342"/>
                  <a:gd name="T94" fmla="*/ 74 w 459"/>
                  <a:gd name="T95" fmla="*/ 267 h 342"/>
                  <a:gd name="T96" fmla="*/ 53 w 459"/>
                  <a:gd name="T97" fmla="*/ 277 h 342"/>
                  <a:gd name="T98" fmla="*/ 53 w 459"/>
                  <a:gd name="T99" fmla="*/ 256 h 342"/>
                  <a:gd name="T100" fmla="*/ 32 w 459"/>
                  <a:gd name="T101" fmla="*/ 245 h 342"/>
                  <a:gd name="T102" fmla="*/ 21 w 459"/>
                  <a:gd name="T103" fmla="*/ 224 h 342"/>
                  <a:gd name="T104" fmla="*/ 10 w 459"/>
                  <a:gd name="T105" fmla="*/ 203 h 342"/>
                  <a:gd name="T106" fmla="*/ 10 w 459"/>
                  <a:gd name="T107" fmla="*/ 171 h 342"/>
                  <a:gd name="T108" fmla="*/ 0 w 459"/>
                  <a:gd name="T109" fmla="*/ 149 h 342"/>
                  <a:gd name="T110" fmla="*/ 21 w 459"/>
                  <a:gd name="T111" fmla="*/ 139 h 342"/>
                  <a:gd name="T112" fmla="*/ 53 w 459"/>
                  <a:gd name="T113" fmla="*/ 128 h 342"/>
                  <a:gd name="T114" fmla="*/ 53 w 459"/>
                  <a:gd name="T115" fmla="*/ 107 h 342"/>
                  <a:gd name="T116" fmla="*/ 42 w 459"/>
                  <a:gd name="T117" fmla="*/ 117 h 34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459" h="342">
                    <a:moveTo>
                      <a:pt x="42" y="117"/>
                    </a:moveTo>
                    <a:lnTo>
                      <a:pt x="64" y="64"/>
                    </a:lnTo>
                    <a:lnTo>
                      <a:pt x="64" y="43"/>
                    </a:lnTo>
                    <a:lnTo>
                      <a:pt x="74" y="21"/>
                    </a:lnTo>
                    <a:lnTo>
                      <a:pt x="96" y="11"/>
                    </a:lnTo>
                    <a:lnTo>
                      <a:pt x="117" y="0"/>
                    </a:lnTo>
                    <a:lnTo>
                      <a:pt x="138" y="11"/>
                    </a:lnTo>
                    <a:lnTo>
                      <a:pt x="160" y="11"/>
                    </a:lnTo>
                    <a:lnTo>
                      <a:pt x="170" y="32"/>
                    </a:lnTo>
                    <a:lnTo>
                      <a:pt x="192" y="43"/>
                    </a:lnTo>
                    <a:lnTo>
                      <a:pt x="213" y="43"/>
                    </a:lnTo>
                    <a:lnTo>
                      <a:pt x="213" y="21"/>
                    </a:lnTo>
                    <a:lnTo>
                      <a:pt x="234" y="11"/>
                    </a:lnTo>
                    <a:lnTo>
                      <a:pt x="256" y="11"/>
                    </a:lnTo>
                    <a:lnTo>
                      <a:pt x="277" y="32"/>
                    </a:lnTo>
                    <a:lnTo>
                      <a:pt x="309" y="43"/>
                    </a:lnTo>
                    <a:lnTo>
                      <a:pt x="309" y="64"/>
                    </a:lnTo>
                    <a:lnTo>
                      <a:pt x="352" y="32"/>
                    </a:lnTo>
                    <a:lnTo>
                      <a:pt x="373" y="21"/>
                    </a:lnTo>
                    <a:lnTo>
                      <a:pt x="394" y="43"/>
                    </a:lnTo>
                    <a:lnTo>
                      <a:pt x="394" y="64"/>
                    </a:lnTo>
                    <a:lnTo>
                      <a:pt x="394" y="85"/>
                    </a:lnTo>
                    <a:lnTo>
                      <a:pt x="394" y="107"/>
                    </a:lnTo>
                    <a:lnTo>
                      <a:pt x="416" y="117"/>
                    </a:lnTo>
                    <a:lnTo>
                      <a:pt x="437" y="117"/>
                    </a:lnTo>
                    <a:lnTo>
                      <a:pt x="448" y="149"/>
                    </a:lnTo>
                    <a:lnTo>
                      <a:pt x="448" y="171"/>
                    </a:lnTo>
                    <a:lnTo>
                      <a:pt x="458" y="235"/>
                    </a:lnTo>
                    <a:lnTo>
                      <a:pt x="458" y="256"/>
                    </a:lnTo>
                    <a:lnTo>
                      <a:pt x="448" y="277"/>
                    </a:lnTo>
                    <a:lnTo>
                      <a:pt x="437" y="256"/>
                    </a:lnTo>
                    <a:lnTo>
                      <a:pt x="394" y="267"/>
                    </a:lnTo>
                    <a:lnTo>
                      <a:pt x="362" y="277"/>
                    </a:lnTo>
                    <a:lnTo>
                      <a:pt x="341" y="277"/>
                    </a:lnTo>
                    <a:lnTo>
                      <a:pt x="320" y="299"/>
                    </a:lnTo>
                    <a:lnTo>
                      <a:pt x="320" y="277"/>
                    </a:lnTo>
                    <a:lnTo>
                      <a:pt x="309" y="299"/>
                    </a:lnTo>
                    <a:lnTo>
                      <a:pt x="288" y="309"/>
                    </a:lnTo>
                    <a:lnTo>
                      <a:pt x="277" y="331"/>
                    </a:lnTo>
                    <a:lnTo>
                      <a:pt x="234" y="341"/>
                    </a:lnTo>
                    <a:lnTo>
                      <a:pt x="213" y="320"/>
                    </a:lnTo>
                    <a:lnTo>
                      <a:pt x="181" y="299"/>
                    </a:lnTo>
                    <a:lnTo>
                      <a:pt x="160" y="277"/>
                    </a:lnTo>
                    <a:lnTo>
                      <a:pt x="138" y="288"/>
                    </a:lnTo>
                    <a:lnTo>
                      <a:pt x="128" y="267"/>
                    </a:lnTo>
                    <a:lnTo>
                      <a:pt x="106" y="235"/>
                    </a:lnTo>
                    <a:lnTo>
                      <a:pt x="85" y="245"/>
                    </a:lnTo>
                    <a:lnTo>
                      <a:pt x="74" y="267"/>
                    </a:lnTo>
                    <a:lnTo>
                      <a:pt x="53" y="277"/>
                    </a:lnTo>
                    <a:lnTo>
                      <a:pt x="53" y="256"/>
                    </a:lnTo>
                    <a:lnTo>
                      <a:pt x="32" y="245"/>
                    </a:lnTo>
                    <a:lnTo>
                      <a:pt x="21" y="224"/>
                    </a:lnTo>
                    <a:lnTo>
                      <a:pt x="10" y="203"/>
                    </a:lnTo>
                    <a:lnTo>
                      <a:pt x="10" y="171"/>
                    </a:lnTo>
                    <a:lnTo>
                      <a:pt x="0" y="149"/>
                    </a:lnTo>
                    <a:lnTo>
                      <a:pt x="21" y="139"/>
                    </a:lnTo>
                    <a:lnTo>
                      <a:pt x="53" y="128"/>
                    </a:lnTo>
                    <a:lnTo>
                      <a:pt x="53" y="107"/>
                    </a:lnTo>
                    <a:lnTo>
                      <a:pt x="42" y="117"/>
                    </a:lnTo>
                  </a:path>
                </a:pathLst>
              </a:custGeom>
              <a:solidFill>
                <a:srgbClr val="8CF4EA"/>
              </a:solidFill>
              <a:ln w="12700" cap="rnd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58" name="Rectangle 144">
                <a:extLst>
                  <a:ext uri="{FF2B5EF4-FFF2-40B4-BE49-F238E27FC236}">
                    <a16:creationId xmlns:a16="http://schemas.microsoft.com/office/drawing/2014/main" id="{C96827E7-AF70-DF40-9054-A0A72CCEEB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7" y="2679"/>
                <a:ext cx="47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i="1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bubble</a:t>
                </a:r>
              </a:p>
            </p:txBody>
          </p:sp>
        </p:grpSp>
        <p:grpSp>
          <p:nvGrpSpPr>
            <p:cNvPr id="92246" name="Group 145">
              <a:extLst>
                <a:ext uri="{FF2B5EF4-FFF2-40B4-BE49-F238E27FC236}">
                  <a16:creationId xmlns:a16="http://schemas.microsoft.com/office/drawing/2014/main" id="{A4A19F72-28AB-894A-B69F-1FDC4BB1AB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4" y="2609"/>
              <a:ext cx="485" cy="342"/>
              <a:chOff x="4494" y="2609"/>
              <a:chExt cx="485" cy="342"/>
            </a:xfrm>
          </p:grpSpPr>
          <p:sp>
            <p:nvSpPr>
              <p:cNvPr id="92255" name="Freeform 146">
                <a:extLst>
                  <a:ext uri="{FF2B5EF4-FFF2-40B4-BE49-F238E27FC236}">
                    <a16:creationId xmlns:a16="http://schemas.microsoft.com/office/drawing/2014/main" id="{8F8A2616-4F64-F340-919E-7FE4A5C6A1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0" y="2609"/>
                <a:ext cx="459" cy="342"/>
              </a:xfrm>
              <a:custGeom>
                <a:avLst/>
                <a:gdLst>
                  <a:gd name="T0" fmla="*/ 42 w 459"/>
                  <a:gd name="T1" fmla="*/ 117 h 342"/>
                  <a:gd name="T2" fmla="*/ 64 w 459"/>
                  <a:gd name="T3" fmla="*/ 64 h 342"/>
                  <a:gd name="T4" fmla="*/ 64 w 459"/>
                  <a:gd name="T5" fmla="*/ 43 h 342"/>
                  <a:gd name="T6" fmla="*/ 74 w 459"/>
                  <a:gd name="T7" fmla="*/ 21 h 342"/>
                  <a:gd name="T8" fmla="*/ 96 w 459"/>
                  <a:gd name="T9" fmla="*/ 11 h 342"/>
                  <a:gd name="T10" fmla="*/ 117 w 459"/>
                  <a:gd name="T11" fmla="*/ 0 h 342"/>
                  <a:gd name="T12" fmla="*/ 138 w 459"/>
                  <a:gd name="T13" fmla="*/ 11 h 342"/>
                  <a:gd name="T14" fmla="*/ 160 w 459"/>
                  <a:gd name="T15" fmla="*/ 11 h 342"/>
                  <a:gd name="T16" fmla="*/ 170 w 459"/>
                  <a:gd name="T17" fmla="*/ 32 h 342"/>
                  <a:gd name="T18" fmla="*/ 192 w 459"/>
                  <a:gd name="T19" fmla="*/ 43 h 342"/>
                  <a:gd name="T20" fmla="*/ 213 w 459"/>
                  <a:gd name="T21" fmla="*/ 43 h 342"/>
                  <a:gd name="T22" fmla="*/ 213 w 459"/>
                  <a:gd name="T23" fmla="*/ 21 h 342"/>
                  <a:gd name="T24" fmla="*/ 234 w 459"/>
                  <a:gd name="T25" fmla="*/ 11 h 342"/>
                  <a:gd name="T26" fmla="*/ 256 w 459"/>
                  <a:gd name="T27" fmla="*/ 11 h 342"/>
                  <a:gd name="T28" fmla="*/ 277 w 459"/>
                  <a:gd name="T29" fmla="*/ 32 h 342"/>
                  <a:gd name="T30" fmla="*/ 309 w 459"/>
                  <a:gd name="T31" fmla="*/ 43 h 342"/>
                  <a:gd name="T32" fmla="*/ 309 w 459"/>
                  <a:gd name="T33" fmla="*/ 64 h 342"/>
                  <a:gd name="T34" fmla="*/ 352 w 459"/>
                  <a:gd name="T35" fmla="*/ 32 h 342"/>
                  <a:gd name="T36" fmla="*/ 373 w 459"/>
                  <a:gd name="T37" fmla="*/ 21 h 342"/>
                  <a:gd name="T38" fmla="*/ 394 w 459"/>
                  <a:gd name="T39" fmla="*/ 43 h 342"/>
                  <a:gd name="T40" fmla="*/ 394 w 459"/>
                  <a:gd name="T41" fmla="*/ 64 h 342"/>
                  <a:gd name="T42" fmla="*/ 394 w 459"/>
                  <a:gd name="T43" fmla="*/ 85 h 342"/>
                  <a:gd name="T44" fmla="*/ 394 w 459"/>
                  <a:gd name="T45" fmla="*/ 107 h 342"/>
                  <a:gd name="T46" fmla="*/ 416 w 459"/>
                  <a:gd name="T47" fmla="*/ 117 h 342"/>
                  <a:gd name="T48" fmla="*/ 437 w 459"/>
                  <a:gd name="T49" fmla="*/ 117 h 342"/>
                  <a:gd name="T50" fmla="*/ 448 w 459"/>
                  <a:gd name="T51" fmla="*/ 149 h 342"/>
                  <a:gd name="T52" fmla="*/ 448 w 459"/>
                  <a:gd name="T53" fmla="*/ 171 h 342"/>
                  <a:gd name="T54" fmla="*/ 458 w 459"/>
                  <a:gd name="T55" fmla="*/ 235 h 342"/>
                  <a:gd name="T56" fmla="*/ 458 w 459"/>
                  <a:gd name="T57" fmla="*/ 256 h 342"/>
                  <a:gd name="T58" fmla="*/ 448 w 459"/>
                  <a:gd name="T59" fmla="*/ 277 h 342"/>
                  <a:gd name="T60" fmla="*/ 437 w 459"/>
                  <a:gd name="T61" fmla="*/ 256 h 342"/>
                  <a:gd name="T62" fmla="*/ 394 w 459"/>
                  <a:gd name="T63" fmla="*/ 267 h 342"/>
                  <a:gd name="T64" fmla="*/ 362 w 459"/>
                  <a:gd name="T65" fmla="*/ 277 h 342"/>
                  <a:gd name="T66" fmla="*/ 341 w 459"/>
                  <a:gd name="T67" fmla="*/ 277 h 342"/>
                  <a:gd name="T68" fmla="*/ 320 w 459"/>
                  <a:gd name="T69" fmla="*/ 299 h 342"/>
                  <a:gd name="T70" fmla="*/ 320 w 459"/>
                  <a:gd name="T71" fmla="*/ 277 h 342"/>
                  <a:gd name="T72" fmla="*/ 309 w 459"/>
                  <a:gd name="T73" fmla="*/ 299 h 342"/>
                  <a:gd name="T74" fmla="*/ 288 w 459"/>
                  <a:gd name="T75" fmla="*/ 309 h 342"/>
                  <a:gd name="T76" fmla="*/ 277 w 459"/>
                  <a:gd name="T77" fmla="*/ 331 h 342"/>
                  <a:gd name="T78" fmla="*/ 234 w 459"/>
                  <a:gd name="T79" fmla="*/ 341 h 342"/>
                  <a:gd name="T80" fmla="*/ 213 w 459"/>
                  <a:gd name="T81" fmla="*/ 320 h 342"/>
                  <a:gd name="T82" fmla="*/ 181 w 459"/>
                  <a:gd name="T83" fmla="*/ 299 h 342"/>
                  <a:gd name="T84" fmla="*/ 160 w 459"/>
                  <a:gd name="T85" fmla="*/ 277 h 342"/>
                  <a:gd name="T86" fmla="*/ 138 w 459"/>
                  <a:gd name="T87" fmla="*/ 288 h 342"/>
                  <a:gd name="T88" fmla="*/ 128 w 459"/>
                  <a:gd name="T89" fmla="*/ 267 h 342"/>
                  <a:gd name="T90" fmla="*/ 106 w 459"/>
                  <a:gd name="T91" fmla="*/ 235 h 342"/>
                  <a:gd name="T92" fmla="*/ 85 w 459"/>
                  <a:gd name="T93" fmla="*/ 245 h 342"/>
                  <a:gd name="T94" fmla="*/ 74 w 459"/>
                  <a:gd name="T95" fmla="*/ 267 h 342"/>
                  <a:gd name="T96" fmla="*/ 53 w 459"/>
                  <a:gd name="T97" fmla="*/ 277 h 342"/>
                  <a:gd name="T98" fmla="*/ 53 w 459"/>
                  <a:gd name="T99" fmla="*/ 256 h 342"/>
                  <a:gd name="T100" fmla="*/ 32 w 459"/>
                  <a:gd name="T101" fmla="*/ 245 h 342"/>
                  <a:gd name="T102" fmla="*/ 21 w 459"/>
                  <a:gd name="T103" fmla="*/ 224 h 342"/>
                  <a:gd name="T104" fmla="*/ 10 w 459"/>
                  <a:gd name="T105" fmla="*/ 203 h 342"/>
                  <a:gd name="T106" fmla="*/ 10 w 459"/>
                  <a:gd name="T107" fmla="*/ 171 h 342"/>
                  <a:gd name="T108" fmla="*/ 0 w 459"/>
                  <a:gd name="T109" fmla="*/ 149 h 342"/>
                  <a:gd name="T110" fmla="*/ 21 w 459"/>
                  <a:gd name="T111" fmla="*/ 139 h 342"/>
                  <a:gd name="T112" fmla="*/ 53 w 459"/>
                  <a:gd name="T113" fmla="*/ 128 h 342"/>
                  <a:gd name="T114" fmla="*/ 53 w 459"/>
                  <a:gd name="T115" fmla="*/ 107 h 342"/>
                  <a:gd name="T116" fmla="*/ 42 w 459"/>
                  <a:gd name="T117" fmla="*/ 117 h 34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459" h="342">
                    <a:moveTo>
                      <a:pt x="42" y="117"/>
                    </a:moveTo>
                    <a:lnTo>
                      <a:pt x="64" y="64"/>
                    </a:lnTo>
                    <a:lnTo>
                      <a:pt x="64" y="43"/>
                    </a:lnTo>
                    <a:lnTo>
                      <a:pt x="74" y="21"/>
                    </a:lnTo>
                    <a:lnTo>
                      <a:pt x="96" y="11"/>
                    </a:lnTo>
                    <a:lnTo>
                      <a:pt x="117" y="0"/>
                    </a:lnTo>
                    <a:lnTo>
                      <a:pt x="138" y="11"/>
                    </a:lnTo>
                    <a:lnTo>
                      <a:pt x="160" y="11"/>
                    </a:lnTo>
                    <a:lnTo>
                      <a:pt x="170" y="32"/>
                    </a:lnTo>
                    <a:lnTo>
                      <a:pt x="192" y="43"/>
                    </a:lnTo>
                    <a:lnTo>
                      <a:pt x="213" y="43"/>
                    </a:lnTo>
                    <a:lnTo>
                      <a:pt x="213" y="21"/>
                    </a:lnTo>
                    <a:lnTo>
                      <a:pt x="234" y="11"/>
                    </a:lnTo>
                    <a:lnTo>
                      <a:pt x="256" y="11"/>
                    </a:lnTo>
                    <a:lnTo>
                      <a:pt x="277" y="32"/>
                    </a:lnTo>
                    <a:lnTo>
                      <a:pt x="309" y="43"/>
                    </a:lnTo>
                    <a:lnTo>
                      <a:pt x="309" y="64"/>
                    </a:lnTo>
                    <a:lnTo>
                      <a:pt x="352" y="32"/>
                    </a:lnTo>
                    <a:lnTo>
                      <a:pt x="373" y="21"/>
                    </a:lnTo>
                    <a:lnTo>
                      <a:pt x="394" y="43"/>
                    </a:lnTo>
                    <a:lnTo>
                      <a:pt x="394" y="64"/>
                    </a:lnTo>
                    <a:lnTo>
                      <a:pt x="394" y="85"/>
                    </a:lnTo>
                    <a:lnTo>
                      <a:pt x="394" y="107"/>
                    </a:lnTo>
                    <a:lnTo>
                      <a:pt x="416" y="117"/>
                    </a:lnTo>
                    <a:lnTo>
                      <a:pt x="437" y="117"/>
                    </a:lnTo>
                    <a:lnTo>
                      <a:pt x="448" y="149"/>
                    </a:lnTo>
                    <a:lnTo>
                      <a:pt x="448" y="171"/>
                    </a:lnTo>
                    <a:lnTo>
                      <a:pt x="458" y="235"/>
                    </a:lnTo>
                    <a:lnTo>
                      <a:pt x="458" y="256"/>
                    </a:lnTo>
                    <a:lnTo>
                      <a:pt x="448" y="277"/>
                    </a:lnTo>
                    <a:lnTo>
                      <a:pt x="437" y="256"/>
                    </a:lnTo>
                    <a:lnTo>
                      <a:pt x="394" y="267"/>
                    </a:lnTo>
                    <a:lnTo>
                      <a:pt x="362" y="277"/>
                    </a:lnTo>
                    <a:lnTo>
                      <a:pt x="341" y="277"/>
                    </a:lnTo>
                    <a:lnTo>
                      <a:pt x="320" y="299"/>
                    </a:lnTo>
                    <a:lnTo>
                      <a:pt x="320" y="277"/>
                    </a:lnTo>
                    <a:lnTo>
                      <a:pt x="309" y="299"/>
                    </a:lnTo>
                    <a:lnTo>
                      <a:pt x="288" y="309"/>
                    </a:lnTo>
                    <a:lnTo>
                      <a:pt x="277" y="331"/>
                    </a:lnTo>
                    <a:lnTo>
                      <a:pt x="234" y="341"/>
                    </a:lnTo>
                    <a:lnTo>
                      <a:pt x="213" y="320"/>
                    </a:lnTo>
                    <a:lnTo>
                      <a:pt x="181" y="299"/>
                    </a:lnTo>
                    <a:lnTo>
                      <a:pt x="160" y="277"/>
                    </a:lnTo>
                    <a:lnTo>
                      <a:pt x="138" y="288"/>
                    </a:lnTo>
                    <a:lnTo>
                      <a:pt x="128" y="267"/>
                    </a:lnTo>
                    <a:lnTo>
                      <a:pt x="106" y="235"/>
                    </a:lnTo>
                    <a:lnTo>
                      <a:pt x="85" y="245"/>
                    </a:lnTo>
                    <a:lnTo>
                      <a:pt x="74" y="267"/>
                    </a:lnTo>
                    <a:lnTo>
                      <a:pt x="53" y="277"/>
                    </a:lnTo>
                    <a:lnTo>
                      <a:pt x="53" y="256"/>
                    </a:lnTo>
                    <a:lnTo>
                      <a:pt x="32" y="245"/>
                    </a:lnTo>
                    <a:lnTo>
                      <a:pt x="21" y="224"/>
                    </a:lnTo>
                    <a:lnTo>
                      <a:pt x="10" y="203"/>
                    </a:lnTo>
                    <a:lnTo>
                      <a:pt x="10" y="171"/>
                    </a:lnTo>
                    <a:lnTo>
                      <a:pt x="0" y="149"/>
                    </a:lnTo>
                    <a:lnTo>
                      <a:pt x="21" y="139"/>
                    </a:lnTo>
                    <a:lnTo>
                      <a:pt x="53" y="128"/>
                    </a:lnTo>
                    <a:lnTo>
                      <a:pt x="53" y="107"/>
                    </a:lnTo>
                    <a:lnTo>
                      <a:pt x="42" y="117"/>
                    </a:lnTo>
                  </a:path>
                </a:pathLst>
              </a:custGeom>
              <a:solidFill>
                <a:srgbClr val="8CF4EA"/>
              </a:solidFill>
              <a:ln w="12700" cap="rnd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56" name="Rectangle 147">
                <a:extLst>
                  <a:ext uri="{FF2B5EF4-FFF2-40B4-BE49-F238E27FC236}">
                    <a16:creationId xmlns:a16="http://schemas.microsoft.com/office/drawing/2014/main" id="{3188FA11-7A24-2942-B412-3CFCBF703A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4" y="2679"/>
                <a:ext cx="47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i="1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bubble</a:t>
                </a:r>
              </a:p>
            </p:txBody>
          </p:sp>
        </p:grpSp>
        <p:grpSp>
          <p:nvGrpSpPr>
            <p:cNvPr id="92247" name="Group 148">
              <a:extLst>
                <a:ext uri="{FF2B5EF4-FFF2-40B4-BE49-F238E27FC236}">
                  <a16:creationId xmlns:a16="http://schemas.microsoft.com/office/drawing/2014/main" id="{7709B371-F07D-1341-BC4D-B2F85280CF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4" y="2630"/>
              <a:ext cx="340" cy="289"/>
              <a:chOff x="3214" y="2630"/>
              <a:chExt cx="340" cy="289"/>
            </a:xfrm>
          </p:grpSpPr>
          <p:sp>
            <p:nvSpPr>
              <p:cNvPr id="92253" name="Freeform 149">
                <a:extLst>
                  <a:ext uri="{FF2B5EF4-FFF2-40B4-BE49-F238E27FC236}">
                    <a16:creationId xmlns:a16="http://schemas.microsoft.com/office/drawing/2014/main" id="{77A776E9-392F-2A40-BEB4-AE4F3B6AD0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4" y="2630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54" name="Freeform 150">
                <a:extLst>
                  <a:ext uri="{FF2B5EF4-FFF2-40B4-BE49-F238E27FC236}">
                    <a16:creationId xmlns:a16="http://schemas.microsoft.com/office/drawing/2014/main" id="{63776230-1F13-2B44-AE85-A2DD936289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3" y="2630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2248" name="Line 151">
              <a:extLst>
                <a:ext uri="{FF2B5EF4-FFF2-40B4-BE49-F238E27FC236}">
                  <a16:creationId xmlns:a16="http://schemas.microsoft.com/office/drawing/2014/main" id="{38248C64-40B5-5546-8A1B-91D61A58C5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5" y="2774"/>
              <a:ext cx="1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249" name="Group 152">
              <a:extLst>
                <a:ext uri="{FF2B5EF4-FFF2-40B4-BE49-F238E27FC236}">
                  <a16:creationId xmlns:a16="http://schemas.microsoft.com/office/drawing/2014/main" id="{EA679E54-983E-0B4A-8855-D908A7FB5C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10" y="2609"/>
              <a:ext cx="485" cy="342"/>
              <a:chOff x="4910" y="2609"/>
              <a:chExt cx="485" cy="342"/>
            </a:xfrm>
          </p:grpSpPr>
          <p:sp>
            <p:nvSpPr>
              <p:cNvPr id="92251" name="Freeform 153">
                <a:extLst>
                  <a:ext uri="{FF2B5EF4-FFF2-40B4-BE49-F238E27FC236}">
                    <a16:creationId xmlns:a16="http://schemas.microsoft.com/office/drawing/2014/main" id="{E598790E-948A-8F4C-BFB4-61D6DEE6EB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6" y="2609"/>
                <a:ext cx="459" cy="342"/>
              </a:xfrm>
              <a:custGeom>
                <a:avLst/>
                <a:gdLst>
                  <a:gd name="T0" fmla="*/ 42 w 459"/>
                  <a:gd name="T1" fmla="*/ 117 h 342"/>
                  <a:gd name="T2" fmla="*/ 64 w 459"/>
                  <a:gd name="T3" fmla="*/ 64 h 342"/>
                  <a:gd name="T4" fmla="*/ 64 w 459"/>
                  <a:gd name="T5" fmla="*/ 43 h 342"/>
                  <a:gd name="T6" fmla="*/ 74 w 459"/>
                  <a:gd name="T7" fmla="*/ 21 h 342"/>
                  <a:gd name="T8" fmla="*/ 96 w 459"/>
                  <a:gd name="T9" fmla="*/ 11 h 342"/>
                  <a:gd name="T10" fmla="*/ 117 w 459"/>
                  <a:gd name="T11" fmla="*/ 0 h 342"/>
                  <a:gd name="T12" fmla="*/ 138 w 459"/>
                  <a:gd name="T13" fmla="*/ 11 h 342"/>
                  <a:gd name="T14" fmla="*/ 160 w 459"/>
                  <a:gd name="T15" fmla="*/ 11 h 342"/>
                  <a:gd name="T16" fmla="*/ 170 w 459"/>
                  <a:gd name="T17" fmla="*/ 32 h 342"/>
                  <a:gd name="T18" fmla="*/ 192 w 459"/>
                  <a:gd name="T19" fmla="*/ 43 h 342"/>
                  <a:gd name="T20" fmla="*/ 213 w 459"/>
                  <a:gd name="T21" fmla="*/ 43 h 342"/>
                  <a:gd name="T22" fmla="*/ 213 w 459"/>
                  <a:gd name="T23" fmla="*/ 21 h 342"/>
                  <a:gd name="T24" fmla="*/ 234 w 459"/>
                  <a:gd name="T25" fmla="*/ 11 h 342"/>
                  <a:gd name="T26" fmla="*/ 256 w 459"/>
                  <a:gd name="T27" fmla="*/ 11 h 342"/>
                  <a:gd name="T28" fmla="*/ 277 w 459"/>
                  <a:gd name="T29" fmla="*/ 32 h 342"/>
                  <a:gd name="T30" fmla="*/ 309 w 459"/>
                  <a:gd name="T31" fmla="*/ 43 h 342"/>
                  <a:gd name="T32" fmla="*/ 309 w 459"/>
                  <a:gd name="T33" fmla="*/ 64 h 342"/>
                  <a:gd name="T34" fmla="*/ 352 w 459"/>
                  <a:gd name="T35" fmla="*/ 32 h 342"/>
                  <a:gd name="T36" fmla="*/ 373 w 459"/>
                  <a:gd name="T37" fmla="*/ 21 h 342"/>
                  <a:gd name="T38" fmla="*/ 394 w 459"/>
                  <a:gd name="T39" fmla="*/ 43 h 342"/>
                  <a:gd name="T40" fmla="*/ 394 w 459"/>
                  <a:gd name="T41" fmla="*/ 64 h 342"/>
                  <a:gd name="T42" fmla="*/ 394 w 459"/>
                  <a:gd name="T43" fmla="*/ 85 h 342"/>
                  <a:gd name="T44" fmla="*/ 394 w 459"/>
                  <a:gd name="T45" fmla="*/ 107 h 342"/>
                  <a:gd name="T46" fmla="*/ 416 w 459"/>
                  <a:gd name="T47" fmla="*/ 117 h 342"/>
                  <a:gd name="T48" fmla="*/ 437 w 459"/>
                  <a:gd name="T49" fmla="*/ 117 h 342"/>
                  <a:gd name="T50" fmla="*/ 448 w 459"/>
                  <a:gd name="T51" fmla="*/ 149 h 342"/>
                  <a:gd name="T52" fmla="*/ 448 w 459"/>
                  <a:gd name="T53" fmla="*/ 171 h 342"/>
                  <a:gd name="T54" fmla="*/ 458 w 459"/>
                  <a:gd name="T55" fmla="*/ 235 h 342"/>
                  <a:gd name="T56" fmla="*/ 458 w 459"/>
                  <a:gd name="T57" fmla="*/ 256 h 342"/>
                  <a:gd name="T58" fmla="*/ 448 w 459"/>
                  <a:gd name="T59" fmla="*/ 277 h 342"/>
                  <a:gd name="T60" fmla="*/ 437 w 459"/>
                  <a:gd name="T61" fmla="*/ 256 h 342"/>
                  <a:gd name="T62" fmla="*/ 394 w 459"/>
                  <a:gd name="T63" fmla="*/ 267 h 342"/>
                  <a:gd name="T64" fmla="*/ 362 w 459"/>
                  <a:gd name="T65" fmla="*/ 277 h 342"/>
                  <a:gd name="T66" fmla="*/ 341 w 459"/>
                  <a:gd name="T67" fmla="*/ 277 h 342"/>
                  <a:gd name="T68" fmla="*/ 320 w 459"/>
                  <a:gd name="T69" fmla="*/ 299 h 342"/>
                  <a:gd name="T70" fmla="*/ 320 w 459"/>
                  <a:gd name="T71" fmla="*/ 277 h 342"/>
                  <a:gd name="T72" fmla="*/ 309 w 459"/>
                  <a:gd name="T73" fmla="*/ 299 h 342"/>
                  <a:gd name="T74" fmla="*/ 288 w 459"/>
                  <a:gd name="T75" fmla="*/ 309 h 342"/>
                  <a:gd name="T76" fmla="*/ 277 w 459"/>
                  <a:gd name="T77" fmla="*/ 331 h 342"/>
                  <a:gd name="T78" fmla="*/ 234 w 459"/>
                  <a:gd name="T79" fmla="*/ 341 h 342"/>
                  <a:gd name="T80" fmla="*/ 213 w 459"/>
                  <a:gd name="T81" fmla="*/ 320 h 342"/>
                  <a:gd name="T82" fmla="*/ 181 w 459"/>
                  <a:gd name="T83" fmla="*/ 299 h 342"/>
                  <a:gd name="T84" fmla="*/ 160 w 459"/>
                  <a:gd name="T85" fmla="*/ 277 h 342"/>
                  <a:gd name="T86" fmla="*/ 138 w 459"/>
                  <a:gd name="T87" fmla="*/ 288 h 342"/>
                  <a:gd name="T88" fmla="*/ 128 w 459"/>
                  <a:gd name="T89" fmla="*/ 267 h 342"/>
                  <a:gd name="T90" fmla="*/ 106 w 459"/>
                  <a:gd name="T91" fmla="*/ 235 h 342"/>
                  <a:gd name="T92" fmla="*/ 85 w 459"/>
                  <a:gd name="T93" fmla="*/ 245 h 342"/>
                  <a:gd name="T94" fmla="*/ 74 w 459"/>
                  <a:gd name="T95" fmla="*/ 267 h 342"/>
                  <a:gd name="T96" fmla="*/ 53 w 459"/>
                  <a:gd name="T97" fmla="*/ 277 h 342"/>
                  <a:gd name="T98" fmla="*/ 53 w 459"/>
                  <a:gd name="T99" fmla="*/ 256 h 342"/>
                  <a:gd name="T100" fmla="*/ 32 w 459"/>
                  <a:gd name="T101" fmla="*/ 245 h 342"/>
                  <a:gd name="T102" fmla="*/ 21 w 459"/>
                  <a:gd name="T103" fmla="*/ 224 h 342"/>
                  <a:gd name="T104" fmla="*/ 10 w 459"/>
                  <a:gd name="T105" fmla="*/ 203 h 342"/>
                  <a:gd name="T106" fmla="*/ 10 w 459"/>
                  <a:gd name="T107" fmla="*/ 171 h 342"/>
                  <a:gd name="T108" fmla="*/ 0 w 459"/>
                  <a:gd name="T109" fmla="*/ 149 h 342"/>
                  <a:gd name="T110" fmla="*/ 21 w 459"/>
                  <a:gd name="T111" fmla="*/ 139 h 342"/>
                  <a:gd name="T112" fmla="*/ 53 w 459"/>
                  <a:gd name="T113" fmla="*/ 128 h 342"/>
                  <a:gd name="T114" fmla="*/ 53 w 459"/>
                  <a:gd name="T115" fmla="*/ 107 h 342"/>
                  <a:gd name="T116" fmla="*/ 42 w 459"/>
                  <a:gd name="T117" fmla="*/ 117 h 34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459" h="342">
                    <a:moveTo>
                      <a:pt x="42" y="117"/>
                    </a:moveTo>
                    <a:lnTo>
                      <a:pt x="64" y="64"/>
                    </a:lnTo>
                    <a:lnTo>
                      <a:pt x="64" y="43"/>
                    </a:lnTo>
                    <a:lnTo>
                      <a:pt x="74" y="21"/>
                    </a:lnTo>
                    <a:lnTo>
                      <a:pt x="96" y="11"/>
                    </a:lnTo>
                    <a:lnTo>
                      <a:pt x="117" y="0"/>
                    </a:lnTo>
                    <a:lnTo>
                      <a:pt x="138" y="11"/>
                    </a:lnTo>
                    <a:lnTo>
                      <a:pt x="160" y="11"/>
                    </a:lnTo>
                    <a:lnTo>
                      <a:pt x="170" y="32"/>
                    </a:lnTo>
                    <a:lnTo>
                      <a:pt x="192" y="43"/>
                    </a:lnTo>
                    <a:lnTo>
                      <a:pt x="213" y="43"/>
                    </a:lnTo>
                    <a:lnTo>
                      <a:pt x="213" y="21"/>
                    </a:lnTo>
                    <a:lnTo>
                      <a:pt x="234" y="11"/>
                    </a:lnTo>
                    <a:lnTo>
                      <a:pt x="256" y="11"/>
                    </a:lnTo>
                    <a:lnTo>
                      <a:pt x="277" y="32"/>
                    </a:lnTo>
                    <a:lnTo>
                      <a:pt x="309" y="43"/>
                    </a:lnTo>
                    <a:lnTo>
                      <a:pt x="309" y="64"/>
                    </a:lnTo>
                    <a:lnTo>
                      <a:pt x="352" y="32"/>
                    </a:lnTo>
                    <a:lnTo>
                      <a:pt x="373" y="21"/>
                    </a:lnTo>
                    <a:lnTo>
                      <a:pt x="394" y="43"/>
                    </a:lnTo>
                    <a:lnTo>
                      <a:pt x="394" y="64"/>
                    </a:lnTo>
                    <a:lnTo>
                      <a:pt x="394" y="85"/>
                    </a:lnTo>
                    <a:lnTo>
                      <a:pt x="394" y="107"/>
                    </a:lnTo>
                    <a:lnTo>
                      <a:pt x="416" y="117"/>
                    </a:lnTo>
                    <a:lnTo>
                      <a:pt x="437" y="117"/>
                    </a:lnTo>
                    <a:lnTo>
                      <a:pt x="448" y="149"/>
                    </a:lnTo>
                    <a:lnTo>
                      <a:pt x="448" y="171"/>
                    </a:lnTo>
                    <a:lnTo>
                      <a:pt x="458" y="235"/>
                    </a:lnTo>
                    <a:lnTo>
                      <a:pt x="458" y="256"/>
                    </a:lnTo>
                    <a:lnTo>
                      <a:pt x="448" y="277"/>
                    </a:lnTo>
                    <a:lnTo>
                      <a:pt x="437" y="256"/>
                    </a:lnTo>
                    <a:lnTo>
                      <a:pt x="394" y="267"/>
                    </a:lnTo>
                    <a:lnTo>
                      <a:pt x="362" y="277"/>
                    </a:lnTo>
                    <a:lnTo>
                      <a:pt x="341" y="277"/>
                    </a:lnTo>
                    <a:lnTo>
                      <a:pt x="320" y="299"/>
                    </a:lnTo>
                    <a:lnTo>
                      <a:pt x="320" y="277"/>
                    </a:lnTo>
                    <a:lnTo>
                      <a:pt x="309" y="299"/>
                    </a:lnTo>
                    <a:lnTo>
                      <a:pt x="288" y="309"/>
                    </a:lnTo>
                    <a:lnTo>
                      <a:pt x="277" y="331"/>
                    </a:lnTo>
                    <a:lnTo>
                      <a:pt x="234" y="341"/>
                    </a:lnTo>
                    <a:lnTo>
                      <a:pt x="213" y="320"/>
                    </a:lnTo>
                    <a:lnTo>
                      <a:pt x="181" y="299"/>
                    </a:lnTo>
                    <a:lnTo>
                      <a:pt x="160" y="277"/>
                    </a:lnTo>
                    <a:lnTo>
                      <a:pt x="138" y="288"/>
                    </a:lnTo>
                    <a:lnTo>
                      <a:pt x="128" y="267"/>
                    </a:lnTo>
                    <a:lnTo>
                      <a:pt x="106" y="235"/>
                    </a:lnTo>
                    <a:lnTo>
                      <a:pt x="85" y="245"/>
                    </a:lnTo>
                    <a:lnTo>
                      <a:pt x="74" y="267"/>
                    </a:lnTo>
                    <a:lnTo>
                      <a:pt x="53" y="277"/>
                    </a:lnTo>
                    <a:lnTo>
                      <a:pt x="53" y="256"/>
                    </a:lnTo>
                    <a:lnTo>
                      <a:pt x="32" y="245"/>
                    </a:lnTo>
                    <a:lnTo>
                      <a:pt x="21" y="224"/>
                    </a:lnTo>
                    <a:lnTo>
                      <a:pt x="10" y="203"/>
                    </a:lnTo>
                    <a:lnTo>
                      <a:pt x="10" y="171"/>
                    </a:lnTo>
                    <a:lnTo>
                      <a:pt x="0" y="149"/>
                    </a:lnTo>
                    <a:lnTo>
                      <a:pt x="21" y="139"/>
                    </a:lnTo>
                    <a:lnTo>
                      <a:pt x="53" y="128"/>
                    </a:lnTo>
                    <a:lnTo>
                      <a:pt x="53" y="107"/>
                    </a:lnTo>
                    <a:lnTo>
                      <a:pt x="42" y="117"/>
                    </a:lnTo>
                  </a:path>
                </a:pathLst>
              </a:custGeom>
              <a:solidFill>
                <a:srgbClr val="8CF4EA"/>
              </a:solidFill>
              <a:ln w="12700" cap="rnd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52" name="Rectangle 154">
                <a:extLst>
                  <a:ext uri="{FF2B5EF4-FFF2-40B4-BE49-F238E27FC236}">
                    <a16:creationId xmlns:a16="http://schemas.microsoft.com/office/drawing/2014/main" id="{A6584EE7-9E69-8B4D-AF84-6C1E74BC03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0" y="2679"/>
                <a:ext cx="47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i="1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bubble</a:t>
                </a:r>
              </a:p>
            </p:txBody>
          </p:sp>
        </p:grpSp>
        <p:sp>
          <p:nvSpPr>
            <p:cNvPr id="92250" name="Rectangle 155">
              <a:extLst>
                <a:ext uri="{FF2B5EF4-FFF2-40B4-BE49-F238E27FC236}">
                  <a16:creationId xmlns:a16="http://schemas.microsoft.com/office/drawing/2014/main" id="{301DA089-8C91-074F-878F-E40DF5A68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3" y="2668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</p:grpSp>
      <p:sp>
        <p:nvSpPr>
          <p:cNvPr id="360604" name="Rectangle 156">
            <a:extLst>
              <a:ext uri="{FF2B5EF4-FFF2-40B4-BE49-F238E27FC236}">
                <a16:creationId xmlns:a16="http://schemas.microsoft.com/office/drawing/2014/main" id="{2A232D87-5766-3843-A90D-CC2D80773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" y="638175"/>
            <a:ext cx="793908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</a:pPr>
            <a:r>
              <a:rPr lang="zh-CN" altLang="en-US" sz="2400">
                <a:ea typeface="宋体" panose="02010600030101010101" pitchFamily="2" charset="-122"/>
              </a:rPr>
              <a:t> </a:t>
            </a:r>
            <a:r>
              <a:rPr lang="zh-CN" altLang="en-US" sz="20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硬件上通过阻塞</a:t>
            </a:r>
            <a:r>
              <a:rPr lang="en-US" altLang="zh-CN" sz="20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(stall)</a:t>
            </a:r>
            <a:r>
              <a:rPr lang="zh-CN" altLang="en-US" sz="2000">
                <a:latin typeface="Arial" panose="020B0604020202020204" pitchFamily="34" charset="0"/>
                <a:ea typeface="黑体" panose="02010609060101010101" pitchFamily="49" charset="-122"/>
              </a:rPr>
              <a:t>方式阻止后续指令执行，延迟到有新值以后！</a:t>
            </a:r>
          </a:p>
        </p:txBody>
      </p:sp>
      <p:sp>
        <p:nvSpPr>
          <p:cNvPr id="360605" name="Text Box 157">
            <a:extLst>
              <a:ext uri="{FF2B5EF4-FFF2-40B4-BE49-F238E27FC236}">
                <a16:creationId xmlns:a16="http://schemas.microsoft.com/office/drawing/2014/main" id="{33A1C37A-19D3-2F4E-830B-2B6D20CC2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25" y="1038225"/>
            <a:ext cx="7254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这种做法称为流水线阻塞，也称为插入“气泡</a:t>
            </a:r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Bubble”</a:t>
            </a:r>
          </a:p>
        </p:txBody>
      </p:sp>
      <p:sp>
        <p:nvSpPr>
          <p:cNvPr id="360606" name="Rectangle 158">
            <a:extLst>
              <a:ext uri="{FF2B5EF4-FFF2-40B4-BE49-F238E27FC236}">
                <a16:creationId xmlns:a16="http://schemas.microsoft.com/office/drawing/2014/main" id="{2DC2E0E6-3A0B-A245-BE5C-BB6E8370E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3" y="6392863"/>
            <a:ext cx="8262937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</a:pP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缺点：控制比较复杂，需要改数据通路；指令被延迟三个时钟执行。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0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0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0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604" grpId="0"/>
      <p:bldP spid="36060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Freeform 2">
            <a:extLst>
              <a:ext uri="{FF2B5EF4-FFF2-40B4-BE49-F238E27FC236}">
                <a16:creationId xmlns:a16="http://schemas.microsoft.com/office/drawing/2014/main" id="{81675870-E4B4-A74B-8233-429DAD815840}"/>
              </a:ext>
            </a:extLst>
          </p:cNvPr>
          <p:cNvSpPr>
            <a:spLocks/>
          </p:cNvSpPr>
          <p:nvPr/>
        </p:nvSpPr>
        <p:spPr bwMode="auto">
          <a:xfrm>
            <a:off x="5892800" y="2141538"/>
            <a:ext cx="225425" cy="458787"/>
          </a:xfrm>
          <a:custGeom>
            <a:avLst/>
            <a:gdLst>
              <a:gd name="T0" fmla="*/ 2147483646 w 142"/>
              <a:gd name="T1" fmla="*/ 0 h 289"/>
              <a:gd name="T2" fmla="*/ 0 w 142"/>
              <a:gd name="T3" fmla="*/ 0 h 289"/>
              <a:gd name="T4" fmla="*/ 0 w 142"/>
              <a:gd name="T5" fmla="*/ 2147483646 h 289"/>
              <a:gd name="T6" fmla="*/ 2147483646 w 14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2" h="289">
                <a:moveTo>
                  <a:pt x="141" y="0"/>
                </a:moveTo>
                <a:lnTo>
                  <a:pt x="0" y="0"/>
                </a:lnTo>
                <a:lnTo>
                  <a:pt x="0" y="288"/>
                </a:lnTo>
                <a:lnTo>
                  <a:pt x="141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F49CEC17-5284-E64E-A9E9-BB748508F8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3563" y="211138"/>
            <a:ext cx="5853112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方案 </a:t>
            </a:r>
            <a:r>
              <a:rPr lang="en-US" altLang="zh-CN">
                <a:ea typeface="宋体" panose="02010600030101010101" pitchFamily="2" charset="-122"/>
              </a:rPr>
              <a:t>2: </a:t>
            </a:r>
            <a:r>
              <a:rPr lang="zh-CN" altLang="en-US">
                <a:ea typeface="宋体" panose="02010600030101010101" pitchFamily="2" charset="-122"/>
              </a:rPr>
              <a:t>软件上插入无关指令</a:t>
            </a:r>
          </a:p>
        </p:txBody>
      </p:sp>
      <p:sp>
        <p:nvSpPr>
          <p:cNvPr id="94212" name="Rectangle 4">
            <a:extLst>
              <a:ext uri="{FF2B5EF4-FFF2-40B4-BE49-F238E27FC236}">
                <a16:creationId xmlns:a16="http://schemas.microsoft.com/office/drawing/2014/main" id="{19C144B0-C164-C74D-8F3A-935BBB7C9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2327275"/>
            <a:ext cx="358775" cy="3109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r.</a:t>
            </a:r>
          </a:p>
          <a:p>
            <a:pPr algn="ctr"/>
            <a:endParaRPr lang="en-US" altLang="zh-CN" sz="1800" b="0" i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O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94213" name="Line 5">
            <a:extLst>
              <a:ext uri="{FF2B5EF4-FFF2-40B4-BE49-F238E27FC236}">
                <a16:creationId xmlns:a16="http://schemas.microsoft.com/office/drawing/2014/main" id="{0C6E75B1-7B06-8F40-AEDF-279A7E28BD4E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900" y="2317750"/>
            <a:ext cx="0" cy="3238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14" name="Line 6">
            <a:extLst>
              <a:ext uri="{FF2B5EF4-FFF2-40B4-BE49-F238E27FC236}">
                <a16:creationId xmlns:a16="http://schemas.microsoft.com/office/drawing/2014/main" id="{47D715F1-DFAE-764C-8122-02DF7489ED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4950" y="1892300"/>
            <a:ext cx="6324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15" name="Rectangle 7">
            <a:extLst>
              <a:ext uri="{FF2B5EF4-FFF2-40B4-BE49-F238E27FC236}">
                <a16:creationId xmlns:a16="http://schemas.microsoft.com/office/drawing/2014/main" id="{164E1A69-7FA5-FE4D-849D-BF996BEDC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8413" y="1501775"/>
            <a:ext cx="2124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Time (clock cycles)</a:t>
            </a:r>
          </a:p>
        </p:txBody>
      </p:sp>
      <p:sp>
        <p:nvSpPr>
          <p:cNvPr id="94216" name="Rectangle 8">
            <a:extLst>
              <a:ext uri="{FF2B5EF4-FFF2-40B4-BE49-F238E27FC236}">
                <a16:creationId xmlns:a16="http://schemas.microsoft.com/office/drawing/2014/main" id="{283153D4-CC30-FC41-8817-25AD22FB7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136775"/>
            <a:ext cx="2119312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add </a:t>
            </a:r>
            <a:r>
              <a:rPr lang="en-US" altLang="zh-CN" sz="2800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,r2,r3</a:t>
            </a:r>
          </a:p>
        </p:txBody>
      </p:sp>
      <p:sp>
        <p:nvSpPr>
          <p:cNvPr id="94217" name="Rectangle 9">
            <a:extLst>
              <a:ext uri="{FF2B5EF4-FFF2-40B4-BE49-F238E27FC236}">
                <a16:creationId xmlns:a16="http://schemas.microsoft.com/office/drawing/2014/main" id="{B70AEDEB-549F-064E-9A20-B8BD59645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4879975"/>
            <a:ext cx="2119312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sub r4,</a:t>
            </a:r>
            <a:r>
              <a:rPr lang="en-US" altLang="zh-CN" sz="2800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,r3</a:t>
            </a:r>
          </a:p>
        </p:txBody>
      </p:sp>
      <p:sp>
        <p:nvSpPr>
          <p:cNvPr id="94218" name="Rectangle 10">
            <a:extLst>
              <a:ext uri="{FF2B5EF4-FFF2-40B4-BE49-F238E27FC236}">
                <a16:creationId xmlns:a16="http://schemas.microsoft.com/office/drawing/2014/main" id="{2AA4A8C1-C000-454C-B5BD-76215A54C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188" y="5680075"/>
            <a:ext cx="2119312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and r6,</a:t>
            </a:r>
            <a:r>
              <a:rPr lang="en-US" altLang="zh-CN" sz="2800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,r7</a:t>
            </a:r>
          </a:p>
        </p:txBody>
      </p:sp>
      <p:sp>
        <p:nvSpPr>
          <p:cNvPr id="94219" name="Rectangle 11">
            <a:extLst>
              <a:ext uri="{FF2B5EF4-FFF2-40B4-BE49-F238E27FC236}">
                <a16:creationId xmlns:a16="http://schemas.microsoft.com/office/drawing/2014/main" id="{1FE9525B-D1C0-D247-87D5-DA34540EF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0" y="1835150"/>
            <a:ext cx="446088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IF</a:t>
            </a:r>
          </a:p>
        </p:txBody>
      </p:sp>
      <p:sp>
        <p:nvSpPr>
          <p:cNvPr id="94220" name="Rectangle 12">
            <a:extLst>
              <a:ext uri="{FF2B5EF4-FFF2-40B4-BE49-F238E27FC236}">
                <a16:creationId xmlns:a16="http://schemas.microsoft.com/office/drawing/2014/main" id="{9A18FB38-E986-674E-8DFA-3A1B47AF3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1835150"/>
            <a:ext cx="8382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ID/RF</a:t>
            </a:r>
          </a:p>
        </p:txBody>
      </p:sp>
      <p:sp>
        <p:nvSpPr>
          <p:cNvPr id="94221" name="Rectangle 13">
            <a:extLst>
              <a:ext uri="{FF2B5EF4-FFF2-40B4-BE49-F238E27FC236}">
                <a16:creationId xmlns:a16="http://schemas.microsoft.com/office/drawing/2014/main" id="{F2D69C0F-BB01-804D-BB3C-EC4FBC982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0888" y="1835150"/>
            <a:ext cx="625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EX</a:t>
            </a:r>
          </a:p>
        </p:txBody>
      </p:sp>
      <p:sp>
        <p:nvSpPr>
          <p:cNvPr id="94222" name="Rectangle 14">
            <a:extLst>
              <a:ext uri="{FF2B5EF4-FFF2-40B4-BE49-F238E27FC236}">
                <a16:creationId xmlns:a16="http://schemas.microsoft.com/office/drawing/2014/main" id="{A116F9CD-585F-9842-8E54-94DA02113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1835150"/>
            <a:ext cx="752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94223" name="Rectangle 15">
            <a:extLst>
              <a:ext uri="{FF2B5EF4-FFF2-40B4-BE49-F238E27FC236}">
                <a16:creationId xmlns:a16="http://schemas.microsoft.com/office/drawing/2014/main" id="{3AA41671-36F1-8D4F-BE0E-318263DCF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5175" y="1835150"/>
            <a:ext cx="5937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WB</a:t>
            </a:r>
          </a:p>
        </p:txBody>
      </p:sp>
      <p:sp>
        <p:nvSpPr>
          <p:cNvPr id="94224" name="Line 16">
            <a:extLst>
              <a:ext uri="{FF2B5EF4-FFF2-40B4-BE49-F238E27FC236}">
                <a16:creationId xmlns:a16="http://schemas.microsoft.com/office/drawing/2014/main" id="{4405D225-8BA5-FE45-9804-3228D7E77F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3000" y="16144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25" name="Line 17">
            <a:extLst>
              <a:ext uri="{FF2B5EF4-FFF2-40B4-BE49-F238E27FC236}">
                <a16:creationId xmlns:a16="http://schemas.microsoft.com/office/drawing/2014/main" id="{E16C07B9-E027-6546-9E81-4FDFABD3AA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8800" y="16144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26" name="Line 18">
            <a:extLst>
              <a:ext uri="{FF2B5EF4-FFF2-40B4-BE49-F238E27FC236}">
                <a16:creationId xmlns:a16="http://schemas.microsoft.com/office/drawing/2014/main" id="{D104A5BA-822D-2F4F-87B2-3F231D6766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4600" y="16144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27" name="Line 19">
            <a:extLst>
              <a:ext uri="{FF2B5EF4-FFF2-40B4-BE49-F238E27FC236}">
                <a16:creationId xmlns:a16="http://schemas.microsoft.com/office/drawing/2014/main" id="{47D01757-3A02-0C49-87C8-5BFDCC22D85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0400" y="16144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28" name="Line 20">
            <a:extLst>
              <a:ext uri="{FF2B5EF4-FFF2-40B4-BE49-F238E27FC236}">
                <a16:creationId xmlns:a16="http://schemas.microsoft.com/office/drawing/2014/main" id="{186BF119-968A-B743-853C-202595A698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6200" y="16144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29" name="Line 21">
            <a:extLst>
              <a:ext uri="{FF2B5EF4-FFF2-40B4-BE49-F238E27FC236}">
                <a16:creationId xmlns:a16="http://schemas.microsoft.com/office/drawing/2014/main" id="{1C28495D-B255-FD4C-95C5-02471353C91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2000" y="16144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30" name="Line 22">
            <a:extLst>
              <a:ext uri="{FF2B5EF4-FFF2-40B4-BE49-F238E27FC236}">
                <a16:creationId xmlns:a16="http://schemas.microsoft.com/office/drawing/2014/main" id="{E333D31C-5F63-4945-B49A-A57A55831F0F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7800" y="16144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31" name="Line 23">
            <a:extLst>
              <a:ext uri="{FF2B5EF4-FFF2-40B4-BE49-F238E27FC236}">
                <a16:creationId xmlns:a16="http://schemas.microsoft.com/office/drawing/2014/main" id="{3CB79DEA-8BA0-9A43-855E-B98C8FE637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3600" y="16144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32" name="Freeform 24">
            <a:extLst>
              <a:ext uri="{FF2B5EF4-FFF2-40B4-BE49-F238E27FC236}">
                <a16:creationId xmlns:a16="http://schemas.microsoft.com/office/drawing/2014/main" id="{3A470E86-EAED-3848-A0FD-F7D4A1AF7434}"/>
              </a:ext>
            </a:extLst>
          </p:cNvPr>
          <p:cNvSpPr>
            <a:spLocks/>
          </p:cNvSpPr>
          <p:nvPr/>
        </p:nvSpPr>
        <p:spPr bwMode="auto">
          <a:xfrm>
            <a:off x="5149850" y="2141538"/>
            <a:ext cx="257175" cy="458787"/>
          </a:xfrm>
          <a:custGeom>
            <a:avLst/>
            <a:gdLst>
              <a:gd name="T0" fmla="*/ 2147483646 w 162"/>
              <a:gd name="T1" fmla="*/ 0 h 289"/>
              <a:gd name="T2" fmla="*/ 0 w 162"/>
              <a:gd name="T3" fmla="*/ 0 h 289"/>
              <a:gd name="T4" fmla="*/ 0 w 162"/>
              <a:gd name="T5" fmla="*/ 2147483646 h 289"/>
              <a:gd name="T6" fmla="*/ 2147483646 w 16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289">
                <a:moveTo>
                  <a:pt x="161" y="0"/>
                </a:moveTo>
                <a:lnTo>
                  <a:pt x="0" y="0"/>
                </a:lnTo>
                <a:lnTo>
                  <a:pt x="0" y="288"/>
                </a:lnTo>
                <a:lnTo>
                  <a:pt x="16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33" name="Freeform 25">
            <a:extLst>
              <a:ext uri="{FF2B5EF4-FFF2-40B4-BE49-F238E27FC236}">
                <a16:creationId xmlns:a16="http://schemas.microsoft.com/office/drawing/2014/main" id="{9F6A2A44-C1DA-5048-8BFA-7876605EF0F2}"/>
              </a:ext>
            </a:extLst>
          </p:cNvPr>
          <p:cNvSpPr>
            <a:spLocks/>
          </p:cNvSpPr>
          <p:nvPr/>
        </p:nvSpPr>
        <p:spPr bwMode="auto">
          <a:xfrm>
            <a:off x="5405438" y="2141538"/>
            <a:ext cx="260350" cy="458787"/>
          </a:xfrm>
          <a:custGeom>
            <a:avLst/>
            <a:gdLst>
              <a:gd name="T0" fmla="*/ 0 w 164"/>
              <a:gd name="T1" fmla="*/ 0 h 289"/>
              <a:gd name="T2" fmla="*/ 2147483646 w 164"/>
              <a:gd name="T3" fmla="*/ 0 h 289"/>
              <a:gd name="T4" fmla="*/ 2147483646 w 164"/>
              <a:gd name="T5" fmla="*/ 2147483646 h 289"/>
              <a:gd name="T6" fmla="*/ 0 w 164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4" h="289">
                <a:moveTo>
                  <a:pt x="0" y="0"/>
                </a:moveTo>
                <a:lnTo>
                  <a:pt x="163" y="0"/>
                </a:lnTo>
                <a:lnTo>
                  <a:pt x="163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34" name="Freeform 26">
            <a:extLst>
              <a:ext uri="{FF2B5EF4-FFF2-40B4-BE49-F238E27FC236}">
                <a16:creationId xmlns:a16="http://schemas.microsoft.com/office/drawing/2014/main" id="{27DB0436-AF71-B248-8F44-07D1728D0DEB}"/>
              </a:ext>
            </a:extLst>
          </p:cNvPr>
          <p:cNvSpPr>
            <a:spLocks/>
          </p:cNvSpPr>
          <p:nvPr/>
        </p:nvSpPr>
        <p:spPr bwMode="auto">
          <a:xfrm>
            <a:off x="4541838" y="1989138"/>
            <a:ext cx="338137" cy="763587"/>
          </a:xfrm>
          <a:custGeom>
            <a:avLst/>
            <a:gdLst>
              <a:gd name="T0" fmla="*/ 0 w 213"/>
              <a:gd name="T1" fmla="*/ 2147483646 h 481"/>
              <a:gd name="T2" fmla="*/ 2147483646 w 213"/>
              <a:gd name="T3" fmla="*/ 2147483646 h 481"/>
              <a:gd name="T4" fmla="*/ 0 w 213"/>
              <a:gd name="T5" fmla="*/ 2147483646 h 481"/>
              <a:gd name="T6" fmla="*/ 0 w 213"/>
              <a:gd name="T7" fmla="*/ 0 h 481"/>
              <a:gd name="T8" fmla="*/ 2147483646 w 213"/>
              <a:gd name="T9" fmla="*/ 2147483646 h 481"/>
              <a:gd name="T10" fmla="*/ 2147483646 w 213"/>
              <a:gd name="T11" fmla="*/ 2147483646 h 481"/>
              <a:gd name="T12" fmla="*/ 0 w 213"/>
              <a:gd name="T13" fmla="*/ 2147483646 h 481"/>
              <a:gd name="T14" fmla="*/ 0 w 213"/>
              <a:gd name="T15" fmla="*/ 2147483646 h 4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3" h="481">
                <a:moveTo>
                  <a:pt x="0" y="320"/>
                </a:moveTo>
                <a:lnTo>
                  <a:pt x="71" y="240"/>
                </a:lnTo>
                <a:lnTo>
                  <a:pt x="0" y="160"/>
                </a:lnTo>
                <a:lnTo>
                  <a:pt x="0" y="0"/>
                </a:lnTo>
                <a:lnTo>
                  <a:pt x="212" y="160"/>
                </a:lnTo>
                <a:lnTo>
                  <a:pt x="212" y="320"/>
                </a:lnTo>
                <a:lnTo>
                  <a:pt x="0" y="480"/>
                </a:lnTo>
                <a:lnTo>
                  <a:pt x="0" y="32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35" name="Rectangle 27">
            <a:extLst>
              <a:ext uri="{FF2B5EF4-FFF2-40B4-BE49-F238E27FC236}">
                <a16:creationId xmlns:a16="http://schemas.microsoft.com/office/drawing/2014/main" id="{B3CEAC94-D131-4248-90BF-F1648E7A8EB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90232" y="2183606"/>
            <a:ext cx="6080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94236" name="Rectangle 28">
            <a:extLst>
              <a:ext uri="{FF2B5EF4-FFF2-40B4-BE49-F238E27FC236}">
                <a16:creationId xmlns:a16="http://schemas.microsoft.com/office/drawing/2014/main" id="{08ADF79C-CA72-1D46-BE2A-4D39A3A25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725" y="2201863"/>
            <a:ext cx="4302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Im</a:t>
            </a:r>
          </a:p>
        </p:txBody>
      </p:sp>
      <p:grpSp>
        <p:nvGrpSpPr>
          <p:cNvPr id="94237" name="Group 29">
            <a:extLst>
              <a:ext uri="{FF2B5EF4-FFF2-40B4-BE49-F238E27FC236}">
                <a16:creationId xmlns:a16="http://schemas.microsoft.com/office/drawing/2014/main" id="{40F516AC-E932-2D46-A1C3-B79C74C4370B}"/>
              </a:ext>
            </a:extLst>
          </p:cNvPr>
          <p:cNvGrpSpPr>
            <a:grpSpLocks/>
          </p:cNvGrpSpPr>
          <p:nvPr/>
        </p:nvGrpSpPr>
        <p:grpSpPr bwMode="auto">
          <a:xfrm>
            <a:off x="3071813" y="2141538"/>
            <a:ext cx="539750" cy="458787"/>
            <a:chOff x="1935" y="1349"/>
            <a:chExt cx="340" cy="289"/>
          </a:xfrm>
        </p:grpSpPr>
        <p:sp>
          <p:nvSpPr>
            <p:cNvPr id="94386" name="Freeform 30">
              <a:extLst>
                <a:ext uri="{FF2B5EF4-FFF2-40B4-BE49-F238E27FC236}">
                  <a16:creationId xmlns:a16="http://schemas.microsoft.com/office/drawing/2014/main" id="{76FB4BB1-0E1C-204B-92B7-B1CBD1048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349"/>
              <a:ext cx="170" cy="289"/>
            </a:xfrm>
            <a:custGeom>
              <a:avLst/>
              <a:gdLst>
                <a:gd name="T0" fmla="*/ 169 w 170"/>
                <a:gd name="T1" fmla="*/ 0 h 289"/>
                <a:gd name="T2" fmla="*/ 0 w 170"/>
                <a:gd name="T3" fmla="*/ 0 h 289"/>
                <a:gd name="T4" fmla="*/ 0 w 170"/>
                <a:gd name="T5" fmla="*/ 288 h 289"/>
                <a:gd name="T6" fmla="*/ 169 w 170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0" h="289">
                  <a:moveTo>
                    <a:pt x="169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9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87" name="Freeform 31">
              <a:extLst>
                <a:ext uri="{FF2B5EF4-FFF2-40B4-BE49-F238E27FC236}">
                  <a16:creationId xmlns:a16="http://schemas.microsoft.com/office/drawing/2014/main" id="{D126136B-C8DB-3A43-A476-C8D12B668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1349"/>
              <a:ext cx="171" cy="289"/>
            </a:xfrm>
            <a:custGeom>
              <a:avLst/>
              <a:gdLst>
                <a:gd name="T0" fmla="*/ 0 w 171"/>
                <a:gd name="T1" fmla="*/ 0 h 289"/>
                <a:gd name="T2" fmla="*/ 170 w 171"/>
                <a:gd name="T3" fmla="*/ 0 h 289"/>
                <a:gd name="T4" fmla="*/ 170 w 171"/>
                <a:gd name="T5" fmla="*/ 288 h 289"/>
                <a:gd name="T6" fmla="*/ 0 w 171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1" h="289">
                  <a:moveTo>
                    <a:pt x="0" y="0"/>
                  </a:moveTo>
                  <a:lnTo>
                    <a:pt x="170" y="0"/>
                  </a:lnTo>
                  <a:lnTo>
                    <a:pt x="170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4238" name="Rectangle 32">
            <a:extLst>
              <a:ext uri="{FF2B5EF4-FFF2-40B4-BE49-F238E27FC236}">
                <a16:creationId xmlns:a16="http://schemas.microsoft.com/office/drawing/2014/main" id="{8FBD39BD-B852-4640-A619-DBBC9C134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0" y="2159000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94239" name="Freeform 33">
            <a:extLst>
              <a:ext uri="{FF2B5EF4-FFF2-40B4-BE49-F238E27FC236}">
                <a16:creationId xmlns:a16="http://schemas.microsoft.com/office/drawing/2014/main" id="{99D07FEA-5159-604A-B3C4-B38348BBFCAB}"/>
              </a:ext>
            </a:extLst>
          </p:cNvPr>
          <p:cNvSpPr>
            <a:spLocks/>
          </p:cNvSpPr>
          <p:nvPr/>
        </p:nvSpPr>
        <p:spPr bwMode="auto">
          <a:xfrm>
            <a:off x="3802063" y="2141538"/>
            <a:ext cx="236537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40" name="Freeform 34">
            <a:extLst>
              <a:ext uri="{FF2B5EF4-FFF2-40B4-BE49-F238E27FC236}">
                <a16:creationId xmlns:a16="http://schemas.microsoft.com/office/drawing/2014/main" id="{69A62BD3-B9DF-734A-B7FA-72D18B742047}"/>
              </a:ext>
            </a:extLst>
          </p:cNvPr>
          <p:cNvSpPr>
            <a:spLocks/>
          </p:cNvSpPr>
          <p:nvPr/>
        </p:nvSpPr>
        <p:spPr bwMode="auto">
          <a:xfrm>
            <a:off x="4037013" y="2141538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41" name="Line 35">
            <a:extLst>
              <a:ext uri="{FF2B5EF4-FFF2-40B4-BE49-F238E27FC236}">
                <a16:creationId xmlns:a16="http://schemas.microsoft.com/office/drawing/2014/main" id="{FCA0149E-AF23-3246-BCEA-209B7D8042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3150" y="237013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42" name="Freeform 36">
            <a:extLst>
              <a:ext uri="{FF2B5EF4-FFF2-40B4-BE49-F238E27FC236}">
                <a16:creationId xmlns:a16="http://schemas.microsoft.com/office/drawing/2014/main" id="{9742F1F0-2A4B-014D-AC9F-4F56E8BD327B}"/>
              </a:ext>
            </a:extLst>
          </p:cNvPr>
          <p:cNvSpPr>
            <a:spLocks/>
          </p:cNvSpPr>
          <p:nvPr/>
        </p:nvSpPr>
        <p:spPr bwMode="auto">
          <a:xfrm>
            <a:off x="3717925" y="22177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43" name="Line 37">
            <a:extLst>
              <a:ext uri="{FF2B5EF4-FFF2-40B4-BE49-F238E27FC236}">
                <a16:creationId xmlns:a16="http://schemas.microsoft.com/office/drawing/2014/main" id="{128D3E5F-7E46-8448-A45F-4D0338B9E0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550" y="22177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44" name="Rectangle 38">
            <a:extLst>
              <a:ext uri="{FF2B5EF4-FFF2-40B4-BE49-F238E27FC236}">
                <a16:creationId xmlns:a16="http://schemas.microsoft.com/office/drawing/2014/main" id="{4110F7B4-5CAF-3842-854B-8FF8CB768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6038" y="2217738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sp>
        <p:nvSpPr>
          <p:cNvPr id="94245" name="Rectangle 39">
            <a:extLst>
              <a:ext uri="{FF2B5EF4-FFF2-40B4-BE49-F238E27FC236}">
                <a16:creationId xmlns:a16="http://schemas.microsoft.com/office/drawing/2014/main" id="{B3A569C8-BBED-CC4C-B5BA-2130F220E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6288" y="215106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94246" name="Freeform 40">
            <a:extLst>
              <a:ext uri="{FF2B5EF4-FFF2-40B4-BE49-F238E27FC236}">
                <a16:creationId xmlns:a16="http://schemas.microsoft.com/office/drawing/2014/main" id="{B5BE12CF-59A1-A84A-8F26-FC0CD055BF95}"/>
              </a:ext>
            </a:extLst>
          </p:cNvPr>
          <p:cNvSpPr>
            <a:spLocks/>
          </p:cNvSpPr>
          <p:nvPr/>
        </p:nvSpPr>
        <p:spPr bwMode="auto">
          <a:xfrm>
            <a:off x="6116638" y="2141538"/>
            <a:ext cx="227012" cy="458787"/>
          </a:xfrm>
          <a:custGeom>
            <a:avLst/>
            <a:gdLst>
              <a:gd name="T0" fmla="*/ 0 w 143"/>
              <a:gd name="T1" fmla="*/ 0 h 289"/>
              <a:gd name="T2" fmla="*/ 2147483646 w 143"/>
              <a:gd name="T3" fmla="*/ 0 h 289"/>
              <a:gd name="T4" fmla="*/ 2147483646 w 143"/>
              <a:gd name="T5" fmla="*/ 2147483646 h 289"/>
              <a:gd name="T6" fmla="*/ 0 w 143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3" h="289">
                <a:moveTo>
                  <a:pt x="0" y="0"/>
                </a:moveTo>
                <a:lnTo>
                  <a:pt x="142" y="0"/>
                </a:lnTo>
                <a:lnTo>
                  <a:pt x="142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47" name="Line 41">
            <a:extLst>
              <a:ext uri="{FF2B5EF4-FFF2-40B4-BE49-F238E27FC236}">
                <a16:creationId xmlns:a16="http://schemas.microsoft.com/office/drawing/2014/main" id="{47B004F3-CDDC-6D4E-A49F-2F90274349B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3088" y="2370138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48" name="Line 42">
            <a:extLst>
              <a:ext uri="{FF2B5EF4-FFF2-40B4-BE49-F238E27FC236}">
                <a16:creationId xmlns:a16="http://schemas.microsoft.com/office/drawing/2014/main" id="{B4693852-6A73-6548-814C-C5802444C6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4738" y="2370138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49" name="Freeform 43">
            <a:extLst>
              <a:ext uri="{FF2B5EF4-FFF2-40B4-BE49-F238E27FC236}">
                <a16:creationId xmlns:a16="http://schemas.microsoft.com/office/drawing/2014/main" id="{24B146A6-5A96-DD49-9E8A-D8F5D111F12D}"/>
              </a:ext>
            </a:extLst>
          </p:cNvPr>
          <p:cNvSpPr>
            <a:spLocks/>
          </p:cNvSpPr>
          <p:nvPr/>
        </p:nvSpPr>
        <p:spPr bwMode="auto">
          <a:xfrm>
            <a:off x="5083175" y="2370138"/>
            <a:ext cx="684213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50" name="Line 44">
            <a:extLst>
              <a:ext uri="{FF2B5EF4-FFF2-40B4-BE49-F238E27FC236}">
                <a16:creationId xmlns:a16="http://schemas.microsoft.com/office/drawing/2014/main" id="{E9162520-F0F1-0146-A815-B6C0962A36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550" y="25225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51" name="Freeform 45">
            <a:extLst>
              <a:ext uri="{FF2B5EF4-FFF2-40B4-BE49-F238E27FC236}">
                <a16:creationId xmlns:a16="http://schemas.microsoft.com/office/drawing/2014/main" id="{EA6500BF-438F-4E49-8A9C-AACD4605B750}"/>
              </a:ext>
            </a:extLst>
          </p:cNvPr>
          <p:cNvSpPr>
            <a:spLocks/>
          </p:cNvSpPr>
          <p:nvPr/>
        </p:nvSpPr>
        <p:spPr bwMode="auto">
          <a:xfrm>
            <a:off x="4452938" y="2362200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4252" name="Group 46">
            <a:extLst>
              <a:ext uri="{FF2B5EF4-FFF2-40B4-BE49-F238E27FC236}">
                <a16:creationId xmlns:a16="http://schemas.microsoft.com/office/drawing/2014/main" id="{525F3107-48A8-4645-85A1-C018B62D8596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4833938"/>
            <a:ext cx="352425" cy="763587"/>
            <a:chOff x="4560" y="3045"/>
            <a:chExt cx="222" cy="481"/>
          </a:xfrm>
        </p:grpSpPr>
        <p:sp>
          <p:nvSpPr>
            <p:cNvPr id="94384" name="Freeform 47">
              <a:extLst>
                <a:ext uri="{FF2B5EF4-FFF2-40B4-BE49-F238E27FC236}">
                  <a16:creationId xmlns:a16="http://schemas.microsoft.com/office/drawing/2014/main" id="{E7503C3C-B320-C545-8E50-26BA1532C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3045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85" name="Rectangle 48">
              <a:extLst>
                <a:ext uri="{FF2B5EF4-FFF2-40B4-BE49-F238E27FC236}">
                  <a16:creationId xmlns:a16="http://schemas.microsoft.com/office/drawing/2014/main" id="{D7540A11-94AC-104C-85A7-43DDCEA1EEE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473" y="3168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94253" name="Group 49">
            <a:extLst>
              <a:ext uri="{FF2B5EF4-FFF2-40B4-BE49-F238E27FC236}">
                <a16:creationId xmlns:a16="http://schemas.microsoft.com/office/drawing/2014/main" id="{2FE23491-25C5-1041-BB93-66D804C4BF15}"/>
              </a:ext>
            </a:extLst>
          </p:cNvPr>
          <p:cNvGrpSpPr>
            <a:grpSpLocks/>
          </p:cNvGrpSpPr>
          <p:nvPr/>
        </p:nvGrpSpPr>
        <p:grpSpPr bwMode="auto">
          <a:xfrm>
            <a:off x="5759450" y="4986338"/>
            <a:ext cx="563563" cy="458787"/>
            <a:chOff x="3628" y="3141"/>
            <a:chExt cx="355" cy="289"/>
          </a:xfrm>
        </p:grpSpPr>
        <p:sp>
          <p:nvSpPr>
            <p:cNvPr id="94380" name="Rectangle 50">
              <a:extLst>
                <a:ext uri="{FF2B5EF4-FFF2-40B4-BE49-F238E27FC236}">
                  <a16:creationId xmlns:a16="http://schemas.microsoft.com/office/drawing/2014/main" id="{2A1B91EA-7BAF-4945-85C9-DECB8B4C7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8" y="3147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94381" name="Group 51">
              <a:extLst>
                <a:ext uri="{FF2B5EF4-FFF2-40B4-BE49-F238E27FC236}">
                  <a16:creationId xmlns:a16="http://schemas.microsoft.com/office/drawing/2014/main" id="{E100000A-1128-1244-BEF5-5B8313EC70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3" y="3141"/>
              <a:ext cx="340" cy="289"/>
              <a:chOff x="3643" y="3141"/>
              <a:chExt cx="340" cy="289"/>
            </a:xfrm>
          </p:grpSpPr>
          <p:sp>
            <p:nvSpPr>
              <p:cNvPr id="94382" name="Freeform 52">
                <a:extLst>
                  <a:ext uri="{FF2B5EF4-FFF2-40B4-BE49-F238E27FC236}">
                    <a16:creationId xmlns:a16="http://schemas.microsoft.com/office/drawing/2014/main" id="{BCDEF59C-F17A-004F-AC8F-1BF9A298F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3" y="3141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83" name="Freeform 53">
                <a:extLst>
                  <a:ext uri="{FF2B5EF4-FFF2-40B4-BE49-F238E27FC236}">
                    <a16:creationId xmlns:a16="http://schemas.microsoft.com/office/drawing/2014/main" id="{9B5CB30A-3E3E-4B4E-99ED-1B88EE26A2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3141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94254" name="Rectangle 54">
            <a:extLst>
              <a:ext uri="{FF2B5EF4-FFF2-40B4-BE49-F238E27FC236}">
                <a16:creationId xmlns:a16="http://schemas.microsoft.com/office/drawing/2014/main" id="{9D0A1B3E-D0BF-2949-AB49-9E66D9249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700" y="5003800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94255" name="Group 55">
            <a:extLst>
              <a:ext uri="{FF2B5EF4-FFF2-40B4-BE49-F238E27FC236}">
                <a16:creationId xmlns:a16="http://schemas.microsoft.com/office/drawing/2014/main" id="{0392526C-697C-D742-9A72-DE8017E8102B}"/>
              </a:ext>
            </a:extLst>
          </p:cNvPr>
          <p:cNvGrpSpPr>
            <a:grpSpLocks/>
          </p:cNvGrpSpPr>
          <p:nvPr/>
        </p:nvGrpSpPr>
        <p:grpSpPr bwMode="auto">
          <a:xfrm>
            <a:off x="6513513" y="4986338"/>
            <a:ext cx="469900" cy="458787"/>
            <a:chOff x="4103" y="3141"/>
            <a:chExt cx="296" cy="289"/>
          </a:xfrm>
        </p:grpSpPr>
        <p:sp>
          <p:nvSpPr>
            <p:cNvPr id="94378" name="Freeform 56">
              <a:extLst>
                <a:ext uri="{FF2B5EF4-FFF2-40B4-BE49-F238E27FC236}">
                  <a16:creationId xmlns:a16="http://schemas.microsoft.com/office/drawing/2014/main" id="{3657CB30-D547-2643-B1C3-8FD5ADE91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" y="3141"/>
              <a:ext cx="149" cy="289"/>
            </a:xfrm>
            <a:custGeom>
              <a:avLst/>
              <a:gdLst>
                <a:gd name="T0" fmla="*/ 148 w 149"/>
                <a:gd name="T1" fmla="*/ 0 h 289"/>
                <a:gd name="T2" fmla="*/ 0 w 149"/>
                <a:gd name="T3" fmla="*/ 0 h 289"/>
                <a:gd name="T4" fmla="*/ 0 w 149"/>
                <a:gd name="T5" fmla="*/ 288 h 289"/>
                <a:gd name="T6" fmla="*/ 148 w 149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9" h="289">
                  <a:moveTo>
                    <a:pt x="148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8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79" name="Freeform 57">
              <a:extLst>
                <a:ext uri="{FF2B5EF4-FFF2-40B4-BE49-F238E27FC236}">
                  <a16:creationId xmlns:a16="http://schemas.microsoft.com/office/drawing/2014/main" id="{29878581-051F-534F-B60F-42DB7AC92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" y="3141"/>
              <a:ext cx="148" cy="289"/>
            </a:xfrm>
            <a:custGeom>
              <a:avLst/>
              <a:gdLst>
                <a:gd name="T0" fmla="*/ 0 w 148"/>
                <a:gd name="T1" fmla="*/ 0 h 289"/>
                <a:gd name="T2" fmla="*/ 147 w 148"/>
                <a:gd name="T3" fmla="*/ 0 h 289"/>
                <a:gd name="T4" fmla="*/ 147 w 148"/>
                <a:gd name="T5" fmla="*/ 288 h 289"/>
                <a:gd name="T6" fmla="*/ 0 w 148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8" h="289">
                  <a:moveTo>
                    <a:pt x="0" y="0"/>
                  </a:moveTo>
                  <a:lnTo>
                    <a:pt x="147" y="0"/>
                  </a:lnTo>
                  <a:lnTo>
                    <a:pt x="147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4256" name="Line 58">
            <a:extLst>
              <a:ext uri="{FF2B5EF4-FFF2-40B4-BE49-F238E27FC236}">
                <a16:creationId xmlns:a16="http://schemas.microsoft.com/office/drawing/2014/main" id="{D4C56314-9A13-3040-BC95-498AD1F1E4C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521493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57" name="Freeform 59">
            <a:extLst>
              <a:ext uri="{FF2B5EF4-FFF2-40B4-BE49-F238E27FC236}">
                <a16:creationId xmlns:a16="http://schemas.microsoft.com/office/drawing/2014/main" id="{4556F60F-6BDD-2E40-A77C-A89BEB5136E7}"/>
              </a:ext>
            </a:extLst>
          </p:cNvPr>
          <p:cNvSpPr>
            <a:spLocks/>
          </p:cNvSpPr>
          <p:nvPr/>
        </p:nvSpPr>
        <p:spPr bwMode="auto">
          <a:xfrm>
            <a:off x="6429375" y="50625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58" name="Line 60">
            <a:extLst>
              <a:ext uri="{FF2B5EF4-FFF2-40B4-BE49-F238E27FC236}">
                <a16:creationId xmlns:a16="http://schemas.microsoft.com/office/drawing/2014/main" id="{57CB1E3C-3B01-1942-B2C0-2489DF11243F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5000" y="50625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59" name="Rectangle 61">
            <a:extLst>
              <a:ext uri="{FF2B5EF4-FFF2-40B4-BE49-F238E27FC236}">
                <a16:creationId xmlns:a16="http://schemas.microsoft.com/office/drawing/2014/main" id="{76FF2250-D637-1046-95DF-5DDC3FF69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6688" y="4995863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94260" name="Group 62">
            <a:extLst>
              <a:ext uri="{FF2B5EF4-FFF2-40B4-BE49-F238E27FC236}">
                <a16:creationId xmlns:a16="http://schemas.microsoft.com/office/drawing/2014/main" id="{6C5BE946-AFEE-1245-9F32-81A49232806C}"/>
              </a:ext>
            </a:extLst>
          </p:cNvPr>
          <p:cNvGrpSpPr>
            <a:grpSpLocks/>
          </p:cNvGrpSpPr>
          <p:nvPr/>
        </p:nvGrpSpPr>
        <p:grpSpPr bwMode="auto">
          <a:xfrm>
            <a:off x="7861300" y="4986338"/>
            <a:ext cx="515938" cy="458787"/>
            <a:chOff x="4952" y="3141"/>
            <a:chExt cx="325" cy="289"/>
          </a:xfrm>
        </p:grpSpPr>
        <p:sp>
          <p:nvSpPr>
            <p:cNvPr id="94376" name="Freeform 63">
              <a:extLst>
                <a:ext uri="{FF2B5EF4-FFF2-40B4-BE49-F238E27FC236}">
                  <a16:creationId xmlns:a16="http://schemas.microsoft.com/office/drawing/2014/main" id="{C954C515-99AF-BA4B-82B7-BF996FAA2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2" y="3141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77" name="Freeform 64">
              <a:extLst>
                <a:ext uri="{FF2B5EF4-FFF2-40B4-BE49-F238E27FC236}">
                  <a16:creationId xmlns:a16="http://schemas.microsoft.com/office/drawing/2014/main" id="{DCC03264-24B3-0A40-B963-19F2EC50A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3" y="3141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4261" name="Rectangle 65">
            <a:extLst>
              <a:ext uri="{FF2B5EF4-FFF2-40B4-BE49-F238E27FC236}">
                <a16:creationId xmlns:a16="http://schemas.microsoft.com/office/drawing/2014/main" id="{B4C59DE0-0633-4741-92A9-FB54DDBD3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7738" y="499586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94262" name="Group 66">
            <a:extLst>
              <a:ext uri="{FF2B5EF4-FFF2-40B4-BE49-F238E27FC236}">
                <a16:creationId xmlns:a16="http://schemas.microsoft.com/office/drawing/2014/main" id="{047D2AF4-7855-D543-AD3F-6813265D3144}"/>
              </a:ext>
            </a:extLst>
          </p:cNvPr>
          <p:cNvGrpSpPr>
            <a:grpSpLocks/>
          </p:cNvGrpSpPr>
          <p:nvPr/>
        </p:nvGrpSpPr>
        <p:grpSpPr bwMode="auto">
          <a:xfrm>
            <a:off x="8604250" y="4986338"/>
            <a:ext cx="450850" cy="458787"/>
            <a:chOff x="5420" y="3141"/>
            <a:chExt cx="284" cy="289"/>
          </a:xfrm>
        </p:grpSpPr>
        <p:sp>
          <p:nvSpPr>
            <p:cNvPr id="94374" name="Freeform 67">
              <a:extLst>
                <a:ext uri="{FF2B5EF4-FFF2-40B4-BE49-F238E27FC236}">
                  <a16:creationId xmlns:a16="http://schemas.microsoft.com/office/drawing/2014/main" id="{A3C0FF3C-9A99-9D40-BA5E-D222626E1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0" y="3141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75" name="Freeform 68">
              <a:extLst>
                <a:ext uri="{FF2B5EF4-FFF2-40B4-BE49-F238E27FC236}">
                  <a16:creationId xmlns:a16="http://schemas.microsoft.com/office/drawing/2014/main" id="{7CDB347A-6C8B-A84A-AF67-43FF4354D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1" y="3141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4263" name="Line 69">
            <a:extLst>
              <a:ext uri="{FF2B5EF4-FFF2-40B4-BE49-F238E27FC236}">
                <a16:creationId xmlns:a16="http://schemas.microsoft.com/office/drawing/2014/main" id="{DA797A02-A784-7F42-AC6A-79D33B3AA21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64538" y="5214938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64" name="Line 70">
            <a:extLst>
              <a:ext uri="{FF2B5EF4-FFF2-40B4-BE49-F238E27FC236}">
                <a16:creationId xmlns:a16="http://schemas.microsoft.com/office/drawing/2014/main" id="{836A8CCE-1685-424C-A619-B2174A2EB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6188" y="5214938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65" name="Freeform 71">
            <a:extLst>
              <a:ext uri="{FF2B5EF4-FFF2-40B4-BE49-F238E27FC236}">
                <a16:creationId xmlns:a16="http://schemas.microsoft.com/office/drawing/2014/main" id="{A3C1DEE5-94C6-AD47-87FE-FE7FFB86C80C}"/>
              </a:ext>
            </a:extLst>
          </p:cNvPr>
          <p:cNvSpPr>
            <a:spLocks/>
          </p:cNvSpPr>
          <p:nvPr/>
        </p:nvSpPr>
        <p:spPr bwMode="auto">
          <a:xfrm>
            <a:off x="7794625" y="5214938"/>
            <a:ext cx="684213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66" name="Line 72">
            <a:extLst>
              <a:ext uri="{FF2B5EF4-FFF2-40B4-BE49-F238E27FC236}">
                <a16:creationId xmlns:a16="http://schemas.microsoft.com/office/drawing/2014/main" id="{9C1C6926-23D1-A24E-A5E5-ADB401C4A3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5000" y="53673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67" name="Freeform 73">
            <a:extLst>
              <a:ext uri="{FF2B5EF4-FFF2-40B4-BE49-F238E27FC236}">
                <a16:creationId xmlns:a16="http://schemas.microsoft.com/office/drawing/2014/main" id="{30AE0029-EBFF-EA43-A3A6-ECEF7DFA63CF}"/>
              </a:ext>
            </a:extLst>
          </p:cNvPr>
          <p:cNvSpPr>
            <a:spLocks/>
          </p:cNvSpPr>
          <p:nvPr/>
        </p:nvSpPr>
        <p:spPr bwMode="auto">
          <a:xfrm>
            <a:off x="7177088" y="5207000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68" name="Line 74">
            <a:extLst>
              <a:ext uri="{FF2B5EF4-FFF2-40B4-BE49-F238E27FC236}">
                <a16:creationId xmlns:a16="http://schemas.microsoft.com/office/drawing/2014/main" id="{91ED407C-6B11-EB47-A08D-B864F56414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2563" y="2408238"/>
            <a:ext cx="177800" cy="25495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69" name="Oval 75">
            <a:extLst>
              <a:ext uri="{FF2B5EF4-FFF2-40B4-BE49-F238E27FC236}">
                <a16:creationId xmlns:a16="http://schemas.microsoft.com/office/drawing/2014/main" id="{A257D821-F4BC-9149-9FBB-7C3199658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0488" y="2335213"/>
            <a:ext cx="106362" cy="10636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23980" name="Rectangle 76">
            <a:extLst>
              <a:ext uri="{FF2B5EF4-FFF2-40B4-BE49-F238E27FC236}">
                <a16:creationId xmlns:a16="http://schemas.microsoft.com/office/drawing/2014/main" id="{9D827A57-C823-4847-BDC0-FF1C3927D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" y="714375"/>
            <a:ext cx="8904288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</a:pP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由编译器插入三条</a:t>
            </a:r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NOP</a:t>
            </a: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指令，浪费三条指令的空间和时间，是最差的做法。</a:t>
            </a:r>
          </a:p>
          <a:p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好处：数据通路简单，即无需改数据通路。</a:t>
            </a:r>
          </a:p>
        </p:txBody>
      </p:sp>
      <p:sp>
        <p:nvSpPr>
          <p:cNvPr id="94271" name="Rectangle 77">
            <a:extLst>
              <a:ext uri="{FF2B5EF4-FFF2-40B4-BE49-F238E27FC236}">
                <a16:creationId xmlns:a16="http://schemas.microsoft.com/office/drawing/2014/main" id="{481D3ABE-959B-8E4A-AAF8-179462467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2701925"/>
            <a:ext cx="833437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nop</a:t>
            </a:r>
          </a:p>
        </p:txBody>
      </p:sp>
      <p:sp>
        <p:nvSpPr>
          <p:cNvPr id="94272" name="Rectangle 78">
            <a:extLst>
              <a:ext uri="{FF2B5EF4-FFF2-40B4-BE49-F238E27FC236}">
                <a16:creationId xmlns:a16="http://schemas.microsoft.com/office/drawing/2014/main" id="{E080FC7A-2819-AD44-AB22-367E3071D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3395663"/>
            <a:ext cx="833437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nop</a:t>
            </a:r>
          </a:p>
        </p:txBody>
      </p:sp>
      <p:sp>
        <p:nvSpPr>
          <p:cNvPr id="94273" name="Rectangle 79">
            <a:extLst>
              <a:ext uri="{FF2B5EF4-FFF2-40B4-BE49-F238E27FC236}">
                <a16:creationId xmlns:a16="http://schemas.microsoft.com/office/drawing/2014/main" id="{650CC9E1-F52D-264B-B7F1-32F048F2F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838" y="4124325"/>
            <a:ext cx="833437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nop</a:t>
            </a:r>
          </a:p>
        </p:txBody>
      </p:sp>
      <p:grpSp>
        <p:nvGrpSpPr>
          <p:cNvPr id="94274" name="Group 80">
            <a:extLst>
              <a:ext uri="{FF2B5EF4-FFF2-40B4-BE49-F238E27FC236}">
                <a16:creationId xmlns:a16="http://schemas.microsoft.com/office/drawing/2014/main" id="{503D91C3-68B2-3943-8DDB-6772C160A5B5}"/>
              </a:ext>
            </a:extLst>
          </p:cNvPr>
          <p:cNvGrpSpPr>
            <a:grpSpLocks/>
          </p:cNvGrpSpPr>
          <p:nvPr/>
        </p:nvGrpSpPr>
        <p:grpSpPr bwMode="auto">
          <a:xfrm>
            <a:off x="7918450" y="5562600"/>
            <a:ext cx="352425" cy="763588"/>
            <a:chOff x="4972" y="3504"/>
            <a:chExt cx="222" cy="481"/>
          </a:xfrm>
        </p:grpSpPr>
        <p:sp>
          <p:nvSpPr>
            <p:cNvPr id="94372" name="Freeform 81">
              <a:extLst>
                <a:ext uri="{FF2B5EF4-FFF2-40B4-BE49-F238E27FC236}">
                  <a16:creationId xmlns:a16="http://schemas.microsoft.com/office/drawing/2014/main" id="{9DCE3D51-2D35-994D-BFF1-2040DDF34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1" y="3504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73" name="Rectangle 82">
              <a:extLst>
                <a:ext uri="{FF2B5EF4-FFF2-40B4-BE49-F238E27FC236}">
                  <a16:creationId xmlns:a16="http://schemas.microsoft.com/office/drawing/2014/main" id="{B3B3B750-2396-F24F-A59B-5717F988E4B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85" y="3627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94275" name="Group 83">
            <a:extLst>
              <a:ext uri="{FF2B5EF4-FFF2-40B4-BE49-F238E27FC236}">
                <a16:creationId xmlns:a16="http://schemas.microsoft.com/office/drawing/2014/main" id="{78484536-6BCE-9444-9979-86F8F2A0D8BB}"/>
              </a:ext>
            </a:extLst>
          </p:cNvPr>
          <p:cNvGrpSpPr>
            <a:grpSpLocks/>
          </p:cNvGrpSpPr>
          <p:nvPr/>
        </p:nvGrpSpPr>
        <p:grpSpPr bwMode="auto">
          <a:xfrm>
            <a:off x="6438900" y="5715000"/>
            <a:ext cx="563563" cy="458788"/>
            <a:chOff x="4040" y="3600"/>
            <a:chExt cx="355" cy="289"/>
          </a:xfrm>
        </p:grpSpPr>
        <p:sp>
          <p:nvSpPr>
            <p:cNvPr id="94368" name="Rectangle 84">
              <a:extLst>
                <a:ext uri="{FF2B5EF4-FFF2-40B4-BE49-F238E27FC236}">
                  <a16:creationId xmlns:a16="http://schemas.microsoft.com/office/drawing/2014/main" id="{948CDCB8-E6D4-CE46-8543-52FABD48FB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0" y="3606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94369" name="Group 85">
              <a:extLst>
                <a:ext uri="{FF2B5EF4-FFF2-40B4-BE49-F238E27FC236}">
                  <a16:creationId xmlns:a16="http://schemas.microsoft.com/office/drawing/2014/main" id="{E52A696D-B1D1-CC4F-9E69-BAB7DBC27C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5" y="3600"/>
              <a:ext cx="340" cy="289"/>
              <a:chOff x="4055" y="3600"/>
              <a:chExt cx="340" cy="289"/>
            </a:xfrm>
          </p:grpSpPr>
          <p:sp>
            <p:nvSpPr>
              <p:cNvPr id="94370" name="Freeform 86">
                <a:extLst>
                  <a:ext uri="{FF2B5EF4-FFF2-40B4-BE49-F238E27FC236}">
                    <a16:creationId xmlns:a16="http://schemas.microsoft.com/office/drawing/2014/main" id="{CD30F673-EF33-5448-AB8F-E4D9455E51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5" y="3600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71" name="Freeform 87">
                <a:extLst>
                  <a:ext uri="{FF2B5EF4-FFF2-40B4-BE49-F238E27FC236}">
                    <a16:creationId xmlns:a16="http://schemas.microsoft.com/office/drawing/2014/main" id="{0E1DB0A7-0474-9543-8D19-B876809125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3600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94276" name="Rectangle 88">
            <a:extLst>
              <a:ext uri="{FF2B5EF4-FFF2-40B4-BE49-F238E27FC236}">
                <a16:creationId xmlns:a16="http://schemas.microsoft.com/office/drawing/2014/main" id="{70F0E7A2-176B-294E-A1BB-6D794ADE0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9150" y="5732463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94277" name="Group 89">
            <a:extLst>
              <a:ext uri="{FF2B5EF4-FFF2-40B4-BE49-F238E27FC236}">
                <a16:creationId xmlns:a16="http://schemas.microsoft.com/office/drawing/2014/main" id="{070C9E42-A8C2-EB42-B64D-F3DD68A97759}"/>
              </a:ext>
            </a:extLst>
          </p:cNvPr>
          <p:cNvGrpSpPr>
            <a:grpSpLocks/>
          </p:cNvGrpSpPr>
          <p:nvPr/>
        </p:nvGrpSpPr>
        <p:grpSpPr bwMode="auto">
          <a:xfrm>
            <a:off x="7192963" y="5715000"/>
            <a:ext cx="469900" cy="458788"/>
            <a:chOff x="4515" y="3600"/>
            <a:chExt cx="296" cy="289"/>
          </a:xfrm>
        </p:grpSpPr>
        <p:sp>
          <p:nvSpPr>
            <p:cNvPr id="94366" name="Freeform 90">
              <a:extLst>
                <a:ext uri="{FF2B5EF4-FFF2-40B4-BE49-F238E27FC236}">
                  <a16:creationId xmlns:a16="http://schemas.microsoft.com/office/drawing/2014/main" id="{6EAA4C09-E6FC-A847-B8B3-48DFE3420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3600"/>
              <a:ext cx="149" cy="289"/>
            </a:xfrm>
            <a:custGeom>
              <a:avLst/>
              <a:gdLst>
                <a:gd name="T0" fmla="*/ 148 w 149"/>
                <a:gd name="T1" fmla="*/ 0 h 289"/>
                <a:gd name="T2" fmla="*/ 0 w 149"/>
                <a:gd name="T3" fmla="*/ 0 h 289"/>
                <a:gd name="T4" fmla="*/ 0 w 149"/>
                <a:gd name="T5" fmla="*/ 288 h 289"/>
                <a:gd name="T6" fmla="*/ 148 w 149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9" h="289">
                  <a:moveTo>
                    <a:pt x="148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8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67" name="Freeform 91">
              <a:extLst>
                <a:ext uri="{FF2B5EF4-FFF2-40B4-BE49-F238E27FC236}">
                  <a16:creationId xmlns:a16="http://schemas.microsoft.com/office/drawing/2014/main" id="{567679AD-4433-8E4C-B006-59F3E9C09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3" y="3600"/>
              <a:ext cx="148" cy="289"/>
            </a:xfrm>
            <a:custGeom>
              <a:avLst/>
              <a:gdLst>
                <a:gd name="T0" fmla="*/ 0 w 148"/>
                <a:gd name="T1" fmla="*/ 0 h 289"/>
                <a:gd name="T2" fmla="*/ 147 w 148"/>
                <a:gd name="T3" fmla="*/ 0 h 289"/>
                <a:gd name="T4" fmla="*/ 147 w 148"/>
                <a:gd name="T5" fmla="*/ 288 h 289"/>
                <a:gd name="T6" fmla="*/ 0 w 148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8" h="289">
                  <a:moveTo>
                    <a:pt x="0" y="0"/>
                  </a:moveTo>
                  <a:lnTo>
                    <a:pt x="147" y="0"/>
                  </a:lnTo>
                  <a:lnTo>
                    <a:pt x="147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4278" name="Line 92">
            <a:extLst>
              <a:ext uri="{FF2B5EF4-FFF2-40B4-BE49-F238E27FC236}">
                <a16:creationId xmlns:a16="http://schemas.microsoft.com/office/drawing/2014/main" id="{58532615-DF72-DE4B-8257-8EFD4E31FDD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4050" y="5943600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79" name="Freeform 93">
            <a:extLst>
              <a:ext uri="{FF2B5EF4-FFF2-40B4-BE49-F238E27FC236}">
                <a16:creationId xmlns:a16="http://schemas.microsoft.com/office/drawing/2014/main" id="{97549AC5-3623-6142-ADB6-149A569F6079}"/>
              </a:ext>
            </a:extLst>
          </p:cNvPr>
          <p:cNvSpPr>
            <a:spLocks/>
          </p:cNvSpPr>
          <p:nvPr/>
        </p:nvSpPr>
        <p:spPr bwMode="auto">
          <a:xfrm>
            <a:off x="7108825" y="5791200"/>
            <a:ext cx="76200" cy="153988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80" name="Line 94">
            <a:extLst>
              <a:ext uri="{FF2B5EF4-FFF2-40B4-BE49-F238E27FC236}">
                <a16:creationId xmlns:a16="http://schemas.microsoft.com/office/drawing/2014/main" id="{494690BF-6230-7E4B-A27A-60F26AE2D06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4450" y="5791200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81" name="Rectangle 95">
            <a:extLst>
              <a:ext uri="{FF2B5EF4-FFF2-40B4-BE49-F238E27FC236}">
                <a16:creationId xmlns:a16="http://schemas.microsoft.com/office/drawing/2014/main" id="{766D76DC-D6CA-2E40-8939-236D30235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6138" y="5724525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94282" name="Group 96">
            <a:extLst>
              <a:ext uri="{FF2B5EF4-FFF2-40B4-BE49-F238E27FC236}">
                <a16:creationId xmlns:a16="http://schemas.microsoft.com/office/drawing/2014/main" id="{B44D29C7-C212-CC40-81E2-46C2732E5469}"/>
              </a:ext>
            </a:extLst>
          </p:cNvPr>
          <p:cNvGrpSpPr>
            <a:grpSpLocks/>
          </p:cNvGrpSpPr>
          <p:nvPr/>
        </p:nvGrpSpPr>
        <p:grpSpPr bwMode="auto">
          <a:xfrm>
            <a:off x="8540750" y="5715000"/>
            <a:ext cx="515938" cy="458788"/>
            <a:chOff x="5364" y="3600"/>
            <a:chExt cx="325" cy="289"/>
          </a:xfrm>
        </p:grpSpPr>
        <p:sp>
          <p:nvSpPr>
            <p:cNvPr id="94364" name="Freeform 97">
              <a:extLst>
                <a:ext uri="{FF2B5EF4-FFF2-40B4-BE49-F238E27FC236}">
                  <a16:creationId xmlns:a16="http://schemas.microsoft.com/office/drawing/2014/main" id="{5BA0C015-FCE5-5F4B-9BBB-C3186A7AB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4" y="3600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65" name="Freeform 98">
              <a:extLst>
                <a:ext uri="{FF2B5EF4-FFF2-40B4-BE49-F238E27FC236}">
                  <a16:creationId xmlns:a16="http://schemas.microsoft.com/office/drawing/2014/main" id="{2442E797-E259-BD4D-8C3F-9814E76156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5" y="3600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4283" name="Line 99">
            <a:extLst>
              <a:ext uri="{FF2B5EF4-FFF2-40B4-BE49-F238E27FC236}">
                <a16:creationId xmlns:a16="http://schemas.microsoft.com/office/drawing/2014/main" id="{D1EDE16A-94F3-CA4B-89E0-FC47855804A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5638" y="5943600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84" name="Freeform 100">
            <a:extLst>
              <a:ext uri="{FF2B5EF4-FFF2-40B4-BE49-F238E27FC236}">
                <a16:creationId xmlns:a16="http://schemas.microsoft.com/office/drawing/2014/main" id="{C0C2BF2F-0DEB-AE4F-A565-E8C24E643E53}"/>
              </a:ext>
            </a:extLst>
          </p:cNvPr>
          <p:cNvSpPr>
            <a:spLocks/>
          </p:cNvSpPr>
          <p:nvPr/>
        </p:nvSpPr>
        <p:spPr bwMode="auto">
          <a:xfrm>
            <a:off x="8486775" y="5943600"/>
            <a:ext cx="684213" cy="306388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85" name="Line 101">
            <a:extLst>
              <a:ext uri="{FF2B5EF4-FFF2-40B4-BE49-F238E27FC236}">
                <a16:creationId xmlns:a16="http://schemas.microsoft.com/office/drawing/2014/main" id="{67B20577-CC72-7743-9577-F1A609628A3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4450" y="6096000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86" name="Freeform 102">
            <a:extLst>
              <a:ext uri="{FF2B5EF4-FFF2-40B4-BE49-F238E27FC236}">
                <a16:creationId xmlns:a16="http://schemas.microsoft.com/office/drawing/2014/main" id="{C915E7E5-F4AF-DA4A-9A75-9AF521D5F26F}"/>
              </a:ext>
            </a:extLst>
          </p:cNvPr>
          <p:cNvSpPr>
            <a:spLocks/>
          </p:cNvSpPr>
          <p:nvPr/>
        </p:nvSpPr>
        <p:spPr bwMode="auto">
          <a:xfrm>
            <a:off x="7856538" y="5935663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87" name="Freeform 103">
            <a:extLst>
              <a:ext uri="{FF2B5EF4-FFF2-40B4-BE49-F238E27FC236}">
                <a16:creationId xmlns:a16="http://schemas.microsoft.com/office/drawing/2014/main" id="{F89E71E5-3081-2E47-A249-DFDA138ADB6C}"/>
              </a:ext>
            </a:extLst>
          </p:cNvPr>
          <p:cNvSpPr>
            <a:spLocks/>
          </p:cNvSpPr>
          <p:nvPr/>
        </p:nvSpPr>
        <p:spPr bwMode="auto">
          <a:xfrm>
            <a:off x="4714875" y="2852738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88" name="Freeform 104">
            <a:extLst>
              <a:ext uri="{FF2B5EF4-FFF2-40B4-BE49-F238E27FC236}">
                <a16:creationId xmlns:a16="http://schemas.microsoft.com/office/drawing/2014/main" id="{05E91668-D543-7E42-B1A2-4E9BE959B368}"/>
              </a:ext>
            </a:extLst>
          </p:cNvPr>
          <p:cNvSpPr>
            <a:spLocks/>
          </p:cNvSpPr>
          <p:nvPr/>
        </p:nvSpPr>
        <p:spPr bwMode="auto">
          <a:xfrm>
            <a:off x="5392738" y="3563938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89" name="Freeform 105">
            <a:extLst>
              <a:ext uri="{FF2B5EF4-FFF2-40B4-BE49-F238E27FC236}">
                <a16:creationId xmlns:a16="http://schemas.microsoft.com/office/drawing/2014/main" id="{5E6125A8-B588-3544-8BC9-45C4C20BFC60}"/>
              </a:ext>
            </a:extLst>
          </p:cNvPr>
          <p:cNvSpPr>
            <a:spLocks/>
          </p:cNvSpPr>
          <p:nvPr/>
        </p:nvSpPr>
        <p:spPr bwMode="auto">
          <a:xfrm>
            <a:off x="6070600" y="4275138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4290" name="Group 106">
            <a:extLst>
              <a:ext uri="{FF2B5EF4-FFF2-40B4-BE49-F238E27FC236}">
                <a16:creationId xmlns:a16="http://schemas.microsoft.com/office/drawing/2014/main" id="{0995DF17-9578-7A4C-943F-F7E8A42C0756}"/>
              </a:ext>
            </a:extLst>
          </p:cNvPr>
          <p:cNvGrpSpPr>
            <a:grpSpLocks/>
          </p:cNvGrpSpPr>
          <p:nvPr/>
        </p:nvGrpSpPr>
        <p:grpSpPr bwMode="auto">
          <a:xfrm>
            <a:off x="5205413" y="2700338"/>
            <a:ext cx="352425" cy="763587"/>
            <a:chOff x="3279" y="1701"/>
            <a:chExt cx="222" cy="481"/>
          </a:xfrm>
        </p:grpSpPr>
        <p:sp>
          <p:nvSpPr>
            <p:cNvPr id="94362" name="Freeform 107">
              <a:extLst>
                <a:ext uri="{FF2B5EF4-FFF2-40B4-BE49-F238E27FC236}">
                  <a16:creationId xmlns:a16="http://schemas.microsoft.com/office/drawing/2014/main" id="{779C3FA0-D6E9-E943-A382-15CBBDBF8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" y="1701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63" name="Rectangle 108">
              <a:extLst>
                <a:ext uri="{FF2B5EF4-FFF2-40B4-BE49-F238E27FC236}">
                  <a16:creationId xmlns:a16="http://schemas.microsoft.com/office/drawing/2014/main" id="{C2602422-572F-8547-98F7-053B2FF2D9A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192" y="1824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94291" name="Group 109">
            <a:extLst>
              <a:ext uri="{FF2B5EF4-FFF2-40B4-BE49-F238E27FC236}">
                <a16:creationId xmlns:a16="http://schemas.microsoft.com/office/drawing/2014/main" id="{C8B3D1A8-890D-4B4D-BB0A-F03EF63684D8}"/>
              </a:ext>
            </a:extLst>
          </p:cNvPr>
          <p:cNvGrpSpPr>
            <a:grpSpLocks/>
          </p:cNvGrpSpPr>
          <p:nvPr/>
        </p:nvGrpSpPr>
        <p:grpSpPr bwMode="auto">
          <a:xfrm>
            <a:off x="3725863" y="2852738"/>
            <a:ext cx="563562" cy="458787"/>
            <a:chOff x="2347" y="1797"/>
            <a:chExt cx="355" cy="289"/>
          </a:xfrm>
        </p:grpSpPr>
        <p:sp>
          <p:nvSpPr>
            <p:cNvPr id="94358" name="Rectangle 110">
              <a:extLst>
                <a:ext uri="{FF2B5EF4-FFF2-40B4-BE49-F238E27FC236}">
                  <a16:creationId xmlns:a16="http://schemas.microsoft.com/office/drawing/2014/main" id="{BD23D9D8-DE70-8043-A415-D62923A38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1803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94359" name="Group 111">
              <a:extLst>
                <a:ext uri="{FF2B5EF4-FFF2-40B4-BE49-F238E27FC236}">
                  <a16:creationId xmlns:a16="http://schemas.microsoft.com/office/drawing/2014/main" id="{87E473A8-6FA7-D249-9448-2E00F36CC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2" y="1797"/>
              <a:ext cx="340" cy="289"/>
              <a:chOff x="2362" y="1797"/>
              <a:chExt cx="340" cy="289"/>
            </a:xfrm>
          </p:grpSpPr>
          <p:sp>
            <p:nvSpPr>
              <p:cNvPr id="94360" name="Freeform 112">
                <a:extLst>
                  <a:ext uri="{FF2B5EF4-FFF2-40B4-BE49-F238E27FC236}">
                    <a16:creationId xmlns:a16="http://schemas.microsoft.com/office/drawing/2014/main" id="{9E45AA81-208E-2A49-AF0B-6F5BB344CB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2" y="1797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61" name="Freeform 113">
                <a:extLst>
                  <a:ext uri="{FF2B5EF4-FFF2-40B4-BE49-F238E27FC236}">
                    <a16:creationId xmlns:a16="http://schemas.microsoft.com/office/drawing/2014/main" id="{9C5B69B8-DB5F-4F43-BD7D-29C3CB548E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1" y="1797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94292" name="Rectangle 114">
            <a:extLst>
              <a:ext uri="{FF2B5EF4-FFF2-40B4-BE49-F238E27FC236}">
                <a16:creationId xmlns:a16="http://schemas.microsoft.com/office/drawing/2014/main" id="{BDB695C7-2113-4D4A-B255-1C953B0A0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113" y="2870200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94293" name="Freeform 115">
            <a:extLst>
              <a:ext uri="{FF2B5EF4-FFF2-40B4-BE49-F238E27FC236}">
                <a16:creationId xmlns:a16="http://schemas.microsoft.com/office/drawing/2014/main" id="{B19E635F-B593-4148-8D82-5A9C02A3A553}"/>
              </a:ext>
            </a:extLst>
          </p:cNvPr>
          <p:cNvSpPr>
            <a:spLocks/>
          </p:cNvSpPr>
          <p:nvPr/>
        </p:nvSpPr>
        <p:spPr bwMode="auto">
          <a:xfrm>
            <a:off x="4479925" y="2852738"/>
            <a:ext cx="236538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94" name="Line 116">
            <a:extLst>
              <a:ext uri="{FF2B5EF4-FFF2-40B4-BE49-F238E27FC236}">
                <a16:creationId xmlns:a16="http://schemas.microsoft.com/office/drawing/2014/main" id="{E735ECB4-07BD-6642-AC83-E0D5E18C4C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1013" y="308133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95" name="Freeform 117">
            <a:extLst>
              <a:ext uri="{FF2B5EF4-FFF2-40B4-BE49-F238E27FC236}">
                <a16:creationId xmlns:a16="http://schemas.microsoft.com/office/drawing/2014/main" id="{A53F834F-893F-9249-B2E7-8E3B288F83E7}"/>
              </a:ext>
            </a:extLst>
          </p:cNvPr>
          <p:cNvSpPr>
            <a:spLocks/>
          </p:cNvSpPr>
          <p:nvPr/>
        </p:nvSpPr>
        <p:spPr bwMode="auto">
          <a:xfrm>
            <a:off x="4395788" y="29289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96" name="Line 118">
            <a:extLst>
              <a:ext uri="{FF2B5EF4-FFF2-40B4-BE49-F238E27FC236}">
                <a16:creationId xmlns:a16="http://schemas.microsoft.com/office/drawing/2014/main" id="{AA6D9982-41BA-CF48-A086-276C66EB8D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1413" y="2928938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97" name="Rectangle 119">
            <a:extLst>
              <a:ext uri="{FF2B5EF4-FFF2-40B4-BE49-F238E27FC236}">
                <a16:creationId xmlns:a16="http://schemas.microsoft.com/office/drawing/2014/main" id="{AEE7B03A-FBD1-FA47-9102-73DA64EE3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100" y="2862263"/>
            <a:ext cx="4968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94298" name="Group 120">
            <a:extLst>
              <a:ext uri="{FF2B5EF4-FFF2-40B4-BE49-F238E27FC236}">
                <a16:creationId xmlns:a16="http://schemas.microsoft.com/office/drawing/2014/main" id="{0C4407CD-948B-2E4A-8C5B-380E3387D9DF}"/>
              </a:ext>
            </a:extLst>
          </p:cNvPr>
          <p:cNvGrpSpPr>
            <a:grpSpLocks/>
          </p:cNvGrpSpPr>
          <p:nvPr/>
        </p:nvGrpSpPr>
        <p:grpSpPr bwMode="auto">
          <a:xfrm>
            <a:off x="5827713" y="2852738"/>
            <a:ext cx="515937" cy="458787"/>
            <a:chOff x="3671" y="1797"/>
            <a:chExt cx="325" cy="289"/>
          </a:xfrm>
        </p:grpSpPr>
        <p:sp>
          <p:nvSpPr>
            <p:cNvPr id="94356" name="Freeform 121">
              <a:extLst>
                <a:ext uri="{FF2B5EF4-FFF2-40B4-BE49-F238E27FC236}">
                  <a16:creationId xmlns:a16="http://schemas.microsoft.com/office/drawing/2014/main" id="{7BFFF512-3B73-664D-879A-B40A947223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1797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57" name="Freeform 122">
              <a:extLst>
                <a:ext uri="{FF2B5EF4-FFF2-40B4-BE49-F238E27FC236}">
                  <a16:creationId xmlns:a16="http://schemas.microsoft.com/office/drawing/2014/main" id="{DC7F4C30-FA1A-F242-855C-8EFAB297B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1797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4299" name="Rectangle 123">
            <a:extLst>
              <a:ext uri="{FF2B5EF4-FFF2-40B4-BE49-F238E27FC236}">
                <a16:creationId xmlns:a16="http://schemas.microsoft.com/office/drawing/2014/main" id="{0E4B6AE6-FEB6-764E-AEDC-78A6D1BEC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150" y="2862263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94300" name="Group 124">
            <a:extLst>
              <a:ext uri="{FF2B5EF4-FFF2-40B4-BE49-F238E27FC236}">
                <a16:creationId xmlns:a16="http://schemas.microsoft.com/office/drawing/2014/main" id="{EE64E5BF-F10A-9D42-8F91-95C282E30C16}"/>
              </a:ext>
            </a:extLst>
          </p:cNvPr>
          <p:cNvGrpSpPr>
            <a:grpSpLocks/>
          </p:cNvGrpSpPr>
          <p:nvPr/>
        </p:nvGrpSpPr>
        <p:grpSpPr bwMode="auto">
          <a:xfrm>
            <a:off x="6570663" y="2852738"/>
            <a:ext cx="450850" cy="458787"/>
            <a:chOff x="4139" y="1797"/>
            <a:chExt cx="284" cy="289"/>
          </a:xfrm>
        </p:grpSpPr>
        <p:sp>
          <p:nvSpPr>
            <p:cNvPr id="94354" name="Freeform 125">
              <a:extLst>
                <a:ext uri="{FF2B5EF4-FFF2-40B4-BE49-F238E27FC236}">
                  <a16:creationId xmlns:a16="http://schemas.microsoft.com/office/drawing/2014/main" id="{7C863B68-B3FA-9247-B0A5-4AEF3578F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9" y="1797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55" name="Freeform 126">
              <a:extLst>
                <a:ext uri="{FF2B5EF4-FFF2-40B4-BE49-F238E27FC236}">
                  <a16:creationId xmlns:a16="http://schemas.microsoft.com/office/drawing/2014/main" id="{C429BC6C-8F32-FA4D-BC20-9D7BF42ED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0" y="1797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4301" name="Line 127">
            <a:extLst>
              <a:ext uri="{FF2B5EF4-FFF2-40B4-BE49-F238E27FC236}">
                <a16:creationId xmlns:a16="http://schemas.microsoft.com/office/drawing/2014/main" id="{CF4CEDFF-3C5F-4845-A9D0-52E487EFAD36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0950" y="3081338"/>
            <a:ext cx="233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302" name="Line 128">
            <a:extLst>
              <a:ext uri="{FF2B5EF4-FFF2-40B4-BE49-F238E27FC236}">
                <a16:creationId xmlns:a16="http://schemas.microsoft.com/office/drawing/2014/main" id="{2B772E02-DA5C-4F44-B7C8-0543AE3DDEC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3081338"/>
            <a:ext cx="258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303" name="Freeform 129">
            <a:extLst>
              <a:ext uri="{FF2B5EF4-FFF2-40B4-BE49-F238E27FC236}">
                <a16:creationId xmlns:a16="http://schemas.microsoft.com/office/drawing/2014/main" id="{CB34E5C9-7949-A845-BD80-0CADAAE17D0F}"/>
              </a:ext>
            </a:extLst>
          </p:cNvPr>
          <p:cNvSpPr>
            <a:spLocks/>
          </p:cNvSpPr>
          <p:nvPr/>
        </p:nvSpPr>
        <p:spPr bwMode="auto">
          <a:xfrm>
            <a:off x="5761038" y="3081338"/>
            <a:ext cx="684212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304" name="Line 130">
            <a:extLst>
              <a:ext uri="{FF2B5EF4-FFF2-40B4-BE49-F238E27FC236}">
                <a16:creationId xmlns:a16="http://schemas.microsoft.com/office/drawing/2014/main" id="{EC7DDA3B-178A-B349-A388-0EBF32E38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1413" y="3233738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305" name="Freeform 131">
            <a:extLst>
              <a:ext uri="{FF2B5EF4-FFF2-40B4-BE49-F238E27FC236}">
                <a16:creationId xmlns:a16="http://schemas.microsoft.com/office/drawing/2014/main" id="{288313DC-6694-FD46-9B08-B8360380E264}"/>
              </a:ext>
            </a:extLst>
          </p:cNvPr>
          <p:cNvSpPr>
            <a:spLocks/>
          </p:cNvSpPr>
          <p:nvPr/>
        </p:nvSpPr>
        <p:spPr bwMode="auto">
          <a:xfrm>
            <a:off x="5130800" y="3073400"/>
            <a:ext cx="534988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306" name="Freeform 132">
            <a:extLst>
              <a:ext uri="{FF2B5EF4-FFF2-40B4-BE49-F238E27FC236}">
                <a16:creationId xmlns:a16="http://schemas.microsoft.com/office/drawing/2014/main" id="{A242FB3D-AC2B-0940-98B6-D45DFF68F02F}"/>
              </a:ext>
            </a:extLst>
          </p:cNvPr>
          <p:cNvSpPr>
            <a:spLocks/>
          </p:cNvSpPr>
          <p:nvPr/>
        </p:nvSpPr>
        <p:spPr bwMode="auto">
          <a:xfrm>
            <a:off x="6438900" y="3792538"/>
            <a:ext cx="684213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4307" name="Group 133">
            <a:extLst>
              <a:ext uri="{FF2B5EF4-FFF2-40B4-BE49-F238E27FC236}">
                <a16:creationId xmlns:a16="http://schemas.microsoft.com/office/drawing/2014/main" id="{E4479596-678D-0B40-8EA4-B6CB39C83080}"/>
              </a:ext>
            </a:extLst>
          </p:cNvPr>
          <p:cNvGrpSpPr>
            <a:grpSpLocks/>
          </p:cNvGrpSpPr>
          <p:nvPr/>
        </p:nvGrpSpPr>
        <p:grpSpPr bwMode="auto">
          <a:xfrm>
            <a:off x="5883275" y="3411538"/>
            <a:ext cx="352425" cy="763587"/>
            <a:chOff x="3706" y="2149"/>
            <a:chExt cx="222" cy="481"/>
          </a:xfrm>
        </p:grpSpPr>
        <p:sp>
          <p:nvSpPr>
            <p:cNvPr id="94352" name="Freeform 134">
              <a:extLst>
                <a:ext uri="{FF2B5EF4-FFF2-40B4-BE49-F238E27FC236}">
                  <a16:creationId xmlns:a16="http://schemas.microsoft.com/office/drawing/2014/main" id="{C7BCCFF6-4F36-1A45-BE9D-A5488BB42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" y="2149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53" name="Rectangle 135">
              <a:extLst>
                <a:ext uri="{FF2B5EF4-FFF2-40B4-BE49-F238E27FC236}">
                  <a16:creationId xmlns:a16="http://schemas.microsoft.com/office/drawing/2014/main" id="{570578ED-4036-6E47-B4AC-453C8F95D6C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619" y="2272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94308" name="Group 136">
            <a:extLst>
              <a:ext uri="{FF2B5EF4-FFF2-40B4-BE49-F238E27FC236}">
                <a16:creationId xmlns:a16="http://schemas.microsoft.com/office/drawing/2014/main" id="{5D17C98C-54FD-7E48-8467-407824C26871}"/>
              </a:ext>
            </a:extLst>
          </p:cNvPr>
          <p:cNvGrpSpPr>
            <a:grpSpLocks/>
          </p:cNvGrpSpPr>
          <p:nvPr/>
        </p:nvGrpSpPr>
        <p:grpSpPr bwMode="auto">
          <a:xfrm>
            <a:off x="4403725" y="3563938"/>
            <a:ext cx="563563" cy="458787"/>
            <a:chOff x="2774" y="2245"/>
            <a:chExt cx="355" cy="289"/>
          </a:xfrm>
        </p:grpSpPr>
        <p:sp>
          <p:nvSpPr>
            <p:cNvPr id="94348" name="Rectangle 137">
              <a:extLst>
                <a:ext uri="{FF2B5EF4-FFF2-40B4-BE49-F238E27FC236}">
                  <a16:creationId xmlns:a16="http://schemas.microsoft.com/office/drawing/2014/main" id="{770D4595-CF03-A047-8F4F-AF858CCE4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" y="2251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94349" name="Group 138">
              <a:extLst>
                <a:ext uri="{FF2B5EF4-FFF2-40B4-BE49-F238E27FC236}">
                  <a16:creationId xmlns:a16="http://schemas.microsoft.com/office/drawing/2014/main" id="{E902409F-EB78-8746-AAF1-CC08559314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9" y="2245"/>
              <a:ext cx="340" cy="289"/>
              <a:chOff x="2789" y="2245"/>
              <a:chExt cx="340" cy="289"/>
            </a:xfrm>
          </p:grpSpPr>
          <p:sp>
            <p:nvSpPr>
              <p:cNvPr id="94350" name="Freeform 139">
                <a:extLst>
                  <a:ext uri="{FF2B5EF4-FFF2-40B4-BE49-F238E27FC236}">
                    <a16:creationId xmlns:a16="http://schemas.microsoft.com/office/drawing/2014/main" id="{F2CD3ED5-725E-254F-B044-D8D77FA8F1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2245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51" name="Freeform 140">
                <a:extLst>
                  <a:ext uri="{FF2B5EF4-FFF2-40B4-BE49-F238E27FC236}">
                    <a16:creationId xmlns:a16="http://schemas.microsoft.com/office/drawing/2014/main" id="{40757D63-8C57-364B-B084-54E3029867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8" y="2245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94309" name="Rectangle 141">
            <a:extLst>
              <a:ext uri="{FF2B5EF4-FFF2-40B4-BE49-F238E27FC236}">
                <a16:creationId xmlns:a16="http://schemas.microsoft.com/office/drawing/2014/main" id="{284F3DBC-2B94-9446-8ED5-47C2EF277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3581400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94310" name="Freeform 142">
            <a:extLst>
              <a:ext uri="{FF2B5EF4-FFF2-40B4-BE49-F238E27FC236}">
                <a16:creationId xmlns:a16="http://schemas.microsoft.com/office/drawing/2014/main" id="{71AA5876-B0FD-3247-AF37-C050F292D1B9}"/>
              </a:ext>
            </a:extLst>
          </p:cNvPr>
          <p:cNvSpPr>
            <a:spLocks/>
          </p:cNvSpPr>
          <p:nvPr/>
        </p:nvSpPr>
        <p:spPr bwMode="auto">
          <a:xfrm>
            <a:off x="5157788" y="3563938"/>
            <a:ext cx="236537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311" name="Line 143">
            <a:extLst>
              <a:ext uri="{FF2B5EF4-FFF2-40B4-BE49-F238E27FC236}">
                <a16:creationId xmlns:a16="http://schemas.microsoft.com/office/drawing/2014/main" id="{453B70FE-30BC-4D4D-A1A8-47962742E9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8875" y="379253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312" name="Freeform 144">
            <a:extLst>
              <a:ext uri="{FF2B5EF4-FFF2-40B4-BE49-F238E27FC236}">
                <a16:creationId xmlns:a16="http://schemas.microsoft.com/office/drawing/2014/main" id="{A4C892D4-FD29-6E4C-8889-82D9F80EB61E}"/>
              </a:ext>
            </a:extLst>
          </p:cNvPr>
          <p:cNvSpPr>
            <a:spLocks/>
          </p:cNvSpPr>
          <p:nvPr/>
        </p:nvSpPr>
        <p:spPr bwMode="auto">
          <a:xfrm>
            <a:off x="5073650" y="36401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313" name="Line 145">
            <a:extLst>
              <a:ext uri="{FF2B5EF4-FFF2-40B4-BE49-F238E27FC236}">
                <a16:creationId xmlns:a16="http://schemas.microsoft.com/office/drawing/2014/main" id="{2CE6057A-67EF-4945-9982-81DA639C1A8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9275" y="36401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314" name="Rectangle 146">
            <a:extLst>
              <a:ext uri="{FF2B5EF4-FFF2-40B4-BE49-F238E27FC236}">
                <a16:creationId xmlns:a16="http://schemas.microsoft.com/office/drawing/2014/main" id="{8AF28DDB-9119-B24F-B85C-E22800991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0963" y="3573463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94315" name="Group 147">
            <a:extLst>
              <a:ext uri="{FF2B5EF4-FFF2-40B4-BE49-F238E27FC236}">
                <a16:creationId xmlns:a16="http://schemas.microsoft.com/office/drawing/2014/main" id="{46836072-9DC9-0B40-80D3-91ED24C2FAC4}"/>
              </a:ext>
            </a:extLst>
          </p:cNvPr>
          <p:cNvGrpSpPr>
            <a:grpSpLocks/>
          </p:cNvGrpSpPr>
          <p:nvPr/>
        </p:nvGrpSpPr>
        <p:grpSpPr bwMode="auto">
          <a:xfrm>
            <a:off x="6505575" y="3563938"/>
            <a:ext cx="515938" cy="458787"/>
            <a:chOff x="4098" y="2245"/>
            <a:chExt cx="325" cy="289"/>
          </a:xfrm>
        </p:grpSpPr>
        <p:sp>
          <p:nvSpPr>
            <p:cNvPr id="94346" name="Freeform 148">
              <a:extLst>
                <a:ext uri="{FF2B5EF4-FFF2-40B4-BE49-F238E27FC236}">
                  <a16:creationId xmlns:a16="http://schemas.microsoft.com/office/drawing/2014/main" id="{266074CD-136A-BE49-85DB-7D8F5E302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2245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47" name="Freeform 149">
              <a:extLst>
                <a:ext uri="{FF2B5EF4-FFF2-40B4-BE49-F238E27FC236}">
                  <a16:creationId xmlns:a16="http://schemas.microsoft.com/office/drawing/2014/main" id="{6C440663-28B2-D44A-91B8-E3243CF27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9" y="2245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4316" name="Rectangle 150">
            <a:extLst>
              <a:ext uri="{FF2B5EF4-FFF2-40B4-BE49-F238E27FC236}">
                <a16:creationId xmlns:a16="http://schemas.microsoft.com/office/drawing/2014/main" id="{14CFDC0A-1819-284D-B6D7-66DA44AC3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013" y="357346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94317" name="Group 151">
            <a:extLst>
              <a:ext uri="{FF2B5EF4-FFF2-40B4-BE49-F238E27FC236}">
                <a16:creationId xmlns:a16="http://schemas.microsoft.com/office/drawing/2014/main" id="{DA080305-BAC7-034B-90A0-BD4C32CD32AE}"/>
              </a:ext>
            </a:extLst>
          </p:cNvPr>
          <p:cNvGrpSpPr>
            <a:grpSpLocks/>
          </p:cNvGrpSpPr>
          <p:nvPr/>
        </p:nvGrpSpPr>
        <p:grpSpPr bwMode="auto">
          <a:xfrm>
            <a:off x="7248525" y="3563938"/>
            <a:ext cx="450850" cy="458787"/>
            <a:chOff x="4566" y="2245"/>
            <a:chExt cx="284" cy="289"/>
          </a:xfrm>
        </p:grpSpPr>
        <p:sp>
          <p:nvSpPr>
            <p:cNvPr id="94344" name="Freeform 152">
              <a:extLst>
                <a:ext uri="{FF2B5EF4-FFF2-40B4-BE49-F238E27FC236}">
                  <a16:creationId xmlns:a16="http://schemas.microsoft.com/office/drawing/2014/main" id="{2EEEB289-8A5E-9943-9C78-14C4A1214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6" y="2245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45" name="Freeform 153">
              <a:extLst>
                <a:ext uri="{FF2B5EF4-FFF2-40B4-BE49-F238E27FC236}">
                  <a16:creationId xmlns:a16="http://schemas.microsoft.com/office/drawing/2014/main" id="{D65904DE-AE12-9745-BB22-72B8D5B72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7" y="2245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4318" name="Line 154">
            <a:extLst>
              <a:ext uri="{FF2B5EF4-FFF2-40B4-BE49-F238E27FC236}">
                <a16:creationId xmlns:a16="http://schemas.microsoft.com/office/drawing/2014/main" id="{702E25BE-52E8-5149-8112-ADC2BD9EC8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8813" y="3792538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319" name="Line 155">
            <a:extLst>
              <a:ext uri="{FF2B5EF4-FFF2-40B4-BE49-F238E27FC236}">
                <a16:creationId xmlns:a16="http://schemas.microsoft.com/office/drawing/2014/main" id="{689AC57E-1C1A-064A-AD53-C0505E21969E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0463" y="3792538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320" name="Line 156">
            <a:extLst>
              <a:ext uri="{FF2B5EF4-FFF2-40B4-BE49-F238E27FC236}">
                <a16:creationId xmlns:a16="http://schemas.microsoft.com/office/drawing/2014/main" id="{BD23224B-7388-8F47-A3B0-137C1E6C20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9275" y="39449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321" name="Freeform 157">
            <a:extLst>
              <a:ext uri="{FF2B5EF4-FFF2-40B4-BE49-F238E27FC236}">
                <a16:creationId xmlns:a16="http://schemas.microsoft.com/office/drawing/2014/main" id="{F67A49E6-8483-7B40-A332-49D8AE544AD0}"/>
              </a:ext>
            </a:extLst>
          </p:cNvPr>
          <p:cNvSpPr>
            <a:spLocks/>
          </p:cNvSpPr>
          <p:nvPr/>
        </p:nvSpPr>
        <p:spPr bwMode="auto">
          <a:xfrm>
            <a:off x="5821363" y="3784600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322" name="Freeform 158">
            <a:extLst>
              <a:ext uri="{FF2B5EF4-FFF2-40B4-BE49-F238E27FC236}">
                <a16:creationId xmlns:a16="http://schemas.microsoft.com/office/drawing/2014/main" id="{C20C4550-DF32-ED4F-AA93-280CFA8A3FC8}"/>
              </a:ext>
            </a:extLst>
          </p:cNvPr>
          <p:cNvSpPr>
            <a:spLocks/>
          </p:cNvSpPr>
          <p:nvPr/>
        </p:nvSpPr>
        <p:spPr bwMode="auto">
          <a:xfrm>
            <a:off x="7116763" y="4503738"/>
            <a:ext cx="684212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323" name="Freeform 159">
            <a:extLst>
              <a:ext uri="{FF2B5EF4-FFF2-40B4-BE49-F238E27FC236}">
                <a16:creationId xmlns:a16="http://schemas.microsoft.com/office/drawing/2014/main" id="{CEC6CA17-58B7-7646-A856-2964C4FB8371}"/>
              </a:ext>
            </a:extLst>
          </p:cNvPr>
          <p:cNvSpPr>
            <a:spLocks/>
          </p:cNvSpPr>
          <p:nvPr/>
        </p:nvSpPr>
        <p:spPr bwMode="auto">
          <a:xfrm>
            <a:off x="5105400" y="4275138"/>
            <a:ext cx="269875" cy="458787"/>
          </a:xfrm>
          <a:custGeom>
            <a:avLst/>
            <a:gdLst>
              <a:gd name="T0" fmla="*/ 2147483646 w 170"/>
              <a:gd name="T1" fmla="*/ 0 h 289"/>
              <a:gd name="T2" fmla="*/ 0 w 170"/>
              <a:gd name="T3" fmla="*/ 0 h 289"/>
              <a:gd name="T4" fmla="*/ 0 w 170"/>
              <a:gd name="T5" fmla="*/ 2147483646 h 289"/>
              <a:gd name="T6" fmla="*/ 2147483646 w 170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0" h="289">
                <a:moveTo>
                  <a:pt x="169" y="0"/>
                </a:moveTo>
                <a:lnTo>
                  <a:pt x="0" y="0"/>
                </a:lnTo>
                <a:lnTo>
                  <a:pt x="0" y="288"/>
                </a:lnTo>
                <a:lnTo>
                  <a:pt x="169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324" name="Freeform 160">
            <a:extLst>
              <a:ext uri="{FF2B5EF4-FFF2-40B4-BE49-F238E27FC236}">
                <a16:creationId xmlns:a16="http://schemas.microsoft.com/office/drawing/2014/main" id="{EDEEFA81-7893-B24C-94F9-939477E345BD}"/>
              </a:ext>
            </a:extLst>
          </p:cNvPr>
          <p:cNvSpPr>
            <a:spLocks/>
          </p:cNvSpPr>
          <p:nvPr/>
        </p:nvSpPr>
        <p:spPr bwMode="auto">
          <a:xfrm>
            <a:off x="5373688" y="4275138"/>
            <a:ext cx="271462" cy="458787"/>
          </a:xfrm>
          <a:custGeom>
            <a:avLst/>
            <a:gdLst>
              <a:gd name="T0" fmla="*/ 0 w 171"/>
              <a:gd name="T1" fmla="*/ 0 h 289"/>
              <a:gd name="T2" fmla="*/ 2147483646 w 171"/>
              <a:gd name="T3" fmla="*/ 0 h 289"/>
              <a:gd name="T4" fmla="*/ 2147483646 w 171"/>
              <a:gd name="T5" fmla="*/ 2147483646 h 289"/>
              <a:gd name="T6" fmla="*/ 0 w 171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1" h="289">
                <a:moveTo>
                  <a:pt x="0" y="0"/>
                </a:moveTo>
                <a:lnTo>
                  <a:pt x="170" y="0"/>
                </a:lnTo>
                <a:lnTo>
                  <a:pt x="170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325" name="Rectangle 161">
            <a:extLst>
              <a:ext uri="{FF2B5EF4-FFF2-40B4-BE49-F238E27FC236}">
                <a16:creationId xmlns:a16="http://schemas.microsoft.com/office/drawing/2014/main" id="{A540FC63-46EE-7C41-B6C4-BCE3EC7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588" y="4284663"/>
            <a:ext cx="4302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Im</a:t>
            </a:r>
          </a:p>
        </p:txBody>
      </p:sp>
      <p:sp>
        <p:nvSpPr>
          <p:cNvPr id="94326" name="Rectangle 162">
            <a:extLst>
              <a:ext uri="{FF2B5EF4-FFF2-40B4-BE49-F238E27FC236}">
                <a16:creationId xmlns:a16="http://schemas.microsoft.com/office/drawing/2014/main" id="{29262031-6378-5C41-9F2D-E7B9662D243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23820" y="4317206"/>
            <a:ext cx="6080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94327" name="Rectangle 163">
            <a:extLst>
              <a:ext uri="{FF2B5EF4-FFF2-40B4-BE49-F238E27FC236}">
                <a16:creationId xmlns:a16="http://schemas.microsoft.com/office/drawing/2014/main" id="{6A2A514D-D6EE-2240-AB0F-660704961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838" y="4292600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94328" name="Freeform 164">
            <a:extLst>
              <a:ext uri="{FF2B5EF4-FFF2-40B4-BE49-F238E27FC236}">
                <a16:creationId xmlns:a16="http://schemas.microsoft.com/office/drawing/2014/main" id="{D614EA79-5EF9-D140-8D1E-EB036D8C9529}"/>
              </a:ext>
            </a:extLst>
          </p:cNvPr>
          <p:cNvSpPr>
            <a:spLocks/>
          </p:cNvSpPr>
          <p:nvPr/>
        </p:nvSpPr>
        <p:spPr bwMode="auto">
          <a:xfrm>
            <a:off x="5835650" y="4275138"/>
            <a:ext cx="236538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329" name="Line 165">
            <a:extLst>
              <a:ext uri="{FF2B5EF4-FFF2-40B4-BE49-F238E27FC236}">
                <a16:creationId xmlns:a16="http://schemas.microsoft.com/office/drawing/2014/main" id="{CF868D52-A8A9-A04C-8558-31FD54778A7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6738" y="450373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330" name="Freeform 166">
            <a:extLst>
              <a:ext uri="{FF2B5EF4-FFF2-40B4-BE49-F238E27FC236}">
                <a16:creationId xmlns:a16="http://schemas.microsoft.com/office/drawing/2014/main" id="{E10D54FA-DFF2-A041-97CC-34B52BDFBFA3}"/>
              </a:ext>
            </a:extLst>
          </p:cNvPr>
          <p:cNvSpPr>
            <a:spLocks/>
          </p:cNvSpPr>
          <p:nvPr/>
        </p:nvSpPr>
        <p:spPr bwMode="auto">
          <a:xfrm>
            <a:off x="5751513" y="43513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331" name="Line 167">
            <a:extLst>
              <a:ext uri="{FF2B5EF4-FFF2-40B4-BE49-F238E27FC236}">
                <a16:creationId xmlns:a16="http://schemas.microsoft.com/office/drawing/2014/main" id="{820355AA-297F-474B-AEBB-8D3F1A4F16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7138" y="4351338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332" name="Rectangle 168">
            <a:extLst>
              <a:ext uri="{FF2B5EF4-FFF2-40B4-BE49-F238E27FC236}">
                <a16:creationId xmlns:a16="http://schemas.microsoft.com/office/drawing/2014/main" id="{AC53F158-F449-C646-89BA-E4BB6280F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8825" y="4284663"/>
            <a:ext cx="4968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sp>
        <p:nvSpPr>
          <p:cNvPr id="94333" name="Freeform 169">
            <a:extLst>
              <a:ext uri="{FF2B5EF4-FFF2-40B4-BE49-F238E27FC236}">
                <a16:creationId xmlns:a16="http://schemas.microsoft.com/office/drawing/2014/main" id="{7C2F8AEF-B2A6-2742-BC43-8B41A3469B66}"/>
              </a:ext>
            </a:extLst>
          </p:cNvPr>
          <p:cNvSpPr>
            <a:spLocks/>
          </p:cNvSpPr>
          <p:nvPr/>
        </p:nvSpPr>
        <p:spPr bwMode="auto">
          <a:xfrm>
            <a:off x="7183438" y="4275138"/>
            <a:ext cx="257175" cy="458787"/>
          </a:xfrm>
          <a:custGeom>
            <a:avLst/>
            <a:gdLst>
              <a:gd name="T0" fmla="*/ 2147483646 w 162"/>
              <a:gd name="T1" fmla="*/ 0 h 289"/>
              <a:gd name="T2" fmla="*/ 0 w 162"/>
              <a:gd name="T3" fmla="*/ 0 h 289"/>
              <a:gd name="T4" fmla="*/ 0 w 162"/>
              <a:gd name="T5" fmla="*/ 2147483646 h 289"/>
              <a:gd name="T6" fmla="*/ 2147483646 w 16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289">
                <a:moveTo>
                  <a:pt x="161" y="0"/>
                </a:moveTo>
                <a:lnTo>
                  <a:pt x="0" y="0"/>
                </a:lnTo>
                <a:lnTo>
                  <a:pt x="0" y="288"/>
                </a:lnTo>
                <a:lnTo>
                  <a:pt x="16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334" name="Freeform 170">
            <a:extLst>
              <a:ext uri="{FF2B5EF4-FFF2-40B4-BE49-F238E27FC236}">
                <a16:creationId xmlns:a16="http://schemas.microsoft.com/office/drawing/2014/main" id="{D01D32FC-2A03-DD4D-851B-1FEB90E6089F}"/>
              </a:ext>
            </a:extLst>
          </p:cNvPr>
          <p:cNvSpPr>
            <a:spLocks/>
          </p:cNvSpPr>
          <p:nvPr/>
        </p:nvSpPr>
        <p:spPr bwMode="auto">
          <a:xfrm>
            <a:off x="7439025" y="4275138"/>
            <a:ext cx="260350" cy="458787"/>
          </a:xfrm>
          <a:custGeom>
            <a:avLst/>
            <a:gdLst>
              <a:gd name="T0" fmla="*/ 0 w 164"/>
              <a:gd name="T1" fmla="*/ 0 h 289"/>
              <a:gd name="T2" fmla="*/ 2147483646 w 164"/>
              <a:gd name="T3" fmla="*/ 0 h 289"/>
              <a:gd name="T4" fmla="*/ 2147483646 w 164"/>
              <a:gd name="T5" fmla="*/ 2147483646 h 289"/>
              <a:gd name="T6" fmla="*/ 0 w 164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4" h="289">
                <a:moveTo>
                  <a:pt x="0" y="0"/>
                </a:moveTo>
                <a:lnTo>
                  <a:pt x="163" y="0"/>
                </a:lnTo>
                <a:lnTo>
                  <a:pt x="163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335" name="Rectangle 171">
            <a:extLst>
              <a:ext uri="{FF2B5EF4-FFF2-40B4-BE49-F238E27FC236}">
                <a16:creationId xmlns:a16="http://schemas.microsoft.com/office/drawing/2014/main" id="{80708769-675C-FE44-8F72-45E63B442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9875" y="4284663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94336" name="Freeform 172">
            <a:extLst>
              <a:ext uri="{FF2B5EF4-FFF2-40B4-BE49-F238E27FC236}">
                <a16:creationId xmlns:a16="http://schemas.microsoft.com/office/drawing/2014/main" id="{60F9D293-0E36-3B46-82CC-6648F210D780}"/>
              </a:ext>
            </a:extLst>
          </p:cNvPr>
          <p:cNvSpPr>
            <a:spLocks/>
          </p:cNvSpPr>
          <p:nvPr/>
        </p:nvSpPr>
        <p:spPr bwMode="auto">
          <a:xfrm>
            <a:off x="7926388" y="4275138"/>
            <a:ext cx="225425" cy="458787"/>
          </a:xfrm>
          <a:custGeom>
            <a:avLst/>
            <a:gdLst>
              <a:gd name="T0" fmla="*/ 2147483646 w 142"/>
              <a:gd name="T1" fmla="*/ 0 h 289"/>
              <a:gd name="T2" fmla="*/ 0 w 142"/>
              <a:gd name="T3" fmla="*/ 0 h 289"/>
              <a:gd name="T4" fmla="*/ 0 w 142"/>
              <a:gd name="T5" fmla="*/ 2147483646 h 289"/>
              <a:gd name="T6" fmla="*/ 2147483646 w 14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2" h="289">
                <a:moveTo>
                  <a:pt x="141" y="0"/>
                </a:moveTo>
                <a:lnTo>
                  <a:pt x="0" y="0"/>
                </a:lnTo>
                <a:lnTo>
                  <a:pt x="0" y="288"/>
                </a:lnTo>
                <a:lnTo>
                  <a:pt x="14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337" name="Freeform 173">
            <a:extLst>
              <a:ext uri="{FF2B5EF4-FFF2-40B4-BE49-F238E27FC236}">
                <a16:creationId xmlns:a16="http://schemas.microsoft.com/office/drawing/2014/main" id="{0EC0F40B-B3A2-9C45-9DB1-5EF6F17419CF}"/>
              </a:ext>
            </a:extLst>
          </p:cNvPr>
          <p:cNvSpPr>
            <a:spLocks/>
          </p:cNvSpPr>
          <p:nvPr/>
        </p:nvSpPr>
        <p:spPr bwMode="auto">
          <a:xfrm>
            <a:off x="8150225" y="4275138"/>
            <a:ext cx="227013" cy="458787"/>
          </a:xfrm>
          <a:custGeom>
            <a:avLst/>
            <a:gdLst>
              <a:gd name="T0" fmla="*/ 0 w 143"/>
              <a:gd name="T1" fmla="*/ 0 h 289"/>
              <a:gd name="T2" fmla="*/ 2147483646 w 143"/>
              <a:gd name="T3" fmla="*/ 0 h 289"/>
              <a:gd name="T4" fmla="*/ 2147483646 w 143"/>
              <a:gd name="T5" fmla="*/ 2147483646 h 289"/>
              <a:gd name="T6" fmla="*/ 0 w 143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3" h="289">
                <a:moveTo>
                  <a:pt x="0" y="0"/>
                </a:moveTo>
                <a:lnTo>
                  <a:pt x="142" y="0"/>
                </a:lnTo>
                <a:lnTo>
                  <a:pt x="142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338" name="Line 174">
            <a:extLst>
              <a:ext uri="{FF2B5EF4-FFF2-40B4-BE49-F238E27FC236}">
                <a16:creationId xmlns:a16="http://schemas.microsoft.com/office/drawing/2014/main" id="{A25B0F93-53BC-1848-A7A2-4516013B2D8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6675" y="4503738"/>
            <a:ext cx="233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339" name="Line 175">
            <a:extLst>
              <a:ext uri="{FF2B5EF4-FFF2-40B4-BE49-F238E27FC236}">
                <a16:creationId xmlns:a16="http://schemas.microsoft.com/office/drawing/2014/main" id="{71832560-2780-A14A-9C65-2A9EA17805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8325" y="4503738"/>
            <a:ext cx="258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340" name="Line 176">
            <a:extLst>
              <a:ext uri="{FF2B5EF4-FFF2-40B4-BE49-F238E27FC236}">
                <a16:creationId xmlns:a16="http://schemas.microsoft.com/office/drawing/2014/main" id="{0E08F554-8920-AD42-96ED-94824F8A06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7138" y="4656138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341" name="Freeform 177">
            <a:extLst>
              <a:ext uri="{FF2B5EF4-FFF2-40B4-BE49-F238E27FC236}">
                <a16:creationId xmlns:a16="http://schemas.microsoft.com/office/drawing/2014/main" id="{B9CAEE57-B98A-6C4C-9A6F-C2330BC38C3B}"/>
              </a:ext>
            </a:extLst>
          </p:cNvPr>
          <p:cNvSpPr>
            <a:spLocks/>
          </p:cNvSpPr>
          <p:nvPr/>
        </p:nvSpPr>
        <p:spPr bwMode="auto">
          <a:xfrm>
            <a:off x="6575425" y="4122738"/>
            <a:ext cx="338138" cy="763587"/>
          </a:xfrm>
          <a:custGeom>
            <a:avLst/>
            <a:gdLst>
              <a:gd name="T0" fmla="*/ 0 w 213"/>
              <a:gd name="T1" fmla="*/ 2147483646 h 481"/>
              <a:gd name="T2" fmla="*/ 2147483646 w 213"/>
              <a:gd name="T3" fmla="*/ 2147483646 h 481"/>
              <a:gd name="T4" fmla="*/ 0 w 213"/>
              <a:gd name="T5" fmla="*/ 2147483646 h 481"/>
              <a:gd name="T6" fmla="*/ 0 w 213"/>
              <a:gd name="T7" fmla="*/ 0 h 481"/>
              <a:gd name="T8" fmla="*/ 2147483646 w 213"/>
              <a:gd name="T9" fmla="*/ 2147483646 h 481"/>
              <a:gd name="T10" fmla="*/ 2147483646 w 213"/>
              <a:gd name="T11" fmla="*/ 2147483646 h 481"/>
              <a:gd name="T12" fmla="*/ 0 w 213"/>
              <a:gd name="T13" fmla="*/ 2147483646 h 481"/>
              <a:gd name="T14" fmla="*/ 0 w 213"/>
              <a:gd name="T15" fmla="*/ 2147483646 h 4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3" h="481">
                <a:moveTo>
                  <a:pt x="0" y="320"/>
                </a:moveTo>
                <a:lnTo>
                  <a:pt x="71" y="240"/>
                </a:lnTo>
                <a:lnTo>
                  <a:pt x="0" y="160"/>
                </a:lnTo>
                <a:lnTo>
                  <a:pt x="0" y="0"/>
                </a:lnTo>
                <a:lnTo>
                  <a:pt x="212" y="160"/>
                </a:lnTo>
                <a:lnTo>
                  <a:pt x="212" y="320"/>
                </a:lnTo>
                <a:lnTo>
                  <a:pt x="0" y="480"/>
                </a:lnTo>
                <a:lnTo>
                  <a:pt x="0" y="32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342" name="Text Box 178">
            <a:extLst>
              <a:ext uri="{FF2B5EF4-FFF2-40B4-BE49-F238E27FC236}">
                <a16:creationId xmlns:a16="http://schemas.microsoft.com/office/drawing/2014/main" id="{47DD71CE-7250-F843-BC61-55A1CE98C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3" y="6284913"/>
            <a:ext cx="35274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与方案</a:t>
            </a:r>
            <a:r>
              <a:rPr lang="en-US" altLang="zh-CN" sz="200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比，哪个更快？</a:t>
            </a:r>
          </a:p>
        </p:txBody>
      </p:sp>
      <p:sp>
        <p:nvSpPr>
          <p:cNvPr id="94343" name="Text Box 179">
            <a:extLst>
              <a:ext uri="{FF2B5EF4-FFF2-40B4-BE49-F238E27FC236}">
                <a16:creationId xmlns:a16="http://schemas.microsoft.com/office/drawing/2014/main" id="{452AFB87-A34A-2A41-960D-5A523B573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338" y="6267450"/>
            <a:ext cx="35274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33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一样，都是多三个时钟周期！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8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Freeform 2">
            <a:extLst>
              <a:ext uri="{FF2B5EF4-FFF2-40B4-BE49-F238E27FC236}">
                <a16:creationId xmlns:a16="http://schemas.microsoft.com/office/drawing/2014/main" id="{9AE90AB2-BA24-D941-91B1-DEFF227AAABC}"/>
              </a:ext>
            </a:extLst>
          </p:cNvPr>
          <p:cNvSpPr>
            <a:spLocks/>
          </p:cNvSpPr>
          <p:nvPr/>
        </p:nvSpPr>
        <p:spPr bwMode="auto">
          <a:xfrm>
            <a:off x="5892800" y="1798638"/>
            <a:ext cx="225425" cy="458787"/>
          </a:xfrm>
          <a:custGeom>
            <a:avLst/>
            <a:gdLst>
              <a:gd name="T0" fmla="*/ 2147483646 w 142"/>
              <a:gd name="T1" fmla="*/ 0 h 289"/>
              <a:gd name="T2" fmla="*/ 0 w 142"/>
              <a:gd name="T3" fmla="*/ 0 h 289"/>
              <a:gd name="T4" fmla="*/ 0 w 142"/>
              <a:gd name="T5" fmla="*/ 2147483646 h 289"/>
              <a:gd name="T6" fmla="*/ 2147483646 w 14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2" h="289">
                <a:moveTo>
                  <a:pt x="141" y="0"/>
                </a:moveTo>
                <a:lnTo>
                  <a:pt x="0" y="0"/>
                </a:lnTo>
                <a:lnTo>
                  <a:pt x="0" y="288"/>
                </a:lnTo>
                <a:lnTo>
                  <a:pt x="141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59" name="Freeform 3">
            <a:extLst>
              <a:ext uri="{FF2B5EF4-FFF2-40B4-BE49-F238E27FC236}">
                <a16:creationId xmlns:a16="http://schemas.microsoft.com/office/drawing/2014/main" id="{25A62879-0396-664C-98EB-418D16ACDE3C}"/>
              </a:ext>
            </a:extLst>
          </p:cNvPr>
          <p:cNvSpPr>
            <a:spLocks/>
          </p:cNvSpPr>
          <p:nvPr/>
        </p:nvSpPr>
        <p:spPr bwMode="auto">
          <a:xfrm>
            <a:off x="4714875" y="2509838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0" name="Freeform 4">
            <a:extLst>
              <a:ext uri="{FF2B5EF4-FFF2-40B4-BE49-F238E27FC236}">
                <a16:creationId xmlns:a16="http://schemas.microsoft.com/office/drawing/2014/main" id="{A90DB8C1-EC8A-F84C-A8AC-01542F712687}"/>
              </a:ext>
            </a:extLst>
          </p:cNvPr>
          <p:cNvSpPr>
            <a:spLocks/>
          </p:cNvSpPr>
          <p:nvPr/>
        </p:nvSpPr>
        <p:spPr bwMode="auto">
          <a:xfrm>
            <a:off x="5392738" y="3221038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1" name="Freeform 5">
            <a:extLst>
              <a:ext uri="{FF2B5EF4-FFF2-40B4-BE49-F238E27FC236}">
                <a16:creationId xmlns:a16="http://schemas.microsoft.com/office/drawing/2014/main" id="{AF67CBAC-E77C-FC4B-8FCD-8BC7AD81D398}"/>
              </a:ext>
            </a:extLst>
          </p:cNvPr>
          <p:cNvSpPr>
            <a:spLocks/>
          </p:cNvSpPr>
          <p:nvPr/>
        </p:nvSpPr>
        <p:spPr bwMode="auto">
          <a:xfrm>
            <a:off x="6070600" y="3932238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62" name="Rectangle 6">
            <a:extLst>
              <a:ext uri="{FF2B5EF4-FFF2-40B4-BE49-F238E27FC236}">
                <a16:creationId xmlns:a16="http://schemas.microsoft.com/office/drawing/2014/main" id="{4FC32A9F-6DE7-2A4F-8CFE-201FF15D0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5" y="185738"/>
            <a:ext cx="6905625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方案</a:t>
            </a:r>
            <a:r>
              <a:rPr lang="en-US" altLang="zh-CN">
                <a:ea typeface="宋体" panose="02010600030101010101" pitchFamily="2" charset="-122"/>
              </a:rPr>
              <a:t>3:  </a:t>
            </a:r>
            <a:r>
              <a:rPr lang="zh-CN" altLang="en-US">
                <a:ea typeface="宋体" panose="02010600030101010101" pitchFamily="2" charset="-122"/>
              </a:rPr>
              <a:t>同一周期内寄存器堆先写后读</a:t>
            </a:r>
            <a:endParaRPr lang="zh-CN" altLang="en-US" sz="1200" i="1">
              <a:ea typeface="宋体" panose="02010600030101010101" pitchFamily="2" charset="-122"/>
            </a:endParaRPr>
          </a:p>
        </p:txBody>
      </p:sp>
      <p:sp>
        <p:nvSpPr>
          <p:cNvPr id="96263" name="Rectangle 7">
            <a:extLst>
              <a:ext uri="{FF2B5EF4-FFF2-40B4-BE49-F238E27FC236}">
                <a16:creationId xmlns:a16="http://schemas.microsoft.com/office/drawing/2014/main" id="{BE26A8D7-CF99-CD4B-9F49-CD460893A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984375"/>
            <a:ext cx="358775" cy="3109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r.</a:t>
            </a:r>
          </a:p>
          <a:p>
            <a:pPr algn="ctr"/>
            <a:endParaRPr lang="en-US" altLang="zh-CN" sz="1800" b="0" i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O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96264" name="Line 8">
            <a:extLst>
              <a:ext uri="{FF2B5EF4-FFF2-40B4-BE49-F238E27FC236}">
                <a16:creationId xmlns:a16="http://schemas.microsoft.com/office/drawing/2014/main" id="{CA70A784-4D7A-2643-A280-12B051CAA7AF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900" y="1974850"/>
            <a:ext cx="0" cy="3238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65" name="Line 9">
            <a:extLst>
              <a:ext uri="{FF2B5EF4-FFF2-40B4-BE49-F238E27FC236}">
                <a16:creationId xmlns:a16="http://schemas.microsoft.com/office/drawing/2014/main" id="{F5D13368-71F4-4643-9345-B479EFC5D1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4950" y="1549400"/>
            <a:ext cx="6324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66" name="Rectangle 10">
            <a:extLst>
              <a:ext uri="{FF2B5EF4-FFF2-40B4-BE49-F238E27FC236}">
                <a16:creationId xmlns:a16="http://schemas.microsoft.com/office/drawing/2014/main" id="{0A4EBC9E-D097-2441-BF7F-73E1FA536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8413" y="1227138"/>
            <a:ext cx="2124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Time (clock cycles)</a:t>
            </a:r>
          </a:p>
        </p:txBody>
      </p:sp>
      <p:sp>
        <p:nvSpPr>
          <p:cNvPr id="96267" name="Rectangle 11">
            <a:extLst>
              <a:ext uri="{FF2B5EF4-FFF2-40B4-BE49-F238E27FC236}">
                <a16:creationId xmlns:a16="http://schemas.microsoft.com/office/drawing/2014/main" id="{CD2E0CC3-B323-7C4B-824F-8CBD8E7ED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1793875"/>
            <a:ext cx="2119312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add </a:t>
            </a:r>
            <a:r>
              <a:rPr lang="en-US" altLang="zh-CN" sz="2800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,r2,r3</a:t>
            </a:r>
          </a:p>
        </p:txBody>
      </p:sp>
      <p:sp>
        <p:nvSpPr>
          <p:cNvPr id="96268" name="Rectangle 12">
            <a:extLst>
              <a:ext uri="{FF2B5EF4-FFF2-40B4-BE49-F238E27FC236}">
                <a16:creationId xmlns:a16="http://schemas.microsoft.com/office/drawing/2014/main" id="{5E146FD0-8067-3842-AA31-0F56F749E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013" y="2517775"/>
            <a:ext cx="2119312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sub r4,</a:t>
            </a:r>
            <a:r>
              <a:rPr lang="en-US" altLang="zh-CN" sz="2800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,r3</a:t>
            </a:r>
          </a:p>
        </p:txBody>
      </p:sp>
      <p:sp>
        <p:nvSpPr>
          <p:cNvPr id="96269" name="Rectangle 13">
            <a:extLst>
              <a:ext uri="{FF2B5EF4-FFF2-40B4-BE49-F238E27FC236}">
                <a16:creationId xmlns:a16="http://schemas.microsoft.com/office/drawing/2014/main" id="{D148FA45-5902-024F-9DF2-ADC8D2631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3" y="3241675"/>
            <a:ext cx="2119312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and r6,</a:t>
            </a:r>
            <a:r>
              <a:rPr lang="en-US" altLang="zh-CN" sz="2800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,r7</a:t>
            </a:r>
          </a:p>
        </p:txBody>
      </p:sp>
      <p:sp>
        <p:nvSpPr>
          <p:cNvPr id="96270" name="Rectangle 14">
            <a:extLst>
              <a:ext uri="{FF2B5EF4-FFF2-40B4-BE49-F238E27FC236}">
                <a16:creationId xmlns:a16="http://schemas.microsoft.com/office/drawing/2014/main" id="{85FC878A-5E97-4349-A029-589B03F1C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3965575"/>
            <a:ext cx="2038350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or   r8,</a:t>
            </a:r>
            <a:r>
              <a:rPr lang="en-US" altLang="zh-CN" sz="2800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,r9</a:t>
            </a:r>
          </a:p>
        </p:txBody>
      </p:sp>
      <p:sp>
        <p:nvSpPr>
          <p:cNvPr id="96271" name="Rectangle 15">
            <a:extLst>
              <a:ext uri="{FF2B5EF4-FFF2-40B4-BE49-F238E27FC236}">
                <a16:creationId xmlns:a16="http://schemas.microsoft.com/office/drawing/2014/main" id="{83D5792E-71BB-DF46-BEE4-12B156079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3" y="4689475"/>
            <a:ext cx="2436812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xor r10,</a:t>
            </a:r>
            <a:r>
              <a:rPr lang="en-US" altLang="zh-CN" sz="2800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,r11</a:t>
            </a:r>
          </a:p>
        </p:txBody>
      </p:sp>
      <p:sp>
        <p:nvSpPr>
          <p:cNvPr id="96272" name="Rectangle 16">
            <a:extLst>
              <a:ext uri="{FF2B5EF4-FFF2-40B4-BE49-F238E27FC236}">
                <a16:creationId xmlns:a16="http://schemas.microsoft.com/office/drawing/2014/main" id="{8BC3651A-65C6-D741-BE2B-5D58D64C4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313" y="1477963"/>
            <a:ext cx="4016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IF</a:t>
            </a:r>
          </a:p>
        </p:txBody>
      </p:sp>
      <p:sp>
        <p:nvSpPr>
          <p:cNvPr id="96273" name="Rectangle 17">
            <a:extLst>
              <a:ext uri="{FF2B5EF4-FFF2-40B4-BE49-F238E27FC236}">
                <a16:creationId xmlns:a16="http://schemas.microsoft.com/office/drawing/2014/main" id="{A47F6BC8-BC94-0044-9077-83F812B1A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0613" y="1477963"/>
            <a:ext cx="7858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ID/RF</a:t>
            </a:r>
          </a:p>
        </p:txBody>
      </p:sp>
      <p:sp>
        <p:nvSpPr>
          <p:cNvPr id="96274" name="Rectangle 18">
            <a:extLst>
              <a:ext uri="{FF2B5EF4-FFF2-40B4-BE49-F238E27FC236}">
                <a16:creationId xmlns:a16="http://schemas.microsoft.com/office/drawing/2014/main" id="{DE176A6B-99C9-E143-8268-A3179DA4E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8813" y="1477963"/>
            <a:ext cx="54451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EX</a:t>
            </a:r>
          </a:p>
        </p:txBody>
      </p:sp>
      <p:sp>
        <p:nvSpPr>
          <p:cNvPr id="96275" name="Rectangle 19">
            <a:extLst>
              <a:ext uri="{FF2B5EF4-FFF2-40B4-BE49-F238E27FC236}">
                <a16:creationId xmlns:a16="http://schemas.microsoft.com/office/drawing/2014/main" id="{A68326B5-5BF0-414C-8128-C93129A7F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7613" y="1477963"/>
            <a:ext cx="72866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96276" name="Rectangle 20">
            <a:extLst>
              <a:ext uri="{FF2B5EF4-FFF2-40B4-BE49-F238E27FC236}">
                <a16:creationId xmlns:a16="http://schemas.microsoft.com/office/drawing/2014/main" id="{54C125A7-0274-CD4A-A43F-DCB314E58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2313" y="1477963"/>
            <a:ext cx="592137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WB</a:t>
            </a:r>
          </a:p>
        </p:txBody>
      </p:sp>
      <p:sp>
        <p:nvSpPr>
          <p:cNvPr id="96277" name="Line 21">
            <a:extLst>
              <a:ext uri="{FF2B5EF4-FFF2-40B4-BE49-F238E27FC236}">
                <a16:creationId xmlns:a16="http://schemas.microsoft.com/office/drawing/2014/main" id="{6A87650B-BC41-0140-B238-BDB742B85F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3000" y="12715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78" name="Line 22">
            <a:extLst>
              <a:ext uri="{FF2B5EF4-FFF2-40B4-BE49-F238E27FC236}">
                <a16:creationId xmlns:a16="http://schemas.microsoft.com/office/drawing/2014/main" id="{9962D36C-4EEA-8144-BDF0-AE7A6A7FD0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8800" y="12715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79" name="Line 23">
            <a:extLst>
              <a:ext uri="{FF2B5EF4-FFF2-40B4-BE49-F238E27FC236}">
                <a16:creationId xmlns:a16="http://schemas.microsoft.com/office/drawing/2014/main" id="{236A30D6-DEFB-4F43-BA2F-0ED699802B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4600" y="12715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80" name="Line 24">
            <a:extLst>
              <a:ext uri="{FF2B5EF4-FFF2-40B4-BE49-F238E27FC236}">
                <a16:creationId xmlns:a16="http://schemas.microsoft.com/office/drawing/2014/main" id="{122EC92A-99B4-1945-A655-F0DD413D4E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0400" y="12715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81" name="Line 25">
            <a:extLst>
              <a:ext uri="{FF2B5EF4-FFF2-40B4-BE49-F238E27FC236}">
                <a16:creationId xmlns:a16="http://schemas.microsoft.com/office/drawing/2014/main" id="{35160558-C3D4-D748-BA97-99A7BE4BC84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6200" y="12715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82" name="Line 26">
            <a:extLst>
              <a:ext uri="{FF2B5EF4-FFF2-40B4-BE49-F238E27FC236}">
                <a16:creationId xmlns:a16="http://schemas.microsoft.com/office/drawing/2014/main" id="{3699A161-47C9-4F44-9B33-C05C4676E66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2000" y="12715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83" name="Line 27">
            <a:extLst>
              <a:ext uri="{FF2B5EF4-FFF2-40B4-BE49-F238E27FC236}">
                <a16:creationId xmlns:a16="http://schemas.microsoft.com/office/drawing/2014/main" id="{5659215A-03E5-E049-BD7E-7579EE11C67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7800" y="12715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84" name="Line 28">
            <a:extLst>
              <a:ext uri="{FF2B5EF4-FFF2-40B4-BE49-F238E27FC236}">
                <a16:creationId xmlns:a16="http://schemas.microsoft.com/office/drawing/2014/main" id="{BC00ABFA-BBC1-4449-816D-AC60DFFC7F33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3600" y="12715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85" name="Freeform 29">
            <a:extLst>
              <a:ext uri="{FF2B5EF4-FFF2-40B4-BE49-F238E27FC236}">
                <a16:creationId xmlns:a16="http://schemas.microsoft.com/office/drawing/2014/main" id="{3C750593-701B-494B-81FC-CA4276090ED4}"/>
              </a:ext>
            </a:extLst>
          </p:cNvPr>
          <p:cNvSpPr>
            <a:spLocks/>
          </p:cNvSpPr>
          <p:nvPr/>
        </p:nvSpPr>
        <p:spPr bwMode="auto">
          <a:xfrm>
            <a:off x="5149850" y="1798638"/>
            <a:ext cx="257175" cy="458787"/>
          </a:xfrm>
          <a:custGeom>
            <a:avLst/>
            <a:gdLst>
              <a:gd name="T0" fmla="*/ 2147483646 w 162"/>
              <a:gd name="T1" fmla="*/ 0 h 289"/>
              <a:gd name="T2" fmla="*/ 0 w 162"/>
              <a:gd name="T3" fmla="*/ 0 h 289"/>
              <a:gd name="T4" fmla="*/ 0 w 162"/>
              <a:gd name="T5" fmla="*/ 2147483646 h 289"/>
              <a:gd name="T6" fmla="*/ 2147483646 w 16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289">
                <a:moveTo>
                  <a:pt x="161" y="0"/>
                </a:moveTo>
                <a:lnTo>
                  <a:pt x="0" y="0"/>
                </a:lnTo>
                <a:lnTo>
                  <a:pt x="0" y="288"/>
                </a:lnTo>
                <a:lnTo>
                  <a:pt x="16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86" name="Freeform 30">
            <a:extLst>
              <a:ext uri="{FF2B5EF4-FFF2-40B4-BE49-F238E27FC236}">
                <a16:creationId xmlns:a16="http://schemas.microsoft.com/office/drawing/2014/main" id="{9CEBDE43-651E-4546-B496-17F69B71E819}"/>
              </a:ext>
            </a:extLst>
          </p:cNvPr>
          <p:cNvSpPr>
            <a:spLocks/>
          </p:cNvSpPr>
          <p:nvPr/>
        </p:nvSpPr>
        <p:spPr bwMode="auto">
          <a:xfrm>
            <a:off x="5405438" y="1798638"/>
            <a:ext cx="260350" cy="458787"/>
          </a:xfrm>
          <a:custGeom>
            <a:avLst/>
            <a:gdLst>
              <a:gd name="T0" fmla="*/ 0 w 164"/>
              <a:gd name="T1" fmla="*/ 0 h 289"/>
              <a:gd name="T2" fmla="*/ 2147483646 w 164"/>
              <a:gd name="T3" fmla="*/ 0 h 289"/>
              <a:gd name="T4" fmla="*/ 2147483646 w 164"/>
              <a:gd name="T5" fmla="*/ 2147483646 h 289"/>
              <a:gd name="T6" fmla="*/ 0 w 164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4" h="289">
                <a:moveTo>
                  <a:pt x="0" y="0"/>
                </a:moveTo>
                <a:lnTo>
                  <a:pt x="163" y="0"/>
                </a:lnTo>
                <a:lnTo>
                  <a:pt x="163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87" name="Freeform 31">
            <a:extLst>
              <a:ext uri="{FF2B5EF4-FFF2-40B4-BE49-F238E27FC236}">
                <a16:creationId xmlns:a16="http://schemas.microsoft.com/office/drawing/2014/main" id="{4B02CD90-4BB6-0B49-BA88-263870F7F301}"/>
              </a:ext>
            </a:extLst>
          </p:cNvPr>
          <p:cNvSpPr>
            <a:spLocks/>
          </p:cNvSpPr>
          <p:nvPr/>
        </p:nvSpPr>
        <p:spPr bwMode="auto">
          <a:xfrm>
            <a:off x="4541838" y="1646238"/>
            <a:ext cx="338137" cy="763587"/>
          </a:xfrm>
          <a:custGeom>
            <a:avLst/>
            <a:gdLst>
              <a:gd name="T0" fmla="*/ 0 w 213"/>
              <a:gd name="T1" fmla="*/ 2147483646 h 481"/>
              <a:gd name="T2" fmla="*/ 2147483646 w 213"/>
              <a:gd name="T3" fmla="*/ 2147483646 h 481"/>
              <a:gd name="T4" fmla="*/ 0 w 213"/>
              <a:gd name="T5" fmla="*/ 2147483646 h 481"/>
              <a:gd name="T6" fmla="*/ 0 w 213"/>
              <a:gd name="T7" fmla="*/ 0 h 481"/>
              <a:gd name="T8" fmla="*/ 2147483646 w 213"/>
              <a:gd name="T9" fmla="*/ 2147483646 h 481"/>
              <a:gd name="T10" fmla="*/ 2147483646 w 213"/>
              <a:gd name="T11" fmla="*/ 2147483646 h 481"/>
              <a:gd name="T12" fmla="*/ 0 w 213"/>
              <a:gd name="T13" fmla="*/ 2147483646 h 481"/>
              <a:gd name="T14" fmla="*/ 0 w 213"/>
              <a:gd name="T15" fmla="*/ 2147483646 h 4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3" h="481">
                <a:moveTo>
                  <a:pt x="0" y="320"/>
                </a:moveTo>
                <a:lnTo>
                  <a:pt x="71" y="240"/>
                </a:lnTo>
                <a:lnTo>
                  <a:pt x="0" y="160"/>
                </a:lnTo>
                <a:lnTo>
                  <a:pt x="0" y="0"/>
                </a:lnTo>
                <a:lnTo>
                  <a:pt x="212" y="160"/>
                </a:lnTo>
                <a:lnTo>
                  <a:pt x="212" y="320"/>
                </a:lnTo>
                <a:lnTo>
                  <a:pt x="0" y="480"/>
                </a:lnTo>
                <a:lnTo>
                  <a:pt x="0" y="32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88" name="Rectangle 32">
            <a:extLst>
              <a:ext uri="{FF2B5EF4-FFF2-40B4-BE49-F238E27FC236}">
                <a16:creationId xmlns:a16="http://schemas.microsoft.com/office/drawing/2014/main" id="{BE433195-59E9-A844-901D-30E5DBE548F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90232" y="1840706"/>
            <a:ext cx="6080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96289" name="Rectangle 33">
            <a:extLst>
              <a:ext uri="{FF2B5EF4-FFF2-40B4-BE49-F238E27FC236}">
                <a16:creationId xmlns:a16="http://schemas.microsoft.com/office/drawing/2014/main" id="{4CE7F5FF-4AE4-F44C-909D-2AD151AE1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725" y="1858963"/>
            <a:ext cx="4302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Im</a:t>
            </a:r>
          </a:p>
        </p:txBody>
      </p:sp>
      <p:grpSp>
        <p:nvGrpSpPr>
          <p:cNvPr id="96290" name="Group 34">
            <a:extLst>
              <a:ext uri="{FF2B5EF4-FFF2-40B4-BE49-F238E27FC236}">
                <a16:creationId xmlns:a16="http://schemas.microsoft.com/office/drawing/2014/main" id="{1347850F-8288-1643-BA1C-8F11DD03F48B}"/>
              </a:ext>
            </a:extLst>
          </p:cNvPr>
          <p:cNvGrpSpPr>
            <a:grpSpLocks/>
          </p:cNvGrpSpPr>
          <p:nvPr/>
        </p:nvGrpSpPr>
        <p:grpSpPr bwMode="auto">
          <a:xfrm>
            <a:off x="3071813" y="1798638"/>
            <a:ext cx="539750" cy="458787"/>
            <a:chOff x="1935" y="1349"/>
            <a:chExt cx="340" cy="289"/>
          </a:xfrm>
        </p:grpSpPr>
        <p:sp>
          <p:nvSpPr>
            <p:cNvPr id="96411" name="Freeform 35">
              <a:extLst>
                <a:ext uri="{FF2B5EF4-FFF2-40B4-BE49-F238E27FC236}">
                  <a16:creationId xmlns:a16="http://schemas.microsoft.com/office/drawing/2014/main" id="{936D60F3-0B1F-7D4C-92D9-94FA4FB8D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349"/>
              <a:ext cx="170" cy="289"/>
            </a:xfrm>
            <a:custGeom>
              <a:avLst/>
              <a:gdLst>
                <a:gd name="T0" fmla="*/ 169 w 170"/>
                <a:gd name="T1" fmla="*/ 0 h 289"/>
                <a:gd name="T2" fmla="*/ 0 w 170"/>
                <a:gd name="T3" fmla="*/ 0 h 289"/>
                <a:gd name="T4" fmla="*/ 0 w 170"/>
                <a:gd name="T5" fmla="*/ 288 h 289"/>
                <a:gd name="T6" fmla="*/ 169 w 170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0" h="289">
                  <a:moveTo>
                    <a:pt x="169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9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12" name="Freeform 36">
              <a:extLst>
                <a:ext uri="{FF2B5EF4-FFF2-40B4-BE49-F238E27FC236}">
                  <a16:creationId xmlns:a16="http://schemas.microsoft.com/office/drawing/2014/main" id="{9DA44D63-3400-B844-89F3-8CE306E12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1349"/>
              <a:ext cx="171" cy="289"/>
            </a:xfrm>
            <a:custGeom>
              <a:avLst/>
              <a:gdLst>
                <a:gd name="T0" fmla="*/ 0 w 171"/>
                <a:gd name="T1" fmla="*/ 0 h 289"/>
                <a:gd name="T2" fmla="*/ 170 w 171"/>
                <a:gd name="T3" fmla="*/ 0 h 289"/>
                <a:gd name="T4" fmla="*/ 170 w 171"/>
                <a:gd name="T5" fmla="*/ 288 h 289"/>
                <a:gd name="T6" fmla="*/ 0 w 171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1" h="289">
                  <a:moveTo>
                    <a:pt x="0" y="0"/>
                  </a:moveTo>
                  <a:lnTo>
                    <a:pt x="170" y="0"/>
                  </a:lnTo>
                  <a:lnTo>
                    <a:pt x="170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6291" name="Rectangle 37">
            <a:extLst>
              <a:ext uri="{FF2B5EF4-FFF2-40B4-BE49-F238E27FC236}">
                <a16:creationId xmlns:a16="http://schemas.microsoft.com/office/drawing/2014/main" id="{262858E0-D468-E44A-AE12-6978721DB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0" y="1816100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96292" name="Freeform 38">
            <a:extLst>
              <a:ext uri="{FF2B5EF4-FFF2-40B4-BE49-F238E27FC236}">
                <a16:creationId xmlns:a16="http://schemas.microsoft.com/office/drawing/2014/main" id="{F20C68C0-9A65-CA40-A05D-7292D73BBF6C}"/>
              </a:ext>
            </a:extLst>
          </p:cNvPr>
          <p:cNvSpPr>
            <a:spLocks/>
          </p:cNvSpPr>
          <p:nvPr/>
        </p:nvSpPr>
        <p:spPr bwMode="auto">
          <a:xfrm>
            <a:off x="3802063" y="1798638"/>
            <a:ext cx="236537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93" name="Freeform 39">
            <a:extLst>
              <a:ext uri="{FF2B5EF4-FFF2-40B4-BE49-F238E27FC236}">
                <a16:creationId xmlns:a16="http://schemas.microsoft.com/office/drawing/2014/main" id="{BE2EE32C-1C43-184C-B3E8-F6283F6BD92F}"/>
              </a:ext>
            </a:extLst>
          </p:cNvPr>
          <p:cNvSpPr>
            <a:spLocks/>
          </p:cNvSpPr>
          <p:nvPr/>
        </p:nvSpPr>
        <p:spPr bwMode="auto">
          <a:xfrm>
            <a:off x="4037013" y="1798638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94" name="Line 40">
            <a:extLst>
              <a:ext uri="{FF2B5EF4-FFF2-40B4-BE49-F238E27FC236}">
                <a16:creationId xmlns:a16="http://schemas.microsoft.com/office/drawing/2014/main" id="{168C9F41-DC87-2644-9655-A02FDC0BF1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3150" y="202723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95" name="Freeform 41">
            <a:extLst>
              <a:ext uri="{FF2B5EF4-FFF2-40B4-BE49-F238E27FC236}">
                <a16:creationId xmlns:a16="http://schemas.microsoft.com/office/drawing/2014/main" id="{52D31D91-E370-B747-945E-DBA40E7AC0F4}"/>
              </a:ext>
            </a:extLst>
          </p:cNvPr>
          <p:cNvSpPr>
            <a:spLocks/>
          </p:cNvSpPr>
          <p:nvPr/>
        </p:nvSpPr>
        <p:spPr bwMode="auto">
          <a:xfrm>
            <a:off x="3717925" y="18748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96" name="Line 42">
            <a:extLst>
              <a:ext uri="{FF2B5EF4-FFF2-40B4-BE49-F238E27FC236}">
                <a16:creationId xmlns:a16="http://schemas.microsoft.com/office/drawing/2014/main" id="{7EA7E2B3-EEB1-F14A-AAB2-99419ADC5D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550" y="18748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297" name="Rectangle 43">
            <a:extLst>
              <a:ext uri="{FF2B5EF4-FFF2-40B4-BE49-F238E27FC236}">
                <a16:creationId xmlns:a16="http://schemas.microsoft.com/office/drawing/2014/main" id="{0C3A7243-1E75-2A47-9002-81ECBDFF4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6038" y="1874838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sp>
        <p:nvSpPr>
          <p:cNvPr id="96298" name="Rectangle 44">
            <a:extLst>
              <a:ext uri="{FF2B5EF4-FFF2-40B4-BE49-F238E27FC236}">
                <a16:creationId xmlns:a16="http://schemas.microsoft.com/office/drawing/2014/main" id="{D946742F-E856-C94A-8661-9086683A7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6288" y="180816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96299" name="Freeform 45">
            <a:extLst>
              <a:ext uri="{FF2B5EF4-FFF2-40B4-BE49-F238E27FC236}">
                <a16:creationId xmlns:a16="http://schemas.microsoft.com/office/drawing/2014/main" id="{3AE82689-EB6D-6744-A6A5-52A4D73432DB}"/>
              </a:ext>
            </a:extLst>
          </p:cNvPr>
          <p:cNvSpPr>
            <a:spLocks/>
          </p:cNvSpPr>
          <p:nvPr/>
        </p:nvSpPr>
        <p:spPr bwMode="auto">
          <a:xfrm>
            <a:off x="6116638" y="1798638"/>
            <a:ext cx="227012" cy="458787"/>
          </a:xfrm>
          <a:custGeom>
            <a:avLst/>
            <a:gdLst>
              <a:gd name="T0" fmla="*/ 0 w 143"/>
              <a:gd name="T1" fmla="*/ 0 h 289"/>
              <a:gd name="T2" fmla="*/ 2147483646 w 143"/>
              <a:gd name="T3" fmla="*/ 0 h 289"/>
              <a:gd name="T4" fmla="*/ 2147483646 w 143"/>
              <a:gd name="T5" fmla="*/ 2147483646 h 289"/>
              <a:gd name="T6" fmla="*/ 0 w 143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3" h="289">
                <a:moveTo>
                  <a:pt x="0" y="0"/>
                </a:moveTo>
                <a:lnTo>
                  <a:pt x="142" y="0"/>
                </a:lnTo>
                <a:lnTo>
                  <a:pt x="142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300" name="Line 46">
            <a:extLst>
              <a:ext uri="{FF2B5EF4-FFF2-40B4-BE49-F238E27FC236}">
                <a16:creationId xmlns:a16="http://schemas.microsoft.com/office/drawing/2014/main" id="{6F2E8A84-60CA-7340-8217-D131FE15162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3088" y="2027238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01" name="Line 47">
            <a:extLst>
              <a:ext uri="{FF2B5EF4-FFF2-40B4-BE49-F238E27FC236}">
                <a16:creationId xmlns:a16="http://schemas.microsoft.com/office/drawing/2014/main" id="{0B95F73F-FAE0-7B46-9B1B-52926E31AA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4738" y="2027238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02" name="Freeform 48">
            <a:extLst>
              <a:ext uri="{FF2B5EF4-FFF2-40B4-BE49-F238E27FC236}">
                <a16:creationId xmlns:a16="http://schemas.microsoft.com/office/drawing/2014/main" id="{594AD8BA-A95B-1749-B79F-6237D624E449}"/>
              </a:ext>
            </a:extLst>
          </p:cNvPr>
          <p:cNvSpPr>
            <a:spLocks/>
          </p:cNvSpPr>
          <p:nvPr/>
        </p:nvSpPr>
        <p:spPr bwMode="auto">
          <a:xfrm>
            <a:off x="5083175" y="2027238"/>
            <a:ext cx="684213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303" name="Line 49">
            <a:extLst>
              <a:ext uri="{FF2B5EF4-FFF2-40B4-BE49-F238E27FC236}">
                <a16:creationId xmlns:a16="http://schemas.microsoft.com/office/drawing/2014/main" id="{3563E7DD-629C-5E47-A727-776775107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550" y="21796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04" name="Freeform 50">
            <a:extLst>
              <a:ext uri="{FF2B5EF4-FFF2-40B4-BE49-F238E27FC236}">
                <a16:creationId xmlns:a16="http://schemas.microsoft.com/office/drawing/2014/main" id="{08DF6436-AA4E-844A-9075-5B49D4A36AA3}"/>
              </a:ext>
            </a:extLst>
          </p:cNvPr>
          <p:cNvSpPr>
            <a:spLocks/>
          </p:cNvSpPr>
          <p:nvPr/>
        </p:nvSpPr>
        <p:spPr bwMode="auto">
          <a:xfrm>
            <a:off x="4440238" y="2019300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6305" name="Group 51">
            <a:extLst>
              <a:ext uri="{FF2B5EF4-FFF2-40B4-BE49-F238E27FC236}">
                <a16:creationId xmlns:a16="http://schemas.microsoft.com/office/drawing/2014/main" id="{A01822ED-34ED-1E42-A111-4748B7B9AD1F}"/>
              </a:ext>
            </a:extLst>
          </p:cNvPr>
          <p:cNvGrpSpPr>
            <a:grpSpLocks/>
          </p:cNvGrpSpPr>
          <p:nvPr/>
        </p:nvGrpSpPr>
        <p:grpSpPr bwMode="auto">
          <a:xfrm>
            <a:off x="5205413" y="2357438"/>
            <a:ext cx="352425" cy="763587"/>
            <a:chOff x="3279" y="1701"/>
            <a:chExt cx="222" cy="481"/>
          </a:xfrm>
        </p:grpSpPr>
        <p:sp>
          <p:nvSpPr>
            <p:cNvPr id="96409" name="Freeform 52">
              <a:extLst>
                <a:ext uri="{FF2B5EF4-FFF2-40B4-BE49-F238E27FC236}">
                  <a16:creationId xmlns:a16="http://schemas.microsoft.com/office/drawing/2014/main" id="{64A7AAA8-6038-4C42-B79D-AEF5EC31D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" y="1701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10" name="Rectangle 53">
              <a:extLst>
                <a:ext uri="{FF2B5EF4-FFF2-40B4-BE49-F238E27FC236}">
                  <a16:creationId xmlns:a16="http://schemas.microsoft.com/office/drawing/2014/main" id="{B036D13D-1D18-064A-B5BA-1A533A016A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192" y="1824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96306" name="Group 54">
            <a:extLst>
              <a:ext uri="{FF2B5EF4-FFF2-40B4-BE49-F238E27FC236}">
                <a16:creationId xmlns:a16="http://schemas.microsoft.com/office/drawing/2014/main" id="{6839364C-977A-184C-B1A4-74C89D74558F}"/>
              </a:ext>
            </a:extLst>
          </p:cNvPr>
          <p:cNvGrpSpPr>
            <a:grpSpLocks/>
          </p:cNvGrpSpPr>
          <p:nvPr/>
        </p:nvGrpSpPr>
        <p:grpSpPr bwMode="auto">
          <a:xfrm>
            <a:off x="3725863" y="2509838"/>
            <a:ext cx="563562" cy="458787"/>
            <a:chOff x="2347" y="1797"/>
            <a:chExt cx="355" cy="289"/>
          </a:xfrm>
        </p:grpSpPr>
        <p:sp>
          <p:nvSpPr>
            <p:cNvPr id="96405" name="Rectangle 55">
              <a:extLst>
                <a:ext uri="{FF2B5EF4-FFF2-40B4-BE49-F238E27FC236}">
                  <a16:creationId xmlns:a16="http://schemas.microsoft.com/office/drawing/2014/main" id="{F177EDA0-D289-5D40-BBA9-6F652147C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1803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96406" name="Group 56">
              <a:extLst>
                <a:ext uri="{FF2B5EF4-FFF2-40B4-BE49-F238E27FC236}">
                  <a16:creationId xmlns:a16="http://schemas.microsoft.com/office/drawing/2014/main" id="{889CBBE4-8E64-1146-8CB7-5EEDA64D2D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2" y="1797"/>
              <a:ext cx="340" cy="289"/>
              <a:chOff x="2362" y="1797"/>
              <a:chExt cx="340" cy="289"/>
            </a:xfrm>
          </p:grpSpPr>
          <p:sp>
            <p:nvSpPr>
              <p:cNvPr id="96407" name="Freeform 57">
                <a:extLst>
                  <a:ext uri="{FF2B5EF4-FFF2-40B4-BE49-F238E27FC236}">
                    <a16:creationId xmlns:a16="http://schemas.microsoft.com/office/drawing/2014/main" id="{0723FF1B-2FD9-C347-89F3-65B16D2E10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2" y="1797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08" name="Freeform 58">
                <a:extLst>
                  <a:ext uri="{FF2B5EF4-FFF2-40B4-BE49-F238E27FC236}">
                    <a16:creationId xmlns:a16="http://schemas.microsoft.com/office/drawing/2014/main" id="{440F2BE9-E1DC-3B4E-8955-3D1A024FA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1" y="1797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96307" name="Rectangle 59">
            <a:extLst>
              <a:ext uri="{FF2B5EF4-FFF2-40B4-BE49-F238E27FC236}">
                <a16:creationId xmlns:a16="http://schemas.microsoft.com/office/drawing/2014/main" id="{4A719275-7E0A-B345-A68A-9850127F8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113" y="2527300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96308" name="Freeform 60">
            <a:extLst>
              <a:ext uri="{FF2B5EF4-FFF2-40B4-BE49-F238E27FC236}">
                <a16:creationId xmlns:a16="http://schemas.microsoft.com/office/drawing/2014/main" id="{6F484204-86F1-374B-AA89-DB84D2DF520B}"/>
              </a:ext>
            </a:extLst>
          </p:cNvPr>
          <p:cNvSpPr>
            <a:spLocks/>
          </p:cNvSpPr>
          <p:nvPr/>
        </p:nvSpPr>
        <p:spPr bwMode="auto">
          <a:xfrm>
            <a:off x="4479925" y="2509838"/>
            <a:ext cx="236538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309" name="Line 61">
            <a:extLst>
              <a:ext uri="{FF2B5EF4-FFF2-40B4-BE49-F238E27FC236}">
                <a16:creationId xmlns:a16="http://schemas.microsoft.com/office/drawing/2014/main" id="{1D10EF46-B562-5F43-B1AD-D129AA554B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1013" y="273843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10" name="Freeform 62">
            <a:extLst>
              <a:ext uri="{FF2B5EF4-FFF2-40B4-BE49-F238E27FC236}">
                <a16:creationId xmlns:a16="http://schemas.microsoft.com/office/drawing/2014/main" id="{F4F7207E-6A20-8940-85C9-923170332707}"/>
              </a:ext>
            </a:extLst>
          </p:cNvPr>
          <p:cNvSpPr>
            <a:spLocks/>
          </p:cNvSpPr>
          <p:nvPr/>
        </p:nvSpPr>
        <p:spPr bwMode="auto">
          <a:xfrm>
            <a:off x="4395788" y="25860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311" name="Line 63">
            <a:extLst>
              <a:ext uri="{FF2B5EF4-FFF2-40B4-BE49-F238E27FC236}">
                <a16:creationId xmlns:a16="http://schemas.microsoft.com/office/drawing/2014/main" id="{721F0A1F-9D5B-5E4A-B2C7-C2194F84D8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1413" y="2586038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12" name="Rectangle 64">
            <a:extLst>
              <a:ext uri="{FF2B5EF4-FFF2-40B4-BE49-F238E27FC236}">
                <a16:creationId xmlns:a16="http://schemas.microsoft.com/office/drawing/2014/main" id="{9C6EC246-FFCE-2046-AFCA-BC5F62AB5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100" y="2519363"/>
            <a:ext cx="4968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96313" name="Group 65">
            <a:extLst>
              <a:ext uri="{FF2B5EF4-FFF2-40B4-BE49-F238E27FC236}">
                <a16:creationId xmlns:a16="http://schemas.microsoft.com/office/drawing/2014/main" id="{A63405C6-5539-D240-ACC3-59F34B468C6A}"/>
              </a:ext>
            </a:extLst>
          </p:cNvPr>
          <p:cNvGrpSpPr>
            <a:grpSpLocks/>
          </p:cNvGrpSpPr>
          <p:nvPr/>
        </p:nvGrpSpPr>
        <p:grpSpPr bwMode="auto">
          <a:xfrm>
            <a:off x="5827713" y="2509838"/>
            <a:ext cx="515937" cy="458787"/>
            <a:chOff x="3671" y="1797"/>
            <a:chExt cx="325" cy="289"/>
          </a:xfrm>
        </p:grpSpPr>
        <p:sp>
          <p:nvSpPr>
            <p:cNvPr id="96403" name="Freeform 66">
              <a:extLst>
                <a:ext uri="{FF2B5EF4-FFF2-40B4-BE49-F238E27FC236}">
                  <a16:creationId xmlns:a16="http://schemas.microsoft.com/office/drawing/2014/main" id="{4FC7DBC8-E698-684A-94DD-864C417E1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1797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04" name="Freeform 67">
              <a:extLst>
                <a:ext uri="{FF2B5EF4-FFF2-40B4-BE49-F238E27FC236}">
                  <a16:creationId xmlns:a16="http://schemas.microsoft.com/office/drawing/2014/main" id="{4C9F28D2-0F9C-ED44-BA0D-D4E99565D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1797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6314" name="Rectangle 68">
            <a:extLst>
              <a:ext uri="{FF2B5EF4-FFF2-40B4-BE49-F238E27FC236}">
                <a16:creationId xmlns:a16="http://schemas.microsoft.com/office/drawing/2014/main" id="{5CB46EE5-09E2-374F-B98E-BD41D2DED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150" y="2519363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96315" name="Group 69">
            <a:extLst>
              <a:ext uri="{FF2B5EF4-FFF2-40B4-BE49-F238E27FC236}">
                <a16:creationId xmlns:a16="http://schemas.microsoft.com/office/drawing/2014/main" id="{6D507E27-2D5E-9E4B-AB5D-65508806E4D7}"/>
              </a:ext>
            </a:extLst>
          </p:cNvPr>
          <p:cNvGrpSpPr>
            <a:grpSpLocks/>
          </p:cNvGrpSpPr>
          <p:nvPr/>
        </p:nvGrpSpPr>
        <p:grpSpPr bwMode="auto">
          <a:xfrm>
            <a:off x="6570663" y="2509838"/>
            <a:ext cx="450850" cy="458787"/>
            <a:chOff x="4139" y="1797"/>
            <a:chExt cx="284" cy="289"/>
          </a:xfrm>
        </p:grpSpPr>
        <p:sp>
          <p:nvSpPr>
            <p:cNvPr id="96401" name="Freeform 70">
              <a:extLst>
                <a:ext uri="{FF2B5EF4-FFF2-40B4-BE49-F238E27FC236}">
                  <a16:creationId xmlns:a16="http://schemas.microsoft.com/office/drawing/2014/main" id="{4F512223-D5D2-B940-9C89-05D081810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9" y="1797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02" name="Freeform 71">
              <a:extLst>
                <a:ext uri="{FF2B5EF4-FFF2-40B4-BE49-F238E27FC236}">
                  <a16:creationId xmlns:a16="http://schemas.microsoft.com/office/drawing/2014/main" id="{0BD88ED0-1561-5240-8C1B-ABC2CF50E6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0" y="1797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6316" name="Line 72">
            <a:extLst>
              <a:ext uri="{FF2B5EF4-FFF2-40B4-BE49-F238E27FC236}">
                <a16:creationId xmlns:a16="http://schemas.microsoft.com/office/drawing/2014/main" id="{539A92DA-94A0-3646-B33A-2814F241FDE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0950" y="2738438"/>
            <a:ext cx="233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17" name="Line 73">
            <a:extLst>
              <a:ext uri="{FF2B5EF4-FFF2-40B4-BE49-F238E27FC236}">
                <a16:creationId xmlns:a16="http://schemas.microsoft.com/office/drawing/2014/main" id="{19EC3ED0-DB14-B943-B744-44C9C0DBA2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2738438"/>
            <a:ext cx="258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18" name="Freeform 74">
            <a:extLst>
              <a:ext uri="{FF2B5EF4-FFF2-40B4-BE49-F238E27FC236}">
                <a16:creationId xmlns:a16="http://schemas.microsoft.com/office/drawing/2014/main" id="{EAB57E6A-0316-F54A-9A5A-13BC823AF856}"/>
              </a:ext>
            </a:extLst>
          </p:cNvPr>
          <p:cNvSpPr>
            <a:spLocks/>
          </p:cNvSpPr>
          <p:nvPr/>
        </p:nvSpPr>
        <p:spPr bwMode="auto">
          <a:xfrm>
            <a:off x="5761038" y="2738438"/>
            <a:ext cx="684212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319" name="Line 75">
            <a:extLst>
              <a:ext uri="{FF2B5EF4-FFF2-40B4-BE49-F238E27FC236}">
                <a16:creationId xmlns:a16="http://schemas.microsoft.com/office/drawing/2014/main" id="{E7272ED7-A244-FA4D-A316-B67C12FB0E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1413" y="2890838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20" name="Freeform 76">
            <a:extLst>
              <a:ext uri="{FF2B5EF4-FFF2-40B4-BE49-F238E27FC236}">
                <a16:creationId xmlns:a16="http://schemas.microsoft.com/office/drawing/2014/main" id="{11FB1517-344C-274D-9F42-A177A4FA0BDE}"/>
              </a:ext>
            </a:extLst>
          </p:cNvPr>
          <p:cNvSpPr>
            <a:spLocks/>
          </p:cNvSpPr>
          <p:nvPr/>
        </p:nvSpPr>
        <p:spPr bwMode="auto">
          <a:xfrm>
            <a:off x="5118100" y="2730500"/>
            <a:ext cx="534988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321" name="Freeform 77">
            <a:extLst>
              <a:ext uri="{FF2B5EF4-FFF2-40B4-BE49-F238E27FC236}">
                <a16:creationId xmlns:a16="http://schemas.microsoft.com/office/drawing/2014/main" id="{81B72FE4-6899-7648-9D2C-00E2B05B884E}"/>
              </a:ext>
            </a:extLst>
          </p:cNvPr>
          <p:cNvSpPr>
            <a:spLocks/>
          </p:cNvSpPr>
          <p:nvPr/>
        </p:nvSpPr>
        <p:spPr bwMode="auto">
          <a:xfrm>
            <a:off x="6438900" y="3449638"/>
            <a:ext cx="684213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6322" name="Group 78">
            <a:extLst>
              <a:ext uri="{FF2B5EF4-FFF2-40B4-BE49-F238E27FC236}">
                <a16:creationId xmlns:a16="http://schemas.microsoft.com/office/drawing/2014/main" id="{A647F945-E70E-8E46-BF61-E150203FC19E}"/>
              </a:ext>
            </a:extLst>
          </p:cNvPr>
          <p:cNvGrpSpPr>
            <a:grpSpLocks/>
          </p:cNvGrpSpPr>
          <p:nvPr/>
        </p:nvGrpSpPr>
        <p:grpSpPr bwMode="auto">
          <a:xfrm>
            <a:off x="5883275" y="3068638"/>
            <a:ext cx="352425" cy="763587"/>
            <a:chOff x="3706" y="2149"/>
            <a:chExt cx="222" cy="481"/>
          </a:xfrm>
        </p:grpSpPr>
        <p:sp>
          <p:nvSpPr>
            <p:cNvPr id="96399" name="Freeform 79">
              <a:extLst>
                <a:ext uri="{FF2B5EF4-FFF2-40B4-BE49-F238E27FC236}">
                  <a16:creationId xmlns:a16="http://schemas.microsoft.com/office/drawing/2014/main" id="{0A07925D-3207-1B4A-B1F1-13BBF45FD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" y="2149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400" name="Rectangle 80">
              <a:extLst>
                <a:ext uri="{FF2B5EF4-FFF2-40B4-BE49-F238E27FC236}">
                  <a16:creationId xmlns:a16="http://schemas.microsoft.com/office/drawing/2014/main" id="{E10543FC-9A58-C14B-9F5C-C0B44AB21A9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619" y="2272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96323" name="Group 81">
            <a:extLst>
              <a:ext uri="{FF2B5EF4-FFF2-40B4-BE49-F238E27FC236}">
                <a16:creationId xmlns:a16="http://schemas.microsoft.com/office/drawing/2014/main" id="{12D61627-9CF9-8846-8CC3-74C85581F5D6}"/>
              </a:ext>
            </a:extLst>
          </p:cNvPr>
          <p:cNvGrpSpPr>
            <a:grpSpLocks/>
          </p:cNvGrpSpPr>
          <p:nvPr/>
        </p:nvGrpSpPr>
        <p:grpSpPr bwMode="auto">
          <a:xfrm>
            <a:off x="4403725" y="3221038"/>
            <a:ext cx="563563" cy="458787"/>
            <a:chOff x="2774" y="2245"/>
            <a:chExt cx="355" cy="289"/>
          </a:xfrm>
        </p:grpSpPr>
        <p:sp>
          <p:nvSpPr>
            <p:cNvPr id="96395" name="Rectangle 82">
              <a:extLst>
                <a:ext uri="{FF2B5EF4-FFF2-40B4-BE49-F238E27FC236}">
                  <a16:creationId xmlns:a16="http://schemas.microsoft.com/office/drawing/2014/main" id="{B2834A0B-CEEC-F445-9984-95FACB5E28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" y="2251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96396" name="Group 83">
              <a:extLst>
                <a:ext uri="{FF2B5EF4-FFF2-40B4-BE49-F238E27FC236}">
                  <a16:creationId xmlns:a16="http://schemas.microsoft.com/office/drawing/2014/main" id="{9FB37DCD-E8B1-C348-9663-6D649C476F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9" y="2245"/>
              <a:ext cx="340" cy="289"/>
              <a:chOff x="2789" y="2245"/>
              <a:chExt cx="340" cy="289"/>
            </a:xfrm>
          </p:grpSpPr>
          <p:sp>
            <p:nvSpPr>
              <p:cNvPr id="96397" name="Freeform 84">
                <a:extLst>
                  <a:ext uri="{FF2B5EF4-FFF2-40B4-BE49-F238E27FC236}">
                    <a16:creationId xmlns:a16="http://schemas.microsoft.com/office/drawing/2014/main" id="{2A26215B-352D-DF45-8DA1-22DE32D60E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2245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398" name="Freeform 85">
                <a:extLst>
                  <a:ext uri="{FF2B5EF4-FFF2-40B4-BE49-F238E27FC236}">
                    <a16:creationId xmlns:a16="http://schemas.microsoft.com/office/drawing/2014/main" id="{3A28891B-2B96-F346-A160-A778C89B7E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8" y="2245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96324" name="Rectangle 86">
            <a:extLst>
              <a:ext uri="{FF2B5EF4-FFF2-40B4-BE49-F238E27FC236}">
                <a16:creationId xmlns:a16="http://schemas.microsoft.com/office/drawing/2014/main" id="{17995116-EBC0-C840-8A40-BE6030748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3238500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96325" name="Freeform 87">
            <a:extLst>
              <a:ext uri="{FF2B5EF4-FFF2-40B4-BE49-F238E27FC236}">
                <a16:creationId xmlns:a16="http://schemas.microsoft.com/office/drawing/2014/main" id="{F4D3F317-6411-5948-845A-5A8AAAC7E773}"/>
              </a:ext>
            </a:extLst>
          </p:cNvPr>
          <p:cNvSpPr>
            <a:spLocks/>
          </p:cNvSpPr>
          <p:nvPr/>
        </p:nvSpPr>
        <p:spPr bwMode="auto">
          <a:xfrm>
            <a:off x="5157788" y="3221038"/>
            <a:ext cx="236537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326" name="Line 88">
            <a:extLst>
              <a:ext uri="{FF2B5EF4-FFF2-40B4-BE49-F238E27FC236}">
                <a16:creationId xmlns:a16="http://schemas.microsoft.com/office/drawing/2014/main" id="{97DBAAD9-FDB1-FA40-A4A9-146B0C8B48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8875" y="344963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27" name="Freeform 89">
            <a:extLst>
              <a:ext uri="{FF2B5EF4-FFF2-40B4-BE49-F238E27FC236}">
                <a16:creationId xmlns:a16="http://schemas.microsoft.com/office/drawing/2014/main" id="{BB5F839C-81D2-784A-9D15-0B4429FAE6D5}"/>
              </a:ext>
            </a:extLst>
          </p:cNvPr>
          <p:cNvSpPr>
            <a:spLocks/>
          </p:cNvSpPr>
          <p:nvPr/>
        </p:nvSpPr>
        <p:spPr bwMode="auto">
          <a:xfrm>
            <a:off x="5073650" y="32972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328" name="Line 90">
            <a:extLst>
              <a:ext uri="{FF2B5EF4-FFF2-40B4-BE49-F238E27FC236}">
                <a16:creationId xmlns:a16="http://schemas.microsoft.com/office/drawing/2014/main" id="{40E38C40-5206-5C45-82EE-924A8EBFD94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9275" y="32972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29" name="Rectangle 91">
            <a:extLst>
              <a:ext uri="{FF2B5EF4-FFF2-40B4-BE49-F238E27FC236}">
                <a16:creationId xmlns:a16="http://schemas.microsoft.com/office/drawing/2014/main" id="{2FC6CF64-9A1A-594D-8A78-CCEF37D3E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0963" y="3230563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96330" name="Group 92">
            <a:extLst>
              <a:ext uri="{FF2B5EF4-FFF2-40B4-BE49-F238E27FC236}">
                <a16:creationId xmlns:a16="http://schemas.microsoft.com/office/drawing/2014/main" id="{3084F3FD-DEC6-EE49-BF55-AABE81F4735C}"/>
              </a:ext>
            </a:extLst>
          </p:cNvPr>
          <p:cNvGrpSpPr>
            <a:grpSpLocks/>
          </p:cNvGrpSpPr>
          <p:nvPr/>
        </p:nvGrpSpPr>
        <p:grpSpPr bwMode="auto">
          <a:xfrm>
            <a:off x="6505575" y="3221038"/>
            <a:ext cx="515938" cy="458787"/>
            <a:chOff x="4098" y="2245"/>
            <a:chExt cx="325" cy="289"/>
          </a:xfrm>
        </p:grpSpPr>
        <p:sp>
          <p:nvSpPr>
            <p:cNvPr id="96393" name="Freeform 93">
              <a:extLst>
                <a:ext uri="{FF2B5EF4-FFF2-40B4-BE49-F238E27FC236}">
                  <a16:creationId xmlns:a16="http://schemas.microsoft.com/office/drawing/2014/main" id="{872A17BE-4495-3447-AE1A-3DCB013D3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2245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4" name="Freeform 94">
              <a:extLst>
                <a:ext uri="{FF2B5EF4-FFF2-40B4-BE49-F238E27FC236}">
                  <a16:creationId xmlns:a16="http://schemas.microsoft.com/office/drawing/2014/main" id="{C0D6F79C-CB99-384A-9FF5-6DFCB39EE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9" y="2245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6331" name="Rectangle 95">
            <a:extLst>
              <a:ext uri="{FF2B5EF4-FFF2-40B4-BE49-F238E27FC236}">
                <a16:creationId xmlns:a16="http://schemas.microsoft.com/office/drawing/2014/main" id="{E40A3610-5337-A24F-A039-CC6FFC777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013" y="323056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96332" name="Group 96">
            <a:extLst>
              <a:ext uri="{FF2B5EF4-FFF2-40B4-BE49-F238E27FC236}">
                <a16:creationId xmlns:a16="http://schemas.microsoft.com/office/drawing/2014/main" id="{59A5F27C-36C3-A34C-A4D6-34ABBB046014}"/>
              </a:ext>
            </a:extLst>
          </p:cNvPr>
          <p:cNvGrpSpPr>
            <a:grpSpLocks/>
          </p:cNvGrpSpPr>
          <p:nvPr/>
        </p:nvGrpSpPr>
        <p:grpSpPr bwMode="auto">
          <a:xfrm>
            <a:off x="7248525" y="3221038"/>
            <a:ext cx="450850" cy="458787"/>
            <a:chOff x="4566" y="2245"/>
            <a:chExt cx="284" cy="289"/>
          </a:xfrm>
        </p:grpSpPr>
        <p:sp>
          <p:nvSpPr>
            <p:cNvPr id="96391" name="Freeform 97">
              <a:extLst>
                <a:ext uri="{FF2B5EF4-FFF2-40B4-BE49-F238E27FC236}">
                  <a16:creationId xmlns:a16="http://schemas.microsoft.com/office/drawing/2014/main" id="{5C2EB484-4800-EA4D-A9A6-F5C7306064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6" y="2245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2" name="Freeform 98">
              <a:extLst>
                <a:ext uri="{FF2B5EF4-FFF2-40B4-BE49-F238E27FC236}">
                  <a16:creationId xmlns:a16="http://schemas.microsoft.com/office/drawing/2014/main" id="{9D18AE71-51E8-8C4B-81E5-F7FA4D614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7" y="2245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6333" name="Line 99">
            <a:extLst>
              <a:ext uri="{FF2B5EF4-FFF2-40B4-BE49-F238E27FC236}">
                <a16:creationId xmlns:a16="http://schemas.microsoft.com/office/drawing/2014/main" id="{F4A4CC74-AE3C-0A4D-AA8A-E4710848DF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8813" y="3449638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34" name="Line 100">
            <a:extLst>
              <a:ext uri="{FF2B5EF4-FFF2-40B4-BE49-F238E27FC236}">
                <a16:creationId xmlns:a16="http://schemas.microsoft.com/office/drawing/2014/main" id="{EF80BA8A-BCBC-1942-A400-9AB7EEB361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0463" y="3449638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35" name="Line 101">
            <a:extLst>
              <a:ext uri="{FF2B5EF4-FFF2-40B4-BE49-F238E27FC236}">
                <a16:creationId xmlns:a16="http://schemas.microsoft.com/office/drawing/2014/main" id="{F8542EDF-E4A7-4745-A419-027DC5C1308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9275" y="36020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36" name="Freeform 102">
            <a:extLst>
              <a:ext uri="{FF2B5EF4-FFF2-40B4-BE49-F238E27FC236}">
                <a16:creationId xmlns:a16="http://schemas.microsoft.com/office/drawing/2014/main" id="{C191AF39-BB07-F845-B7EA-29AA6237B6D6}"/>
              </a:ext>
            </a:extLst>
          </p:cNvPr>
          <p:cNvSpPr>
            <a:spLocks/>
          </p:cNvSpPr>
          <p:nvPr/>
        </p:nvSpPr>
        <p:spPr bwMode="auto">
          <a:xfrm>
            <a:off x="5808663" y="3441700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337" name="Freeform 103">
            <a:extLst>
              <a:ext uri="{FF2B5EF4-FFF2-40B4-BE49-F238E27FC236}">
                <a16:creationId xmlns:a16="http://schemas.microsoft.com/office/drawing/2014/main" id="{CC02D9EA-993D-CE4B-BA72-5F1DAE494EC8}"/>
              </a:ext>
            </a:extLst>
          </p:cNvPr>
          <p:cNvSpPr>
            <a:spLocks/>
          </p:cNvSpPr>
          <p:nvPr/>
        </p:nvSpPr>
        <p:spPr bwMode="auto">
          <a:xfrm>
            <a:off x="6575425" y="3779838"/>
            <a:ext cx="338138" cy="763587"/>
          </a:xfrm>
          <a:custGeom>
            <a:avLst/>
            <a:gdLst>
              <a:gd name="T0" fmla="*/ 0 w 213"/>
              <a:gd name="T1" fmla="*/ 2147483646 h 481"/>
              <a:gd name="T2" fmla="*/ 2147483646 w 213"/>
              <a:gd name="T3" fmla="*/ 2147483646 h 481"/>
              <a:gd name="T4" fmla="*/ 0 w 213"/>
              <a:gd name="T5" fmla="*/ 2147483646 h 481"/>
              <a:gd name="T6" fmla="*/ 0 w 213"/>
              <a:gd name="T7" fmla="*/ 0 h 481"/>
              <a:gd name="T8" fmla="*/ 2147483646 w 213"/>
              <a:gd name="T9" fmla="*/ 2147483646 h 481"/>
              <a:gd name="T10" fmla="*/ 2147483646 w 213"/>
              <a:gd name="T11" fmla="*/ 2147483646 h 481"/>
              <a:gd name="T12" fmla="*/ 0 w 213"/>
              <a:gd name="T13" fmla="*/ 2147483646 h 481"/>
              <a:gd name="T14" fmla="*/ 0 w 213"/>
              <a:gd name="T15" fmla="*/ 2147483646 h 4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3" h="481">
                <a:moveTo>
                  <a:pt x="0" y="320"/>
                </a:moveTo>
                <a:lnTo>
                  <a:pt x="71" y="240"/>
                </a:lnTo>
                <a:lnTo>
                  <a:pt x="0" y="160"/>
                </a:lnTo>
                <a:lnTo>
                  <a:pt x="0" y="0"/>
                </a:lnTo>
                <a:lnTo>
                  <a:pt x="212" y="160"/>
                </a:lnTo>
                <a:lnTo>
                  <a:pt x="212" y="320"/>
                </a:lnTo>
                <a:lnTo>
                  <a:pt x="0" y="480"/>
                </a:lnTo>
                <a:lnTo>
                  <a:pt x="0" y="32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338" name="Freeform 104">
            <a:extLst>
              <a:ext uri="{FF2B5EF4-FFF2-40B4-BE49-F238E27FC236}">
                <a16:creationId xmlns:a16="http://schemas.microsoft.com/office/drawing/2014/main" id="{A93DB67C-DDF5-BD4B-B13F-58A440EC3E39}"/>
              </a:ext>
            </a:extLst>
          </p:cNvPr>
          <p:cNvSpPr>
            <a:spLocks/>
          </p:cNvSpPr>
          <p:nvPr/>
        </p:nvSpPr>
        <p:spPr bwMode="auto">
          <a:xfrm>
            <a:off x="7116763" y="4160838"/>
            <a:ext cx="684212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339" name="Freeform 105">
            <a:extLst>
              <a:ext uri="{FF2B5EF4-FFF2-40B4-BE49-F238E27FC236}">
                <a16:creationId xmlns:a16="http://schemas.microsoft.com/office/drawing/2014/main" id="{DE712366-8F69-3F40-A106-D9C48E0FA07D}"/>
              </a:ext>
            </a:extLst>
          </p:cNvPr>
          <p:cNvSpPr>
            <a:spLocks/>
          </p:cNvSpPr>
          <p:nvPr/>
        </p:nvSpPr>
        <p:spPr bwMode="auto">
          <a:xfrm>
            <a:off x="5105400" y="3932238"/>
            <a:ext cx="269875" cy="458787"/>
          </a:xfrm>
          <a:custGeom>
            <a:avLst/>
            <a:gdLst>
              <a:gd name="T0" fmla="*/ 2147483646 w 170"/>
              <a:gd name="T1" fmla="*/ 0 h 289"/>
              <a:gd name="T2" fmla="*/ 0 w 170"/>
              <a:gd name="T3" fmla="*/ 0 h 289"/>
              <a:gd name="T4" fmla="*/ 0 w 170"/>
              <a:gd name="T5" fmla="*/ 2147483646 h 289"/>
              <a:gd name="T6" fmla="*/ 2147483646 w 170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0" h="289">
                <a:moveTo>
                  <a:pt x="169" y="0"/>
                </a:moveTo>
                <a:lnTo>
                  <a:pt x="0" y="0"/>
                </a:lnTo>
                <a:lnTo>
                  <a:pt x="0" y="288"/>
                </a:lnTo>
                <a:lnTo>
                  <a:pt x="169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340" name="Freeform 106">
            <a:extLst>
              <a:ext uri="{FF2B5EF4-FFF2-40B4-BE49-F238E27FC236}">
                <a16:creationId xmlns:a16="http://schemas.microsoft.com/office/drawing/2014/main" id="{06960CF1-26E1-3543-A37B-A8F3279AB9BC}"/>
              </a:ext>
            </a:extLst>
          </p:cNvPr>
          <p:cNvSpPr>
            <a:spLocks/>
          </p:cNvSpPr>
          <p:nvPr/>
        </p:nvSpPr>
        <p:spPr bwMode="auto">
          <a:xfrm>
            <a:off x="5373688" y="3932238"/>
            <a:ext cx="271462" cy="458787"/>
          </a:xfrm>
          <a:custGeom>
            <a:avLst/>
            <a:gdLst>
              <a:gd name="T0" fmla="*/ 0 w 171"/>
              <a:gd name="T1" fmla="*/ 0 h 289"/>
              <a:gd name="T2" fmla="*/ 2147483646 w 171"/>
              <a:gd name="T3" fmla="*/ 0 h 289"/>
              <a:gd name="T4" fmla="*/ 2147483646 w 171"/>
              <a:gd name="T5" fmla="*/ 2147483646 h 289"/>
              <a:gd name="T6" fmla="*/ 0 w 171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1" h="289">
                <a:moveTo>
                  <a:pt x="0" y="0"/>
                </a:moveTo>
                <a:lnTo>
                  <a:pt x="170" y="0"/>
                </a:lnTo>
                <a:lnTo>
                  <a:pt x="170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341" name="Rectangle 107">
            <a:extLst>
              <a:ext uri="{FF2B5EF4-FFF2-40B4-BE49-F238E27FC236}">
                <a16:creationId xmlns:a16="http://schemas.microsoft.com/office/drawing/2014/main" id="{2CD182D0-DC35-0145-A805-1BF7AEB6D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588" y="3941763"/>
            <a:ext cx="4302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Im</a:t>
            </a:r>
          </a:p>
        </p:txBody>
      </p:sp>
      <p:sp>
        <p:nvSpPr>
          <p:cNvPr id="96342" name="Rectangle 108">
            <a:extLst>
              <a:ext uri="{FF2B5EF4-FFF2-40B4-BE49-F238E27FC236}">
                <a16:creationId xmlns:a16="http://schemas.microsoft.com/office/drawing/2014/main" id="{93DC0ACD-563B-E349-B818-F6A8D3FAE85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23820" y="3974306"/>
            <a:ext cx="6080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96343" name="Rectangle 109">
            <a:extLst>
              <a:ext uri="{FF2B5EF4-FFF2-40B4-BE49-F238E27FC236}">
                <a16:creationId xmlns:a16="http://schemas.microsoft.com/office/drawing/2014/main" id="{74A3900B-F7B2-324D-A58D-9DB55F65D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838" y="3949700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96344" name="Freeform 110">
            <a:extLst>
              <a:ext uri="{FF2B5EF4-FFF2-40B4-BE49-F238E27FC236}">
                <a16:creationId xmlns:a16="http://schemas.microsoft.com/office/drawing/2014/main" id="{2BD92D6A-C646-CB47-BED7-1C7403D4054D}"/>
              </a:ext>
            </a:extLst>
          </p:cNvPr>
          <p:cNvSpPr>
            <a:spLocks/>
          </p:cNvSpPr>
          <p:nvPr/>
        </p:nvSpPr>
        <p:spPr bwMode="auto">
          <a:xfrm>
            <a:off x="5835650" y="3932238"/>
            <a:ext cx="236538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345" name="Line 111">
            <a:extLst>
              <a:ext uri="{FF2B5EF4-FFF2-40B4-BE49-F238E27FC236}">
                <a16:creationId xmlns:a16="http://schemas.microsoft.com/office/drawing/2014/main" id="{2D6A3DFD-C3CE-9443-975F-C24571D2B8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6738" y="416083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46" name="Freeform 112">
            <a:extLst>
              <a:ext uri="{FF2B5EF4-FFF2-40B4-BE49-F238E27FC236}">
                <a16:creationId xmlns:a16="http://schemas.microsoft.com/office/drawing/2014/main" id="{9D310172-A6A9-8F48-9B3B-3A58435221CF}"/>
              </a:ext>
            </a:extLst>
          </p:cNvPr>
          <p:cNvSpPr>
            <a:spLocks/>
          </p:cNvSpPr>
          <p:nvPr/>
        </p:nvSpPr>
        <p:spPr bwMode="auto">
          <a:xfrm>
            <a:off x="5751513" y="40084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347" name="Line 113">
            <a:extLst>
              <a:ext uri="{FF2B5EF4-FFF2-40B4-BE49-F238E27FC236}">
                <a16:creationId xmlns:a16="http://schemas.microsoft.com/office/drawing/2014/main" id="{F22BB3B1-5551-8549-A7BE-C8BD3DDE8B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7138" y="4008438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48" name="Rectangle 114">
            <a:extLst>
              <a:ext uri="{FF2B5EF4-FFF2-40B4-BE49-F238E27FC236}">
                <a16:creationId xmlns:a16="http://schemas.microsoft.com/office/drawing/2014/main" id="{F7EE970B-22AA-4A45-B589-F05D45A54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8825" y="3941763"/>
            <a:ext cx="4968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sp>
        <p:nvSpPr>
          <p:cNvPr id="96349" name="Freeform 115">
            <a:extLst>
              <a:ext uri="{FF2B5EF4-FFF2-40B4-BE49-F238E27FC236}">
                <a16:creationId xmlns:a16="http://schemas.microsoft.com/office/drawing/2014/main" id="{7DAF6994-108C-B847-A30B-49A9C172F27B}"/>
              </a:ext>
            </a:extLst>
          </p:cNvPr>
          <p:cNvSpPr>
            <a:spLocks/>
          </p:cNvSpPr>
          <p:nvPr/>
        </p:nvSpPr>
        <p:spPr bwMode="auto">
          <a:xfrm>
            <a:off x="7183438" y="3932238"/>
            <a:ext cx="257175" cy="458787"/>
          </a:xfrm>
          <a:custGeom>
            <a:avLst/>
            <a:gdLst>
              <a:gd name="T0" fmla="*/ 2147483646 w 162"/>
              <a:gd name="T1" fmla="*/ 0 h 289"/>
              <a:gd name="T2" fmla="*/ 0 w 162"/>
              <a:gd name="T3" fmla="*/ 0 h 289"/>
              <a:gd name="T4" fmla="*/ 0 w 162"/>
              <a:gd name="T5" fmla="*/ 2147483646 h 289"/>
              <a:gd name="T6" fmla="*/ 2147483646 w 16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289">
                <a:moveTo>
                  <a:pt x="161" y="0"/>
                </a:moveTo>
                <a:lnTo>
                  <a:pt x="0" y="0"/>
                </a:lnTo>
                <a:lnTo>
                  <a:pt x="0" y="288"/>
                </a:lnTo>
                <a:lnTo>
                  <a:pt x="16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350" name="Freeform 116">
            <a:extLst>
              <a:ext uri="{FF2B5EF4-FFF2-40B4-BE49-F238E27FC236}">
                <a16:creationId xmlns:a16="http://schemas.microsoft.com/office/drawing/2014/main" id="{92031B65-9BBF-ED4A-B6EF-831B7F31335A}"/>
              </a:ext>
            </a:extLst>
          </p:cNvPr>
          <p:cNvSpPr>
            <a:spLocks/>
          </p:cNvSpPr>
          <p:nvPr/>
        </p:nvSpPr>
        <p:spPr bwMode="auto">
          <a:xfrm>
            <a:off x="7439025" y="3932238"/>
            <a:ext cx="260350" cy="458787"/>
          </a:xfrm>
          <a:custGeom>
            <a:avLst/>
            <a:gdLst>
              <a:gd name="T0" fmla="*/ 0 w 164"/>
              <a:gd name="T1" fmla="*/ 0 h 289"/>
              <a:gd name="T2" fmla="*/ 2147483646 w 164"/>
              <a:gd name="T3" fmla="*/ 0 h 289"/>
              <a:gd name="T4" fmla="*/ 2147483646 w 164"/>
              <a:gd name="T5" fmla="*/ 2147483646 h 289"/>
              <a:gd name="T6" fmla="*/ 0 w 164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4" h="289">
                <a:moveTo>
                  <a:pt x="0" y="0"/>
                </a:moveTo>
                <a:lnTo>
                  <a:pt x="163" y="0"/>
                </a:lnTo>
                <a:lnTo>
                  <a:pt x="163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351" name="Rectangle 117">
            <a:extLst>
              <a:ext uri="{FF2B5EF4-FFF2-40B4-BE49-F238E27FC236}">
                <a16:creationId xmlns:a16="http://schemas.microsoft.com/office/drawing/2014/main" id="{E0A3E950-63CB-6D4D-851B-645D0B92D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9875" y="3941763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96352" name="Freeform 118">
            <a:extLst>
              <a:ext uri="{FF2B5EF4-FFF2-40B4-BE49-F238E27FC236}">
                <a16:creationId xmlns:a16="http://schemas.microsoft.com/office/drawing/2014/main" id="{AECDFF6F-72C5-794E-97EB-ECA5D8C51C0C}"/>
              </a:ext>
            </a:extLst>
          </p:cNvPr>
          <p:cNvSpPr>
            <a:spLocks/>
          </p:cNvSpPr>
          <p:nvPr/>
        </p:nvSpPr>
        <p:spPr bwMode="auto">
          <a:xfrm>
            <a:off x="7926388" y="3932238"/>
            <a:ext cx="225425" cy="458787"/>
          </a:xfrm>
          <a:custGeom>
            <a:avLst/>
            <a:gdLst>
              <a:gd name="T0" fmla="*/ 2147483646 w 142"/>
              <a:gd name="T1" fmla="*/ 0 h 289"/>
              <a:gd name="T2" fmla="*/ 0 w 142"/>
              <a:gd name="T3" fmla="*/ 0 h 289"/>
              <a:gd name="T4" fmla="*/ 0 w 142"/>
              <a:gd name="T5" fmla="*/ 2147483646 h 289"/>
              <a:gd name="T6" fmla="*/ 2147483646 w 14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2" h="289">
                <a:moveTo>
                  <a:pt x="141" y="0"/>
                </a:moveTo>
                <a:lnTo>
                  <a:pt x="0" y="0"/>
                </a:lnTo>
                <a:lnTo>
                  <a:pt x="0" y="288"/>
                </a:lnTo>
                <a:lnTo>
                  <a:pt x="14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353" name="Freeform 119">
            <a:extLst>
              <a:ext uri="{FF2B5EF4-FFF2-40B4-BE49-F238E27FC236}">
                <a16:creationId xmlns:a16="http://schemas.microsoft.com/office/drawing/2014/main" id="{394E2F9D-11F3-3E42-A183-2007C90A53BE}"/>
              </a:ext>
            </a:extLst>
          </p:cNvPr>
          <p:cNvSpPr>
            <a:spLocks/>
          </p:cNvSpPr>
          <p:nvPr/>
        </p:nvSpPr>
        <p:spPr bwMode="auto">
          <a:xfrm>
            <a:off x="8150225" y="3932238"/>
            <a:ext cx="227013" cy="458787"/>
          </a:xfrm>
          <a:custGeom>
            <a:avLst/>
            <a:gdLst>
              <a:gd name="T0" fmla="*/ 0 w 143"/>
              <a:gd name="T1" fmla="*/ 0 h 289"/>
              <a:gd name="T2" fmla="*/ 2147483646 w 143"/>
              <a:gd name="T3" fmla="*/ 0 h 289"/>
              <a:gd name="T4" fmla="*/ 2147483646 w 143"/>
              <a:gd name="T5" fmla="*/ 2147483646 h 289"/>
              <a:gd name="T6" fmla="*/ 0 w 143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3" h="289">
                <a:moveTo>
                  <a:pt x="0" y="0"/>
                </a:moveTo>
                <a:lnTo>
                  <a:pt x="142" y="0"/>
                </a:lnTo>
                <a:lnTo>
                  <a:pt x="142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354" name="Line 120">
            <a:extLst>
              <a:ext uri="{FF2B5EF4-FFF2-40B4-BE49-F238E27FC236}">
                <a16:creationId xmlns:a16="http://schemas.microsoft.com/office/drawing/2014/main" id="{BE894BEE-6791-664A-80DC-1313553866B9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6675" y="4160838"/>
            <a:ext cx="233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55" name="Line 121">
            <a:extLst>
              <a:ext uri="{FF2B5EF4-FFF2-40B4-BE49-F238E27FC236}">
                <a16:creationId xmlns:a16="http://schemas.microsoft.com/office/drawing/2014/main" id="{7E14331F-A739-BE47-AD9D-7363878A4C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8325" y="4160838"/>
            <a:ext cx="258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56" name="Line 122">
            <a:extLst>
              <a:ext uri="{FF2B5EF4-FFF2-40B4-BE49-F238E27FC236}">
                <a16:creationId xmlns:a16="http://schemas.microsoft.com/office/drawing/2014/main" id="{00DF7999-73EE-6046-95C2-F3074FA1642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7138" y="4313238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57" name="Freeform 123">
            <a:extLst>
              <a:ext uri="{FF2B5EF4-FFF2-40B4-BE49-F238E27FC236}">
                <a16:creationId xmlns:a16="http://schemas.microsoft.com/office/drawing/2014/main" id="{0BF40FB4-231C-3D44-B7D3-A3363B3F9140}"/>
              </a:ext>
            </a:extLst>
          </p:cNvPr>
          <p:cNvSpPr>
            <a:spLocks/>
          </p:cNvSpPr>
          <p:nvPr/>
        </p:nvSpPr>
        <p:spPr bwMode="auto">
          <a:xfrm>
            <a:off x="6486525" y="4152900"/>
            <a:ext cx="534988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6358" name="Group 124">
            <a:extLst>
              <a:ext uri="{FF2B5EF4-FFF2-40B4-BE49-F238E27FC236}">
                <a16:creationId xmlns:a16="http://schemas.microsoft.com/office/drawing/2014/main" id="{92FB025A-6951-0247-824D-C6FA4436DF3C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4491038"/>
            <a:ext cx="352425" cy="763587"/>
            <a:chOff x="4560" y="3045"/>
            <a:chExt cx="222" cy="481"/>
          </a:xfrm>
        </p:grpSpPr>
        <p:sp>
          <p:nvSpPr>
            <p:cNvPr id="96389" name="Freeform 125">
              <a:extLst>
                <a:ext uri="{FF2B5EF4-FFF2-40B4-BE49-F238E27FC236}">
                  <a16:creationId xmlns:a16="http://schemas.microsoft.com/office/drawing/2014/main" id="{801B5450-14CE-5345-A6D8-EF8C795F3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3045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0" name="Rectangle 126">
              <a:extLst>
                <a:ext uri="{FF2B5EF4-FFF2-40B4-BE49-F238E27FC236}">
                  <a16:creationId xmlns:a16="http://schemas.microsoft.com/office/drawing/2014/main" id="{8A2DAFD6-A7F0-3240-B3FD-DEDD7F1FE90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473" y="3168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96359" name="Group 127">
            <a:extLst>
              <a:ext uri="{FF2B5EF4-FFF2-40B4-BE49-F238E27FC236}">
                <a16:creationId xmlns:a16="http://schemas.microsoft.com/office/drawing/2014/main" id="{317D1F31-C706-AF46-B230-898524B33FAD}"/>
              </a:ext>
            </a:extLst>
          </p:cNvPr>
          <p:cNvGrpSpPr>
            <a:grpSpLocks/>
          </p:cNvGrpSpPr>
          <p:nvPr/>
        </p:nvGrpSpPr>
        <p:grpSpPr bwMode="auto">
          <a:xfrm>
            <a:off x="5759450" y="4643438"/>
            <a:ext cx="563563" cy="458787"/>
            <a:chOff x="3628" y="3141"/>
            <a:chExt cx="355" cy="289"/>
          </a:xfrm>
        </p:grpSpPr>
        <p:sp>
          <p:nvSpPr>
            <p:cNvPr id="96385" name="Rectangle 128">
              <a:extLst>
                <a:ext uri="{FF2B5EF4-FFF2-40B4-BE49-F238E27FC236}">
                  <a16:creationId xmlns:a16="http://schemas.microsoft.com/office/drawing/2014/main" id="{B56B82C8-48DE-D54B-9FF1-4DB3A5DE4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8" y="3147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96386" name="Group 129">
              <a:extLst>
                <a:ext uri="{FF2B5EF4-FFF2-40B4-BE49-F238E27FC236}">
                  <a16:creationId xmlns:a16="http://schemas.microsoft.com/office/drawing/2014/main" id="{3E5E5765-D019-9144-A7DB-53CB985ED0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3" y="3141"/>
              <a:ext cx="340" cy="289"/>
              <a:chOff x="3643" y="3141"/>
              <a:chExt cx="340" cy="289"/>
            </a:xfrm>
          </p:grpSpPr>
          <p:sp>
            <p:nvSpPr>
              <p:cNvPr id="96387" name="Freeform 130">
                <a:extLst>
                  <a:ext uri="{FF2B5EF4-FFF2-40B4-BE49-F238E27FC236}">
                    <a16:creationId xmlns:a16="http://schemas.microsoft.com/office/drawing/2014/main" id="{8DF5F4F5-B0CF-884B-AAF8-AD1347B9DB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3" y="3141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388" name="Freeform 131">
                <a:extLst>
                  <a:ext uri="{FF2B5EF4-FFF2-40B4-BE49-F238E27FC236}">
                    <a16:creationId xmlns:a16="http://schemas.microsoft.com/office/drawing/2014/main" id="{C3F39EA9-7F12-4E41-8D6C-B232854FC8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3141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96360" name="Rectangle 132">
            <a:extLst>
              <a:ext uri="{FF2B5EF4-FFF2-40B4-BE49-F238E27FC236}">
                <a16:creationId xmlns:a16="http://schemas.microsoft.com/office/drawing/2014/main" id="{4443C81E-5FB6-2C4C-891D-4694718F2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700" y="4660900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96361" name="Group 133">
            <a:extLst>
              <a:ext uri="{FF2B5EF4-FFF2-40B4-BE49-F238E27FC236}">
                <a16:creationId xmlns:a16="http://schemas.microsoft.com/office/drawing/2014/main" id="{803AF843-D995-9F49-9D03-F3118B03C310}"/>
              </a:ext>
            </a:extLst>
          </p:cNvPr>
          <p:cNvGrpSpPr>
            <a:grpSpLocks/>
          </p:cNvGrpSpPr>
          <p:nvPr/>
        </p:nvGrpSpPr>
        <p:grpSpPr bwMode="auto">
          <a:xfrm>
            <a:off x="6513513" y="4643438"/>
            <a:ext cx="469900" cy="458787"/>
            <a:chOff x="4103" y="3141"/>
            <a:chExt cx="296" cy="289"/>
          </a:xfrm>
        </p:grpSpPr>
        <p:sp>
          <p:nvSpPr>
            <p:cNvPr id="96383" name="Freeform 134">
              <a:extLst>
                <a:ext uri="{FF2B5EF4-FFF2-40B4-BE49-F238E27FC236}">
                  <a16:creationId xmlns:a16="http://schemas.microsoft.com/office/drawing/2014/main" id="{5C2577E0-B11D-1947-9DE2-0CCC08250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" y="3141"/>
              <a:ext cx="149" cy="289"/>
            </a:xfrm>
            <a:custGeom>
              <a:avLst/>
              <a:gdLst>
                <a:gd name="T0" fmla="*/ 148 w 149"/>
                <a:gd name="T1" fmla="*/ 0 h 289"/>
                <a:gd name="T2" fmla="*/ 0 w 149"/>
                <a:gd name="T3" fmla="*/ 0 h 289"/>
                <a:gd name="T4" fmla="*/ 0 w 149"/>
                <a:gd name="T5" fmla="*/ 288 h 289"/>
                <a:gd name="T6" fmla="*/ 148 w 149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9" h="289">
                  <a:moveTo>
                    <a:pt x="148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8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4" name="Freeform 135">
              <a:extLst>
                <a:ext uri="{FF2B5EF4-FFF2-40B4-BE49-F238E27FC236}">
                  <a16:creationId xmlns:a16="http://schemas.microsoft.com/office/drawing/2014/main" id="{DBCD11C6-9FDE-0C46-97E8-C4AB3686F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" y="3141"/>
              <a:ext cx="148" cy="289"/>
            </a:xfrm>
            <a:custGeom>
              <a:avLst/>
              <a:gdLst>
                <a:gd name="T0" fmla="*/ 0 w 148"/>
                <a:gd name="T1" fmla="*/ 0 h 289"/>
                <a:gd name="T2" fmla="*/ 147 w 148"/>
                <a:gd name="T3" fmla="*/ 0 h 289"/>
                <a:gd name="T4" fmla="*/ 147 w 148"/>
                <a:gd name="T5" fmla="*/ 288 h 289"/>
                <a:gd name="T6" fmla="*/ 0 w 148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8" h="289">
                  <a:moveTo>
                    <a:pt x="0" y="0"/>
                  </a:moveTo>
                  <a:lnTo>
                    <a:pt x="147" y="0"/>
                  </a:lnTo>
                  <a:lnTo>
                    <a:pt x="147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6362" name="Line 136">
            <a:extLst>
              <a:ext uri="{FF2B5EF4-FFF2-40B4-BE49-F238E27FC236}">
                <a16:creationId xmlns:a16="http://schemas.microsoft.com/office/drawing/2014/main" id="{13A89493-3109-4B44-B4CE-38ED370B701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487203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63" name="Freeform 137">
            <a:extLst>
              <a:ext uri="{FF2B5EF4-FFF2-40B4-BE49-F238E27FC236}">
                <a16:creationId xmlns:a16="http://schemas.microsoft.com/office/drawing/2014/main" id="{EE7BB629-BFAE-3044-9507-137E32CB838D}"/>
              </a:ext>
            </a:extLst>
          </p:cNvPr>
          <p:cNvSpPr>
            <a:spLocks/>
          </p:cNvSpPr>
          <p:nvPr/>
        </p:nvSpPr>
        <p:spPr bwMode="auto">
          <a:xfrm>
            <a:off x="6429375" y="47196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364" name="Line 138">
            <a:extLst>
              <a:ext uri="{FF2B5EF4-FFF2-40B4-BE49-F238E27FC236}">
                <a16:creationId xmlns:a16="http://schemas.microsoft.com/office/drawing/2014/main" id="{70B3A80C-5B24-144C-9579-E3545A2A161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5000" y="47196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65" name="Rectangle 139">
            <a:extLst>
              <a:ext uri="{FF2B5EF4-FFF2-40B4-BE49-F238E27FC236}">
                <a16:creationId xmlns:a16="http://schemas.microsoft.com/office/drawing/2014/main" id="{A52741D2-2F78-ED4D-B6BE-919B23321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6688" y="4652963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96366" name="Group 140">
            <a:extLst>
              <a:ext uri="{FF2B5EF4-FFF2-40B4-BE49-F238E27FC236}">
                <a16:creationId xmlns:a16="http://schemas.microsoft.com/office/drawing/2014/main" id="{396F2A3B-C3D4-3F47-83FF-76D31BFA3FF8}"/>
              </a:ext>
            </a:extLst>
          </p:cNvPr>
          <p:cNvGrpSpPr>
            <a:grpSpLocks/>
          </p:cNvGrpSpPr>
          <p:nvPr/>
        </p:nvGrpSpPr>
        <p:grpSpPr bwMode="auto">
          <a:xfrm>
            <a:off x="7861300" y="4643438"/>
            <a:ext cx="515938" cy="458787"/>
            <a:chOff x="4952" y="3141"/>
            <a:chExt cx="325" cy="289"/>
          </a:xfrm>
        </p:grpSpPr>
        <p:sp>
          <p:nvSpPr>
            <p:cNvPr id="96381" name="Freeform 141">
              <a:extLst>
                <a:ext uri="{FF2B5EF4-FFF2-40B4-BE49-F238E27FC236}">
                  <a16:creationId xmlns:a16="http://schemas.microsoft.com/office/drawing/2014/main" id="{466E9A82-5DFB-B940-B239-647117D716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2" y="3141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2" name="Freeform 142">
              <a:extLst>
                <a:ext uri="{FF2B5EF4-FFF2-40B4-BE49-F238E27FC236}">
                  <a16:creationId xmlns:a16="http://schemas.microsoft.com/office/drawing/2014/main" id="{550AF374-301B-B944-81C4-B2110651D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3" y="3141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6367" name="Rectangle 143">
            <a:extLst>
              <a:ext uri="{FF2B5EF4-FFF2-40B4-BE49-F238E27FC236}">
                <a16:creationId xmlns:a16="http://schemas.microsoft.com/office/drawing/2014/main" id="{C51BB957-66BE-9F4C-93BC-EE38867AB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7738" y="465296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96368" name="Group 144">
            <a:extLst>
              <a:ext uri="{FF2B5EF4-FFF2-40B4-BE49-F238E27FC236}">
                <a16:creationId xmlns:a16="http://schemas.microsoft.com/office/drawing/2014/main" id="{DB09DA6E-1743-8649-A404-19AE6E7D9F1C}"/>
              </a:ext>
            </a:extLst>
          </p:cNvPr>
          <p:cNvGrpSpPr>
            <a:grpSpLocks/>
          </p:cNvGrpSpPr>
          <p:nvPr/>
        </p:nvGrpSpPr>
        <p:grpSpPr bwMode="auto">
          <a:xfrm>
            <a:off x="8604250" y="4643438"/>
            <a:ext cx="450850" cy="458787"/>
            <a:chOff x="5420" y="3141"/>
            <a:chExt cx="284" cy="289"/>
          </a:xfrm>
        </p:grpSpPr>
        <p:sp>
          <p:nvSpPr>
            <p:cNvPr id="96379" name="Freeform 145">
              <a:extLst>
                <a:ext uri="{FF2B5EF4-FFF2-40B4-BE49-F238E27FC236}">
                  <a16:creationId xmlns:a16="http://schemas.microsoft.com/office/drawing/2014/main" id="{C607E104-EB54-614B-9A51-8A841A7EB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0" y="3141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0" name="Freeform 146">
              <a:extLst>
                <a:ext uri="{FF2B5EF4-FFF2-40B4-BE49-F238E27FC236}">
                  <a16:creationId xmlns:a16="http://schemas.microsoft.com/office/drawing/2014/main" id="{BDAB603D-62B8-2E47-8889-76AAA05A4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1" y="3141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6369" name="Line 147">
            <a:extLst>
              <a:ext uri="{FF2B5EF4-FFF2-40B4-BE49-F238E27FC236}">
                <a16:creationId xmlns:a16="http://schemas.microsoft.com/office/drawing/2014/main" id="{911039FA-118C-3440-9F94-F45CBF1292CE}"/>
              </a:ext>
            </a:extLst>
          </p:cNvPr>
          <p:cNvSpPr>
            <a:spLocks noChangeShapeType="1"/>
          </p:cNvSpPr>
          <p:nvPr/>
        </p:nvSpPr>
        <p:spPr bwMode="auto">
          <a:xfrm>
            <a:off x="8364538" y="4872038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70" name="Line 148">
            <a:extLst>
              <a:ext uri="{FF2B5EF4-FFF2-40B4-BE49-F238E27FC236}">
                <a16:creationId xmlns:a16="http://schemas.microsoft.com/office/drawing/2014/main" id="{33ED13A2-4D36-F342-AE8B-F2E38E11883C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6188" y="4872038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71" name="Freeform 149">
            <a:extLst>
              <a:ext uri="{FF2B5EF4-FFF2-40B4-BE49-F238E27FC236}">
                <a16:creationId xmlns:a16="http://schemas.microsoft.com/office/drawing/2014/main" id="{634CEDB0-3C55-4940-946D-A07BB9E683C7}"/>
              </a:ext>
            </a:extLst>
          </p:cNvPr>
          <p:cNvSpPr>
            <a:spLocks/>
          </p:cNvSpPr>
          <p:nvPr/>
        </p:nvSpPr>
        <p:spPr bwMode="auto">
          <a:xfrm>
            <a:off x="7807325" y="4872038"/>
            <a:ext cx="684213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372" name="Line 150">
            <a:extLst>
              <a:ext uri="{FF2B5EF4-FFF2-40B4-BE49-F238E27FC236}">
                <a16:creationId xmlns:a16="http://schemas.microsoft.com/office/drawing/2014/main" id="{F2BB9CBA-EADF-9046-80DB-56C039D2BD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5000" y="50244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73" name="Freeform 151">
            <a:extLst>
              <a:ext uri="{FF2B5EF4-FFF2-40B4-BE49-F238E27FC236}">
                <a16:creationId xmlns:a16="http://schemas.microsoft.com/office/drawing/2014/main" id="{D8A6ECB1-BC2A-1D40-BD56-B1CF7E966BE7}"/>
              </a:ext>
            </a:extLst>
          </p:cNvPr>
          <p:cNvSpPr>
            <a:spLocks/>
          </p:cNvSpPr>
          <p:nvPr/>
        </p:nvSpPr>
        <p:spPr bwMode="auto">
          <a:xfrm>
            <a:off x="7164388" y="4864100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0058" name="Line 154">
            <a:extLst>
              <a:ext uri="{FF2B5EF4-FFF2-40B4-BE49-F238E27FC236}">
                <a16:creationId xmlns:a16="http://schemas.microsoft.com/office/drawing/2014/main" id="{FF9CCB31-36B3-C040-995A-A0DB66E71D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8063" y="2082800"/>
            <a:ext cx="3175" cy="1871663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0059" name="Rectangle 155">
            <a:extLst>
              <a:ext uri="{FF2B5EF4-FFF2-40B4-BE49-F238E27FC236}">
                <a16:creationId xmlns:a16="http://schemas.microsoft.com/office/drawing/2014/main" id="{29CD1C11-C1A6-0740-9A60-E7B056FC0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00088"/>
            <a:ext cx="627538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</a:pPr>
            <a:r>
              <a:rPr lang="zh-CN" altLang="en-US" sz="2400">
                <a:ea typeface="宋体" panose="02010600030101010101" pitchFamily="2" charset="-122"/>
              </a:rPr>
              <a:t> </a:t>
            </a:r>
            <a:r>
              <a:rPr lang="zh-CN" altLang="en-US" sz="2000">
                <a:latin typeface="Arial" panose="020B0604020202020204" pitchFamily="34" charset="0"/>
                <a:ea typeface="黑体" panose="02010609060101010101" pitchFamily="49" charset="-122"/>
              </a:rPr>
              <a:t>寄存器堆的读口和写口是相互独立的部件！</a:t>
            </a:r>
            <a:endParaRPr lang="en-US" altLang="zh-CN" sz="200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96376" name="Line 161">
            <a:extLst>
              <a:ext uri="{FF2B5EF4-FFF2-40B4-BE49-F238E27FC236}">
                <a16:creationId xmlns:a16="http://schemas.microsoft.com/office/drawing/2014/main" id="{F7469CE1-9FFC-224D-BA74-96DF67176F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8263" y="2078038"/>
            <a:ext cx="266700" cy="25495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377" name="Oval 162">
            <a:extLst>
              <a:ext uri="{FF2B5EF4-FFF2-40B4-BE49-F238E27FC236}">
                <a16:creationId xmlns:a16="http://schemas.microsoft.com/office/drawing/2014/main" id="{A986B89A-731C-5948-B68A-950F5A6A5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2005013"/>
            <a:ext cx="106362" cy="10636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80068" name="Text Box 164">
            <a:extLst>
              <a:ext uri="{FF2B5EF4-FFF2-40B4-BE49-F238E27FC236}">
                <a16:creationId xmlns:a16="http://schemas.microsoft.com/office/drawing/2014/main" id="{6178F237-832E-8945-85DE-DA3AE0340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063" y="5607050"/>
            <a:ext cx="8299450" cy="7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5000"/>
              </a:spcBef>
            </a:pP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寄存器写口</a:t>
            </a:r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读口分别在前</a:t>
            </a:r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后半周期进行操作，使写入数据被直接读出</a:t>
            </a:r>
          </a:p>
          <a:p>
            <a:pPr>
              <a:spcBef>
                <a:spcPct val="25000"/>
              </a:spcBef>
            </a:pP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但是，只能解决部分数据冒险！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0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0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0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00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reeform 2">
            <a:extLst>
              <a:ext uri="{FF2B5EF4-FFF2-40B4-BE49-F238E27FC236}">
                <a16:creationId xmlns:a16="http://schemas.microsoft.com/office/drawing/2014/main" id="{A7A8F3D3-DDB3-6441-9830-CA020F802B1E}"/>
              </a:ext>
            </a:extLst>
          </p:cNvPr>
          <p:cNvSpPr>
            <a:spLocks/>
          </p:cNvSpPr>
          <p:nvPr/>
        </p:nvSpPr>
        <p:spPr bwMode="auto">
          <a:xfrm>
            <a:off x="5892800" y="1798638"/>
            <a:ext cx="225425" cy="458787"/>
          </a:xfrm>
          <a:custGeom>
            <a:avLst/>
            <a:gdLst>
              <a:gd name="T0" fmla="*/ 2147483646 w 142"/>
              <a:gd name="T1" fmla="*/ 0 h 289"/>
              <a:gd name="T2" fmla="*/ 0 w 142"/>
              <a:gd name="T3" fmla="*/ 0 h 289"/>
              <a:gd name="T4" fmla="*/ 0 w 142"/>
              <a:gd name="T5" fmla="*/ 2147483646 h 289"/>
              <a:gd name="T6" fmla="*/ 2147483646 w 14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2" h="289">
                <a:moveTo>
                  <a:pt x="141" y="0"/>
                </a:moveTo>
                <a:lnTo>
                  <a:pt x="0" y="0"/>
                </a:lnTo>
                <a:lnTo>
                  <a:pt x="0" y="288"/>
                </a:lnTo>
                <a:lnTo>
                  <a:pt x="141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07" name="Freeform 3">
            <a:extLst>
              <a:ext uri="{FF2B5EF4-FFF2-40B4-BE49-F238E27FC236}">
                <a16:creationId xmlns:a16="http://schemas.microsoft.com/office/drawing/2014/main" id="{F13A63F9-F82C-3944-9C74-EE5E1F441B57}"/>
              </a:ext>
            </a:extLst>
          </p:cNvPr>
          <p:cNvSpPr>
            <a:spLocks/>
          </p:cNvSpPr>
          <p:nvPr/>
        </p:nvSpPr>
        <p:spPr bwMode="auto">
          <a:xfrm>
            <a:off x="4714875" y="2509838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08" name="Freeform 4">
            <a:extLst>
              <a:ext uri="{FF2B5EF4-FFF2-40B4-BE49-F238E27FC236}">
                <a16:creationId xmlns:a16="http://schemas.microsoft.com/office/drawing/2014/main" id="{131F5255-E099-A041-B17F-EF90318850A7}"/>
              </a:ext>
            </a:extLst>
          </p:cNvPr>
          <p:cNvSpPr>
            <a:spLocks/>
          </p:cNvSpPr>
          <p:nvPr/>
        </p:nvSpPr>
        <p:spPr bwMode="auto">
          <a:xfrm>
            <a:off x="5392738" y="3221038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09" name="Freeform 5">
            <a:extLst>
              <a:ext uri="{FF2B5EF4-FFF2-40B4-BE49-F238E27FC236}">
                <a16:creationId xmlns:a16="http://schemas.microsoft.com/office/drawing/2014/main" id="{EF27CA75-4AC7-A84B-BCD8-D0DF9AA9234A}"/>
              </a:ext>
            </a:extLst>
          </p:cNvPr>
          <p:cNvSpPr>
            <a:spLocks/>
          </p:cNvSpPr>
          <p:nvPr/>
        </p:nvSpPr>
        <p:spPr bwMode="auto">
          <a:xfrm>
            <a:off x="6070600" y="3932238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10" name="Rectangle 6">
            <a:extLst>
              <a:ext uri="{FF2B5EF4-FFF2-40B4-BE49-F238E27FC236}">
                <a16:creationId xmlns:a16="http://schemas.microsoft.com/office/drawing/2014/main" id="{B841CB0A-7619-734C-9B08-BEF562AAA1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5" y="185738"/>
            <a:ext cx="6905625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方案</a:t>
            </a:r>
            <a:r>
              <a:rPr lang="en-US" altLang="zh-CN">
                <a:ea typeface="宋体" panose="02010600030101010101" pitchFamily="2" charset="-122"/>
              </a:rPr>
              <a:t>4:  </a:t>
            </a:r>
            <a:r>
              <a:rPr lang="zh-CN" altLang="en-US">
                <a:ea typeface="宋体" panose="02010600030101010101" pitchFamily="2" charset="-122"/>
              </a:rPr>
              <a:t>利用</a:t>
            </a:r>
            <a:r>
              <a:rPr lang="en-US" altLang="zh-CN">
                <a:ea typeface="宋体" panose="02010600030101010101" pitchFamily="2" charset="-122"/>
              </a:rPr>
              <a:t>DataPath</a:t>
            </a:r>
            <a:r>
              <a:rPr lang="zh-CN" altLang="en-US">
                <a:ea typeface="宋体" panose="02010600030101010101" pitchFamily="2" charset="-122"/>
              </a:rPr>
              <a:t>中的中间数据：转发</a:t>
            </a:r>
            <a:r>
              <a:rPr lang="en-US" altLang="zh-CN">
                <a:ea typeface="宋体" panose="02010600030101010101" pitchFamily="2" charset="-122"/>
              </a:rPr>
              <a:t>+</a:t>
            </a:r>
            <a:r>
              <a:rPr lang="zh-CN" altLang="en-US">
                <a:ea typeface="宋体" panose="02010600030101010101" pitchFamily="2" charset="-122"/>
              </a:rPr>
              <a:t>阻塞</a:t>
            </a:r>
            <a:endParaRPr lang="zh-CN" altLang="en-US" sz="1200" i="1">
              <a:ea typeface="宋体" panose="02010600030101010101" pitchFamily="2" charset="-122"/>
            </a:endParaRPr>
          </a:p>
        </p:txBody>
      </p:sp>
      <p:sp>
        <p:nvSpPr>
          <p:cNvPr id="98311" name="Rectangle 7">
            <a:extLst>
              <a:ext uri="{FF2B5EF4-FFF2-40B4-BE49-F238E27FC236}">
                <a16:creationId xmlns:a16="http://schemas.microsoft.com/office/drawing/2014/main" id="{30AB7A68-F7EF-4140-8A86-ACFA4431E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984375"/>
            <a:ext cx="358775" cy="3109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r.</a:t>
            </a:r>
          </a:p>
          <a:p>
            <a:pPr algn="ctr"/>
            <a:endParaRPr lang="en-US" altLang="zh-CN" sz="1800" b="0" i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O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98312" name="Line 8">
            <a:extLst>
              <a:ext uri="{FF2B5EF4-FFF2-40B4-BE49-F238E27FC236}">
                <a16:creationId xmlns:a16="http://schemas.microsoft.com/office/drawing/2014/main" id="{6DC2F048-9230-D54D-98C3-A74906EC2A87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900" y="1974850"/>
            <a:ext cx="0" cy="3238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3" name="Line 9">
            <a:extLst>
              <a:ext uri="{FF2B5EF4-FFF2-40B4-BE49-F238E27FC236}">
                <a16:creationId xmlns:a16="http://schemas.microsoft.com/office/drawing/2014/main" id="{9D27A0D7-8F6B-3B45-AE1D-2F7FF660D0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4950" y="1549400"/>
            <a:ext cx="6324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4" name="Rectangle 10">
            <a:extLst>
              <a:ext uri="{FF2B5EF4-FFF2-40B4-BE49-F238E27FC236}">
                <a16:creationId xmlns:a16="http://schemas.microsoft.com/office/drawing/2014/main" id="{FDA37E88-C91C-0A42-A4B1-9587CD0DF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8413" y="1227138"/>
            <a:ext cx="2124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Time (clock cycles)</a:t>
            </a:r>
          </a:p>
        </p:txBody>
      </p:sp>
      <p:sp>
        <p:nvSpPr>
          <p:cNvPr id="98315" name="Rectangle 11">
            <a:extLst>
              <a:ext uri="{FF2B5EF4-FFF2-40B4-BE49-F238E27FC236}">
                <a16:creationId xmlns:a16="http://schemas.microsoft.com/office/drawing/2014/main" id="{C4620107-7F8B-C945-9457-BDA40D1A8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1793875"/>
            <a:ext cx="2119312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add </a:t>
            </a:r>
            <a:r>
              <a:rPr lang="en-US" altLang="zh-CN" sz="2800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,r2,r3</a:t>
            </a:r>
          </a:p>
        </p:txBody>
      </p:sp>
      <p:sp>
        <p:nvSpPr>
          <p:cNvPr id="98316" name="Rectangle 12">
            <a:extLst>
              <a:ext uri="{FF2B5EF4-FFF2-40B4-BE49-F238E27FC236}">
                <a16:creationId xmlns:a16="http://schemas.microsoft.com/office/drawing/2014/main" id="{E12E6CF1-9953-C441-96A5-C44D3BBA6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013" y="2517775"/>
            <a:ext cx="2119312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sub r4,</a:t>
            </a:r>
            <a:r>
              <a:rPr lang="en-US" altLang="zh-CN" sz="2800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,r3</a:t>
            </a:r>
          </a:p>
        </p:txBody>
      </p:sp>
      <p:sp>
        <p:nvSpPr>
          <p:cNvPr id="98317" name="Rectangle 13">
            <a:extLst>
              <a:ext uri="{FF2B5EF4-FFF2-40B4-BE49-F238E27FC236}">
                <a16:creationId xmlns:a16="http://schemas.microsoft.com/office/drawing/2014/main" id="{4BFCF8D6-5AE6-1D40-949C-FE19F8214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3" y="3241675"/>
            <a:ext cx="2119312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and r6,</a:t>
            </a:r>
            <a:r>
              <a:rPr lang="en-US" altLang="zh-CN" sz="2800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,r7</a:t>
            </a:r>
          </a:p>
        </p:txBody>
      </p:sp>
      <p:sp>
        <p:nvSpPr>
          <p:cNvPr id="98318" name="Rectangle 14">
            <a:extLst>
              <a:ext uri="{FF2B5EF4-FFF2-40B4-BE49-F238E27FC236}">
                <a16:creationId xmlns:a16="http://schemas.microsoft.com/office/drawing/2014/main" id="{A90C87FA-1297-A643-A1FE-152590DE9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3965575"/>
            <a:ext cx="2038350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or   r8,</a:t>
            </a:r>
            <a:r>
              <a:rPr lang="en-US" altLang="zh-CN" sz="2800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,r9</a:t>
            </a:r>
          </a:p>
        </p:txBody>
      </p:sp>
      <p:sp>
        <p:nvSpPr>
          <p:cNvPr id="98319" name="Rectangle 15">
            <a:extLst>
              <a:ext uri="{FF2B5EF4-FFF2-40B4-BE49-F238E27FC236}">
                <a16:creationId xmlns:a16="http://schemas.microsoft.com/office/drawing/2014/main" id="{8B704440-95EA-0044-B5A7-F1274BFD2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3" y="4689475"/>
            <a:ext cx="2436812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xor r10,</a:t>
            </a:r>
            <a:r>
              <a:rPr lang="en-US" altLang="zh-CN" sz="2800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,r11</a:t>
            </a:r>
          </a:p>
        </p:txBody>
      </p:sp>
      <p:sp>
        <p:nvSpPr>
          <p:cNvPr id="98320" name="Rectangle 16">
            <a:extLst>
              <a:ext uri="{FF2B5EF4-FFF2-40B4-BE49-F238E27FC236}">
                <a16:creationId xmlns:a16="http://schemas.microsoft.com/office/drawing/2014/main" id="{A214070A-CCEB-784C-A305-4BA54FDA0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313" y="1477963"/>
            <a:ext cx="4064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IF</a:t>
            </a:r>
          </a:p>
        </p:txBody>
      </p:sp>
      <p:sp>
        <p:nvSpPr>
          <p:cNvPr id="98321" name="Rectangle 17">
            <a:extLst>
              <a:ext uri="{FF2B5EF4-FFF2-40B4-BE49-F238E27FC236}">
                <a16:creationId xmlns:a16="http://schemas.microsoft.com/office/drawing/2014/main" id="{086D4F14-1D6E-4349-AEEE-A22CB8471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0613" y="1477963"/>
            <a:ext cx="854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ID/RF</a:t>
            </a:r>
          </a:p>
        </p:txBody>
      </p:sp>
      <p:sp>
        <p:nvSpPr>
          <p:cNvPr id="98322" name="Rectangle 18">
            <a:extLst>
              <a:ext uri="{FF2B5EF4-FFF2-40B4-BE49-F238E27FC236}">
                <a16:creationId xmlns:a16="http://schemas.microsoft.com/office/drawing/2014/main" id="{D0D7ED9D-3584-5D43-8A16-4EAB07E76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8813" y="1477963"/>
            <a:ext cx="53816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EX</a:t>
            </a:r>
          </a:p>
        </p:txBody>
      </p:sp>
      <p:sp>
        <p:nvSpPr>
          <p:cNvPr id="98323" name="Rectangle 19">
            <a:extLst>
              <a:ext uri="{FF2B5EF4-FFF2-40B4-BE49-F238E27FC236}">
                <a16:creationId xmlns:a16="http://schemas.microsoft.com/office/drawing/2014/main" id="{D3EEBA26-36F4-4146-AAC8-4B5C8D836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7613" y="1477963"/>
            <a:ext cx="7366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98324" name="Rectangle 20">
            <a:extLst>
              <a:ext uri="{FF2B5EF4-FFF2-40B4-BE49-F238E27FC236}">
                <a16:creationId xmlns:a16="http://schemas.microsoft.com/office/drawing/2014/main" id="{5949A206-21CB-B248-8099-61BFC574A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2313" y="1477963"/>
            <a:ext cx="598487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WB</a:t>
            </a:r>
          </a:p>
        </p:txBody>
      </p:sp>
      <p:sp>
        <p:nvSpPr>
          <p:cNvPr id="98325" name="Line 21">
            <a:extLst>
              <a:ext uri="{FF2B5EF4-FFF2-40B4-BE49-F238E27FC236}">
                <a16:creationId xmlns:a16="http://schemas.microsoft.com/office/drawing/2014/main" id="{7FFFC525-35A5-514E-BEBB-52198A5E04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3000" y="12715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6" name="Line 22">
            <a:extLst>
              <a:ext uri="{FF2B5EF4-FFF2-40B4-BE49-F238E27FC236}">
                <a16:creationId xmlns:a16="http://schemas.microsoft.com/office/drawing/2014/main" id="{4B8168C7-CD9C-0C4F-9C91-0ABD04F7E8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8800" y="12715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7" name="Line 23">
            <a:extLst>
              <a:ext uri="{FF2B5EF4-FFF2-40B4-BE49-F238E27FC236}">
                <a16:creationId xmlns:a16="http://schemas.microsoft.com/office/drawing/2014/main" id="{3E4E326B-A81C-7944-9880-6F857E12D03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4600" y="12715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8" name="Line 24">
            <a:extLst>
              <a:ext uri="{FF2B5EF4-FFF2-40B4-BE49-F238E27FC236}">
                <a16:creationId xmlns:a16="http://schemas.microsoft.com/office/drawing/2014/main" id="{16FD57C2-C4A0-F849-9277-E742472410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0400" y="12715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9" name="Line 25">
            <a:extLst>
              <a:ext uri="{FF2B5EF4-FFF2-40B4-BE49-F238E27FC236}">
                <a16:creationId xmlns:a16="http://schemas.microsoft.com/office/drawing/2014/main" id="{7F74458D-8163-B04E-A0EE-770F2D6947E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6200" y="12715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0" name="Line 26">
            <a:extLst>
              <a:ext uri="{FF2B5EF4-FFF2-40B4-BE49-F238E27FC236}">
                <a16:creationId xmlns:a16="http://schemas.microsoft.com/office/drawing/2014/main" id="{E957EDE0-398F-DC49-B702-31778C4C6D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2000" y="12715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1" name="Line 27">
            <a:extLst>
              <a:ext uri="{FF2B5EF4-FFF2-40B4-BE49-F238E27FC236}">
                <a16:creationId xmlns:a16="http://schemas.microsoft.com/office/drawing/2014/main" id="{A717CB1F-5D47-C344-ACAB-2524DC8DFE8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7800" y="12715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2" name="Line 28">
            <a:extLst>
              <a:ext uri="{FF2B5EF4-FFF2-40B4-BE49-F238E27FC236}">
                <a16:creationId xmlns:a16="http://schemas.microsoft.com/office/drawing/2014/main" id="{FF16E399-1EE9-CB43-9430-77B8C4AF0322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3600" y="1271588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3" name="Freeform 29">
            <a:extLst>
              <a:ext uri="{FF2B5EF4-FFF2-40B4-BE49-F238E27FC236}">
                <a16:creationId xmlns:a16="http://schemas.microsoft.com/office/drawing/2014/main" id="{C8D79FA4-CC6A-0E48-99EC-82C5D14ED9F1}"/>
              </a:ext>
            </a:extLst>
          </p:cNvPr>
          <p:cNvSpPr>
            <a:spLocks/>
          </p:cNvSpPr>
          <p:nvPr/>
        </p:nvSpPr>
        <p:spPr bwMode="auto">
          <a:xfrm>
            <a:off x="5149850" y="1798638"/>
            <a:ext cx="257175" cy="458787"/>
          </a:xfrm>
          <a:custGeom>
            <a:avLst/>
            <a:gdLst>
              <a:gd name="T0" fmla="*/ 2147483646 w 162"/>
              <a:gd name="T1" fmla="*/ 0 h 289"/>
              <a:gd name="T2" fmla="*/ 0 w 162"/>
              <a:gd name="T3" fmla="*/ 0 h 289"/>
              <a:gd name="T4" fmla="*/ 0 w 162"/>
              <a:gd name="T5" fmla="*/ 2147483646 h 289"/>
              <a:gd name="T6" fmla="*/ 2147483646 w 16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289">
                <a:moveTo>
                  <a:pt x="161" y="0"/>
                </a:moveTo>
                <a:lnTo>
                  <a:pt x="0" y="0"/>
                </a:lnTo>
                <a:lnTo>
                  <a:pt x="0" y="288"/>
                </a:lnTo>
                <a:lnTo>
                  <a:pt x="16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34" name="Freeform 30">
            <a:extLst>
              <a:ext uri="{FF2B5EF4-FFF2-40B4-BE49-F238E27FC236}">
                <a16:creationId xmlns:a16="http://schemas.microsoft.com/office/drawing/2014/main" id="{B950D3E4-4683-AD4E-AD1A-F9DF655E96FA}"/>
              </a:ext>
            </a:extLst>
          </p:cNvPr>
          <p:cNvSpPr>
            <a:spLocks/>
          </p:cNvSpPr>
          <p:nvPr/>
        </p:nvSpPr>
        <p:spPr bwMode="auto">
          <a:xfrm>
            <a:off x="5405438" y="1798638"/>
            <a:ext cx="260350" cy="458787"/>
          </a:xfrm>
          <a:custGeom>
            <a:avLst/>
            <a:gdLst>
              <a:gd name="T0" fmla="*/ 0 w 164"/>
              <a:gd name="T1" fmla="*/ 0 h 289"/>
              <a:gd name="T2" fmla="*/ 2147483646 w 164"/>
              <a:gd name="T3" fmla="*/ 0 h 289"/>
              <a:gd name="T4" fmla="*/ 2147483646 w 164"/>
              <a:gd name="T5" fmla="*/ 2147483646 h 289"/>
              <a:gd name="T6" fmla="*/ 0 w 164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4" h="289">
                <a:moveTo>
                  <a:pt x="0" y="0"/>
                </a:moveTo>
                <a:lnTo>
                  <a:pt x="163" y="0"/>
                </a:lnTo>
                <a:lnTo>
                  <a:pt x="163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35" name="Freeform 31">
            <a:extLst>
              <a:ext uri="{FF2B5EF4-FFF2-40B4-BE49-F238E27FC236}">
                <a16:creationId xmlns:a16="http://schemas.microsoft.com/office/drawing/2014/main" id="{757F8C72-AAA6-CA43-A1E4-BC1FA7ACE973}"/>
              </a:ext>
            </a:extLst>
          </p:cNvPr>
          <p:cNvSpPr>
            <a:spLocks/>
          </p:cNvSpPr>
          <p:nvPr/>
        </p:nvSpPr>
        <p:spPr bwMode="auto">
          <a:xfrm>
            <a:off x="4541838" y="1646238"/>
            <a:ext cx="338137" cy="763587"/>
          </a:xfrm>
          <a:custGeom>
            <a:avLst/>
            <a:gdLst>
              <a:gd name="T0" fmla="*/ 0 w 213"/>
              <a:gd name="T1" fmla="*/ 2147483646 h 481"/>
              <a:gd name="T2" fmla="*/ 2147483646 w 213"/>
              <a:gd name="T3" fmla="*/ 2147483646 h 481"/>
              <a:gd name="T4" fmla="*/ 0 w 213"/>
              <a:gd name="T5" fmla="*/ 2147483646 h 481"/>
              <a:gd name="T6" fmla="*/ 0 w 213"/>
              <a:gd name="T7" fmla="*/ 0 h 481"/>
              <a:gd name="T8" fmla="*/ 2147483646 w 213"/>
              <a:gd name="T9" fmla="*/ 2147483646 h 481"/>
              <a:gd name="T10" fmla="*/ 2147483646 w 213"/>
              <a:gd name="T11" fmla="*/ 2147483646 h 481"/>
              <a:gd name="T12" fmla="*/ 0 w 213"/>
              <a:gd name="T13" fmla="*/ 2147483646 h 481"/>
              <a:gd name="T14" fmla="*/ 0 w 213"/>
              <a:gd name="T15" fmla="*/ 2147483646 h 4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3" h="481">
                <a:moveTo>
                  <a:pt x="0" y="320"/>
                </a:moveTo>
                <a:lnTo>
                  <a:pt x="71" y="240"/>
                </a:lnTo>
                <a:lnTo>
                  <a:pt x="0" y="160"/>
                </a:lnTo>
                <a:lnTo>
                  <a:pt x="0" y="0"/>
                </a:lnTo>
                <a:lnTo>
                  <a:pt x="212" y="160"/>
                </a:lnTo>
                <a:lnTo>
                  <a:pt x="212" y="320"/>
                </a:lnTo>
                <a:lnTo>
                  <a:pt x="0" y="480"/>
                </a:lnTo>
                <a:lnTo>
                  <a:pt x="0" y="32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36" name="Rectangle 32">
            <a:extLst>
              <a:ext uri="{FF2B5EF4-FFF2-40B4-BE49-F238E27FC236}">
                <a16:creationId xmlns:a16="http://schemas.microsoft.com/office/drawing/2014/main" id="{3A89BD5F-AE35-B14C-ABA9-A3BD4BB037D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90232" y="1840706"/>
            <a:ext cx="6080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98337" name="Rectangle 33">
            <a:extLst>
              <a:ext uri="{FF2B5EF4-FFF2-40B4-BE49-F238E27FC236}">
                <a16:creationId xmlns:a16="http://schemas.microsoft.com/office/drawing/2014/main" id="{BCA027CB-E11F-5641-9D71-E1E7CEC3B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725" y="1858963"/>
            <a:ext cx="4302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Im</a:t>
            </a:r>
          </a:p>
        </p:txBody>
      </p:sp>
      <p:grpSp>
        <p:nvGrpSpPr>
          <p:cNvPr id="98338" name="Group 34">
            <a:extLst>
              <a:ext uri="{FF2B5EF4-FFF2-40B4-BE49-F238E27FC236}">
                <a16:creationId xmlns:a16="http://schemas.microsoft.com/office/drawing/2014/main" id="{F34A9A75-449E-3F4B-807E-03C2C33E9158}"/>
              </a:ext>
            </a:extLst>
          </p:cNvPr>
          <p:cNvGrpSpPr>
            <a:grpSpLocks/>
          </p:cNvGrpSpPr>
          <p:nvPr/>
        </p:nvGrpSpPr>
        <p:grpSpPr bwMode="auto">
          <a:xfrm>
            <a:off x="3071813" y="1798638"/>
            <a:ext cx="539750" cy="458787"/>
            <a:chOff x="1935" y="1349"/>
            <a:chExt cx="340" cy="289"/>
          </a:xfrm>
        </p:grpSpPr>
        <p:sp>
          <p:nvSpPr>
            <p:cNvPr id="98465" name="Freeform 35">
              <a:extLst>
                <a:ext uri="{FF2B5EF4-FFF2-40B4-BE49-F238E27FC236}">
                  <a16:creationId xmlns:a16="http://schemas.microsoft.com/office/drawing/2014/main" id="{26805278-5E8E-174F-B8F8-B7CF6E2FBC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349"/>
              <a:ext cx="170" cy="289"/>
            </a:xfrm>
            <a:custGeom>
              <a:avLst/>
              <a:gdLst>
                <a:gd name="T0" fmla="*/ 169 w 170"/>
                <a:gd name="T1" fmla="*/ 0 h 289"/>
                <a:gd name="T2" fmla="*/ 0 w 170"/>
                <a:gd name="T3" fmla="*/ 0 h 289"/>
                <a:gd name="T4" fmla="*/ 0 w 170"/>
                <a:gd name="T5" fmla="*/ 288 h 289"/>
                <a:gd name="T6" fmla="*/ 169 w 170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0" h="289">
                  <a:moveTo>
                    <a:pt x="169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9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66" name="Freeform 36">
              <a:extLst>
                <a:ext uri="{FF2B5EF4-FFF2-40B4-BE49-F238E27FC236}">
                  <a16:creationId xmlns:a16="http://schemas.microsoft.com/office/drawing/2014/main" id="{0A767733-6FC4-0444-B316-BC0C20A22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1349"/>
              <a:ext cx="171" cy="289"/>
            </a:xfrm>
            <a:custGeom>
              <a:avLst/>
              <a:gdLst>
                <a:gd name="T0" fmla="*/ 0 w 171"/>
                <a:gd name="T1" fmla="*/ 0 h 289"/>
                <a:gd name="T2" fmla="*/ 170 w 171"/>
                <a:gd name="T3" fmla="*/ 0 h 289"/>
                <a:gd name="T4" fmla="*/ 170 w 171"/>
                <a:gd name="T5" fmla="*/ 288 h 289"/>
                <a:gd name="T6" fmla="*/ 0 w 171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1" h="289">
                  <a:moveTo>
                    <a:pt x="0" y="0"/>
                  </a:moveTo>
                  <a:lnTo>
                    <a:pt x="170" y="0"/>
                  </a:lnTo>
                  <a:lnTo>
                    <a:pt x="170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8339" name="Rectangle 37">
            <a:extLst>
              <a:ext uri="{FF2B5EF4-FFF2-40B4-BE49-F238E27FC236}">
                <a16:creationId xmlns:a16="http://schemas.microsoft.com/office/drawing/2014/main" id="{965449B3-D24C-0446-8CA1-E358E4ABC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0" y="1816100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98340" name="Freeform 38">
            <a:extLst>
              <a:ext uri="{FF2B5EF4-FFF2-40B4-BE49-F238E27FC236}">
                <a16:creationId xmlns:a16="http://schemas.microsoft.com/office/drawing/2014/main" id="{89356D5C-A540-0A46-892A-5688104675A6}"/>
              </a:ext>
            </a:extLst>
          </p:cNvPr>
          <p:cNvSpPr>
            <a:spLocks/>
          </p:cNvSpPr>
          <p:nvPr/>
        </p:nvSpPr>
        <p:spPr bwMode="auto">
          <a:xfrm>
            <a:off x="3802063" y="1798638"/>
            <a:ext cx="236537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41" name="Freeform 39">
            <a:extLst>
              <a:ext uri="{FF2B5EF4-FFF2-40B4-BE49-F238E27FC236}">
                <a16:creationId xmlns:a16="http://schemas.microsoft.com/office/drawing/2014/main" id="{F81B6CDE-5EB8-6D42-9441-75078204DA86}"/>
              </a:ext>
            </a:extLst>
          </p:cNvPr>
          <p:cNvSpPr>
            <a:spLocks/>
          </p:cNvSpPr>
          <p:nvPr/>
        </p:nvSpPr>
        <p:spPr bwMode="auto">
          <a:xfrm>
            <a:off x="4037013" y="1798638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42" name="Line 40">
            <a:extLst>
              <a:ext uri="{FF2B5EF4-FFF2-40B4-BE49-F238E27FC236}">
                <a16:creationId xmlns:a16="http://schemas.microsoft.com/office/drawing/2014/main" id="{B5A1FC59-33D1-034C-8FC5-06EF83C71E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3150" y="202723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3" name="Freeform 41">
            <a:extLst>
              <a:ext uri="{FF2B5EF4-FFF2-40B4-BE49-F238E27FC236}">
                <a16:creationId xmlns:a16="http://schemas.microsoft.com/office/drawing/2014/main" id="{61FBD5A5-8F8F-284D-B354-2AB20229A735}"/>
              </a:ext>
            </a:extLst>
          </p:cNvPr>
          <p:cNvSpPr>
            <a:spLocks/>
          </p:cNvSpPr>
          <p:nvPr/>
        </p:nvSpPr>
        <p:spPr bwMode="auto">
          <a:xfrm>
            <a:off x="3717925" y="18748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44" name="Line 42">
            <a:extLst>
              <a:ext uri="{FF2B5EF4-FFF2-40B4-BE49-F238E27FC236}">
                <a16:creationId xmlns:a16="http://schemas.microsoft.com/office/drawing/2014/main" id="{D5C78487-8DFB-0E4E-B787-DBCE11430C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550" y="18748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5" name="Rectangle 43">
            <a:extLst>
              <a:ext uri="{FF2B5EF4-FFF2-40B4-BE49-F238E27FC236}">
                <a16:creationId xmlns:a16="http://schemas.microsoft.com/office/drawing/2014/main" id="{072B067E-AEDA-8043-BA2B-740E6B1BE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6038" y="1874838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sp>
        <p:nvSpPr>
          <p:cNvPr id="98346" name="Rectangle 44">
            <a:extLst>
              <a:ext uri="{FF2B5EF4-FFF2-40B4-BE49-F238E27FC236}">
                <a16:creationId xmlns:a16="http://schemas.microsoft.com/office/drawing/2014/main" id="{2D14703C-B2C8-F946-9CC8-1017479B4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6288" y="180816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98347" name="Freeform 45">
            <a:extLst>
              <a:ext uri="{FF2B5EF4-FFF2-40B4-BE49-F238E27FC236}">
                <a16:creationId xmlns:a16="http://schemas.microsoft.com/office/drawing/2014/main" id="{F3098CB7-E8FF-D149-B94C-C5557C336C98}"/>
              </a:ext>
            </a:extLst>
          </p:cNvPr>
          <p:cNvSpPr>
            <a:spLocks/>
          </p:cNvSpPr>
          <p:nvPr/>
        </p:nvSpPr>
        <p:spPr bwMode="auto">
          <a:xfrm>
            <a:off x="6116638" y="1798638"/>
            <a:ext cx="227012" cy="458787"/>
          </a:xfrm>
          <a:custGeom>
            <a:avLst/>
            <a:gdLst>
              <a:gd name="T0" fmla="*/ 0 w 143"/>
              <a:gd name="T1" fmla="*/ 0 h 289"/>
              <a:gd name="T2" fmla="*/ 2147483646 w 143"/>
              <a:gd name="T3" fmla="*/ 0 h 289"/>
              <a:gd name="T4" fmla="*/ 2147483646 w 143"/>
              <a:gd name="T5" fmla="*/ 2147483646 h 289"/>
              <a:gd name="T6" fmla="*/ 0 w 143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3" h="289">
                <a:moveTo>
                  <a:pt x="0" y="0"/>
                </a:moveTo>
                <a:lnTo>
                  <a:pt x="142" y="0"/>
                </a:lnTo>
                <a:lnTo>
                  <a:pt x="142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48" name="Line 46">
            <a:extLst>
              <a:ext uri="{FF2B5EF4-FFF2-40B4-BE49-F238E27FC236}">
                <a16:creationId xmlns:a16="http://schemas.microsoft.com/office/drawing/2014/main" id="{3605B03A-1294-B44E-A315-7985962237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3088" y="2027238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9" name="Line 47">
            <a:extLst>
              <a:ext uri="{FF2B5EF4-FFF2-40B4-BE49-F238E27FC236}">
                <a16:creationId xmlns:a16="http://schemas.microsoft.com/office/drawing/2014/main" id="{158B9E2A-C19C-2A41-AF75-DF3C39E013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4738" y="2027238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50" name="Freeform 48">
            <a:extLst>
              <a:ext uri="{FF2B5EF4-FFF2-40B4-BE49-F238E27FC236}">
                <a16:creationId xmlns:a16="http://schemas.microsoft.com/office/drawing/2014/main" id="{BED68E20-833E-9F49-B0A6-95C3D383F5E5}"/>
              </a:ext>
            </a:extLst>
          </p:cNvPr>
          <p:cNvSpPr>
            <a:spLocks/>
          </p:cNvSpPr>
          <p:nvPr/>
        </p:nvSpPr>
        <p:spPr bwMode="auto">
          <a:xfrm>
            <a:off x="5083175" y="2027238"/>
            <a:ext cx="684213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51" name="Line 49">
            <a:extLst>
              <a:ext uri="{FF2B5EF4-FFF2-40B4-BE49-F238E27FC236}">
                <a16:creationId xmlns:a16="http://schemas.microsoft.com/office/drawing/2014/main" id="{23548033-035B-A94B-80A4-3BB42B2EB2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550" y="21796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52" name="Freeform 50">
            <a:extLst>
              <a:ext uri="{FF2B5EF4-FFF2-40B4-BE49-F238E27FC236}">
                <a16:creationId xmlns:a16="http://schemas.microsoft.com/office/drawing/2014/main" id="{45DDD0D5-4030-CF47-959B-027B0D294935}"/>
              </a:ext>
            </a:extLst>
          </p:cNvPr>
          <p:cNvSpPr>
            <a:spLocks/>
          </p:cNvSpPr>
          <p:nvPr/>
        </p:nvSpPr>
        <p:spPr bwMode="auto">
          <a:xfrm>
            <a:off x="4440238" y="2019300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8353" name="Group 51">
            <a:extLst>
              <a:ext uri="{FF2B5EF4-FFF2-40B4-BE49-F238E27FC236}">
                <a16:creationId xmlns:a16="http://schemas.microsoft.com/office/drawing/2014/main" id="{DE5EBAFA-AD17-6149-B154-691A731EA66D}"/>
              </a:ext>
            </a:extLst>
          </p:cNvPr>
          <p:cNvGrpSpPr>
            <a:grpSpLocks/>
          </p:cNvGrpSpPr>
          <p:nvPr/>
        </p:nvGrpSpPr>
        <p:grpSpPr bwMode="auto">
          <a:xfrm>
            <a:off x="5205413" y="2357438"/>
            <a:ext cx="352425" cy="763587"/>
            <a:chOff x="3279" y="1701"/>
            <a:chExt cx="222" cy="481"/>
          </a:xfrm>
        </p:grpSpPr>
        <p:sp>
          <p:nvSpPr>
            <p:cNvPr id="98463" name="Freeform 52">
              <a:extLst>
                <a:ext uri="{FF2B5EF4-FFF2-40B4-BE49-F238E27FC236}">
                  <a16:creationId xmlns:a16="http://schemas.microsoft.com/office/drawing/2014/main" id="{52F85940-3196-3147-988B-9F96B6E7C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" y="1701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64" name="Rectangle 53">
              <a:extLst>
                <a:ext uri="{FF2B5EF4-FFF2-40B4-BE49-F238E27FC236}">
                  <a16:creationId xmlns:a16="http://schemas.microsoft.com/office/drawing/2014/main" id="{C8BEF694-2350-AD4B-8BEF-51BB6C67568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192" y="1824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98354" name="Group 54">
            <a:extLst>
              <a:ext uri="{FF2B5EF4-FFF2-40B4-BE49-F238E27FC236}">
                <a16:creationId xmlns:a16="http://schemas.microsoft.com/office/drawing/2014/main" id="{7CA59B6A-C722-204F-88B1-61D5BA7C19FE}"/>
              </a:ext>
            </a:extLst>
          </p:cNvPr>
          <p:cNvGrpSpPr>
            <a:grpSpLocks/>
          </p:cNvGrpSpPr>
          <p:nvPr/>
        </p:nvGrpSpPr>
        <p:grpSpPr bwMode="auto">
          <a:xfrm>
            <a:off x="3725863" y="2509838"/>
            <a:ext cx="563562" cy="458787"/>
            <a:chOff x="2347" y="1797"/>
            <a:chExt cx="355" cy="289"/>
          </a:xfrm>
        </p:grpSpPr>
        <p:sp>
          <p:nvSpPr>
            <p:cNvPr id="98459" name="Rectangle 55">
              <a:extLst>
                <a:ext uri="{FF2B5EF4-FFF2-40B4-BE49-F238E27FC236}">
                  <a16:creationId xmlns:a16="http://schemas.microsoft.com/office/drawing/2014/main" id="{894D8726-17A2-A04B-93DD-D368FB491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1803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98460" name="Group 56">
              <a:extLst>
                <a:ext uri="{FF2B5EF4-FFF2-40B4-BE49-F238E27FC236}">
                  <a16:creationId xmlns:a16="http://schemas.microsoft.com/office/drawing/2014/main" id="{60DA1900-07BB-F849-B991-D69FFCFC23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2" y="1797"/>
              <a:ext cx="340" cy="289"/>
              <a:chOff x="2362" y="1797"/>
              <a:chExt cx="340" cy="289"/>
            </a:xfrm>
          </p:grpSpPr>
          <p:sp>
            <p:nvSpPr>
              <p:cNvPr id="98461" name="Freeform 57">
                <a:extLst>
                  <a:ext uri="{FF2B5EF4-FFF2-40B4-BE49-F238E27FC236}">
                    <a16:creationId xmlns:a16="http://schemas.microsoft.com/office/drawing/2014/main" id="{F709A5E2-8B91-9449-9021-B9681D6E31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2" y="1797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62" name="Freeform 58">
                <a:extLst>
                  <a:ext uri="{FF2B5EF4-FFF2-40B4-BE49-F238E27FC236}">
                    <a16:creationId xmlns:a16="http://schemas.microsoft.com/office/drawing/2014/main" id="{B84FB54B-116E-3D48-95A0-66181437E4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1" y="1797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98355" name="Rectangle 59">
            <a:extLst>
              <a:ext uri="{FF2B5EF4-FFF2-40B4-BE49-F238E27FC236}">
                <a16:creationId xmlns:a16="http://schemas.microsoft.com/office/drawing/2014/main" id="{CB558882-83BD-7B4E-85CD-BBCDC035C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113" y="2527300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98356" name="Freeform 60">
            <a:extLst>
              <a:ext uri="{FF2B5EF4-FFF2-40B4-BE49-F238E27FC236}">
                <a16:creationId xmlns:a16="http://schemas.microsoft.com/office/drawing/2014/main" id="{B3EC904B-1EF6-344A-A124-B11DEDB230DE}"/>
              </a:ext>
            </a:extLst>
          </p:cNvPr>
          <p:cNvSpPr>
            <a:spLocks/>
          </p:cNvSpPr>
          <p:nvPr/>
        </p:nvSpPr>
        <p:spPr bwMode="auto">
          <a:xfrm>
            <a:off x="4479925" y="2509838"/>
            <a:ext cx="236538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57" name="Line 61">
            <a:extLst>
              <a:ext uri="{FF2B5EF4-FFF2-40B4-BE49-F238E27FC236}">
                <a16:creationId xmlns:a16="http://schemas.microsoft.com/office/drawing/2014/main" id="{11130739-1DAA-CF43-9D50-8750034CA2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1013" y="273843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58" name="Freeform 62">
            <a:extLst>
              <a:ext uri="{FF2B5EF4-FFF2-40B4-BE49-F238E27FC236}">
                <a16:creationId xmlns:a16="http://schemas.microsoft.com/office/drawing/2014/main" id="{60A61025-F71C-FF45-A3F9-1EC7E657ACDA}"/>
              </a:ext>
            </a:extLst>
          </p:cNvPr>
          <p:cNvSpPr>
            <a:spLocks/>
          </p:cNvSpPr>
          <p:nvPr/>
        </p:nvSpPr>
        <p:spPr bwMode="auto">
          <a:xfrm>
            <a:off x="4395788" y="25860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59" name="Line 63">
            <a:extLst>
              <a:ext uri="{FF2B5EF4-FFF2-40B4-BE49-F238E27FC236}">
                <a16:creationId xmlns:a16="http://schemas.microsoft.com/office/drawing/2014/main" id="{BD3AE8CC-A1E0-1747-A4DB-A53D49DF85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1413" y="2586038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60" name="Rectangle 64">
            <a:extLst>
              <a:ext uri="{FF2B5EF4-FFF2-40B4-BE49-F238E27FC236}">
                <a16:creationId xmlns:a16="http://schemas.microsoft.com/office/drawing/2014/main" id="{4A667014-C641-274C-8CCF-E70BDA40E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100" y="2519363"/>
            <a:ext cx="4968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98361" name="Group 65">
            <a:extLst>
              <a:ext uri="{FF2B5EF4-FFF2-40B4-BE49-F238E27FC236}">
                <a16:creationId xmlns:a16="http://schemas.microsoft.com/office/drawing/2014/main" id="{36C7B485-0B84-D340-8B10-BCEC99BD4708}"/>
              </a:ext>
            </a:extLst>
          </p:cNvPr>
          <p:cNvGrpSpPr>
            <a:grpSpLocks/>
          </p:cNvGrpSpPr>
          <p:nvPr/>
        </p:nvGrpSpPr>
        <p:grpSpPr bwMode="auto">
          <a:xfrm>
            <a:off x="5827713" y="2509838"/>
            <a:ext cx="515937" cy="458787"/>
            <a:chOff x="3671" y="1797"/>
            <a:chExt cx="325" cy="289"/>
          </a:xfrm>
        </p:grpSpPr>
        <p:sp>
          <p:nvSpPr>
            <p:cNvPr id="98457" name="Freeform 66">
              <a:extLst>
                <a:ext uri="{FF2B5EF4-FFF2-40B4-BE49-F238E27FC236}">
                  <a16:creationId xmlns:a16="http://schemas.microsoft.com/office/drawing/2014/main" id="{9B5DA867-3576-B74F-9152-6EA299C17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1797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58" name="Freeform 67">
              <a:extLst>
                <a:ext uri="{FF2B5EF4-FFF2-40B4-BE49-F238E27FC236}">
                  <a16:creationId xmlns:a16="http://schemas.microsoft.com/office/drawing/2014/main" id="{6D5D7BB6-4994-7E47-AF48-85DCE7E0B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1797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8362" name="Rectangle 68">
            <a:extLst>
              <a:ext uri="{FF2B5EF4-FFF2-40B4-BE49-F238E27FC236}">
                <a16:creationId xmlns:a16="http://schemas.microsoft.com/office/drawing/2014/main" id="{057B7CA8-52A8-734D-A8DC-59B768C9A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150" y="2519363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98363" name="Group 69">
            <a:extLst>
              <a:ext uri="{FF2B5EF4-FFF2-40B4-BE49-F238E27FC236}">
                <a16:creationId xmlns:a16="http://schemas.microsoft.com/office/drawing/2014/main" id="{6DBF1059-9B11-E645-B8C8-3328EE3D668B}"/>
              </a:ext>
            </a:extLst>
          </p:cNvPr>
          <p:cNvGrpSpPr>
            <a:grpSpLocks/>
          </p:cNvGrpSpPr>
          <p:nvPr/>
        </p:nvGrpSpPr>
        <p:grpSpPr bwMode="auto">
          <a:xfrm>
            <a:off x="6570663" y="2509838"/>
            <a:ext cx="450850" cy="458787"/>
            <a:chOff x="4139" y="1797"/>
            <a:chExt cx="284" cy="289"/>
          </a:xfrm>
        </p:grpSpPr>
        <p:sp>
          <p:nvSpPr>
            <p:cNvPr id="98455" name="Freeform 70">
              <a:extLst>
                <a:ext uri="{FF2B5EF4-FFF2-40B4-BE49-F238E27FC236}">
                  <a16:creationId xmlns:a16="http://schemas.microsoft.com/office/drawing/2014/main" id="{2697D604-943E-D140-8A29-FD014400E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9" y="1797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56" name="Freeform 71">
              <a:extLst>
                <a:ext uri="{FF2B5EF4-FFF2-40B4-BE49-F238E27FC236}">
                  <a16:creationId xmlns:a16="http://schemas.microsoft.com/office/drawing/2014/main" id="{29E92DE2-FE52-5C47-8477-3BFD530E6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0" y="1797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8364" name="Line 72">
            <a:extLst>
              <a:ext uri="{FF2B5EF4-FFF2-40B4-BE49-F238E27FC236}">
                <a16:creationId xmlns:a16="http://schemas.microsoft.com/office/drawing/2014/main" id="{35AD6C32-2799-4940-99AA-0A41FE30D29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0950" y="2738438"/>
            <a:ext cx="233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65" name="Line 73">
            <a:extLst>
              <a:ext uri="{FF2B5EF4-FFF2-40B4-BE49-F238E27FC236}">
                <a16:creationId xmlns:a16="http://schemas.microsoft.com/office/drawing/2014/main" id="{F972CA39-9F71-4A4B-A127-68A67D429CB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2738438"/>
            <a:ext cx="258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66" name="Freeform 74">
            <a:extLst>
              <a:ext uri="{FF2B5EF4-FFF2-40B4-BE49-F238E27FC236}">
                <a16:creationId xmlns:a16="http://schemas.microsoft.com/office/drawing/2014/main" id="{35FB1044-C9B5-114E-8DB1-A14D0074D504}"/>
              </a:ext>
            </a:extLst>
          </p:cNvPr>
          <p:cNvSpPr>
            <a:spLocks/>
          </p:cNvSpPr>
          <p:nvPr/>
        </p:nvSpPr>
        <p:spPr bwMode="auto">
          <a:xfrm>
            <a:off x="5761038" y="2738438"/>
            <a:ext cx="684212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67" name="Line 75">
            <a:extLst>
              <a:ext uri="{FF2B5EF4-FFF2-40B4-BE49-F238E27FC236}">
                <a16:creationId xmlns:a16="http://schemas.microsoft.com/office/drawing/2014/main" id="{88F52769-F61E-B54C-8A87-89D33CD3FC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1413" y="2890838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68" name="Freeform 76">
            <a:extLst>
              <a:ext uri="{FF2B5EF4-FFF2-40B4-BE49-F238E27FC236}">
                <a16:creationId xmlns:a16="http://schemas.microsoft.com/office/drawing/2014/main" id="{76423056-3E37-0C40-8C64-510FAACA1E65}"/>
              </a:ext>
            </a:extLst>
          </p:cNvPr>
          <p:cNvSpPr>
            <a:spLocks/>
          </p:cNvSpPr>
          <p:nvPr/>
        </p:nvSpPr>
        <p:spPr bwMode="auto">
          <a:xfrm>
            <a:off x="5118100" y="2730500"/>
            <a:ext cx="534988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69" name="Freeform 77">
            <a:extLst>
              <a:ext uri="{FF2B5EF4-FFF2-40B4-BE49-F238E27FC236}">
                <a16:creationId xmlns:a16="http://schemas.microsoft.com/office/drawing/2014/main" id="{FA660D75-32DF-E040-9387-D0BCAA54DF43}"/>
              </a:ext>
            </a:extLst>
          </p:cNvPr>
          <p:cNvSpPr>
            <a:spLocks/>
          </p:cNvSpPr>
          <p:nvPr/>
        </p:nvSpPr>
        <p:spPr bwMode="auto">
          <a:xfrm>
            <a:off x="6438900" y="3449638"/>
            <a:ext cx="684213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8370" name="Group 78">
            <a:extLst>
              <a:ext uri="{FF2B5EF4-FFF2-40B4-BE49-F238E27FC236}">
                <a16:creationId xmlns:a16="http://schemas.microsoft.com/office/drawing/2014/main" id="{67D16C77-C29A-364A-B006-CC9B3FC739D3}"/>
              </a:ext>
            </a:extLst>
          </p:cNvPr>
          <p:cNvGrpSpPr>
            <a:grpSpLocks/>
          </p:cNvGrpSpPr>
          <p:nvPr/>
        </p:nvGrpSpPr>
        <p:grpSpPr bwMode="auto">
          <a:xfrm>
            <a:off x="5883275" y="3068638"/>
            <a:ext cx="352425" cy="763587"/>
            <a:chOff x="3706" y="2149"/>
            <a:chExt cx="222" cy="481"/>
          </a:xfrm>
        </p:grpSpPr>
        <p:sp>
          <p:nvSpPr>
            <p:cNvPr id="98453" name="Freeform 79">
              <a:extLst>
                <a:ext uri="{FF2B5EF4-FFF2-40B4-BE49-F238E27FC236}">
                  <a16:creationId xmlns:a16="http://schemas.microsoft.com/office/drawing/2014/main" id="{E9F54DDD-1E2A-BA41-AECB-D7CEEE1BD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" y="2149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54" name="Rectangle 80">
              <a:extLst>
                <a:ext uri="{FF2B5EF4-FFF2-40B4-BE49-F238E27FC236}">
                  <a16:creationId xmlns:a16="http://schemas.microsoft.com/office/drawing/2014/main" id="{C21E2694-FDCD-574E-97D4-5801D231734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619" y="2272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98371" name="Group 81">
            <a:extLst>
              <a:ext uri="{FF2B5EF4-FFF2-40B4-BE49-F238E27FC236}">
                <a16:creationId xmlns:a16="http://schemas.microsoft.com/office/drawing/2014/main" id="{F0F259CD-A5C2-9F48-BEBA-5E454CF9DA90}"/>
              </a:ext>
            </a:extLst>
          </p:cNvPr>
          <p:cNvGrpSpPr>
            <a:grpSpLocks/>
          </p:cNvGrpSpPr>
          <p:nvPr/>
        </p:nvGrpSpPr>
        <p:grpSpPr bwMode="auto">
          <a:xfrm>
            <a:off x="4403725" y="3221038"/>
            <a:ext cx="563563" cy="458787"/>
            <a:chOff x="2774" y="2245"/>
            <a:chExt cx="355" cy="289"/>
          </a:xfrm>
        </p:grpSpPr>
        <p:sp>
          <p:nvSpPr>
            <p:cNvPr id="98449" name="Rectangle 82">
              <a:extLst>
                <a:ext uri="{FF2B5EF4-FFF2-40B4-BE49-F238E27FC236}">
                  <a16:creationId xmlns:a16="http://schemas.microsoft.com/office/drawing/2014/main" id="{EDBEC1E0-9FB3-084B-A865-2CD2DD9EB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" y="2251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98450" name="Group 83">
              <a:extLst>
                <a:ext uri="{FF2B5EF4-FFF2-40B4-BE49-F238E27FC236}">
                  <a16:creationId xmlns:a16="http://schemas.microsoft.com/office/drawing/2014/main" id="{61511433-785A-8049-A933-408EC90D34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9" y="2245"/>
              <a:ext cx="340" cy="289"/>
              <a:chOff x="2789" y="2245"/>
              <a:chExt cx="340" cy="289"/>
            </a:xfrm>
          </p:grpSpPr>
          <p:sp>
            <p:nvSpPr>
              <p:cNvPr id="98451" name="Freeform 84">
                <a:extLst>
                  <a:ext uri="{FF2B5EF4-FFF2-40B4-BE49-F238E27FC236}">
                    <a16:creationId xmlns:a16="http://schemas.microsoft.com/office/drawing/2014/main" id="{013A719A-D83E-C04A-B462-428A4BFFD1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2245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52" name="Freeform 85">
                <a:extLst>
                  <a:ext uri="{FF2B5EF4-FFF2-40B4-BE49-F238E27FC236}">
                    <a16:creationId xmlns:a16="http://schemas.microsoft.com/office/drawing/2014/main" id="{692E1A3F-6197-A146-9E58-E31689B98A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8" y="2245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98372" name="Rectangle 86">
            <a:extLst>
              <a:ext uri="{FF2B5EF4-FFF2-40B4-BE49-F238E27FC236}">
                <a16:creationId xmlns:a16="http://schemas.microsoft.com/office/drawing/2014/main" id="{51A100DD-A495-6741-8FE8-9CEE3DACF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3238500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98373" name="Freeform 87">
            <a:extLst>
              <a:ext uri="{FF2B5EF4-FFF2-40B4-BE49-F238E27FC236}">
                <a16:creationId xmlns:a16="http://schemas.microsoft.com/office/drawing/2014/main" id="{C08FE08E-3A98-8944-827F-09F589D8AEE2}"/>
              </a:ext>
            </a:extLst>
          </p:cNvPr>
          <p:cNvSpPr>
            <a:spLocks/>
          </p:cNvSpPr>
          <p:nvPr/>
        </p:nvSpPr>
        <p:spPr bwMode="auto">
          <a:xfrm>
            <a:off x="5157788" y="3221038"/>
            <a:ext cx="236537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74" name="Line 88">
            <a:extLst>
              <a:ext uri="{FF2B5EF4-FFF2-40B4-BE49-F238E27FC236}">
                <a16:creationId xmlns:a16="http://schemas.microsoft.com/office/drawing/2014/main" id="{25EC946E-2CDF-A94E-95F2-AF410C07E16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8875" y="344963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75" name="Freeform 89">
            <a:extLst>
              <a:ext uri="{FF2B5EF4-FFF2-40B4-BE49-F238E27FC236}">
                <a16:creationId xmlns:a16="http://schemas.microsoft.com/office/drawing/2014/main" id="{C0F3A408-1247-BB43-89B7-8D9F2FCDDA4C}"/>
              </a:ext>
            </a:extLst>
          </p:cNvPr>
          <p:cNvSpPr>
            <a:spLocks/>
          </p:cNvSpPr>
          <p:nvPr/>
        </p:nvSpPr>
        <p:spPr bwMode="auto">
          <a:xfrm>
            <a:off x="5073650" y="32972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76" name="Line 90">
            <a:extLst>
              <a:ext uri="{FF2B5EF4-FFF2-40B4-BE49-F238E27FC236}">
                <a16:creationId xmlns:a16="http://schemas.microsoft.com/office/drawing/2014/main" id="{9CC1C161-02B0-5441-BFEE-E998383D49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9275" y="32972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77" name="Rectangle 91">
            <a:extLst>
              <a:ext uri="{FF2B5EF4-FFF2-40B4-BE49-F238E27FC236}">
                <a16:creationId xmlns:a16="http://schemas.microsoft.com/office/drawing/2014/main" id="{89A42075-259F-1C41-99F7-058437310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0963" y="3230563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98378" name="Group 92">
            <a:extLst>
              <a:ext uri="{FF2B5EF4-FFF2-40B4-BE49-F238E27FC236}">
                <a16:creationId xmlns:a16="http://schemas.microsoft.com/office/drawing/2014/main" id="{AF2E843D-077F-7A40-ACDB-15E467001F4B}"/>
              </a:ext>
            </a:extLst>
          </p:cNvPr>
          <p:cNvGrpSpPr>
            <a:grpSpLocks/>
          </p:cNvGrpSpPr>
          <p:nvPr/>
        </p:nvGrpSpPr>
        <p:grpSpPr bwMode="auto">
          <a:xfrm>
            <a:off x="6505575" y="3221038"/>
            <a:ext cx="515938" cy="458787"/>
            <a:chOff x="4098" y="2245"/>
            <a:chExt cx="325" cy="289"/>
          </a:xfrm>
        </p:grpSpPr>
        <p:sp>
          <p:nvSpPr>
            <p:cNvPr id="98447" name="Freeform 93">
              <a:extLst>
                <a:ext uri="{FF2B5EF4-FFF2-40B4-BE49-F238E27FC236}">
                  <a16:creationId xmlns:a16="http://schemas.microsoft.com/office/drawing/2014/main" id="{BA85ACC9-87B4-8042-ABEB-2029DEF19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2245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48" name="Freeform 94">
              <a:extLst>
                <a:ext uri="{FF2B5EF4-FFF2-40B4-BE49-F238E27FC236}">
                  <a16:creationId xmlns:a16="http://schemas.microsoft.com/office/drawing/2014/main" id="{AEF4ECCC-FF74-6243-8DBE-0C3C8D8C2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9" y="2245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8379" name="Rectangle 95">
            <a:extLst>
              <a:ext uri="{FF2B5EF4-FFF2-40B4-BE49-F238E27FC236}">
                <a16:creationId xmlns:a16="http://schemas.microsoft.com/office/drawing/2014/main" id="{BDB842F4-2775-5E47-BC62-083D0FA82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013" y="323056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98380" name="Group 96">
            <a:extLst>
              <a:ext uri="{FF2B5EF4-FFF2-40B4-BE49-F238E27FC236}">
                <a16:creationId xmlns:a16="http://schemas.microsoft.com/office/drawing/2014/main" id="{EA5A0B0B-6D83-7744-BC2A-6E0CF17CFC55}"/>
              </a:ext>
            </a:extLst>
          </p:cNvPr>
          <p:cNvGrpSpPr>
            <a:grpSpLocks/>
          </p:cNvGrpSpPr>
          <p:nvPr/>
        </p:nvGrpSpPr>
        <p:grpSpPr bwMode="auto">
          <a:xfrm>
            <a:off x="7248525" y="3221038"/>
            <a:ext cx="450850" cy="458787"/>
            <a:chOff x="4566" y="2245"/>
            <a:chExt cx="284" cy="289"/>
          </a:xfrm>
        </p:grpSpPr>
        <p:sp>
          <p:nvSpPr>
            <p:cNvPr id="98445" name="Freeform 97">
              <a:extLst>
                <a:ext uri="{FF2B5EF4-FFF2-40B4-BE49-F238E27FC236}">
                  <a16:creationId xmlns:a16="http://schemas.microsoft.com/office/drawing/2014/main" id="{120714B9-3723-F34B-B531-65213F954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6" y="2245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46" name="Freeform 98">
              <a:extLst>
                <a:ext uri="{FF2B5EF4-FFF2-40B4-BE49-F238E27FC236}">
                  <a16:creationId xmlns:a16="http://schemas.microsoft.com/office/drawing/2014/main" id="{BD6E2527-3E11-004B-B2C9-EC83B7F96F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7" y="2245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8381" name="Line 99">
            <a:extLst>
              <a:ext uri="{FF2B5EF4-FFF2-40B4-BE49-F238E27FC236}">
                <a16:creationId xmlns:a16="http://schemas.microsoft.com/office/drawing/2014/main" id="{BF3EEDF1-BD46-AA46-AB4A-4C6D98C94E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8813" y="3449638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82" name="Line 100">
            <a:extLst>
              <a:ext uri="{FF2B5EF4-FFF2-40B4-BE49-F238E27FC236}">
                <a16:creationId xmlns:a16="http://schemas.microsoft.com/office/drawing/2014/main" id="{272DB054-10B0-764E-A5E6-55DF78BB1B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0463" y="3449638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83" name="Line 101">
            <a:extLst>
              <a:ext uri="{FF2B5EF4-FFF2-40B4-BE49-F238E27FC236}">
                <a16:creationId xmlns:a16="http://schemas.microsoft.com/office/drawing/2014/main" id="{332DFFDB-9A67-784E-89C1-27CFB84F38F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9275" y="36020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84" name="Freeform 102">
            <a:extLst>
              <a:ext uri="{FF2B5EF4-FFF2-40B4-BE49-F238E27FC236}">
                <a16:creationId xmlns:a16="http://schemas.microsoft.com/office/drawing/2014/main" id="{90F46A86-4D0C-2741-8C3A-C00B37CD62EF}"/>
              </a:ext>
            </a:extLst>
          </p:cNvPr>
          <p:cNvSpPr>
            <a:spLocks/>
          </p:cNvSpPr>
          <p:nvPr/>
        </p:nvSpPr>
        <p:spPr bwMode="auto">
          <a:xfrm>
            <a:off x="5808663" y="3441700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85" name="Freeform 103">
            <a:extLst>
              <a:ext uri="{FF2B5EF4-FFF2-40B4-BE49-F238E27FC236}">
                <a16:creationId xmlns:a16="http://schemas.microsoft.com/office/drawing/2014/main" id="{48A8C9DA-1532-AC4F-AFB1-8E5DDD5AB80A}"/>
              </a:ext>
            </a:extLst>
          </p:cNvPr>
          <p:cNvSpPr>
            <a:spLocks/>
          </p:cNvSpPr>
          <p:nvPr/>
        </p:nvSpPr>
        <p:spPr bwMode="auto">
          <a:xfrm>
            <a:off x="6575425" y="3779838"/>
            <a:ext cx="338138" cy="763587"/>
          </a:xfrm>
          <a:custGeom>
            <a:avLst/>
            <a:gdLst>
              <a:gd name="T0" fmla="*/ 0 w 213"/>
              <a:gd name="T1" fmla="*/ 2147483646 h 481"/>
              <a:gd name="T2" fmla="*/ 2147483646 w 213"/>
              <a:gd name="T3" fmla="*/ 2147483646 h 481"/>
              <a:gd name="T4" fmla="*/ 0 w 213"/>
              <a:gd name="T5" fmla="*/ 2147483646 h 481"/>
              <a:gd name="T6" fmla="*/ 0 w 213"/>
              <a:gd name="T7" fmla="*/ 0 h 481"/>
              <a:gd name="T8" fmla="*/ 2147483646 w 213"/>
              <a:gd name="T9" fmla="*/ 2147483646 h 481"/>
              <a:gd name="T10" fmla="*/ 2147483646 w 213"/>
              <a:gd name="T11" fmla="*/ 2147483646 h 481"/>
              <a:gd name="T12" fmla="*/ 0 w 213"/>
              <a:gd name="T13" fmla="*/ 2147483646 h 481"/>
              <a:gd name="T14" fmla="*/ 0 w 213"/>
              <a:gd name="T15" fmla="*/ 2147483646 h 4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3" h="481">
                <a:moveTo>
                  <a:pt x="0" y="320"/>
                </a:moveTo>
                <a:lnTo>
                  <a:pt x="71" y="240"/>
                </a:lnTo>
                <a:lnTo>
                  <a:pt x="0" y="160"/>
                </a:lnTo>
                <a:lnTo>
                  <a:pt x="0" y="0"/>
                </a:lnTo>
                <a:lnTo>
                  <a:pt x="212" y="160"/>
                </a:lnTo>
                <a:lnTo>
                  <a:pt x="212" y="320"/>
                </a:lnTo>
                <a:lnTo>
                  <a:pt x="0" y="480"/>
                </a:lnTo>
                <a:lnTo>
                  <a:pt x="0" y="32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86" name="Freeform 104">
            <a:extLst>
              <a:ext uri="{FF2B5EF4-FFF2-40B4-BE49-F238E27FC236}">
                <a16:creationId xmlns:a16="http://schemas.microsoft.com/office/drawing/2014/main" id="{73F20DA0-1E25-DB48-8BF9-521C72098D73}"/>
              </a:ext>
            </a:extLst>
          </p:cNvPr>
          <p:cNvSpPr>
            <a:spLocks/>
          </p:cNvSpPr>
          <p:nvPr/>
        </p:nvSpPr>
        <p:spPr bwMode="auto">
          <a:xfrm>
            <a:off x="7116763" y="4160838"/>
            <a:ext cx="684212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87" name="Freeform 105">
            <a:extLst>
              <a:ext uri="{FF2B5EF4-FFF2-40B4-BE49-F238E27FC236}">
                <a16:creationId xmlns:a16="http://schemas.microsoft.com/office/drawing/2014/main" id="{5F9B4EF3-DFF2-AB4B-B2AC-4DAA169742FC}"/>
              </a:ext>
            </a:extLst>
          </p:cNvPr>
          <p:cNvSpPr>
            <a:spLocks/>
          </p:cNvSpPr>
          <p:nvPr/>
        </p:nvSpPr>
        <p:spPr bwMode="auto">
          <a:xfrm>
            <a:off x="5105400" y="3932238"/>
            <a:ext cx="269875" cy="458787"/>
          </a:xfrm>
          <a:custGeom>
            <a:avLst/>
            <a:gdLst>
              <a:gd name="T0" fmla="*/ 2147483646 w 170"/>
              <a:gd name="T1" fmla="*/ 0 h 289"/>
              <a:gd name="T2" fmla="*/ 0 w 170"/>
              <a:gd name="T3" fmla="*/ 0 h 289"/>
              <a:gd name="T4" fmla="*/ 0 w 170"/>
              <a:gd name="T5" fmla="*/ 2147483646 h 289"/>
              <a:gd name="T6" fmla="*/ 2147483646 w 170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0" h="289">
                <a:moveTo>
                  <a:pt x="169" y="0"/>
                </a:moveTo>
                <a:lnTo>
                  <a:pt x="0" y="0"/>
                </a:lnTo>
                <a:lnTo>
                  <a:pt x="0" y="288"/>
                </a:lnTo>
                <a:lnTo>
                  <a:pt x="169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88" name="Freeform 106">
            <a:extLst>
              <a:ext uri="{FF2B5EF4-FFF2-40B4-BE49-F238E27FC236}">
                <a16:creationId xmlns:a16="http://schemas.microsoft.com/office/drawing/2014/main" id="{A8DD7281-FA25-0740-B066-BD31BA57DE72}"/>
              </a:ext>
            </a:extLst>
          </p:cNvPr>
          <p:cNvSpPr>
            <a:spLocks/>
          </p:cNvSpPr>
          <p:nvPr/>
        </p:nvSpPr>
        <p:spPr bwMode="auto">
          <a:xfrm>
            <a:off x="5373688" y="3932238"/>
            <a:ext cx="271462" cy="458787"/>
          </a:xfrm>
          <a:custGeom>
            <a:avLst/>
            <a:gdLst>
              <a:gd name="T0" fmla="*/ 0 w 171"/>
              <a:gd name="T1" fmla="*/ 0 h 289"/>
              <a:gd name="T2" fmla="*/ 2147483646 w 171"/>
              <a:gd name="T3" fmla="*/ 0 h 289"/>
              <a:gd name="T4" fmla="*/ 2147483646 w 171"/>
              <a:gd name="T5" fmla="*/ 2147483646 h 289"/>
              <a:gd name="T6" fmla="*/ 0 w 171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1" h="289">
                <a:moveTo>
                  <a:pt x="0" y="0"/>
                </a:moveTo>
                <a:lnTo>
                  <a:pt x="170" y="0"/>
                </a:lnTo>
                <a:lnTo>
                  <a:pt x="170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89" name="Rectangle 107">
            <a:extLst>
              <a:ext uri="{FF2B5EF4-FFF2-40B4-BE49-F238E27FC236}">
                <a16:creationId xmlns:a16="http://schemas.microsoft.com/office/drawing/2014/main" id="{BE7F043D-DE69-E44B-8781-E5F0807DC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588" y="3941763"/>
            <a:ext cx="4302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Im</a:t>
            </a:r>
          </a:p>
        </p:txBody>
      </p:sp>
      <p:sp>
        <p:nvSpPr>
          <p:cNvPr id="98390" name="Rectangle 108">
            <a:extLst>
              <a:ext uri="{FF2B5EF4-FFF2-40B4-BE49-F238E27FC236}">
                <a16:creationId xmlns:a16="http://schemas.microsoft.com/office/drawing/2014/main" id="{EF68EBE1-36AE-8C43-BE6C-15AECC5DAE1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23820" y="3974306"/>
            <a:ext cx="6080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98391" name="Rectangle 109">
            <a:extLst>
              <a:ext uri="{FF2B5EF4-FFF2-40B4-BE49-F238E27FC236}">
                <a16:creationId xmlns:a16="http://schemas.microsoft.com/office/drawing/2014/main" id="{75F7E8AE-1B61-D04D-8E25-322C6F0A8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838" y="3949700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98392" name="Freeform 110">
            <a:extLst>
              <a:ext uri="{FF2B5EF4-FFF2-40B4-BE49-F238E27FC236}">
                <a16:creationId xmlns:a16="http://schemas.microsoft.com/office/drawing/2014/main" id="{B8619F08-1454-4E40-9FB1-635804A88AE4}"/>
              </a:ext>
            </a:extLst>
          </p:cNvPr>
          <p:cNvSpPr>
            <a:spLocks/>
          </p:cNvSpPr>
          <p:nvPr/>
        </p:nvSpPr>
        <p:spPr bwMode="auto">
          <a:xfrm>
            <a:off x="5835650" y="3932238"/>
            <a:ext cx="236538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93" name="Line 111">
            <a:extLst>
              <a:ext uri="{FF2B5EF4-FFF2-40B4-BE49-F238E27FC236}">
                <a16:creationId xmlns:a16="http://schemas.microsoft.com/office/drawing/2014/main" id="{23CD4D38-2C08-7A44-976C-AA8EA8D815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6738" y="416083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94" name="Freeform 112">
            <a:extLst>
              <a:ext uri="{FF2B5EF4-FFF2-40B4-BE49-F238E27FC236}">
                <a16:creationId xmlns:a16="http://schemas.microsoft.com/office/drawing/2014/main" id="{AE5AC26E-6800-0E49-9C50-0D21DB7F30AF}"/>
              </a:ext>
            </a:extLst>
          </p:cNvPr>
          <p:cNvSpPr>
            <a:spLocks/>
          </p:cNvSpPr>
          <p:nvPr/>
        </p:nvSpPr>
        <p:spPr bwMode="auto">
          <a:xfrm>
            <a:off x="5751513" y="40084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95" name="Line 113">
            <a:extLst>
              <a:ext uri="{FF2B5EF4-FFF2-40B4-BE49-F238E27FC236}">
                <a16:creationId xmlns:a16="http://schemas.microsoft.com/office/drawing/2014/main" id="{94E4428E-3A1A-0A47-8E88-9AAD44250A9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7138" y="4008438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96" name="Rectangle 114">
            <a:extLst>
              <a:ext uri="{FF2B5EF4-FFF2-40B4-BE49-F238E27FC236}">
                <a16:creationId xmlns:a16="http://schemas.microsoft.com/office/drawing/2014/main" id="{A5CF8E68-542D-3848-9A7F-920E58613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8825" y="3941763"/>
            <a:ext cx="4968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sp>
        <p:nvSpPr>
          <p:cNvPr id="98397" name="Freeform 115">
            <a:extLst>
              <a:ext uri="{FF2B5EF4-FFF2-40B4-BE49-F238E27FC236}">
                <a16:creationId xmlns:a16="http://schemas.microsoft.com/office/drawing/2014/main" id="{5CEFB15D-B0C9-2A44-B028-7C3C9AE9A519}"/>
              </a:ext>
            </a:extLst>
          </p:cNvPr>
          <p:cNvSpPr>
            <a:spLocks/>
          </p:cNvSpPr>
          <p:nvPr/>
        </p:nvSpPr>
        <p:spPr bwMode="auto">
          <a:xfrm>
            <a:off x="7183438" y="3932238"/>
            <a:ext cx="257175" cy="458787"/>
          </a:xfrm>
          <a:custGeom>
            <a:avLst/>
            <a:gdLst>
              <a:gd name="T0" fmla="*/ 2147483646 w 162"/>
              <a:gd name="T1" fmla="*/ 0 h 289"/>
              <a:gd name="T2" fmla="*/ 0 w 162"/>
              <a:gd name="T3" fmla="*/ 0 h 289"/>
              <a:gd name="T4" fmla="*/ 0 w 162"/>
              <a:gd name="T5" fmla="*/ 2147483646 h 289"/>
              <a:gd name="T6" fmla="*/ 2147483646 w 16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289">
                <a:moveTo>
                  <a:pt x="161" y="0"/>
                </a:moveTo>
                <a:lnTo>
                  <a:pt x="0" y="0"/>
                </a:lnTo>
                <a:lnTo>
                  <a:pt x="0" y="288"/>
                </a:lnTo>
                <a:lnTo>
                  <a:pt x="16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98" name="Freeform 116">
            <a:extLst>
              <a:ext uri="{FF2B5EF4-FFF2-40B4-BE49-F238E27FC236}">
                <a16:creationId xmlns:a16="http://schemas.microsoft.com/office/drawing/2014/main" id="{50338E80-2E02-794F-B3D1-953504C16F92}"/>
              </a:ext>
            </a:extLst>
          </p:cNvPr>
          <p:cNvSpPr>
            <a:spLocks/>
          </p:cNvSpPr>
          <p:nvPr/>
        </p:nvSpPr>
        <p:spPr bwMode="auto">
          <a:xfrm>
            <a:off x="7439025" y="3932238"/>
            <a:ext cx="260350" cy="458787"/>
          </a:xfrm>
          <a:custGeom>
            <a:avLst/>
            <a:gdLst>
              <a:gd name="T0" fmla="*/ 0 w 164"/>
              <a:gd name="T1" fmla="*/ 0 h 289"/>
              <a:gd name="T2" fmla="*/ 2147483646 w 164"/>
              <a:gd name="T3" fmla="*/ 0 h 289"/>
              <a:gd name="T4" fmla="*/ 2147483646 w 164"/>
              <a:gd name="T5" fmla="*/ 2147483646 h 289"/>
              <a:gd name="T6" fmla="*/ 0 w 164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4" h="289">
                <a:moveTo>
                  <a:pt x="0" y="0"/>
                </a:moveTo>
                <a:lnTo>
                  <a:pt x="163" y="0"/>
                </a:lnTo>
                <a:lnTo>
                  <a:pt x="163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399" name="Rectangle 117">
            <a:extLst>
              <a:ext uri="{FF2B5EF4-FFF2-40B4-BE49-F238E27FC236}">
                <a16:creationId xmlns:a16="http://schemas.microsoft.com/office/drawing/2014/main" id="{6B520A5E-BDC6-D143-9B15-D766DE7B4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9875" y="3941763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98400" name="Freeform 118">
            <a:extLst>
              <a:ext uri="{FF2B5EF4-FFF2-40B4-BE49-F238E27FC236}">
                <a16:creationId xmlns:a16="http://schemas.microsoft.com/office/drawing/2014/main" id="{6C0E294E-1367-C042-81DC-F589D8D502EB}"/>
              </a:ext>
            </a:extLst>
          </p:cNvPr>
          <p:cNvSpPr>
            <a:spLocks/>
          </p:cNvSpPr>
          <p:nvPr/>
        </p:nvSpPr>
        <p:spPr bwMode="auto">
          <a:xfrm>
            <a:off x="7926388" y="3932238"/>
            <a:ext cx="225425" cy="458787"/>
          </a:xfrm>
          <a:custGeom>
            <a:avLst/>
            <a:gdLst>
              <a:gd name="T0" fmla="*/ 2147483646 w 142"/>
              <a:gd name="T1" fmla="*/ 0 h 289"/>
              <a:gd name="T2" fmla="*/ 0 w 142"/>
              <a:gd name="T3" fmla="*/ 0 h 289"/>
              <a:gd name="T4" fmla="*/ 0 w 142"/>
              <a:gd name="T5" fmla="*/ 2147483646 h 289"/>
              <a:gd name="T6" fmla="*/ 2147483646 w 14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2" h="289">
                <a:moveTo>
                  <a:pt x="141" y="0"/>
                </a:moveTo>
                <a:lnTo>
                  <a:pt x="0" y="0"/>
                </a:lnTo>
                <a:lnTo>
                  <a:pt x="0" y="288"/>
                </a:lnTo>
                <a:lnTo>
                  <a:pt x="14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401" name="Freeform 119">
            <a:extLst>
              <a:ext uri="{FF2B5EF4-FFF2-40B4-BE49-F238E27FC236}">
                <a16:creationId xmlns:a16="http://schemas.microsoft.com/office/drawing/2014/main" id="{33375455-B602-FD4F-ABFE-32540CEFEB48}"/>
              </a:ext>
            </a:extLst>
          </p:cNvPr>
          <p:cNvSpPr>
            <a:spLocks/>
          </p:cNvSpPr>
          <p:nvPr/>
        </p:nvSpPr>
        <p:spPr bwMode="auto">
          <a:xfrm>
            <a:off x="8150225" y="3932238"/>
            <a:ext cx="227013" cy="458787"/>
          </a:xfrm>
          <a:custGeom>
            <a:avLst/>
            <a:gdLst>
              <a:gd name="T0" fmla="*/ 0 w 143"/>
              <a:gd name="T1" fmla="*/ 0 h 289"/>
              <a:gd name="T2" fmla="*/ 2147483646 w 143"/>
              <a:gd name="T3" fmla="*/ 0 h 289"/>
              <a:gd name="T4" fmla="*/ 2147483646 w 143"/>
              <a:gd name="T5" fmla="*/ 2147483646 h 289"/>
              <a:gd name="T6" fmla="*/ 0 w 143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3" h="289">
                <a:moveTo>
                  <a:pt x="0" y="0"/>
                </a:moveTo>
                <a:lnTo>
                  <a:pt x="142" y="0"/>
                </a:lnTo>
                <a:lnTo>
                  <a:pt x="142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402" name="Line 120">
            <a:extLst>
              <a:ext uri="{FF2B5EF4-FFF2-40B4-BE49-F238E27FC236}">
                <a16:creationId xmlns:a16="http://schemas.microsoft.com/office/drawing/2014/main" id="{736FD3E0-D96C-B94A-B5BB-85BD7EE1BD79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6675" y="4160838"/>
            <a:ext cx="233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403" name="Line 121">
            <a:extLst>
              <a:ext uri="{FF2B5EF4-FFF2-40B4-BE49-F238E27FC236}">
                <a16:creationId xmlns:a16="http://schemas.microsoft.com/office/drawing/2014/main" id="{39E2FDA6-263F-E64D-9091-65CC3CDD111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8325" y="4160838"/>
            <a:ext cx="258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404" name="Line 122">
            <a:extLst>
              <a:ext uri="{FF2B5EF4-FFF2-40B4-BE49-F238E27FC236}">
                <a16:creationId xmlns:a16="http://schemas.microsoft.com/office/drawing/2014/main" id="{4B9E405B-C4E8-7241-B7C8-ABDD7F00B2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7138" y="4313238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405" name="Freeform 123">
            <a:extLst>
              <a:ext uri="{FF2B5EF4-FFF2-40B4-BE49-F238E27FC236}">
                <a16:creationId xmlns:a16="http://schemas.microsoft.com/office/drawing/2014/main" id="{14589559-52D9-C44F-BD47-FA74FFA66AF5}"/>
              </a:ext>
            </a:extLst>
          </p:cNvPr>
          <p:cNvSpPr>
            <a:spLocks/>
          </p:cNvSpPr>
          <p:nvPr/>
        </p:nvSpPr>
        <p:spPr bwMode="auto">
          <a:xfrm>
            <a:off x="6486525" y="4152900"/>
            <a:ext cx="534988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8406" name="Group 124">
            <a:extLst>
              <a:ext uri="{FF2B5EF4-FFF2-40B4-BE49-F238E27FC236}">
                <a16:creationId xmlns:a16="http://schemas.microsoft.com/office/drawing/2014/main" id="{361E53E6-E7AA-4140-A56E-B69FE9666F65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4491038"/>
            <a:ext cx="352425" cy="763587"/>
            <a:chOff x="4560" y="3045"/>
            <a:chExt cx="222" cy="481"/>
          </a:xfrm>
        </p:grpSpPr>
        <p:sp>
          <p:nvSpPr>
            <p:cNvPr id="98443" name="Freeform 125">
              <a:extLst>
                <a:ext uri="{FF2B5EF4-FFF2-40B4-BE49-F238E27FC236}">
                  <a16:creationId xmlns:a16="http://schemas.microsoft.com/office/drawing/2014/main" id="{664DD776-EB8E-8546-9319-05CB9F51E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3045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44" name="Rectangle 126">
              <a:extLst>
                <a:ext uri="{FF2B5EF4-FFF2-40B4-BE49-F238E27FC236}">
                  <a16:creationId xmlns:a16="http://schemas.microsoft.com/office/drawing/2014/main" id="{48C03DB5-4D20-5A46-8215-7A330DFBA0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473" y="3168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98407" name="Group 127">
            <a:extLst>
              <a:ext uri="{FF2B5EF4-FFF2-40B4-BE49-F238E27FC236}">
                <a16:creationId xmlns:a16="http://schemas.microsoft.com/office/drawing/2014/main" id="{FF9598EC-F8F5-CD4A-9873-35E3560E93CD}"/>
              </a:ext>
            </a:extLst>
          </p:cNvPr>
          <p:cNvGrpSpPr>
            <a:grpSpLocks/>
          </p:cNvGrpSpPr>
          <p:nvPr/>
        </p:nvGrpSpPr>
        <p:grpSpPr bwMode="auto">
          <a:xfrm>
            <a:off x="5759450" y="4643438"/>
            <a:ext cx="563563" cy="458787"/>
            <a:chOff x="3628" y="3141"/>
            <a:chExt cx="355" cy="289"/>
          </a:xfrm>
        </p:grpSpPr>
        <p:sp>
          <p:nvSpPr>
            <p:cNvPr id="98439" name="Rectangle 128">
              <a:extLst>
                <a:ext uri="{FF2B5EF4-FFF2-40B4-BE49-F238E27FC236}">
                  <a16:creationId xmlns:a16="http://schemas.microsoft.com/office/drawing/2014/main" id="{F14DFD0F-2158-974A-BF4F-E4C432409B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8" y="3147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98440" name="Group 129">
              <a:extLst>
                <a:ext uri="{FF2B5EF4-FFF2-40B4-BE49-F238E27FC236}">
                  <a16:creationId xmlns:a16="http://schemas.microsoft.com/office/drawing/2014/main" id="{BB6E920E-B930-4F40-84B5-B7C850311B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3" y="3141"/>
              <a:ext cx="340" cy="289"/>
              <a:chOff x="3643" y="3141"/>
              <a:chExt cx="340" cy="289"/>
            </a:xfrm>
          </p:grpSpPr>
          <p:sp>
            <p:nvSpPr>
              <p:cNvPr id="98441" name="Freeform 130">
                <a:extLst>
                  <a:ext uri="{FF2B5EF4-FFF2-40B4-BE49-F238E27FC236}">
                    <a16:creationId xmlns:a16="http://schemas.microsoft.com/office/drawing/2014/main" id="{FAFBC37A-285B-A044-9CC5-B56150F62D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3" y="3141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42" name="Freeform 131">
                <a:extLst>
                  <a:ext uri="{FF2B5EF4-FFF2-40B4-BE49-F238E27FC236}">
                    <a16:creationId xmlns:a16="http://schemas.microsoft.com/office/drawing/2014/main" id="{526E7E47-3584-5E46-A088-B022B1549A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3141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98408" name="Rectangle 132">
            <a:extLst>
              <a:ext uri="{FF2B5EF4-FFF2-40B4-BE49-F238E27FC236}">
                <a16:creationId xmlns:a16="http://schemas.microsoft.com/office/drawing/2014/main" id="{DFA2B6F3-207B-EF4E-9761-9C132016F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700" y="4660900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98409" name="Group 133">
            <a:extLst>
              <a:ext uri="{FF2B5EF4-FFF2-40B4-BE49-F238E27FC236}">
                <a16:creationId xmlns:a16="http://schemas.microsoft.com/office/drawing/2014/main" id="{DACF6B77-1FA1-B748-8CB9-6BF5D734D6D6}"/>
              </a:ext>
            </a:extLst>
          </p:cNvPr>
          <p:cNvGrpSpPr>
            <a:grpSpLocks/>
          </p:cNvGrpSpPr>
          <p:nvPr/>
        </p:nvGrpSpPr>
        <p:grpSpPr bwMode="auto">
          <a:xfrm>
            <a:off x="6513513" y="4643438"/>
            <a:ext cx="469900" cy="458787"/>
            <a:chOff x="4103" y="3141"/>
            <a:chExt cx="296" cy="289"/>
          </a:xfrm>
        </p:grpSpPr>
        <p:sp>
          <p:nvSpPr>
            <p:cNvPr id="98437" name="Freeform 134">
              <a:extLst>
                <a:ext uri="{FF2B5EF4-FFF2-40B4-BE49-F238E27FC236}">
                  <a16:creationId xmlns:a16="http://schemas.microsoft.com/office/drawing/2014/main" id="{675E37BB-F51F-5446-9484-F81C448B2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" y="3141"/>
              <a:ext cx="149" cy="289"/>
            </a:xfrm>
            <a:custGeom>
              <a:avLst/>
              <a:gdLst>
                <a:gd name="T0" fmla="*/ 148 w 149"/>
                <a:gd name="T1" fmla="*/ 0 h 289"/>
                <a:gd name="T2" fmla="*/ 0 w 149"/>
                <a:gd name="T3" fmla="*/ 0 h 289"/>
                <a:gd name="T4" fmla="*/ 0 w 149"/>
                <a:gd name="T5" fmla="*/ 288 h 289"/>
                <a:gd name="T6" fmla="*/ 148 w 149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9" h="289">
                  <a:moveTo>
                    <a:pt x="148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8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38" name="Freeform 135">
              <a:extLst>
                <a:ext uri="{FF2B5EF4-FFF2-40B4-BE49-F238E27FC236}">
                  <a16:creationId xmlns:a16="http://schemas.microsoft.com/office/drawing/2014/main" id="{D13FB640-9404-8B4D-90F3-B55B92759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" y="3141"/>
              <a:ext cx="148" cy="289"/>
            </a:xfrm>
            <a:custGeom>
              <a:avLst/>
              <a:gdLst>
                <a:gd name="T0" fmla="*/ 0 w 148"/>
                <a:gd name="T1" fmla="*/ 0 h 289"/>
                <a:gd name="T2" fmla="*/ 147 w 148"/>
                <a:gd name="T3" fmla="*/ 0 h 289"/>
                <a:gd name="T4" fmla="*/ 147 w 148"/>
                <a:gd name="T5" fmla="*/ 288 h 289"/>
                <a:gd name="T6" fmla="*/ 0 w 148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8" h="289">
                  <a:moveTo>
                    <a:pt x="0" y="0"/>
                  </a:moveTo>
                  <a:lnTo>
                    <a:pt x="147" y="0"/>
                  </a:lnTo>
                  <a:lnTo>
                    <a:pt x="147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8410" name="Line 136">
            <a:extLst>
              <a:ext uri="{FF2B5EF4-FFF2-40B4-BE49-F238E27FC236}">
                <a16:creationId xmlns:a16="http://schemas.microsoft.com/office/drawing/2014/main" id="{570BC3C7-D0BC-D846-89DE-94384BD16A7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487203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411" name="Freeform 137">
            <a:extLst>
              <a:ext uri="{FF2B5EF4-FFF2-40B4-BE49-F238E27FC236}">
                <a16:creationId xmlns:a16="http://schemas.microsoft.com/office/drawing/2014/main" id="{AF44DE6E-BF7D-5743-80CD-1B412883CE37}"/>
              </a:ext>
            </a:extLst>
          </p:cNvPr>
          <p:cNvSpPr>
            <a:spLocks/>
          </p:cNvSpPr>
          <p:nvPr/>
        </p:nvSpPr>
        <p:spPr bwMode="auto">
          <a:xfrm>
            <a:off x="6429375" y="47196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412" name="Line 138">
            <a:extLst>
              <a:ext uri="{FF2B5EF4-FFF2-40B4-BE49-F238E27FC236}">
                <a16:creationId xmlns:a16="http://schemas.microsoft.com/office/drawing/2014/main" id="{48B2CC83-D13E-0544-AACF-05C3F04026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5000" y="47196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413" name="Rectangle 139">
            <a:extLst>
              <a:ext uri="{FF2B5EF4-FFF2-40B4-BE49-F238E27FC236}">
                <a16:creationId xmlns:a16="http://schemas.microsoft.com/office/drawing/2014/main" id="{35F13C80-765A-7541-B7F4-A949D120B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6688" y="4652963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98414" name="Group 140">
            <a:extLst>
              <a:ext uri="{FF2B5EF4-FFF2-40B4-BE49-F238E27FC236}">
                <a16:creationId xmlns:a16="http://schemas.microsoft.com/office/drawing/2014/main" id="{072AD9E3-4561-6648-ACD4-FDFB4E16606D}"/>
              </a:ext>
            </a:extLst>
          </p:cNvPr>
          <p:cNvGrpSpPr>
            <a:grpSpLocks/>
          </p:cNvGrpSpPr>
          <p:nvPr/>
        </p:nvGrpSpPr>
        <p:grpSpPr bwMode="auto">
          <a:xfrm>
            <a:off x="7861300" y="4643438"/>
            <a:ext cx="515938" cy="458787"/>
            <a:chOff x="4952" y="3141"/>
            <a:chExt cx="325" cy="289"/>
          </a:xfrm>
        </p:grpSpPr>
        <p:sp>
          <p:nvSpPr>
            <p:cNvPr id="98435" name="Freeform 141">
              <a:extLst>
                <a:ext uri="{FF2B5EF4-FFF2-40B4-BE49-F238E27FC236}">
                  <a16:creationId xmlns:a16="http://schemas.microsoft.com/office/drawing/2014/main" id="{56FDAE77-2F18-DE48-82E1-A98088E4F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2" y="3141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36" name="Freeform 142">
              <a:extLst>
                <a:ext uri="{FF2B5EF4-FFF2-40B4-BE49-F238E27FC236}">
                  <a16:creationId xmlns:a16="http://schemas.microsoft.com/office/drawing/2014/main" id="{8DBCACF9-C7E3-E345-A2C5-DEB7DD57E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3" y="3141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8415" name="Rectangle 143">
            <a:extLst>
              <a:ext uri="{FF2B5EF4-FFF2-40B4-BE49-F238E27FC236}">
                <a16:creationId xmlns:a16="http://schemas.microsoft.com/office/drawing/2014/main" id="{0FAAD0E2-01E3-E54A-96EE-89B0BF9F7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7738" y="465296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98416" name="Group 144">
            <a:extLst>
              <a:ext uri="{FF2B5EF4-FFF2-40B4-BE49-F238E27FC236}">
                <a16:creationId xmlns:a16="http://schemas.microsoft.com/office/drawing/2014/main" id="{DB3E5D08-3C4C-6D48-AC9D-F85F37B517E3}"/>
              </a:ext>
            </a:extLst>
          </p:cNvPr>
          <p:cNvGrpSpPr>
            <a:grpSpLocks/>
          </p:cNvGrpSpPr>
          <p:nvPr/>
        </p:nvGrpSpPr>
        <p:grpSpPr bwMode="auto">
          <a:xfrm>
            <a:off x="8604250" y="4643438"/>
            <a:ext cx="450850" cy="458787"/>
            <a:chOff x="5420" y="3141"/>
            <a:chExt cx="284" cy="289"/>
          </a:xfrm>
        </p:grpSpPr>
        <p:sp>
          <p:nvSpPr>
            <p:cNvPr id="98433" name="Freeform 145">
              <a:extLst>
                <a:ext uri="{FF2B5EF4-FFF2-40B4-BE49-F238E27FC236}">
                  <a16:creationId xmlns:a16="http://schemas.microsoft.com/office/drawing/2014/main" id="{94745EFA-A5DA-C34C-9712-E504538D62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0" y="3141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434" name="Freeform 146">
              <a:extLst>
                <a:ext uri="{FF2B5EF4-FFF2-40B4-BE49-F238E27FC236}">
                  <a16:creationId xmlns:a16="http://schemas.microsoft.com/office/drawing/2014/main" id="{E9E25F25-AB87-044D-9366-5A5F96F30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1" y="3141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8417" name="Line 147">
            <a:extLst>
              <a:ext uri="{FF2B5EF4-FFF2-40B4-BE49-F238E27FC236}">
                <a16:creationId xmlns:a16="http://schemas.microsoft.com/office/drawing/2014/main" id="{2D8DA05A-9CC7-964A-B1AE-48A3562F475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64538" y="4872038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418" name="Line 148">
            <a:extLst>
              <a:ext uri="{FF2B5EF4-FFF2-40B4-BE49-F238E27FC236}">
                <a16:creationId xmlns:a16="http://schemas.microsoft.com/office/drawing/2014/main" id="{3F5602EF-6456-9A44-8B00-1EE772CBFCE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6188" y="4872038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419" name="Freeform 149">
            <a:extLst>
              <a:ext uri="{FF2B5EF4-FFF2-40B4-BE49-F238E27FC236}">
                <a16:creationId xmlns:a16="http://schemas.microsoft.com/office/drawing/2014/main" id="{B56EB564-AE6C-3741-9BC4-746CD8B6915E}"/>
              </a:ext>
            </a:extLst>
          </p:cNvPr>
          <p:cNvSpPr>
            <a:spLocks/>
          </p:cNvSpPr>
          <p:nvPr/>
        </p:nvSpPr>
        <p:spPr bwMode="auto">
          <a:xfrm>
            <a:off x="7807325" y="4872038"/>
            <a:ext cx="684213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420" name="Line 150">
            <a:extLst>
              <a:ext uri="{FF2B5EF4-FFF2-40B4-BE49-F238E27FC236}">
                <a16:creationId xmlns:a16="http://schemas.microsoft.com/office/drawing/2014/main" id="{CA95D62D-F715-CB4A-8F3F-003BB34807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5000" y="50244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421" name="Freeform 151">
            <a:extLst>
              <a:ext uri="{FF2B5EF4-FFF2-40B4-BE49-F238E27FC236}">
                <a16:creationId xmlns:a16="http://schemas.microsoft.com/office/drawing/2014/main" id="{1A9B2978-1C0D-FC40-AC48-3AB0439376D1}"/>
              </a:ext>
            </a:extLst>
          </p:cNvPr>
          <p:cNvSpPr>
            <a:spLocks/>
          </p:cNvSpPr>
          <p:nvPr/>
        </p:nvSpPr>
        <p:spPr bwMode="auto">
          <a:xfrm>
            <a:off x="7164388" y="4864100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104" name="Line 152">
            <a:extLst>
              <a:ext uri="{FF2B5EF4-FFF2-40B4-BE49-F238E27FC236}">
                <a16:creationId xmlns:a16="http://schemas.microsoft.com/office/drawing/2014/main" id="{D5AE9EFF-CB7B-AC44-8BFB-328D2E68A1F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6025" y="2035175"/>
            <a:ext cx="79375" cy="515938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105" name="Line 153">
            <a:extLst>
              <a:ext uri="{FF2B5EF4-FFF2-40B4-BE49-F238E27FC236}">
                <a16:creationId xmlns:a16="http://schemas.microsoft.com/office/drawing/2014/main" id="{D9BD6567-FAF3-8B4B-90DB-B6251756F9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2150" y="2035175"/>
            <a:ext cx="57150" cy="1227138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424" name="Line 154">
            <a:extLst>
              <a:ext uri="{FF2B5EF4-FFF2-40B4-BE49-F238E27FC236}">
                <a16:creationId xmlns:a16="http://schemas.microsoft.com/office/drawing/2014/main" id="{9075EC2D-352D-954C-9262-6AA11CB65A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8063" y="2068513"/>
            <a:ext cx="3175" cy="1871662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108" name="Rectangle 156">
            <a:extLst>
              <a:ext uri="{FF2B5EF4-FFF2-40B4-BE49-F238E27FC236}">
                <a16:creationId xmlns:a16="http://schemas.microsoft.com/office/drawing/2014/main" id="{FE01A868-6255-B640-A72D-856C04418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00088"/>
            <a:ext cx="627538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Char char="•"/>
            </a:pPr>
            <a:r>
              <a:rPr lang="zh-CN" altLang="en-US" sz="2400">
                <a:ea typeface="宋体" panose="02010600030101010101" pitchFamily="2" charset="-122"/>
              </a:rPr>
              <a:t> </a:t>
            </a:r>
            <a:r>
              <a:rPr lang="zh-CN" altLang="en-US" sz="2000">
                <a:latin typeface="Arial" panose="020B0604020202020204" pitchFamily="34" charset="0"/>
                <a:ea typeface="黑体" panose="02010609060101010101" pitchFamily="49" charset="-122"/>
              </a:rPr>
              <a:t>仔细观察后发现：流水段寄存器中已有需要的值</a:t>
            </a:r>
            <a:r>
              <a:rPr lang="en-US" altLang="zh-CN" sz="2000">
                <a:latin typeface="Arial" panose="020B0604020202020204" pitchFamily="34" charset="0"/>
                <a:ea typeface="黑体" panose="02010609060101010101" pitchFamily="49" charset="-122"/>
              </a:rPr>
              <a:t>r1</a:t>
            </a:r>
            <a:r>
              <a:rPr lang="zh-CN" altLang="en-US" sz="2000">
                <a:latin typeface="Arial" panose="020B0604020202020204" pitchFamily="34" charset="0"/>
                <a:ea typeface="黑体" panose="02010609060101010101" pitchFamily="49" charset="-122"/>
              </a:rPr>
              <a:t>！</a:t>
            </a:r>
          </a:p>
        </p:txBody>
      </p:sp>
      <p:sp>
        <p:nvSpPr>
          <p:cNvPr id="126109" name="Text Box 157">
            <a:extLst>
              <a:ext uri="{FF2B5EF4-FFF2-40B4-BE49-F238E27FC236}">
                <a16:creationId xmlns:a16="http://schemas.microsoft.com/office/drawing/2014/main" id="{0CEA3899-F7C8-D440-A6E0-C40318221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5703888"/>
            <a:ext cx="62103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5000"/>
              </a:spcBef>
            </a:pP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把数据从流水段寄存器中直接取到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ALU</a:t>
            </a: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的输入端</a:t>
            </a:r>
          </a:p>
        </p:txBody>
      </p:sp>
      <p:grpSp>
        <p:nvGrpSpPr>
          <p:cNvPr id="126112" name="Group 160">
            <a:extLst>
              <a:ext uri="{FF2B5EF4-FFF2-40B4-BE49-F238E27FC236}">
                <a16:creationId xmlns:a16="http://schemas.microsoft.com/office/drawing/2014/main" id="{273927CF-8B34-1040-843D-C499BF4177A5}"/>
              </a:ext>
            </a:extLst>
          </p:cNvPr>
          <p:cNvGrpSpPr>
            <a:grpSpLocks/>
          </p:cNvGrpSpPr>
          <p:nvPr/>
        </p:nvGrpSpPr>
        <p:grpSpPr bwMode="auto">
          <a:xfrm>
            <a:off x="5530850" y="5754688"/>
            <a:ext cx="3613150" cy="641350"/>
            <a:chOff x="3464" y="3683"/>
            <a:chExt cx="2134" cy="404"/>
          </a:xfrm>
        </p:grpSpPr>
        <p:sp>
          <p:nvSpPr>
            <p:cNvPr id="98431" name="Text Box 158">
              <a:extLst>
                <a:ext uri="{FF2B5EF4-FFF2-40B4-BE49-F238E27FC236}">
                  <a16:creationId xmlns:a16="http://schemas.microsoft.com/office/drawing/2014/main" id="{391A54F2-F0E4-F04F-A113-573B5DF41A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7" y="3683"/>
              <a:ext cx="1631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chemeClr val="accent2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  <a:hlinkClick r:id="rId3" action="ppaction://hlinksldjump"/>
                </a:rPr>
                <a:t>称为转发（</a:t>
              </a:r>
              <a:r>
                <a:rPr lang="en-US" altLang="zh-CN" sz="1800">
                  <a:solidFill>
                    <a:schemeClr val="accent2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  <a:hlinkClick r:id="rId3" action="ppaction://hlinksldjump"/>
                </a:rPr>
                <a:t>Forwading</a:t>
              </a:r>
              <a:r>
                <a:rPr lang="zh-CN" altLang="en-US" sz="1800">
                  <a:solidFill>
                    <a:schemeClr val="accent2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  <a:hlinkClick r:id="rId3" action="ppaction://hlinksldjump"/>
                </a:rPr>
                <a:t>）或旁路（</a:t>
              </a:r>
              <a:r>
                <a:rPr lang="en-US" altLang="zh-CN" sz="1800">
                  <a:solidFill>
                    <a:schemeClr val="accent2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  <a:hlinkClick r:id="rId3" action="ppaction://hlinksldjump"/>
                </a:rPr>
                <a:t>Bypassing</a:t>
              </a:r>
              <a:r>
                <a:rPr lang="zh-CN" altLang="en-US" sz="1800">
                  <a:solidFill>
                    <a:schemeClr val="accent2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）</a:t>
              </a:r>
            </a:p>
          </p:txBody>
        </p:sp>
        <p:sp>
          <p:nvSpPr>
            <p:cNvPr id="98432" name="Line 159">
              <a:extLst>
                <a:ext uri="{FF2B5EF4-FFF2-40B4-BE49-F238E27FC236}">
                  <a16:creationId xmlns:a16="http://schemas.microsoft.com/office/drawing/2014/main" id="{E1BEDB6D-2348-5C45-9B14-88B2CCA25A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64" y="3768"/>
              <a:ext cx="512" cy="88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6113" name="Text Box 161">
            <a:extLst>
              <a:ext uri="{FF2B5EF4-FFF2-40B4-BE49-F238E27FC236}">
                <a16:creationId xmlns:a16="http://schemas.microsoft.com/office/drawing/2014/main" id="{A9DF9E6E-1200-024B-862D-B9079D6DD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6350" y="749300"/>
            <a:ext cx="25463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hlinkClick r:id="" action="ppaction://hlinkshowjump?jump=nextslide"/>
              </a:rPr>
              <a:t>在哪个流水段</a:t>
            </a:r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hlinkClick r:id="" action="ppaction://hlinkshowjump?jump=nextslide"/>
              </a:rPr>
              <a:t>R</a:t>
            </a: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hlinkClick r:id="" action="ppaction://hlinkshowjump?jump=nextslide"/>
              </a:rPr>
              <a:t>中？</a:t>
            </a:r>
            <a:endParaRPr lang="zh-CN" altLang="en-US" sz="2000">
              <a:solidFill>
                <a:srgbClr val="CC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98429" name="Line 162">
            <a:extLst>
              <a:ext uri="{FF2B5EF4-FFF2-40B4-BE49-F238E27FC236}">
                <a16:creationId xmlns:a16="http://schemas.microsoft.com/office/drawing/2014/main" id="{2E409C55-F81A-6743-A160-54B4635930B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8263" y="2078038"/>
            <a:ext cx="266700" cy="25495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430" name="Oval 163">
            <a:extLst>
              <a:ext uri="{FF2B5EF4-FFF2-40B4-BE49-F238E27FC236}">
                <a16:creationId xmlns:a16="http://schemas.microsoft.com/office/drawing/2014/main" id="{8B889E60-FD13-A54F-A9A4-A5FCD1B67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2005013"/>
            <a:ext cx="106362" cy="10636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6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6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6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1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D2048CB3-A2E9-354D-BBD2-C0D9D19D9F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4756150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第七周期结束时的状态：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A05EB2DD-105E-8D45-8251-FBADB72B63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673100"/>
            <a:ext cx="8191500" cy="325438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8: </a:t>
            </a:r>
            <a:r>
              <a:rPr lang="en-US" altLang="zh-CN">
                <a:ea typeface="宋体" panose="02010600030101010101" pitchFamily="2" charset="-122"/>
              </a:rPr>
              <a:t>Store’s Wr   12: Beq’s Mem   16: R’s Exec   20: R’s Reg   24: R’s Ifet</a:t>
            </a:r>
          </a:p>
        </p:txBody>
      </p:sp>
      <p:sp>
        <p:nvSpPr>
          <p:cNvPr id="100356" name="Rectangle 4">
            <a:extLst>
              <a:ext uri="{FF2B5EF4-FFF2-40B4-BE49-F238E27FC236}">
                <a16:creationId xmlns:a16="http://schemas.microsoft.com/office/drawing/2014/main" id="{554D22BC-6822-7F40-B3D7-C453B2F6B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9175" y="30607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0357" name="Rectangle 5">
            <a:extLst>
              <a:ext uri="{FF2B5EF4-FFF2-40B4-BE49-F238E27FC236}">
                <a16:creationId xmlns:a16="http://schemas.microsoft.com/office/drawing/2014/main" id="{C87C434F-16D3-9E40-9D49-81DC90BEED6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324770" y="4069556"/>
            <a:ext cx="22082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IF/ID</a:t>
            </a:r>
            <a:r>
              <a:rPr lang="en-US" altLang="zh-CN">
                <a:ea typeface="宋体" panose="02010600030101010101" pitchFamily="2" charset="-122"/>
              </a:rPr>
              <a:t>: Instruction @ 24</a:t>
            </a:r>
          </a:p>
        </p:txBody>
      </p:sp>
      <p:sp>
        <p:nvSpPr>
          <p:cNvPr id="100358" name="Line 6">
            <a:extLst>
              <a:ext uri="{FF2B5EF4-FFF2-40B4-BE49-F238E27FC236}">
                <a16:creationId xmlns:a16="http://schemas.microsoft.com/office/drawing/2014/main" id="{D48DC325-5A4A-9841-A0E5-C685915947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7559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59" name="Rectangle 7">
            <a:extLst>
              <a:ext uri="{FF2B5EF4-FFF2-40B4-BE49-F238E27FC236}">
                <a16:creationId xmlns:a16="http://schemas.microsoft.com/office/drawing/2014/main" id="{E1203575-9E87-ED41-A22B-90C75504C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975" y="30607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0360" name="Rectangle 8">
            <a:extLst>
              <a:ext uri="{FF2B5EF4-FFF2-40B4-BE49-F238E27FC236}">
                <a16:creationId xmlns:a16="http://schemas.microsoft.com/office/drawing/2014/main" id="{C58718D3-FEA9-AA49-AE7C-73A978C34AD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057526" y="4068762"/>
            <a:ext cx="24003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ID/Ex:</a:t>
            </a:r>
            <a:r>
              <a:rPr lang="en-US" altLang="zh-CN">
                <a:ea typeface="宋体" panose="02010600030101010101" pitchFamily="2" charset="-122"/>
              </a:rPr>
              <a:t>R-type’s busA &amp; B</a:t>
            </a:r>
          </a:p>
        </p:txBody>
      </p:sp>
      <p:sp>
        <p:nvSpPr>
          <p:cNvPr id="100361" name="Rectangle 9">
            <a:extLst>
              <a:ext uri="{FF2B5EF4-FFF2-40B4-BE49-F238E27FC236}">
                <a16:creationId xmlns:a16="http://schemas.microsoft.com/office/drawing/2014/main" id="{7C034B64-A577-0F43-AF81-9678B6025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6775" y="30607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0362" name="Rectangle 10">
            <a:extLst>
              <a:ext uri="{FF2B5EF4-FFF2-40B4-BE49-F238E27FC236}">
                <a16:creationId xmlns:a16="http://schemas.microsoft.com/office/drawing/2014/main" id="{5D20A8F4-320D-E640-A1C4-B8072E241F5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78388" y="4067175"/>
            <a:ext cx="24193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Ex/Mem</a:t>
            </a:r>
            <a:r>
              <a:rPr lang="en-US" altLang="zh-CN">
                <a:ea typeface="宋体" panose="02010600030101010101" pitchFamily="2" charset="-122"/>
              </a:rPr>
              <a:t>: Rtype’s Results</a:t>
            </a:r>
          </a:p>
        </p:txBody>
      </p:sp>
      <p:sp>
        <p:nvSpPr>
          <p:cNvPr id="100363" name="Rectangle 11">
            <a:extLst>
              <a:ext uri="{FF2B5EF4-FFF2-40B4-BE49-F238E27FC236}">
                <a16:creationId xmlns:a16="http://schemas.microsoft.com/office/drawing/2014/main" id="{BA117EE7-E659-4843-9D95-1493AD908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1775" y="3060700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0364" name="Rectangle 12">
            <a:extLst>
              <a:ext uri="{FF2B5EF4-FFF2-40B4-BE49-F238E27FC236}">
                <a16:creationId xmlns:a16="http://schemas.microsoft.com/office/drawing/2014/main" id="{60782926-FE81-D64F-9BA6-0C52323F934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772275" y="4070350"/>
            <a:ext cx="2441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Mem/Wr:</a:t>
            </a:r>
            <a:r>
              <a:rPr lang="en-US" altLang="zh-CN">
                <a:ea typeface="宋体" panose="02010600030101010101" pitchFamily="2" charset="-122"/>
              </a:rPr>
              <a:t>Nothing for Beq</a:t>
            </a:r>
          </a:p>
        </p:txBody>
      </p:sp>
      <p:sp>
        <p:nvSpPr>
          <p:cNvPr id="100365" name="Rectangle 13">
            <a:extLst>
              <a:ext uri="{FF2B5EF4-FFF2-40B4-BE49-F238E27FC236}">
                <a16:creationId xmlns:a16="http://schemas.microsoft.com/office/drawing/2014/main" id="{A1C39717-A0A8-A446-ABAD-E5FDA0951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" y="3060700"/>
            <a:ext cx="288925" cy="1117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0366" name="Rectangle 14">
            <a:extLst>
              <a:ext uri="{FF2B5EF4-FFF2-40B4-BE49-F238E27FC236}">
                <a16:creationId xmlns:a16="http://schemas.microsoft.com/office/drawing/2014/main" id="{70325B4E-F6E2-C04A-9697-427749C43C3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63538" y="3451225"/>
            <a:ext cx="1085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en-US" altLang="zh-CN">
                <a:ea typeface="宋体" panose="02010600030101010101" pitchFamily="2" charset="-122"/>
              </a:rPr>
              <a:t> = 1000</a:t>
            </a:r>
          </a:p>
        </p:txBody>
      </p:sp>
      <p:sp>
        <p:nvSpPr>
          <p:cNvPr id="100367" name="Rectangle 15">
            <a:extLst>
              <a:ext uri="{FF2B5EF4-FFF2-40B4-BE49-F238E27FC236}">
                <a16:creationId xmlns:a16="http://schemas.microsoft.com/office/drawing/2014/main" id="{A07445DA-2266-B944-9A3B-C7B8CDB85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1175" y="3517900"/>
            <a:ext cx="593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0368" name="Rectangle 16">
            <a:extLst>
              <a:ext uri="{FF2B5EF4-FFF2-40B4-BE49-F238E27FC236}">
                <a16:creationId xmlns:a16="http://schemas.microsoft.com/office/drawing/2014/main" id="{427B94C7-2B7D-5542-B84A-0DC87D256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363" y="3525838"/>
            <a:ext cx="66040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Data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100369" name="Rectangle 17">
            <a:extLst>
              <a:ext uri="{FF2B5EF4-FFF2-40B4-BE49-F238E27FC236}">
                <a16:creationId xmlns:a16="http://schemas.microsoft.com/office/drawing/2014/main" id="{B5975BB7-23A4-6944-B897-141879F8F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850" y="4291013"/>
            <a:ext cx="47783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WA</a:t>
            </a:r>
          </a:p>
        </p:txBody>
      </p:sp>
      <p:sp>
        <p:nvSpPr>
          <p:cNvPr id="100370" name="Rectangle 18">
            <a:extLst>
              <a:ext uri="{FF2B5EF4-FFF2-40B4-BE49-F238E27FC236}">
                <a16:creationId xmlns:a16="http://schemas.microsoft.com/office/drawing/2014/main" id="{B692441B-44CB-884F-AA5C-4D21D0BF7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425" y="4533900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100371" name="Rectangle 19">
            <a:extLst>
              <a:ext uri="{FF2B5EF4-FFF2-40B4-BE49-F238E27FC236}">
                <a16:creationId xmlns:a16="http://schemas.microsoft.com/office/drawing/2014/main" id="{58C8A8A0-A1DD-8B45-B06E-1A9C5C7DD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850" y="4076700"/>
            <a:ext cx="43815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100372" name="Rectangle 20">
            <a:extLst>
              <a:ext uri="{FF2B5EF4-FFF2-40B4-BE49-F238E27FC236}">
                <a16:creationId xmlns:a16="http://schemas.microsoft.com/office/drawing/2014/main" id="{927DFD38-C1C2-DC4F-9FCC-A74E3ABE2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650" y="4048125"/>
            <a:ext cx="4175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Do</a:t>
            </a:r>
          </a:p>
        </p:txBody>
      </p:sp>
      <p:sp>
        <p:nvSpPr>
          <p:cNvPr id="100373" name="Rectangle 21">
            <a:extLst>
              <a:ext uri="{FF2B5EF4-FFF2-40B4-BE49-F238E27FC236}">
                <a16:creationId xmlns:a16="http://schemas.microsoft.com/office/drawing/2014/main" id="{C56751AA-C1DB-1A45-AAA3-9834138DC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0975" y="3060700"/>
            <a:ext cx="365125" cy="203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0374" name="Rectangle 22">
            <a:extLst>
              <a:ext uri="{FF2B5EF4-FFF2-40B4-BE49-F238E27FC236}">
                <a16:creationId xmlns:a16="http://schemas.microsoft.com/office/drawing/2014/main" id="{6B3CBD41-D1A2-C648-A7EC-A65A8B15D7A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350170" y="4133056"/>
            <a:ext cx="633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IUnit</a:t>
            </a:r>
          </a:p>
        </p:txBody>
      </p:sp>
      <p:sp>
        <p:nvSpPr>
          <p:cNvPr id="100375" name="Rectangle 23">
            <a:extLst>
              <a:ext uri="{FF2B5EF4-FFF2-40B4-BE49-F238E27FC236}">
                <a16:creationId xmlns:a16="http://schemas.microsoft.com/office/drawing/2014/main" id="{E33A9466-393A-1646-936E-2CC229DEC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3681413"/>
            <a:ext cx="3095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100376" name="Rectangle 24">
            <a:extLst>
              <a:ext uri="{FF2B5EF4-FFF2-40B4-BE49-F238E27FC236}">
                <a16:creationId xmlns:a16="http://schemas.microsoft.com/office/drawing/2014/main" id="{F6C2C555-BD5C-E64E-9706-0A4A2D894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913" y="4824413"/>
            <a:ext cx="2301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100377" name="Rectangle 25">
            <a:extLst>
              <a:ext uri="{FF2B5EF4-FFF2-40B4-BE49-F238E27FC236}">
                <a16:creationId xmlns:a16="http://schemas.microsoft.com/office/drawing/2014/main" id="{AF58B8B4-8195-3542-B708-8CC1F030E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375" y="3594100"/>
            <a:ext cx="593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0378" name="Rectangle 26">
            <a:extLst>
              <a:ext uri="{FF2B5EF4-FFF2-40B4-BE49-F238E27FC236}">
                <a16:creationId xmlns:a16="http://schemas.microsoft.com/office/drawing/2014/main" id="{4B6E0939-5D8F-8D40-88A0-652B248CF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450" y="4306888"/>
            <a:ext cx="65563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RFile</a:t>
            </a:r>
          </a:p>
        </p:txBody>
      </p:sp>
      <p:sp>
        <p:nvSpPr>
          <p:cNvPr id="100379" name="Rectangle 27">
            <a:extLst>
              <a:ext uri="{FF2B5EF4-FFF2-40B4-BE49-F238E27FC236}">
                <a16:creationId xmlns:a16="http://schemas.microsoft.com/office/drawing/2014/main" id="{D73769EB-C6BB-8D41-9725-120F4B1F5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4646613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100380" name="Rectangle 28">
            <a:extLst>
              <a:ext uri="{FF2B5EF4-FFF2-40B4-BE49-F238E27FC236}">
                <a16:creationId xmlns:a16="http://schemas.microsoft.com/office/drawing/2014/main" id="{26285776-2D41-AE4E-9560-73EA737FA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3735388"/>
            <a:ext cx="4079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100381" name="Rectangle 29">
            <a:extLst>
              <a:ext uri="{FF2B5EF4-FFF2-40B4-BE49-F238E27FC236}">
                <a16:creationId xmlns:a16="http://schemas.microsoft.com/office/drawing/2014/main" id="{7F3171BC-9ABE-B447-9230-52509548B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4065588"/>
            <a:ext cx="4175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100382" name="Rectangle 30">
            <a:extLst>
              <a:ext uri="{FF2B5EF4-FFF2-40B4-BE49-F238E27FC236}">
                <a16:creationId xmlns:a16="http://schemas.microsoft.com/office/drawing/2014/main" id="{3CE26F4B-B3AB-4842-A2BD-59D140C2D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4627563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100383" name="Rectangle 31">
            <a:extLst>
              <a:ext uri="{FF2B5EF4-FFF2-40B4-BE49-F238E27FC236}">
                <a16:creationId xmlns:a16="http://schemas.microsoft.com/office/drawing/2014/main" id="{078300F1-3DD9-5E4C-B31F-982151375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6838" y="1922463"/>
            <a:ext cx="10668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RegWr=0</a:t>
            </a:r>
          </a:p>
        </p:txBody>
      </p:sp>
      <p:sp>
        <p:nvSpPr>
          <p:cNvPr id="100384" name="Line 32">
            <a:extLst>
              <a:ext uri="{FF2B5EF4-FFF2-40B4-BE49-F238E27FC236}">
                <a16:creationId xmlns:a16="http://schemas.microsoft.com/office/drawing/2014/main" id="{01472D54-F126-AD43-9CE2-9306F3D0A1C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584700"/>
            <a:ext cx="0" cy="1193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85" name="Rectangle 33">
            <a:extLst>
              <a:ext uri="{FF2B5EF4-FFF2-40B4-BE49-F238E27FC236}">
                <a16:creationId xmlns:a16="http://schemas.microsoft.com/office/drawing/2014/main" id="{79BA986B-5D2D-2C49-8A6D-E5C0355A1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1905000"/>
            <a:ext cx="10112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ExtOp=x</a:t>
            </a:r>
          </a:p>
        </p:txBody>
      </p:sp>
      <p:sp>
        <p:nvSpPr>
          <p:cNvPr id="100386" name="Line 34">
            <a:extLst>
              <a:ext uri="{FF2B5EF4-FFF2-40B4-BE49-F238E27FC236}">
                <a16:creationId xmlns:a16="http://schemas.microsoft.com/office/drawing/2014/main" id="{7B76A585-6CA5-7240-A5AB-BA2BBBD7B1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49900" y="4178300"/>
            <a:ext cx="406400" cy="12700"/>
          </a:xfrm>
          <a:prstGeom prst="line">
            <a:avLst/>
          </a:prstGeom>
          <a:noFill/>
          <a:ln w="508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87" name="Rectangle 35">
            <a:extLst>
              <a:ext uri="{FF2B5EF4-FFF2-40B4-BE49-F238E27FC236}">
                <a16:creationId xmlns:a16="http://schemas.microsoft.com/office/drawing/2014/main" id="{3442E605-ED1F-4543-9A63-D21C9C853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838" y="4052888"/>
            <a:ext cx="6540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Exec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Unit</a:t>
            </a:r>
          </a:p>
        </p:txBody>
      </p:sp>
      <p:sp>
        <p:nvSpPr>
          <p:cNvPr id="100388" name="Rectangle 36">
            <a:extLst>
              <a:ext uri="{FF2B5EF4-FFF2-40B4-BE49-F238E27FC236}">
                <a16:creationId xmlns:a16="http://schemas.microsoft.com/office/drawing/2014/main" id="{89B6478C-20DA-E846-ADD0-A1FEB6209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5700" y="3060700"/>
            <a:ext cx="584200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0389" name="Rectangle 37">
            <a:extLst>
              <a:ext uri="{FF2B5EF4-FFF2-40B4-BE49-F238E27FC236}">
                <a16:creationId xmlns:a16="http://schemas.microsoft.com/office/drawing/2014/main" id="{8C32979F-4DFE-1245-A1CD-A49115B62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3582988"/>
            <a:ext cx="6238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100390" name="Rectangle 38">
            <a:extLst>
              <a:ext uri="{FF2B5EF4-FFF2-40B4-BE49-F238E27FC236}">
                <a16:creationId xmlns:a16="http://schemas.microsoft.com/office/drawing/2014/main" id="{D9F154D3-D3C6-7C4C-85C4-30606DF70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3836988"/>
            <a:ext cx="6238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100391" name="Line 39">
            <a:extLst>
              <a:ext uri="{FF2B5EF4-FFF2-40B4-BE49-F238E27FC236}">
                <a16:creationId xmlns:a16="http://schemas.microsoft.com/office/drawing/2014/main" id="{5AAB517C-71CD-EA47-9982-E50C991278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222500"/>
            <a:ext cx="0" cy="812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92" name="Rectangle 40">
            <a:extLst>
              <a:ext uri="{FF2B5EF4-FFF2-40B4-BE49-F238E27FC236}">
                <a16:creationId xmlns:a16="http://schemas.microsoft.com/office/drawing/2014/main" id="{3CDAC61F-E425-6B4E-BB18-FB958F6BD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3332163"/>
            <a:ext cx="5476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100393" name="Line 41">
            <a:extLst>
              <a:ext uri="{FF2B5EF4-FFF2-40B4-BE49-F238E27FC236}">
                <a16:creationId xmlns:a16="http://schemas.microsoft.com/office/drawing/2014/main" id="{4F1D88BE-E4C5-2D4B-90B8-85A01C9BFC4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993900"/>
            <a:ext cx="0" cy="10414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94" name="Rectangle 42">
            <a:extLst>
              <a:ext uri="{FF2B5EF4-FFF2-40B4-BE49-F238E27FC236}">
                <a16:creationId xmlns:a16="http://schemas.microsoft.com/office/drawing/2014/main" id="{509147EE-0A93-404C-928C-F8D36FF16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913" y="1676400"/>
            <a:ext cx="16303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ALUOp=R-type</a:t>
            </a:r>
          </a:p>
        </p:txBody>
      </p:sp>
      <p:sp>
        <p:nvSpPr>
          <p:cNvPr id="100395" name="Rectangle 43">
            <a:extLst>
              <a:ext uri="{FF2B5EF4-FFF2-40B4-BE49-F238E27FC236}">
                <a16:creationId xmlns:a16="http://schemas.microsoft.com/office/drawing/2014/main" id="{FD6DA46F-34C6-374C-AC97-749317526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5791200"/>
            <a:ext cx="11557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ALUSrc=0</a:t>
            </a:r>
          </a:p>
        </p:txBody>
      </p:sp>
      <p:sp>
        <p:nvSpPr>
          <p:cNvPr id="100396" name="Line 44">
            <a:extLst>
              <a:ext uri="{FF2B5EF4-FFF2-40B4-BE49-F238E27FC236}">
                <a16:creationId xmlns:a16="http://schemas.microsoft.com/office/drawing/2014/main" id="{DF8BD7D7-D9D5-434B-97DE-18B6927C0C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9200" y="3733800"/>
            <a:ext cx="330200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97" name="Line 45">
            <a:extLst>
              <a:ext uri="{FF2B5EF4-FFF2-40B4-BE49-F238E27FC236}">
                <a16:creationId xmlns:a16="http://schemas.microsoft.com/office/drawing/2014/main" id="{740D256D-2367-434B-BD45-3EFFF6ADB2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35052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98" name="Line 46">
            <a:extLst>
              <a:ext uri="{FF2B5EF4-FFF2-40B4-BE49-F238E27FC236}">
                <a16:creationId xmlns:a16="http://schemas.microsoft.com/office/drawing/2014/main" id="{46EC0DAB-C602-C34D-AA5B-0555588563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9200" y="4038600"/>
            <a:ext cx="330200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99" name="Line 47">
            <a:extLst>
              <a:ext uri="{FF2B5EF4-FFF2-40B4-BE49-F238E27FC236}">
                <a16:creationId xmlns:a16="http://schemas.microsoft.com/office/drawing/2014/main" id="{2EBBD6B7-0DFE-A546-AAB0-E6F27627649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8600" y="3886200"/>
            <a:ext cx="330200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00" name="Line 48">
            <a:extLst>
              <a:ext uri="{FF2B5EF4-FFF2-40B4-BE49-F238E27FC236}">
                <a16:creationId xmlns:a16="http://schemas.microsoft.com/office/drawing/2014/main" id="{026D39FF-5BEF-2248-9378-27050EDF42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8600" y="4191000"/>
            <a:ext cx="330200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01" name="Line 49">
            <a:extLst>
              <a:ext uri="{FF2B5EF4-FFF2-40B4-BE49-F238E27FC236}">
                <a16:creationId xmlns:a16="http://schemas.microsoft.com/office/drawing/2014/main" id="{A4DFC0C8-4E0E-664B-BE87-2E6AA35B9D1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1100" y="41910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02" name="Line 50">
            <a:extLst>
              <a:ext uri="{FF2B5EF4-FFF2-40B4-BE49-F238E27FC236}">
                <a16:creationId xmlns:a16="http://schemas.microsoft.com/office/drawing/2014/main" id="{45E4F486-D532-9749-A8E4-083D519DAA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051300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03" name="Line 51">
            <a:extLst>
              <a:ext uri="{FF2B5EF4-FFF2-40B4-BE49-F238E27FC236}">
                <a16:creationId xmlns:a16="http://schemas.microsoft.com/office/drawing/2014/main" id="{3BED8D0E-1D54-A04F-B7E2-E4F3657209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4700" y="47244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04" name="Line 52">
            <a:extLst>
              <a:ext uri="{FF2B5EF4-FFF2-40B4-BE49-F238E27FC236}">
                <a16:creationId xmlns:a16="http://schemas.microsoft.com/office/drawing/2014/main" id="{05036312-1A54-FC43-8D7A-DE1A6317AF8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1100" y="47244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05" name="Line 53">
            <a:extLst>
              <a:ext uri="{FF2B5EF4-FFF2-40B4-BE49-F238E27FC236}">
                <a16:creationId xmlns:a16="http://schemas.microsoft.com/office/drawing/2014/main" id="{E6D58CE2-74E6-8E41-BA9A-47F85B93E8A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9700" y="44196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06" name="Line 54">
            <a:extLst>
              <a:ext uri="{FF2B5EF4-FFF2-40B4-BE49-F238E27FC236}">
                <a16:creationId xmlns:a16="http://schemas.microsoft.com/office/drawing/2014/main" id="{A756D9D3-F474-B545-86CA-236472EF9EC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42037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07" name="Line 55">
            <a:extLst>
              <a:ext uri="{FF2B5EF4-FFF2-40B4-BE49-F238E27FC236}">
                <a16:creationId xmlns:a16="http://schemas.microsoft.com/office/drawing/2014/main" id="{CE25F6AC-DCDA-0748-9FE8-76B261288C4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9700" y="48768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0408" name="Group 56">
            <a:extLst>
              <a:ext uri="{FF2B5EF4-FFF2-40B4-BE49-F238E27FC236}">
                <a16:creationId xmlns:a16="http://schemas.microsoft.com/office/drawing/2014/main" id="{A9D75D52-D283-624E-A735-7AD4CDB93C20}"/>
              </a:ext>
            </a:extLst>
          </p:cNvPr>
          <p:cNvGrpSpPr>
            <a:grpSpLocks/>
          </p:cNvGrpSpPr>
          <p:nvPr/>
        </p:nvGrpSpPr>
        <p:grpSpPr bwMode="auto">
          <a:xfrm>
            <a:off x="8474075" y="4127500"/>
            <a:ext cx="333375" cy="946150"/>
            <a:chOff x="5290" y="2744"/>
            <a:chExt cx="210" cy="596"/>
          </a:xfrm>
        </p:grpSpPr>
        <p:sp>
          <p:nvSpPr>
            <p:cNvPr id="100557" name="Line 57">
              <a:extLst>
                <a:ext uri="{FF2B5EF4-FFF2-40B4-BE49-F238E27FC236}">
                  <a16:creationId xmlns:a16="http://schemas.microsoft.com/office/drawing/2014/main" id="{1056D318-DCC4-4843-90CD-32C036B080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2744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58" name="Line 58">
              <a:extLst>
                <a:ext uri="{FF2B5EF4-FFF2-40B4-BE49-F238E27FC236}">
                  <a16:creationId xmlns:a16="http://schemas.microsoft.com/office/drawing/2014/main" id="{03872944-6382-1F4F-8B84-F15188B18B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6" y="2744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59" name="Line 59">
              <a:extLst>
                <a:ext uri="{FF2B5EF4-FFF2-40B4-BE49-F238E27FC236}">
                  <a16:creationId xmlns:a16="http://schemas.microsoft.com/office/drawing/2014/main" id="{B610210B-511A-5D43-9DFB-AF8AB63D3E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6" y="3235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60" name="Line 60">
              <a:extLst>
                <a:ext uri="{FF2B5EF4-FFF2-40B4-BE49-F238E27FC236}">
                  <a16:creationId xmlns:a16="http://schemas.microsoft.com/office/drawing/2014/main" id="{AD6994A5-5CD8-EF4D-8B33-45C6236224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2796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61" name="Rectangle 61">
              <a:extLst>
                <a:ext uri="{FF2B5EF4-FFF2-40B4-BE49-F238E27FC236}">
                  <a16:creationId xmlns:a16="http://schemas.microsoft.com/office/drawing/2014/main" id="{7887FE8A-6108-5C49-AA03-713A3186118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210" y="2928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100562" name="Rectangle 62">
              <a:extLst>
                <a:ext uri="{FF2B5EF4-FFF2-40B4-BE49-F238E27FC236}">
                  <a16:creationId xmlns:a16="http://schemas.microsoft.com/office/drawing/2014/main" id="{E05E60D0-5708-2541-8980-3AE6EDD48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2756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00563" name="Rectangle 63">
              <a:extLst>
                <a:ext uri="{FF2B5EF4-FFF2-40B4-BE49-F238E27FC236}">
                  <a16:creationId xmlns:a16="http://schemas.microsoft.com/office/drawing/2014/main" id="{6CC6C8F1-2BC0-5C4A-AC45-34E88CEF9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315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100409" name="Line 64">
            <a:extLst>
              <a:ext uri="{FF2B5EF4-FFF2-40B4-BE49-F238E27FC236}">
                <a16:creationId xmlns:a16="http://schemas.microsoft.com/office/drawing/2014/main" id="{B052819E-C646-704E-A920-CF90F7DA0C22}"/>
              </a:ext>
            </a:extLst>
          </p:cNvPr>
          <p:cNvSpPr>
            <a:spLocks noChangeShapeType="1"/>
          </p:cNvSpPr>
          <p:nvPr/>
        </p:nvSpPr>
        <p:spPr bwMode="auto">
          <a:xfrm>
            <a:off x="8166100" y="42672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10" name="Line 65">
            <a:extLst>
              <a:ext uri="{FF2B5EF4-FFF2-40B4-BE49-F238E27FC236}">
                <a16:creationId xmlns:a16="http://schemas.microsoft.com/office/drawing/2014/main" id="{D79963E1-5EF9-A64F-B4C9-7F506E64C00F}"/>
              </a:ext>
            </a:extLst>
          </p:cNvPr>
          <p:cNvSpPr>
            <a:spLocks noChangeShapeType="1"/>
          </p:cNvSpPr>
          <p:nvPr/>
        </p:nvSpPr>
        <p:spPr bwMode="auto">
          <a:xfrm>
            <a:off x="8166100" y="48768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11" name="Line 66">
            <a:extLst>
              <a:ext uri="{FF2B5EF4-FFF2-40B4-BE49-F238E27FC236}">
                <a16:creationId xmlns:a16="http://schemas.microsoft.com/office/drawing/2014/main" id="{9E360A31-833E-CF48-B39C-13C49258C34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5900" y="35052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12" name="Line 67">
            <a:extLst>
              <a:ext uri="{FF2B5EF4-FFF2-40B4-BE49-F238E27FC236}">
                <a16:creationId xmlns:a16="http://schemas.microsoft.com/office/drawing/2014/main" id="{6644098F-4730-F441-8C06-2EC234D64C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8600" y="5257800"/>
            <a:ext cx="1320800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13" name="Line 68">
            <a:extLst>
              <a:ext uri="{FF2B5EF4-FFF2-40B4-BE49-F238E27FC236}">
                <a16:creationId xmlns:a16="http://schemas.microsoft.com/office/drawing/2014/main" id="{8A65437E-0840-7B46-A1BA-F416925691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5900" y="49530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14" name="Line 69">
            <a:extLst>
              <a:ext uri="{FF2B5EF4-FFF2-40B4-BE49-F238E27FC236}">
                <a16:creationId xmlns:a16="http://schemas.microsoft.com/office/drawing/2014/main" id="{D1524202-C3F2-D642-8611-12C0126C61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5300" y="32004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15" name="Line 70">
            <a:extLst>
              <a:ext uri="{FF2B5EF4-FFF2-40B4-BE49-F238E27FC236}">
                <a16:creationId xmlns:a16="http://schemas.microsoft.com/office/drawing/2014/main" id="{1D716412-BC5E-124D-99B9-88E93D5C6DC2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5041900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16" name="Rectangle 71">
            <a:extLst>
              <a:ext uri="{FF2B5EF4-FFF2-40B4-BE49-F238E27FC236}">
                <a16:creationId xmlns:a16="http://schemas.microsoft.com/office/drawing/2014/main" id="{279191D1-7417-804D-A475-758E387B7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638" y="5732463"/>
            <a:ext cx="14509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MemtoReg=x</a:t>
            </a:r>
          </a:p>
        </p:txBody>
      </p:sp>
      <p:grpSp>
        <p:nvGrpSpPr>
          <p:cNvPr id="100417" name="Group 72">
            <a:extLst>
              <a:ext uri="{FF2B5EF4-FFF2-40B4-BE49-F238E27FC236}">
                <a16:creationId xmlns:a16="http://schemas.microsoft.com/office/drawing/2014/main" id="{635CAC4E-517C-4A42-BF85-7124B4D0FFA1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4813300"/>
            <a:ext cx="228600" cy="533400"/>
            <a:chOff x="2880" y="3176"/>
            <a:chExt cx="144" cy="336"/>
          </a:xfrm>
        </p:grpSpPr>
        <p:sp>
          <p:nvSpPr>
            <p:cNvPr id="100553" name="Line 73">
              <a:extLst>
                <a:ext uri="{FF2B5EF4-FFF2-40B4-BE49-F238E27FC236}">
                  <a16:creationId xmlns:a16="http://schemas.microsoft.com/office/drawing/2014/main" id="{C37E36FC-B71E-924A-8C20-F0F19C968E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176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54" name="Line 74">
              <a:extLst>
                <a:ext uri="{FF2B5EF4-FFF2-40B4-BE49-F238E27FC236}">
                  <a16:creationId xmlns:a16="http://schemas.microsoft.com/office/drawing/2014/main" id="{38C72E7F-A6E8-674D-9A7F-8D38653EF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8" y="3176"/>
              <a:ext cx="128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55" name="Line 75">
              <a:extLst>
                <a:ext uri="{FF2B5EF4-FFF2-40B4-BE49-F238E27FC236}">
                  <a16:creationId xmlns:a16="http://schemas.microsoft.com/office/drawing/2014/main" id="{BCD5E87C-D693-EB42-8805-89905C639F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8" y="3455"/>
              <a:ext cx="128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56" name="Line 76">
              <a:extLst>
                <a:ext uri="{FF2B5EF4-FFF2-40B4-BE49-F238E27FC236}">
                  <a16:creationId xmlns:a16="http://schemas.microsoft.com/office/drawing/2014/main" id="{DD43B5A3-6F60-D44B-B686-4DEEE29A63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207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0418" name="Rectangle 77">
            <a:extLst>
              <a:ext uri="{FF2B5EF4-FFF2-40B4-BE49-F238E27FC236}">
                <a16:creationId xmlns:a16="http://schemas.microsoft.com/office/drawing/2014/main" id="{3745EB60-55CF-0C4E-8A97-423D3BB3F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50609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0419" name="Rectangle 78">
            <a:extLst>
              <a:ext uri="{FF2B5EF4-FFF2-40B4-BE49-F238E27FC236}">
                <a16:creationId xmlns:a16="http://schemas.microsoft.com/office/drawing/2014/main" id="{9B3D4656-96A1-D14D-AFDA-1A00574D7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47720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0420" name="Line 79">
            <a:extLst>
              <a:ext uri="{FF2B5EF4-FFF2-40B4-BE49-F238E27FC236}">
                <a16:creationId xmlns:a16="http://schemas.microsoft.com/office/drawing/2014/main" id="{40E05B1C-4BD2-8A49-A0B4-305BBFBA477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5346700"/>
            <a:ext cx="0" cy="431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21" name="Rectangle 80">
            <a:extLst>
              <a:ext uri="{FF2B5EF4-FFF2-40B4-BE49-F238E27FC236}">
                <a16:creationId xmlns:a16="http://schemas.microsoft.com/office/drawing/2014/main" id="{42B84D42-FBE2-2545-A41B-0B184E66F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5238" y="5732463"/>
            <a:ext cx="11223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RegDst=1</a:t>
            </a:r>
          </a:p>
        </p:txBody>
      </p:sp>
      <p:sp>
        <p:nvSpPr>
          <p:cNvPr id="100422" name="Rectangle 81">
            <a:extLst>
              <a:ext uri="{FF2B5EF4-FFF2-40B4-BE49-F238E27FC236}">
                <a16:creationId xmlns:a16="http://schemas.microsoft.com/office/drawing/2014/main" id="{C68FA119-DDFC-834B-9FFF-CF4ED6790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4672013"/>
            <a:ext cx="3683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100423" name="Rectangle 82">
            <a:extLst>
              <a:ext uri="{FF2B5EF4-FFF2-40B4-BE49-F238E27FC236}">
                <a16:creationId xmlns:a16="http://schemas.microsoft.com/office/drawing/2014/main" id="{E0DD4C3A-0809-034F-A7C0-A352C5960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4976813"/>
            <a:ext cx="4175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100424" name="Rectangle 83">
            <a:extLst>
              <a:ext uri="{FF2B5EF4-FFF2-40B4-BE49-F238E27FC236}">
                <a16:creationId xmlns:a16="http://schemas.microsoft.com/office/drawing/2014/main" id="{2CE90E14-7A46-C449-AD46-67CCC9485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224213"/>
            <a:ext cx="5476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100425" name="Line 84">
            <a:extLst>
              <a:ext uri="{FF2B5EF4-FFF2-40B4-BE49-F238E27FC236}">
                <a16:creationId xmlns:a16="http://schemas.microsoft.com/office/drawing/2014/main" id="{7A37E2B5-7D7C-A24C-A874-2E85E6EA57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4200" y="4953000"/>
            <a:ext cx="4064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26" name="Line 85">
            <a:extLst>
              <a:ext uri="{FF2B5EF4-FFF2-40B4-BE49-F238E27FC236}">
                <a16:creationId xmlns:a16="http://schemas.microsoft.com/office/drawing/2014/main" id="{4F3805C2-6833-EA40-8D75-64BDEF1EA2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3500" y="3200400"/>
            <a:ext cx="149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27" name="Rectangle 86">
            <a:extLst>
              <a:ext uri="{FF2B5EF4-FFF2-40B4-BE49-F238E27FC236}">
                <a16:creationId xmlns:a16="http://schemas.microsoft.com/office/drawing/2014/main" id="{C59E68BD-DCC5-2D4F-9664-3C1876500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2919413"/>
            <a:ext cx="6302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100428" name="Line 87">
            <a:extLst>
              <a:ext uri="{FF2B5EF4-FFF2-40B4-BE49-F238E27FC236}">
                <a16:creationId xmlns:a16="http://schemas.microsoft.com/office/drawing/2014/main" id="{9EA887C9-0C1A-284D-BF42-C990B2333F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320040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29" name="Rectangle 88">
            <a:extLst>
              <a:ext uri="{FF2B5EF4-FFF2-40B4-BE49-F238E27FC236}">
                <a16:creationId xmlns:a16="http://schemas.microsoft.com/office/drawing/2014/main" id="{D328A69D-E72F-6F47-80C0-A45825BF5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3027363"/>
            <a:ext cx="6302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100430" name="Rectangle 89">
            <a:extLst>
              <a:ext uri="{FF2B5EF4-FFF2-40B4-BE49-F238E27FC236}">
                <a16:creationId xmlns:a16="http://schemas.microsoft.com/office/drawing/2014/main" id="{16CCEA0B-DAD6-544D-B039-6164E9746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3529013"/>
            <a:ext cx="4079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100431" name="Rectangle 90">
            <a:extLst>
              <a:ext uri="{FF2B5EF4-FFF2-40B4-BE49-F238E27FC236}">
                <a16:creationId xmlns:a16="http://schemas.microsoft.com/office/drawing/2014/main" id="{A6131C13-DA7E-C24C-9B23-5F7143A5B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4214813"/>
            <a:ext cx="3683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100432" name="Line 91">
            <a:extLst>
              <a:ext uri="{FF2B5EF4-FFF2-40B4-BE49-F238E27FC236}">
                <a16:creationId xmlns:a16="http://schemas.microsoft.com/office/drawing/2014/main" id="{8341832F-F35C-BD48-8862-BC6C32B992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3860800"/>
            <a:ext cx="0" cy="111760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33" name="Line 92">
            <a:extLst>
              <a:ext uri="{FF2B5EF4-FFF2-40B4-BE49-F238E27FC236}">
                <a16:creationId xmlns:a16="http://schemas.microsoft.com/office/drawing/2014/main" id="{4261FDCD-C678-3A40-A075-772C193574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49530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34" name="Line 93">
            <a:extLst>
              <a:ext uri="{FF2B5EF4-FFF2-40B4-BE49-F238E27FC236}">
                <a16:creationId xmlns:a16="http://schemas.microsoft.com/office/drawing/2014/main" id="{68B1733B-9387-2141-8187-597D1E4FF17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1100" y="5105400"/>
            <a:ext cx="157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35" name="Line 94">
            <a:extLst>
              <a:ext uri="{FF2B5EF4-FFF2-40B4-BE49-F238E27FC236}">
                <a16:creationId xmlns:a16="http://schemas.microsoft.com/office/drawing/2014/main" id="{771A1458-099C-1C4C-A01B-F30E3953E87B}"/>
              </a:ext>
            </a:extLst>
          </p:cNvPr>
          <p:cNvSpPr>
            <a:spLocks noChangeShapeType="1"/>
          </p:cNvSpPr>
          <p:nvPr/>
        </p:nvSpPr>
        <p:spPr bwMode="auto">
          <a:xfrm>
            <a:off x="8166100" y="51054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36" name="Line 95">
            <a:extLst>
              <a:ext uri="{FF2B5EF4-FFF2-40B4-BE49-F238E27FC236}">
                <a16:creationId xmlns:a16="http://schemas.microsoft.com/office/drawing/2014/main" id="{295E7113-B1F1-4B4E-8835-BE36D106EDC2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51181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37" name="Line 96">
            <a:extLst>
              <a:ext uri="{FF2B5EF4-FFF2-40B4-BE49-F238E27FC236}">
                <a16:creationId xmlns:a16="http://schemas.microsoft.com/office/drawing/2014/main" id="{5699634C-5C5D-C34B-AB1E-6A6EEAA3EA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63900" y="5486400"/>
            <a:ext cx="513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38" name="Line 97">
            <a:extLst>
              <a:ext uri="{FF2B5EF4-FFF2-40B4-BE49-F238E27FC236}">
                <a16:creationId xmlns:a16="http://schemas.microsoft.com/office/drawing/2014/main" id="{BD4DDFCF-88B9-374A-9EF3-AD976BA97C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864100"/>
            <a:ext cx="0" cy="63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39" name="Line 98">
            <a:extLst>
              <a:ext uri="{FF2B5EF4-FFF2-40B4-BE49-F238E27FC236}">
                <a16:creationId xmlns:a16="http://schemas.microsoft.com/office/drawing/2014/main" id="{2B8C0FB4-29B6-C14C-8CC8-E496C19AC836}"/>
              </a:ext>
            </a:extLst>
          </p:cNvPr>
          <p:cNvSpPr>
            <a:spLocks noChangeShapeType="1"/>
          </p:cNvSpPr>
          <p:nvPr/>
        </p:nvSpPr>
        <p:spPr bwMode="auto">
          <a:xfrm>
            <a:off x="8775700" y="4648200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40" name="Line 99">
            <a:extLst>
              <a:ext uri="{FF2B5EF4-FFF2-40B4-BE49-F238E27FC236}">
                <a16:creationId xmlns:a16="http://schemas.microsoft.com/office/drawing/2014/main" id="{2E4FB9E3-9D26-5840-84D6-CB7F6A231414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4660900"/>
            <a:ext cx="0" cy="965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41" name="Line 100">
            <a:extLst>
              <a:ext uri="{FF2B5EF4-FFF2-40B4-BE49-F238E27FC236}">
                <a16:creationId xmlns:a16="http://schemas.microsoft.com/office/drawing/2014/main" id="{4D7B2B7A-EE81-4248-B674-B0DB017CD0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68700" y="5638800"/>
            <a:ext cx="535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42" name="Line 101">
            <a:extLst>
              <a:ext uri="{FF2B5EF4-FFF2-40B4-BE49-F238E27FC236}">
                <a16:creationId xmlns:a16="http://schemas.microsoft.com/office/drawing/2014/main" id="{6877B98E-3536-E447-B674-B81C0ECB89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81400" y="4864100"/>
            <a:ext cx="0" cy="78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43" name="Line 102">
            <a:extLst>
              <a:ext uri="{FF2B5EF4-FFF2-40B4-BE49-F238E27FC236}">
                <a16:creationId xmlns:a16="http://schemas.microsoft.com/office/drawing/2014/main" id="{E2E5A92E-801E-914F-B6BA-200ADB9862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6200" y="4953000"/>
            <a:ext cx="101600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44" name="Line 103">
            <a:extLst>
              <a:ext uri="{FF2B5EF4-FFF2-40B4-BE49-F238E27FC236}">
                <a16:creationId xmlns:a16="http://schemas.microsoft.com/office/drawing/2014/main" id="{4539073A-5260-BB41-AB5B-EF548EADC2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4200" y="3200400"/>
            <a:ext cx="4064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45" name="Rectangle 104">
            <a:extLst>
              <a:ext uri="{FF2B5EF4-FFF2-40B4-BE49-F238E27FC236}">
                <a16:creationId xmlns:a16="http://schemas.microsoft.com/office/drawing/2014/main" id="{B28DC87D-3083-D14F-B734-CA843EC70FD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334294" y="3244056"/>
            <a:ext cx="63023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100446" name="Line 105">
            <a:extLst>
              <a:ext uri="{FF2B5EF4-FFF2-40B4-BE49-F238E27FC236}">
                <a16:creationId xmlns:a16="http://schemas.microsoft.com/office/drawing/2014/main" id="{27E7C983-F54E-3D4B-8C67-65BEC9EBE5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2200" y="3810000"/>
            <a:ext cx="3302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47" name="Line 106">
            <a:extLst>
              <a:ext uri="{FF2B5EF4-FFF2-40B4-BE49-F238E27FC236}">
                <a16:creationId xmlns:a16="http://schemas.microsoft.com/office/drawing/2014/main" id="{210075BF-7C12-4343-A7A5-75382494EA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5300" y="38100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48" name="Line 107">
            <a:extLst>
              <a:ext uri="{FF2B5EF4-FFF2-40B4-BE49-F238E27FC236}">
                <a16:creationId xmlns:a16="http://schemas.microsoft.com/office/drawing/2014/main" id="{B8FE98AA-5124-7741-B6BB-A01C301C25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92900" y="3200400"/>
            <a:ext cx="257175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0449" name="Group 108">
            <a:extLst>
              <a:ext uri="{FF2B5EF4-FFF2-40B4-BE49-F238E27FC236}">
                <a16:creationId xmlns:a16="http://schemas.microsoft.com/office/drawing/2014/main" id="{3E9A9CB8-05A0-0C40-B6DC-440C4551E88F}"/>
              </a:ext>
            </a:extLst>
          </p:cNvPr>
          <p:cNvGrpSpPr>
            <a:grpSpLocks/>
          </p:cNvGrpSpPr>
          <p:nvPr/>
        </p:nvGrpSpPr>
        <p:grpSpPr bwMode="auto">
          <a:xfrm>
            <a:off x="6924675" y="3124200"/>
            <a:ext cx="395288" cy="306388"/>
            <a:chOff x="4314" y="2112"/>
            <a:chExt cx="249" cy="193"/>
          </a:xfrm>
        </p:grpSpPr>
        <p:sp>
          <p:nvSpPr>
            <p:cNvPr id="100548" name="Arc 109">
              <a:extLst>
                <a:ext uri="{FF2B5EF4-FFF2-40B4-BE49-F238E27FC236}">
                  <a16:creationId xmlns:a16="http://schemas.microsoft.com/office/drawing/2014/main" id="{AA2CB766-3F4D-5049-A087-F9BEF3EB6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6" y="2121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49" name="Arc 110">
              <a:extLst>
                <a:ext uri="{FF2B5EF4-FFF2-40B4-BE49-F238E27FC236}">
                  <a16:creationId xmlns:a16="http://schemas.microsoft.com/office/drawing/2014/main" id="{76C2BCF5-9297-C441-B404-6690A7C66458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75" y="2217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50" name="Line 111">
              <a:extLst>
                <a:ext uri="{FF2B5EF4-FFF2-40B4-BE49-F238E27FC236}">
                  <a16:creationId xmlns:a16="http://schemas.microsoft.com/office/drawing/2014/main" id="{18697E66-C3D9-B645-AF7A-8AA5028756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112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51" name="Line 112">
              <a:extLst>
                <a:ext uri="{FF2B5EF4-FFF2-40B4-BE49-F238E27FC236}">
                  <a16:creationId xmlns:a16="http://schemas.microsoft.com/office/drawing/2014/main" id="{FB15C067-F551-C441-B2E4-4CAD935B98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304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52" name="Line 113">
              <a:extLst>
                <a:ext uri="{FF2B5EF4-FFF2-40B4-BE49-F238E27FC236}">
                  <a16:creationId xmlns:a16="http://schemas.microsoft.com/office/drawing/2014/main" id="{13916FE7-E2AE-0B41-AE65-54B5A46A52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212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0450" name="Rectangle 114">
            <a:extLst>
              <a:ext uri="{FF2B5EF4-FFF2-40B4-BE49-F238E27FC236}">
                <a16:creationId xmlns:a16="http://schemas.microsoft.com/office/drawing/2014/main" id="{D4B50E7C-D0EA-6F4A-B789-2B1D54EA44E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164263" y="3522663"/>
            <a:ext cx="56515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100451" name="Rectangle 115">
            <a:extLst>
              <a:ext uri="{FF2B5EF4-FFF2-40B4-BE49-F238E27FC236}">
                <a16:creationId xmlns:a16="http://schemas.microsoft.com/office/drawing/2014/main" id="{C613D16E-DC87-C84C-A7B7-15701160113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584950" y="1905000"/>
            <a:ext cx="11112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Branch=1</a:t>
            </a:r>
          </a:p>
        </p:txBody>
      </p:sp>
      <p:sp>
        <p:nvSpPr>
          <p:cNvPr id="100452" name="Line 116">
            <a:extLst>
              <a:ext uri="{FF2B5EF4-FFF2-40B4-BE49-F238E27FC236}">
                <a16:creationId xmlns:a16="http://schemas.microsoft.com/office/drawing/2014/main" id="{D017E072-76BD-1C40-8833-45A1EA3E3CF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92900" y="2197100"/>
            <a:ext cx="15875" cy="1016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0453" name="Group 117">
            <a:extLst>
              <a:ext uri="{FF2B5EF4-FFF2-40B4-BE49-F238E27FC236}">
                <a16:creationId xmlns:a16="http://schemas.microsoft.com/office/drawing/2014/main" id="{24483B8E-11E9-EB4B-9BFD-3ECDD486ADB6}"/>
              </a:ext>
            </a:extLst>
          </p:cNvPr>
          <p:cNvGrpSpPr>
            <a:grpSpLocks/>
          </p:cNvGrpSpPr>
          <p:nvPr/>
        </p:nvGrpSpPr>
        <p:grpSpPr bwMode="auto">
          <a:xfrm>
            <a:off x="6273800" y="3327400"/>
            <a:ext cx="688975" cy="508000"/>
            <a:chOff x="3904" y="2240"/>
            <a:chExt cx="434" cy="320"/>
          </a:xfrm>
        </p:grpSpPr>
        <p:sp>
          <p:nvSpPr>
            <p:cNvPr id="100545" name="Line 118">
              <a:extLst>
                <a:ext uri="{FF2B5EF4-FFF2-40B4-BE49-F238E27FC236}">
                  <a16:creationId xmlns:a16="http://schemas.microsoft.com/office/drawing/2014/main" id="{C5C9A036-7A7D-4444-911F-743607167B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60" y="2256"/>
              <a:ext cx="178" cy="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46" name="Line 119">
              <a:extLst>
                <a:ext uri="{FF2B5EF4-FFF2-40B4-BE49-F238E27FC236}">
                  <a16:creationId xmlns:a16="http://schemas.microsoft.com/office/drawing/2014/main" id="{8A6DB0D5-54D9-FE46-9CAA-36D7C94A97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2240"/>
              <a:ext cx="0" cy="32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47" name="Line 120">
              <a:extLst>
                <a:ext uri="{FF2B5EF4-FFF2-40B4-BE49-F238E27FC236}">
                  <a16:creationId xmlns:a16="http://schemas.microsoft.com/office/drawing/2014/main" id="{18647D9B-E7F8-A248-8286-A9034372B9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4" y="2544"/>
              <a:ext cx="256" cy="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0454" name="Group 121">
            <a:extLst>
              <a:ext uri="{FF2B5EF4-FFF2-40B4-BE49-F238E27FC236}">
                <a16:creationId xmlns:a16="http://schemas.microsoft.com/office/drawing/2014/main" id="{FCB681F5-60BD-084F-B0C1-0BF7EDCE343F}"/>
              </a:ext>
            </a:extLst>
          </p:cNvPr>
          <p:cNvGrpSpPr>
            <a:grpSpLocks/>
          </p:cNvGrpSpPr>
          <p:nvPr/>
        </p:nvGrpSpPr>
        <p:grpSpPr bwMode="auto">
          <a:xfrm>
            <a:off x="1168400" y="2527300"/>
            <a:ext cx="254000" cy="533400"/>
            <a:chOff x="688" y="1736"/>
            <a:chExt cx="160" cy="336"/>
          </a:xfrm>
        </p:grpSpPr>
        <p:sp>
          <p:nvSpPr>
            <p:cNvPr id="100541" name="Line 122">
              <a:extLst>
                <a:ext uri="{FF2B5EF4-FFF2-40B4-BE49-F238E27FC236}">
                  <a16:creationId xmlns:a16="http://schemas.microsoft.com/office/drawing/2014/main" id="{D0C73584-D491-AC40-8578-29FD87D098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" y="1736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42" name="Line 123">
              <a:extLst>
                <a:ext uri="{FF2B5EF4-FFF2-40B4-BE49-F238E27FC236}">
                  <a16:creationId xmlns:a16="http://schemas.microsoft.com/office/drawing/2014/main" id="{7D08F2EF-F235-8B43-B648-5F7846A52F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8" y="1736"/>
              <a:ext cx="160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43" name="Line 124">
              <a:extLst>
                <a:ext uri="{FF2B5EF4-FFF2-40B4-BE49-F238E27FC236}">
                  <a16:creationId xmlns:a16="http://schemas.microsoft.com/office/drawing/2014/main" id="{EF2CB79B-82C7-564F-B026-44A8ABEEEB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8" y="2015"/>
              <a:ext cx="160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44" name="Line 125">
              <a:extLst>
                <a:ext uri="{FF2B5EF4-FFF2-40B4-BE49-F238E27FC236}">
                  <a16:creationId xmlns:a16="http://schemas.microsoft.com/office/drawing/2014/main" id="{2D177355-8B66-6F4D-A6E0-ADAF953C87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" y="1767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0455" name="Rectangle 126">
            <a:extLst>
              <a:ext uri="{FF2B5EF4-FFF2-40B4-BE49-F238E27FC236}">
                <a16:creationId xmlns:a16="http://schemas.microsoft.com/office/drawing/2014/main" id="{32A5E574-DC55-1044-8E91-77EB4343DD4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79513" y="25463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00456" name="Rectangle 127">
            <a:extLst>
              <a:ext uri="{FF2B5EF4-FFF2-40B4-BE49-F238E27FC236}">
                <a16:creationId xmlns:a16="http://schemas.microsoft.com/office/drawing/2014/main" id="{30A5359D-EB53-4147-81B8-ED3F4802665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79513" y="271462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00457" name="Line 128">
            <a:extLst>
              <a:ext uri="{FF2B5EF4-FFF2-40B4-BE49-F238E27FC236}">
                <a16:creationId xmlns:a16="http://schemas.microsoft.com/office/drawing/2014/main" id="{F819500C-F9B9-1543-8611-F590DBACCC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4300" y="2895600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58" name="Line 129">
            <a:extLst>
              <a:ext uri="{FF2B5EF4-FFF2-40B4-BE49-F238E27FC236}">
                <a16:creationId xmlns:a16="http://schemas.microsoft.com/office/drawing/2014/main" id="{7F65CFD0-E204-3C49-8ED8-8924807DD4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9083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59" name="Oval 130">
            <a:extLst>
              <a:ext uri="{FF2B5EF4-FFF2-40B4-BE49-F238E27FC236}">
                <a16:creationId xmlns:a16="http://schemas.microsoft.com/office/drawing/2014/main" id="{AE1AC3BC-D00C-1249-84F2-4BF1ED77D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29083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0460" name="Line 131">
            <a:extLst>
              <a:ext uri="{FF2B5EF4-FFF2-40B4-BE49-F238E27FC236}">
                <a16:creationId xmlns:a16="http://schemas.microsoft.com/office/drawing/2014/main" id="{A9E28E14-3D54-944E-B95A-76DFB441A520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27559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61" name="Oval 132">
            <a:extLst>
              <a:ext uri="{FF2B5EF4-FFF2-40B4-BE49-F238E27FC236}">
                <a16:creationId xmlns:a16="http://schemas.microsoft.com/office/drawing/2014/main" id="{65B0968C-185A-994C-AB80-1A11094B5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" y="29083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100462" name="Group 133">
            <a:extLst>
              <a:ext uri="{FF2B5EF4-FFF2-40B4-BE49-F238E27FC236}">
                <a16:creationId xmlns:a16="http://schemas.microsoft.com/office/drawing/2014/main" id="{35FC45FF-CAEC-1C44-9C32-8CD6568EFDF2}"/>
              </a:ext>
            </a:extLst>
          </p:cNvPr>
          <p:cNvGrpSpPr>
            <a:grpSpLocks/>
          </p:cNvGrpSpPr>
          <p:nvPr/>
        </p:nvGrpSpPr>
        <p:grpSpPr bwMode="auto">
          <a:xfrm>
            <a:off x="1346200" y="2641600"/>
            <a:ext cx="5156200" cy="584200"/>
            <a:chOff x="800" y="1808"/>
            <a:chExt cx="3248" cy="368"/>
          </a:xfrm>
        </p:grpSpPr>
        <p:sp>
          <p:nvSpPr>
            <p:cNvPr id="100538" name="Line 134">
              <a:extLst>
                <a:ext uri="{FF2B5EF4-FFF2-40B4-BE49-F238E27FC236}">
                  <a16:creationId xmlns:a16="http://schemas.microsoft.com/office/drawing/2014/main" id="{4D046225-D180-5C44-9BBD-47FA031F05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4" y="2160"/>
              <a:ext cx="112" cy="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39" name="Line 135">
              <a:extLst>
                <a:ext uri="{FF2B5EF4-FFF2-40B4-BE49-F238E27FC236}">
                  <a16:creationId xmlns:a16="http://schemas.microsoft.com/office/drawing/2014/main" id="{42ED8155-13B6-E74C-A8E5-D90BC0B0B9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0" y="1824"/>
              <a:ext cx="3248" cy="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40" name="Line 136">
              <a:extLst>
                <a:ext uri="{FF2B5EF4-FFF2-40B4-BE49-F238E27FC236}">
                  <a16:creationId xmlns:a16="http://schemas.microsoft.com/office/drawing/2014/main" id="{7F56BA1F-183B-9D48-8B9E-F26842AE65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1808"/>
              <a:ext cx="0" cy="368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0463" name="Group 137">
            <a:extLst>
              <a:ext uri="{FF2B5EF4-FFF2-40B4-BE49-F238E27FC236}">
                <a16:creationId xmlns:a16="http://schemas.microsoft.com/office/drawing/2014/main" id="{D06E429A-F2C7-6246-8F41-E2DE6742D94B}"/>
              </a:ext>
            </a:extLst>
          </p:cNvPr>
          <p:cNvGrpSpPr>
            <a:grpSpLocks/>
          </p:cNvGrpSpPr>
          <p:nvPr/>
        </p:nvGrpSpPr>
        <p:grpSpPr bwMode="auto">
          <a:xfrm>
            <a:off x="1277938" y="2347913"/>
            <a:ext cx="6342062" cy="941387"/>
            <a:chOff x="757" y="1623"/>
            <a:chExt cx="3995" cy="593"/>
          </a:xfrm>
        </p:grpSpPr>
        <p:sp>
          <p:nvSpPr>
            <p:cNvPr id="100534" name="Line 138">
              <a:extLst>
                <a:ext uri="{FF2B5EF4-FFF2-40B4-BE49-F238E27FC236}">
                  <a16:creationId xmlns:a16="http://schemas.microsoft.com/office/drawing/2014/main" id="{6D6FD4E9-50C8-4647-8045-A6110CF43E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6" y="2208"/>
              <a:ext cx="160" cy="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35" name="Line 139">
              <a:extLst>
                <a:ext uri="{FF2B5EF4-FFF2-40B4-BE49-F238E27FC236}">
                  <a16:creationId xmlns:a16="http://schemas.microsoft.com/office/drawing/2014/main" id="{91281997-9868-EC45-86E6-886CC9EDA6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7" y="1623"/>
              <a:ext cx="3979" cy="9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36" name="Line 140">
              <a:extLst>
                <a:ext uri="{FF2B5EF4-FFF2-40B4-BE49-F238E27FC236}">
                  <a16:creationId xmlns:a16="http://schemas.microsoft.com/office/drawing/2014/main" id="{D9F5E19B-49A0-6749-BEC6-BF02B2E3E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624"/>
              <a:ext cx="0" cy="592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37" name="Line 141">
              <a:extLst>
                <a:ext uri="{FF2B5EF4-FFF2-40B4-BE49-F238E27FC236}">
                  <a16:creationId xmlns:a16="http://schemas.microsoft.com/office/drawing/2014/main" id="{61651935-59BE-2D43-98E2-226CDF7ECD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648"/>
              <a:ext cx="0" cy="96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0464" name="Line 142">
            <a:extLst>
              <a:ext uri="{FF2B5EF4-FFF2-40B4-BE49-F238E27FC236}">
                <a16:creationId xmlns:a16="http://schemas.microsoft.com/office/drawing/2014/main" id="{147D9122-BE68-0D4B-9151-84E67631F0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27559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65" name="Oval 143">
            <a:extLst>
              <a:ext uri="{FF2B5EF4-FFF2-40B4-BE49-F238E27FC236}">
                <a16:creationId xmlns:a16="http://schemas.microsoft.com/office/drawing/2014/main" id="{97D3251E-818C-8B48-B531-A56B1ED65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3700" y="29083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0466" name="Line 144">
            <a:extLst>
              <a:ext uri="{FF2B5EF4-FFF2-40B4-BE49-F238E27FC236}">
                <a16:creationId xmlns:a16="http://schemas.microsoft.com/office/drawing/2014/main" id="{FEF186E1-FF97-D74A-9D96-DA044D70E4E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27559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67" name="Oval 145">
            <a:extLst>
              <a:ext uri="{FF2B5EF4-FFF2-40B4-BE49-F238E27FC236}">
                <a16:creationId xmlns:a16="http://schemas.microsoft.com/office/drawing/2014/main" id="{B9659DA3-8938-0D42-AEE5-AEBFAFD8D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0" y="29083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0468" name="Line 146">
            <a:extLst>
              <a:ext uri="{FF2B5EF4-FFF2-40B4-BE49-F238E27FC236}">
                <a16:creationId xmlns:a16="http://schemas.microsoft.com/office/drawing/2014/main" id="{A1CABF7E-05D3-FA45-9790-338923323DDC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27559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69" name="Oval 147">
            <a:extLst>
              <a:ext uri="{FF2B5EF4-FFF2-40B4-BE49-F238E27FC236}">
                <a16:creationId xmlns:a16="http://schemas.microsoft.com/office/drawing/2014/main" id="{7A7FB8A8-456E-5247-8989-D0E95C68E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0" y="2908300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0470" name="Line 148">
            <a:extLst>
              <a:ext uri="{FF2B5EF4-FFF2-40B4-BE49-F238E27FC236}">
                <a16:creationId xmlns:a16="http://schemas.microsoft.com/office/drawing/2014/main" id="{71BE5876-6CB8-8D4E-A503-BC135E2098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6800" y="13589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71" name="Line 149">
            <a:extLst>
              <a:ext uri="{FF2B5EF4-FFF2-40B4-BE49-F238E27FC236}">
                <a16:creationId xmlns:a16="http://schemas.microsoft.com/office/drawing/2014/main" id="{CF6A7FF0-D78F-CF4E-9339-FC2BD29C23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13589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72" name="Line 150">
            <a:extLst>
              <a:ext uri="{FF2B5EF4-FFF2-40B4-BE49-F238E27FC236}">
                <a16:creationId xmlns:a16="http://schemas.microsoft.com/office/drawing/2014/main" id="{E2F70919-EFA6-334E-8D01-3309199F0C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1358900"/>
            <a:ext cx="0" cy="1244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73" name="Line 151">
            <a:extLst>
              <a:ext uri="{FF2B5EF4-FFF2-40B4-BE49-F238E27FC236}">
                <a16:creationId xmlns:a16="http://schemas.microsoft.com/office/drawing/2014/main" id="{DAFA2B53-D184-D344-B296-AC0C3D4ADB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19600" y="13589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74" name="Line 152">
            <a:extLst>
              <a:ext uri="{FF2B5EF4-FFF2-40B4-BE49-F238E27FC236}">
                <a16:creationId xmlns:a16="http://schemas.microsoft.com/office/drawing/2014/main" id="{B5F9ED72-99E7-D44A-8459-25262EC713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1358900"/>
            <a:ext cx="0" cy="1244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75" name="Line 153">
            <a:extLst>
              <a:ext uri="{FF2B5EF4-FFF2-40B4-BE49-F238E27FC236}">
                <a16:creationId xmlns:a16="http://schemas.microsoft.com/office/drawing/2014/main" id="{27076C97-5878-8D46-AC4B-0AE93F8C35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12827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76" name="Line 154">
            <a:extLst>
              <a:ext uri="{FF2B5EF4-FFF2-40B4-BE49-F238E27FC236}">
                <a16:creationId xmlns:a16="http://schemas.microsoft.com/office/drawing/2014/main" id="{840DDF89-FAC3-734D-B728-378F9BE5F1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1282700"/>
            <a:ext cx="0" cy="13208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77" name="Line 155">
            <a:extLst>
              <a:ext uri="{FF2B5EF4-FFF2-40B4-BE49-F238E27FC236}">
                <a16:creationId xmlns:a16="http://schemas.microsoft.com/office/drawing/2014/main" id="{BA713E36-AF9F-434E-A855-80CC1E7D45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1000" y="1282700"/>
            <a:ext cx="0" cy="13208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78" name="Line 156">
            <a:extLst>
              <a:ext uri="{FF2B5EF4-FFF2-40B4-BE49-F238E27FC236}">
                <a16:creationId xmlns:a16="http://schemas.microsoft.com/office/drawing/2014/main" id="{EF4A4D83-EF7C-084B-9D77-05B26CEEAA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1358900"/>
            <a:ext cx="0" cy="12446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79" name="Line 157">
            <a:extLst>
              <a:ext uri="{FF2B5EF4-FFF2-40B4-BE49-F238E27FC236}">
                <a16:creationId xmlns:a16="http://schemas.microsoft.com/office/drawing/2014/main" id="{3509FF16-A9F4-5E4B-B909-042BC12A3A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9500" y="15240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80" name="Rectangle 158">
            <a:extLst>
              <a:ext uri="{FF2B5EF4-FFF2-40B4-BE49-F238E27FC236}">
                <a16:creationId xmlns:a16="http://schemas.microsoft.com/office/drawing/2014/main" id="{2EEEBD1F-3371-0D42-9315-3B748B037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8" y="1143000"/>
            <a:ext cx="16335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24: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R-type’s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Ifet</a:t>
            </a:r>
          </a:p>
        </p:txBody>
      </p:sp>
      <p:sp>
        <p:nvSpPr>
          <p:cNvPr id="100481" name="Line 159">
            <a:extLst>
              <a:ext uri="{FF2B5EF4-FFF2-40B4-BE49-F238E27FC236}">
                <a16:creationId xmlns:a16="http://schemas.microsoft.com/office/drawing/2014/main" id="{96CE5EF0-9029-D341-893E-0D4635E9A8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100" y="15240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82" name="Line 160">
            <a:extLst>
              <a:ext uri="{FF2B5EF4-FFF2-40B4-BE49-F238E27FC236}">
                <a16:creationId xmlns:a16="http://schemas.microsoft.com/office/drawing/2014/main" id="{BC8EEDD2-B066-E442-A97B-4652CF2806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3500" y="1524000"/>
            <a:ext cx="165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83" name="Rectangle 161">
            <a:extLst>
              <a:ext uri="{FF2B5EF4-FFF2-40B4-BE49-F238E27FC236}">
                <a16:creationId xmlns:a16="http://schemas.microsoft.com/office/drawing/2014/main" id="{61AEF2B5-E887-DB46-8222-17C57D0C9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1143000"/>
            <a:ext cx="18303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20: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R-type’s  Reg</a:t>
            </a:r>
          </a:p>
        </p:txBody>
      </p:sp>
      <p:sp>
        <p:nvSpPr>
          <p:cNvPr id="100484" name="Line 162">
            <a:extLst>
              <a:ext uri="{FF2B5EF4-FFF2-40B4-BE49-F238E27FC236}">
                <a16:creationId xmlns:a16="http://schemas.microsoft.com/office/drawing/2014/main" id="{8C57C62E-BAFB-9C48-A298-E0B160FD53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1524000"/>
            <a:ext cx="165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85" name="Rectangle 163">
            <a:extLst>
              <a:ext uri="{FF2B5EF4-FFF2-40B4-BE49-F238E27FC236}">
                <a16:creationId xmlns:a16="http://schemas.microsoft.com/office/drawing/2014/main" id="{A75413FF-3F0C-AE45-9A5F-341465EFF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1143000"/>
            <a:ext cx="19208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16: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R-type’s  Exec</a:t>
            </a:r>
          </a:p>
        </p:txBody>
      </p:sp>
      <p:sp>
        <p:nvSpPr>
          <p:cNvPr id="100486" name="Line 164">
            <a:extLst>
              <a:ext uri="{FF2B5EF4-FFF2-40B4-BE49-F238E27FC236}">
                <a16:creationId xmlns:a16="http://schemas.microsoft.com/office/drawing/2014/main" id="{D11878D3-1EBC-394A-9D93-36865716EA0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1100" y="1524000"/>
            <a:ext cx="172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87" name="Rectangle 165">
            <a:extLst>
              <a:ext uri="{FF2B5EF4-FFF2-40B4-BE49-F238E27FC236}">
                <a16:creationId xmlns:a16="http://schemas.microsoft.com/office/drawing/2014/main" id="{D90FD71E-FA9B-894D-A2D8-3E4CA43A8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1143000"/>
            <a:ext cx="1662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12: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Beq’s  Mem</a:t>
            </a:r>
          </a:p>
        </p:txBody>
      </p:sp>
      <p:grpSp>
        <p:nvGrpSpPr>
          <p:cNvPr id="100488" name="Group 166">
            <a:extLst>
              <a:ext uri="{FF2B5EF4-FFF2-40B4-BE49-F238E27FC236}">
                <a16:creationId xmlns:a16="http://schemas.microsoft.com/office/drawing/2014/main" id="{97423BF8-8C2F-1B44-97C7-A96542AAB163}"/>
              </a:ext>
            </a:extLst>
          </p:cNvPr>
          <p:cNvGrpSpPr>
            <a:grpSpLocks/>
          </p:cNvGrpSpPr>
          <p:nvPr/>
        </p:nvGrpSpPr>
        <p:grpSpPr bwMode="auto">
          <a:xfrm>
            <a:off x="355600" y="2667000"/>
            <a:ext cx="1066800" cy="1174750"/>
            <a:chOff x="224" y="1680"/>
            <a:chExt cx="672" cy="740"/>
          </a:xfrm>
        </p:grpSpPr>
        <p:grpSp>
          <p:nvGrpSpPr>
            <p:cNvPr id="100529" name="Group 167">
              <a:extLst>
                <a:ext uri="{FF2B5EF4-FFF2-40B4-BE49-F238E27FC236}">
                  <a16:creationId xmlns:a16="http://schemas.microsoft.com/office/drawing/2014/main" id="{5793F2AB-E131-7E4C-811B-ACBF764439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" y="1680"/>
              <a:ext cx="512" cy="740"/>
              <a:chOff x="176" y="1824"/>
              <a:chExt cx="512" cy="740"/>
            </a:xfrm>
          </p:grpSpPr>
          <p:sp>
            <p:nvSpPr>
              <p:cNvPr id="100531" name="Line 168">
                <a:extLst>
                  <a:ext uri="{FF2B5EF4-FFF2-40B4-BE49-F238E27FC236}">
                    <a16:creationId xmlns:a16="http://schemas.microsoft.com/office/drawing/2014/main" id="{63926489-7847-B74B-8F6B-3FAD6FBA54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6" y="1824"/>
                <a:ext cx="512" cy="0"/>
              </a:xfrm>
              <a:prstGeom prst="line">
                <a:avLst/>
              </a:prstGeom>
              <a:noFill/>
              <a:ln w="508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532" name="Line 169">
                <a:extLst>
                  <a:ext uri="{FF2B5EF4-FFF2-40B4-BE49-F238E27FC236}">
                    <a16:creationId xmlns:a16="http://schemas.microsoft.com/office/drawing/2014/main" id="{E0576BF2-1A2F-0040-B59A-4B566E6088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8" y="2544"/>
                <a:ext cx="208" cy="0"/>
              </a:xfrm>
              <a:prstGeom prst="line">
                <a:avLst/>
              </a:prstGeom>
              <a:noFill/>
              <a:ln w="50800">
                <a:solidFill>
                  <a:schemeClr val="hlink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533" name="Line 170">
                <a:extLst>
                  <a:ext uri="{FF2B5EF4-FFF2-40B4-BE49-F238E27FC236}">
                    <a16:creationId xmlns:a16="http://schemas.microsoft.com/office/drawing/2014/main" id="{2DC9BAC6-4E4E-5744-92DB-28B901D704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1840"/>
                <a:ext cx="0" cy="724"/>
              </a:xfrm>
              <a:prstGeom prst="line">
                <a:avLst/>
              </a:prstGeom>
              <a:noFill/>
              <a:ln w="508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0530" name="Line 171">
              <a:extLst>
                <a:ext uri="{FF2B5EF4-FFF2-40B4-BE49-F238E27FC236}">
                  <a16:creationId xmlns:a16="http://schemas.microsoft.com/office/drawing/2014/main" id="{E73386D9-3563-7E42-9F9C-2547CD86E2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6" y="1680"/>
              <a:ext cx="160" cy="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0489" name="Line 172">
            <a:extLst>
              <a:ext uri="{FF2B5EF4-FFF2-40B4-BE49-F238E27FC236}">
                <a16:creationId xmlns:a16="http://schemas.microsoft.com/office/drawing/2014/main" id="{C3C1BD02-855B-9E41-8334-E203D6ED15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4978400"/>
            <a:ext cx="0" cy="25400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90" name="Rectangle 173">
            <a:extLst>
              <a:ext uri="{FF2B5EF4-FFF2-40B4-BE49-F238E27FC236}">
                <a16:creationId xmlns:a16="http://schemas.microsoft.com/office/drawing/2014/main" id="{6E2108F9-4145-8748-89E5-73FE4B00C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5288" y="1143000"/>
            <a:ext cx="1128712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8: </a:t>
            </a:r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Store’s  Wr</a:t>
            </a:r>
          </a:p>
        </p:txBody>
      </p:sp>
      <p:grpSp>
        <p:nvGrpSpPr>
          <p:cNvPr id="100491" name="Group 174">
            <a:extLst>
              <a:ext uri="{FF2B5EF4-FFF2-40B4-BE49-F238E27FC236}">
                <a16:creationId xmlns:a16="http://schemas.microsoft.com/office/drawing/2014/main" id="{404C096E-F9BA-B74B-9C42-A3B9DC2126DF}"/>
              </a:ext>
            </a:extLst>
          </p:cNvPr>
          <p:cNvGrpSpPr>
            <a:grpSpLocks/>
          </p:cNvGrpSpPr>
          <p:nvPr/>
        </p:nvGrpSpPr>
        <p:grpSpPr bwMode="auto">
          <a:xfrm>
            <a:off x="4394200" y="3733800"/>
            <a:ext cx="533400" cy="304800"/>
            <a:chOff x="2768" y="2352"/>
            <a:chExt cx="336" cy="192"/>
          </a:xfrm>
        </p:grpSpPr>
        <p:grpSp>
          <p:nvGrpSpPr>
            <p:cNvPr id="100525" name="Group 175">
              <a:extLst>
                <a:ext uri="{FF2B5EF4-FFF2-40B4-BE49-F238E27FC236}">
                  <a16:creationId xmlns:a16="http://schemas.microsoft.com/office/drawing/2014/main" id="{B7AF3416-D889-9E4D-B2F0-E6C1FE8304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0" y="2352"/>
              <a:ext cx="304" cy="192"/>
              <a:chOff x="2752" y="2496"/>
              <a:chExt cx="304" cy="192"/>
            </a:xfrm>
          </p:grpSpPr>
          <p:sp>
            <p:nvSpPr>
              <p:cNvPr id="100527" name="Line 176">
                <a:extLst>
                  <a:ext uri="{FF2B5EF4-FFF2-40B4-BE49-F238E27FC236}">
                    <a16:creationId xmlns:a16="http://schemas.microsoft.com/office/drawing/2014/main" id="{3C82FD1D-D7BB-8448-96E5-36CD7431A0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48" y="2688"/>
                <a:ext cx="208" cy="0"/>
              </a:xfrm>
              <a:prstGeom prst="line">
                <a:avLst/>
              </a:prstGeom>
              <a:noFill/>
              <a:ln w="50800">
                <a:solidFill>
                  <a:schemeClr val="accent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528" name="Line 177">
                <a:extLst>
                  <a:ext uri="{FF2B5EF4-FFF2-40B4-BE49-F238E27FC236}">
                    <a16:creationId xmlns:a16="http://schemas.microsoft.com/office/drawing/2014/main" id="{0BD87376-3FD6-C143-BD41-62E8A19624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52" y="2496"/>
                <a:ext cx="304" cy="0"/>
              </a:xfrm>
              <a:prstGeom prst="line">
                <a:avLst/>
              </a:prstGeom>
              <a:noFill/>
              <a:ln w="50800">
                <a:solidFill>
                  <a:schemeClr val="accent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0526" name="Line 178">
              <a:extLst>
                <a:ext uri="{FF2B5EF4-FFF2-40B4-BE49-F238E27FC236}">
                  <a16:creationId xmlns:a16="http://schemas.microsoft.com/office/drawing/2014/main" id="{3B001276-057C-AC4C-BF4D-61E9D729BF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68" y="2544"/>
              <a:ext cx="128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0492" name="Line 179">
            <a:extLst>
              <a:ext uri="{FF2B5EF4-FFF2-40B4-BE49-F238E27FC236}">
                <a16:creationId xmlns:a16="http://schemas.microsoft.com/office/drawing/2014/main" id="{6C94AA72-C1B1-B94E-A205-7E72AF458B5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9700" y="41910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93" name="Line 180">
            <a:extLst>
              <a:ext uri="{FF2B5EF4-FFF2-40B4-BE49-F238E27FC236}">
                <a16:creationId xmlns:a16="http://schemas.microsoft.com/office/drawing/2014/main" id="{CCEA91B5-3153-0140-9655-4B2C0310F14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0300" y="41910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94" name="Line 181">
            <a:extLst>
              <a:ext uri="{FF2B5EF4-FFF2-40B4-BE49-F238E27FC236}">
                <a16:creationId xmlns:a16="http://schemas.microsoft.com/office/drawing/2014/main" id="{87A8521E-450B-6342-9433-30B3376CB4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517900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95" name="Line 182">
            <a:extLst>
              <a:ext uri="{FF2B5EF4-FFF2-40B4-BE49-F238E27FC236}">
                <a16:creationId xmlns:a16="http://schemas.microsoft.com/office/drawing/2014/main" id="{5AA2AECE-4250-754D-A4C2-D46699494AE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4432300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0496" name="Group 183">
            <a:extLst>
              <a:ext uri="{FF2B5EF4-FFF2-40B4-BE49-F238E27FC236}">
                <a16:creationId xmlns:a16="http://schemas.microsoft.com/office/drawing/2014/main" id="{009F5E8E-8031-3744-93A4-96BD11A2BD04}"/>
              </a:ext>
            </a:extLst>
          </p:cNvPr>
          <p:cNvGrpSpPr>
            <a:grpSpLocks/>
          </p:cNvGrpSpPr>
          <p:nvPr/>
        </p:nvGrpSpPr>
        <p:grpSpPr bwMode="auto">
          <a:xfrm>
            <a:off x="4394200" y="5092700"/>
            <a:ext cx="1524000" cy="190500"/>
            <a:chOff x="2720" y="3352"/>
            <a:chExt cx="960" cy="120"/>
          </a:xfrm>
        </p:grpSpPr>
        <p:sp>
          <p:nvSpPr>
            <p:cNvPr id="100522" name="Line 184">
              <a:extLst>
                <a:ext uri="{FF2B5EF4-FFF2-40B4-BE49-F238E27FC236}">
                  <a16:creationId xmlns:a16="http://schemas.microsoft.com/office/drawing/2014/main" id="{4ABE846C-D24D-FE47-B337-90AE10142E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0" y="3360"/>
              <a:ext cx="640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23" name="Line 185">
              <a:extLst>
                <a:ext uri="{FF2B5EF4-FFF2-40B4-BE49-F238E27FC236}">
                  <a16:creationId xmlns:a16="http://schemas.microsoft.com/office/drawing/2014/main" id="{EDBF1630-738F-6C48-B289-E789CDDF63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0" y="3456"/>
              <a:ext cx="144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24" name="Line 186">
              <a:extLst>
                <a:ext uri="{FF2B5EF4-FFF2-40B4-BE49-F238E27FC236}">
                  <a16:creationId xmlns:a16="http://schemas.microsoft.com/office/drawing/2014/main" id="{A2F6C880-FAED-3043-A86A-EB5F69351A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56" y="3352"/>
              <a:ext cx="160" cy="12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0497" name="Group 187">
            <a:extLst>
              <a:ext uri="{FF2B5EF4-FFF2-40B4-BE49-F238E27FC236}">
                <a16:creationId xmlns:a16="http://schemas.microsoft.com/office/drawing/2014/main" id="{9FF483B2-999A-4940-A1D0-12CA30D9A537}"/>
              </a:ext>
            </a:extLst>
          </p:cNvPr>
          <p:cNvGrpSpPr>
            <a:grpSpLocks/>
          </p:cNvGrpSpPr>
          <p:nvPr/>
        </p:nvGrpSpPr>
        <p:grpSpPr bwMode="auto">
          <a:xfrm>
            <a:off x="2805113" y="2222500"/>
            <a:ext cx="754062" cy="1346200"/>
            <a:chOff x="1719" y="1544"/>
            <a:chExt cx="475" cy="848"/>
          </a:xfrm>
        </p:grpSpPr>
        <p:sp>
          <p:nvSpPr>
            <p:cNvPr id="100512" name="Line 188">
              <a:extLst>
                <a:ext uri="{FF2B5EF4-FFF2-40B4-BE49-F238E27FC236}">
                  <a16:creationId xmlns:a16="http://schemas.microsoft.com/office/drawing/2014/main" id="{6EDEFE90-84D7-FA40-9E34-BBE0D345FF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1544"/>
              <a:ext cx="0" cy="32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0513" name="Group 189">
              <a:extLst>
                <a:ext uri="{FF2B5EF4-FFF2-40B4-BE49-F238E27FC236}">
                  <a16:creationId xmlns:a16="http://schemas.microsoft.com/office/drawing/2014/main" id="{35C9F1FA-BCC1-4541-A695-86DE3732C2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86" y="1866"/>
              <a:ext cx="208" cy="248"/>
              <a:chOff x="1986" y="1866"/>
              <a:chExt cx="208" cy="248"/>
            </a:xfrm>
          </p:grpSpPr>
          <p:sp>
            <p:nvSpPr>
              <p:cNvPr id="100517" name="Arc 190">
                <a:extLst>
                  <a:ext uri="{FF2B5EF4-FFF2-40B4-BE49-F238E27FC236}">
                    <a16:creationId xmlns:a16="http://schemas.microsoft.com/office/drawing/2014/main" id="{16E2001D-7EA2-6D48-997E-9A26CBB9F13D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2090" y="2025"/>
                <a:ext cx="89" cy="88"/>
              </a:xfrm>
              <a:custGeom>
                <a:avLst/>
                <a:gdLst>
                  <a:gd name="T0" fmla="*/ 0 w 21843"/>
                  <a:gd name="T1" fmla="*/ 0 h 21600"/>
                  <a:gd name="T2" fmla="*/ 0 w 21843"/>
                  <a:gd name="T3" fmla="*/ 0 h 21600"/>
                  <a:gd name="T4" fmla="*/ 0 w 21843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843" h="21600" fill="none" extrusionOk="0">
                    <a:moveTo>
                      <a:pt x="0" y="1"/>
                    </a:moveTo>
                    <a:cubicBezTo>
                      <a:pt x="81" y="0"/>
                      <a:pt x="162" y="-1"/>
                      <a:pt x="244" y="0"/>
                    </a:cubicBezTo>
                    <a:cubicBezTo>
                      <a:pt x="12077" y="0"/>
                      <a:pt x="21707" y="9520"/>
                      <a:pt x="21842" y="21353"/>
                    </a:cubicBezTo>
                  </a:path>
                  <a:path w="21843" h="21600" stroke="0" extrusionOk="0">
                    <a:moveTo>
                      <a:pt x="0" y="1"/>
                    </a:moveTo>
                    <a:cubicBezTo>
                      <a:pt x="81" y="0"/>
                      <a:pt x="162" y="-1"/>
                      <a:pt x="244" y="0"/>
                    </a:cubicBezTo>
                    <a:cubicBezTo>
                      <a:pt x="12077" y="0"/>
                      <a:pt x="21707" y="9520"/>
                      <a:pt x="21842" y="21353"/>
                    </a:cubicBezTo>
                    <a:lnTo>
                      <a:pt x="244" y="21600"/>
                    </a:lnTo>
                    <a:lnTo>
                      <a:pt x="0" y="1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518" name="Arc 191">
                <a:extLst>
                  <a:ext uri="{FF2B5EF4-FFF2-40B4-BE49-F238E27FC236}">
                    <a16:creationId xmlns:a16="http://schemas.microsoft.com/office/drawing/2014/main" id="{175F6AFB-E826-C548-946B-62678365D64D}"/>
                  </a:ext>
                </a:extLst>
              </p:cNvPr>
              <p:cNvSpPr>
                <a:spLocks/>
              </p:cNvSpPr>
              <p:nvPr/>
            </p:nvSpPr>
            <p:spPr bwMode="auto">
              <a:xfrm rot="-5400000">
                <a:off x="2003" y="2026"/>
                <a:ext cx="88" cy="87"/>
              </a:xfrm>
              <a:custGeom>
                <a:avLst/>
                <a:gdLst>
                  <a:gd name="T0" fmla="*/ 0 w 21599"/>
                  <a:gd name="T1" fmla="*/ 0 h 21599"/>
                  <a:gd name="T2" fmla="*/ 0 w 21599"/>
                  <a:gd name="T3" fmla="*/ 0 h 21599"/>
                  <a:gd name="T4" fmla="*/ 0 w 21599"/>
                  <a:gd name="T5" fmla="*/ 0 h 215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599" h="21599" fill="none" extrusionOk="0">
                    <a:moveTo>
                      <a:pt x="0" y="21352"/>
                    </a:moveTo>
                    <a:cubicBezTo>
                      <a:pt x="134" y="9614"/>
                      <a:pt x="9617" y="132"/>
                      <a:pt x="21355" y="0"/>
                    </a:cubicBezTo>
                  </a:path>
                  <a:path w="21599" h="21599" stroke="0" extrusionOk="0">
                    <a:moveTo>
                      <a:pt x="0" y="21352"/>
                    </a:moveTo>
                    <a:cubicBezTo>
                      <a:pt x="134" y="9614"/>
                      <a:pt x="9617" y="132"/>
                      <a:pt x="21355" y="0"/>
                    </a:cubicBezTo>
                    <a:lnTo>
                      <a:pt x="21599" y="21599"/>
                    </a:lnTo>
                    <a:lnTo>
                      <a:pt x="0" y="21352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519" name="Line 192">
                <a:extLst>
                  <a:ext uri="{FF2B5EF4-FFF2-40B4-BE49-F238E27FC236}">
                    <a16:creationId xmlns:a16="http://schemas.microsoft.com/office/drawing/2014/main" id="{D7E0E50B-FE8B-A14A-8A73-EBCF5B7373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86" y="1866"/>
                <a:ext cx="0" cy="15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520" name="Line 193">
                <a:extLst>
                  <a:ext uri="{FF2B5EF4-FFF2-40B4-BE49-F238E27FC236}">
                    <a16:creationId xmlns:a16="http://schemas.microsoft.com/office/drawing/2014/main" id="{8ED8E677-2CF1-E146-B919-12F401DA31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94" y="1866"/>
                <a:ext cx="0" cy="15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521" name="Line 194">
                <a:extLst>
                  <a:ext uri="{FF2B5EF4-FFF2-40B4-BE49-F238E27FC236}">
                    <a16:creationId xmlns:a16="http://schemas.microsoft.com/office/drawing/2014/main" id="{82E9B7DC-1147-DA4A-ADBA-1F2E73B67A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86" y="1874"/>
                <a:ext cx="20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0514" name="Line 195">
              <a:extLst>
                <a:ext uri="{FF2B5EF4-FFF2-40B4-BE49-F238E27FC236}">
                  <a16:creationId xmlns:a16="http://schemas.microsoft.com/office/drawing/2014/main" id="{195CCEFC-8786-304B-B833-9D6F60CA33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120"/>
              <a:ext cx="0" cy="272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15" name="Line 196">
              <a:extLst>
                <a:ext uri="{FF2B5EF4-FFF2-40B4-BE49-F238E27FC236}">
                  <a16:creationId xmlns:a16="http://schemas.microsoft.com/office/drawing/2014/main" id="{7F340C68-97B3-9B42-8A59-9E450BAAB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736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16" name="Rectangle 197">
              <a:extLst>
                <a:ext uri="{FF2B5EF4-FFF2-40B4-BE49-F238E27FC236}">
                  <a16:creationId xmlns:a16="http://schemas.microsoft.com/office/drawing/2014/main" id="{B045374E-A3F6-F147-A9DB-905BF9CB9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" y="1632"/>
              <a:ext cx="31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Clk</a:t>
              </a:r>
            </a:p>
          </p:txBody>
        </p:sp>
      </p:grpSp>
      <p:sp>
        <p:nvSpPr>
          <p:cNvPr id="100498" name="Line 198">
            <a:extLst>
              <a:ext uri="{FF2B5EF4-FFF2-40B4-BE49-F238E27FC236}">
                <a16:creationId xmlns:a16="http://schemas.microsoft.com/office/drawing/2014/main" id="{2C468C92-B2D2-6B47-967D-6832D6054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4813300"/>
            <a:ext cx="0" cy="1117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99" name="Rectangle 199">
            <a:extLst>
              <a:ext uri="{FF2B5EF4-FFF2-40B4-BE49-F238E27FC236}">
                <a16:creationId xmlns:a16="http://schemas.microsoft.com/office/drawing/2014/main" id="{CD0AD05C-0DEA-7448-9014-78319B3C2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663" y="6003925"/>
            <a:ext cx="13128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MemWr=0</a:t>
            </a:r>
          </a:p>
        </p:txBody>
      </p:sp>
      <p:grpSp>
        <p:nvGrpSpPr>
          <p:cNvPr id="100500" name="Group 200">
            <a:extLst>
              <a:ext uri="{FF2B5EF4-FFF2-40B4-BE49-F238E27FC236}">
                <a16:creationId xmlns:a16="http://schemas.microsoft.com/office/drawing/2014/main" id="{90F8EAED-373D-0F49-8CDB-4393E0D1560E}"/>
              </a:ext>
            </a:extLst>
          </p:cNvPr>
          <p:cNvGrpSpPr>
            <a:grpSpLocks/>
          </p:cNvGrpSpPr>
          <p:nvPr/>
        </p:nvGrpSpPr>
        <p:grpSpPr bwMode="auto">
          <a:xfrm>
            <a:off x="6865938" y="5770563"/>
            <a:ext cx="358775" cy="304800"/>
            <a:chOff x="4277" y="3779"/>
            <a:chExt cx="226" cy="192"/>
          </a:xfrm>
        </p:grpSpPr>
        <p:sp>
          <p:nvSpPr>
            <p:cNvPr id="100507" name="Arc 201">
              <a:extLst>
                <a:ext uri="{FF2B5EF4-FFF2-40B4-BE49-F238E27FC236}">
                  <a16:creationId xmlns:a16="http://schemas.microsoft.com/office/drawing/2014/main" id="{845A3BFF-AD63-EA45-A7C7-B219A02846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3794"/>
              <a:ext cx="89" cy="77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08" name="Arc 202">
              <a:extLst>
                <a:ext uri="{FF2B5EF4-FFF2-40B4-BE49-F238E27FC236}">
                  <a16:creationId xmlns:a16="http://schemas.microsoft.com/office/drawing/2014/main" id="{95FA6924-CFDA-6C47-AEAE-10A1491E365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15" y="3890"/>
              <a:ext cx="88" cy="77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09" name="Line 203">
              <a:extLst>
                <a:ext uri="{FF2B5EF4-FFF2-40B4-BE49-F238E27FC236}">
                  <a16:creationId xmlns:a16="http://schemas.microsoft.com/office/drawing/2014/main" id="{CEA6914E-6827-1843-BB67-F7F5C192B3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7" y="3779"/>
              <a:ext cx="1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10" name="Line 204">
              <a:extLst>
                <a:ext uri="{FF2B5EF4-FFF2-40B4-BE49-F238E27FC236}">
                  <a16:creationId xmlns:a16="http://schemas.microsoft.com/office/drawing/2014/main" id="{4A7972D8-8729-D649-9763-F64E505BA4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7" y="3971"/>
              <a:ext cx="1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511" name="Line 205">
              <a:extLst>
                <a:ext uri="{FF2B5EF4-FFF2-40B4-BE49-F238E27FC236}">
                  <a16:creationId xmlns:a16="http://schemas.microsoft.com/office/drawing/2014/main" id="{30853441-C969-DB43-8206-67386901D8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5" y="3787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0501" name="Line 206">
            <a:extLst>
              <a:ext uri="{FF2B5EF4-FFF2-40B4-BE49-F238E27FC236}">
                <a16:creationId xmlns:a16="http://schemas.microsoft.com/office/drawing/2014/main" id="{C1C39466-6B59-8E49-BB88-76A88D8941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1700" y="5943600"/>
            <a:ext cx="50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502" name="Line 207">
            <a:extLst>
              <a:ext uri="{FF2B5EF4-FFF2-40B4-BE49-F238E27FC236}">
                <a16:creationId xmlns:a16="http://schemas.microsoft.com/office/drawing/2014/main" id="{218F571E-871B-0241-9F94-EB4D48BAF8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1900" y="6019800"/>
            <a:ext cx="558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503" name="Line 208">
            <a:extLst>
              <a:ext uri="{FF2B5EF4-FFF2-40B4-BE49-F238E27FC236}">
                <a16:creationId xmlns:a16="http://schemas.microsoft.com/office/drawing/2014/main" id="{7C317232-3B17-A24C-84D9-C5C8F8EB26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0" y="5867400"/>
            <a:ext cx="33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504" name="Rectangle 209">
            <a:extLst>
              <a:ext uri="{FF2B5EF4-FFF2-40B4-BE49-F238E27FC236}">
                <a16:creationId xmlns:a16="http://schemas.microsoft.com/office/drawing/2014/main" id="{6EFA73EA-66CE-5B40-8DD6-EB1989F08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7113" y="5676900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00505" name="Text Box 210">
            <a:extLst>
              <a:ext uri="{FF2B5EF4-FFF2-40B4-BE49-F238E27FC236}">
                <a16:creationId xmlns:a16="http://schemas.microsoft.com/office/drawing/2014/main" id="{EC20FD54-5CE9-8345-88D0-27A19C959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3" y="4341813"/>
            <a:ext cx="1322387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假定相等，</a:t>
            </a:r>
          </a:p>
          <a:p>
            <a:r>
              <a:rPr lang="zh-CN" altLang="en-US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则</a:t>
            </a:r>
            <a:r>
              <a:rPr lang="en-US" altLang="zh-CN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Zero=1</a:t>
            </a:r>
          </a:p>
          <a:p>
            <a:r>
              <a:rPr lang="zh-CN" altLang="en-US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转移目标地址送</a:t>
            </a:r>
            <a:r>
              <a:rPr lang="en-US" altLang="zh-CN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PC!</a:t>
            </a:r>
          </a:p>
        </p:txBody>
      </p:sp>
      <p:sp>
        <p:nvSpPr>
          <p:cNvPr id="100506" name="Text Box 212">
            <a:extLst>
              <a:ext uri="{FF2B5EF4-FFF2-40B4-BE49-F238E27FC236}">
                <a16:creationId xmlns:a16="http://schemas.microsoft.com/office/drawing/2014/main" id="{021D8974-3DFF-B947-8BC2-8AA48B0CA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775" y="6126163"/>
            <a:ext cx="21923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hlinkClick r:id="" action="ppaction://hlinkshowjump?jump=previousslide"/>
              </a:rPr>
              <a:t>BACK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Picture 3">
            <a:extLst>
              <a:ext uri="{FF2B5EF4-FFF2-40B4-BE49-F238E27FC236}">
                <a16:creationId xmlns:a16="http://schemas.microsoft.com/office/drawing/2014/main" id="{9FCDC33D-AFFD-1647-8260-E0849C3A443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3" y="1776413"/>
            <a:ext cx="5892800" cy="3467100"/>
          </a:xfrm>
          <a:prstGeom prst="rect">
            <a:avLst/>
          </a:prstGeom>
          <a:solidFill>
            <a:srgbClr val="99CC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403" name="Rectangle 2">
            <a:extLst>
              <a:ext uri="{FF2B5EF4-FFF2-40B4-BE49-F238E27FC236}">
                <a16:creationId xmlns:a16="http://schemas.microsoft.com/office/drawing/2014/main" id="{5DF8B902-7350-5647-B649-284A946F13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3888" y="142875"/>
            <a:ext cx="7935912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硬件上的改动以支持</a:t>
            </a:r>
            <a:r>
              <a:rPr lang="zh-CN" altLang="en-US">
                <a:solidFill>
                  <a:schemeClr val="accent1"/>
                </a:solidFill>
                <a:ea typeface="宋体" panose="02010600030101010101" pitchFamily="2" charset="-122"/>
              </a:rPr>
              <a:t>“转发”技术</a:t>
            </a:r>
          </a:p>
        </p:txBody>
      </p:sp>
      <p:sp>
        <p:nvSpPr>
          <p:cNvPr id="102404" name="Rectangle 4">
            <a:extLst>
              <a:ext uri="{FF2B5EF4-FFF2-40B4-BE49-F238E27FC236}">
                <a16:creationId xmlns:a16="http://schemas.microsoft.com/office/drawing/2014/main" id="{EEAA7DA7-A1FE-FF43-8237-DB6A6FEF1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671513"/>
            <a:ext cx="852805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5000"/>
              </a:spcBef>
              <a:buFontTx/>
              <a:buChar char="•"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20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加</a:t>
            </a:r>
            <a:r>
              <a:rPr lang="en-US" altLang="zh-CN" sz="20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MUX</a:t>
            </a:r>
            <a:r>
              <a:rPr lang="zh-CN" altLang="en-US" sz="20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，使流水段寄存器值返送</a:t>
            </a:r>
            <a:r>
              <a:rPr lang="en-US" altLang="zh-CN" sz="20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ALU</a:t>
            </a:r>
            <a:r>
              <a:rPr lang="zh-CN" altLang="en-US" sz="20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输入端</a:t>
            </a:r>
            <a:endParaRPr lang="en-US" altLang="zh-CN" sz="200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128005" name="Group 5">
            <a:extLst>
              <a:ext uri="{FF2B5EF4-FFF2-40B4-BE49-F238E27FC236}">
                <a16:creationId xmlns:a16="http://schemas.microsoft.com/office/drawing/2014/main" id="{F54B497F-4769-7145-932D-2BFAFA07E6A2}"/>
              </a:ext>
            </a:extLst>
          </p:cNvPr>
          <p:cNvGrpSpPr>
            <a:grpSpLocks/>
          </p:cNvGrpSpPr>
          <p:nvPr/>
        </p:nvGrpSpPr>
        <p:grpSpPr bwMode="auto">
          <a:xfrm>
            <a:off x="1146175" y="2195513"/>
            <a:ext cx="2436813" cy="2813050"/>
            <a:chOff x="1307" y="1608"/>
            <a:chExt cx="1535" cy="1772"/>
          </a:xfrm>
        </p:grpSpPr>
        <p:sp>
          <p:nvSpPr>
            <p:cNvPr id="102471" name="Line 6">
              <a:extLst>
                <a:ext uri="{FF2B5EF4-FFF2-40B4-BE49-F238E27FC236}">
                  <a16:creationId xmlns:a16="http://schemas.microsoft.com/office/drawing/2014/main" id="{01B8AD33-BC73-7D46-9020-342D484F4A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12" y="2540"/>
              <a:ext cx="1" cy="83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72" name="Line 7">
              <a:extLst>
                <a:ext uri="{FF2B5EF4-FFF2-40B4-BE49-F238E27FC236}">
                  <a16:creationId xmlns:a16="http://schemas.microsoft.com/office/drawing/2014/main" id="{A775B5CD-8E15-4A4C-9BE1-93D2995B96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07" y="3379"/>
              <a:ext cx="1513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73" name="Line 8">
              <a:extLst>
                <a:ext uri="{FF2B5EF4-FFF2-40B4-BE49-F238E27FC236}">
                  <a16:creationId xmlns:a16="http://schemas.microsoft.com/office/drawing/2014/main" id="{D3732AD5-3028-4B4A-A52B-6FE1BA586E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12" y="2877"/>
              <a:ext cx="1" cy="50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74" name="Line 9">
              <a:extLst>
                <a:ext uri="{FF2B5EF4-FFF2-40B4-BE49-F238E27FC236}">
                  <a16:creationId xmlns:a16="http://schemas.microsoft.com/office/drawing/2014/main" id="{51C04D15-C8FD-6C43-8710-914B7CA0DA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8" y="2875"/>
              <a:ext cx="192" cy="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75" name="Line 10">
              <a:extLst>
                <a:ext uri="{FF2B5EF4-FFF2-40B4-BE49-F238E27FC236}">
                  <a16:creationId xmlns:a16="http://schemas.microsoft.com/office/drawing/2014/main" id="{191FDC3B-7388-B647-87A9-D7EC369551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11" y="1608"/>
              <a:ext cx="0" cy="92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76" name="Line 11">
              <a:extLst>
                <a:ext uri="{FF2B5EF4-FFF2-40B4-BE49-F238E27FC236}">
                  <a16:creationId xmlns:a16="http://schemas.microsoft.com/office/drawing/2014/main" id="{470438CC-BCDE-0A40-AF0F-978697C7A8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7" y="1616"/>
              <a:ext cx="1448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77" name="Line 12">
              <a:extLst>
                <a:ext uri="{FF2B5EF4-FFF2-40B4-BE49-F238E27FC236}">
                  <a16:creationId xmlns:a16="http://schemas.microsoft.com/office/drawing/2014/main" id="{7D4649CD-729B-FD42-A2F6-AA0ADCD0ED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7" y="1608"/>
              <a:ext cx="0" cy="54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78" name="Line 13">
              <a:extLst>
                <a:ext uri="{FF2B5EF4-FFF2-40B4-BE49-F238E27FC236}">
                  <a16:creationId xmlns:a16="http://schemas.microsoft.com/office/drawing/2014/main" id="{EAE020F5-0367-D74A-ACC9-F222B649BD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7" y="2149"/>
              <a:ext cx="94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79" name="Line 14">
              <a:extLst>
                <a:ext uri="{FF2B5EF4-FFF2-40B4-BE49-F238E27FC236}">
                  <a16:creationId xmlns:a16="http://schemas.microsoft.com/office/drawing/2014/main" id="{0A76D31F-426A-F44A-9454-2A593A4163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0" y="2541"/>
              <a:ext cx="81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80" name="Oval 15">
              <a:extLst>
                <a:ext uri="{FF2B5EF4-FFF2-40B4-BE49-F238E27FC236}">
                  <a16:creationId xmlns:a16="http://schemas.microsoft.com/office/drawing/2014/main" id="{3D51EFE9-55DA-5A48-875E-674B28789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6" y="2514"/>
              <a:ext cx="56" cy="54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128016" name="Group 16">
            <a:extLst>
              <a:ext uri="{FF2B5EF4-FFF2-40B4-BE49-F238E27FC236}">
                <a16:creationId xmlns:a16="http://schemas.microsoft.com/office/drawing/2014/main" id="{9D300E5D-6884-F740-9CF9-A18C4C1AFD12}"/>
              </a:ext>
            </a:extLst>
          </p:cNvPr>
          <p:cNvGrpSpPr>
            <a:grpSpLocks/>
          </p:cNvGrpSpPr>
          <p:nvPr/>
        </p:nvGrpSpPr>
        <p:grpSpPr bwMode="auto">
          <a:xfrm>
            <a:off x="1098550" y="2043113"/>
            <a:ext cx="5184775" cy="3181350"/>
            <a:chOff x="1277" y="1512"/>
            <a:chExt cx="3266" cy="2004"/>
          </a:xfrm>
        </p:grpSpPr>
        <p:sp>
          <p:nvSpPr>
            <p:cNvPr id="102461" name="Line 17">
              <a:extLst>
                <a:ext uri="{FF2B5EF4-FFF2-40B4-BE49-F238E27FC236}">
                  <a16:creationId xmlns:a16="http://schemas.microsoft.com/office/drawing/2014/main" id="{5C68B047-70C2-3C48-A63C-BBA791DF72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7" y="2780"/>
              <a:ext cx="2" cy="736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62" name="Line 18">
              <a:extLst>
                <a:ext uri="{FF2B5EF4-FFF2-40B4-BE49-F238E27FC236}">
                  <a16:creationId xmlns:a16="http://schemas.microsoft.com/office/drawing/2014/main" id="{D34CBE78-02B1-C743-8B61-7277B931A0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1512"/>
              <a:ext cx="0" cy="127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63" name="Line 19">
              <a:extLst>
                <a:ext uri="{FF2B5EF4-FFF2-40B4-BE49-F238E27FC236}">
                  <a16:creationId xmlns:a16="http://schemas.microsoft.com/office/drawing/2014/main" id="{927885EA-7ED9-E94A-A5E4-C5CFB5CA9E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77" y="1514"/>
              <a:ext cx="3239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64" name="Line 20">
              <a:extLst>
                <a:ext uri="{FF2B5EF4-FFF2-40B4-BE49-F238E27FC236}">
                  <a16:creationId xmlns:a16="http://schemas.microsoft.com/office/drawing/2014/main" id="{14102C7B-80A3-8248-BE44-D2CD1B9003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83" y="1521"/>
              <a:ext cx="0" cy="78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65" name="Line 21">
              <a:extLst>
                <a:ext uri="{FF2B5EF4-FFF2-40B4-BE49-F238E27FC236}">
                  <a16:creationId xmlns:a16="http://schemas.microsoft.com/office/drawing/2014/main" id="{84DA657E-0817-664E-BFCB-56629C0F4F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7" y="2308"/>
              <a:ext cx="187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66" name="Line 22">
              <a:extLst>
                <a:ext uri="{FF2B5EF4-FFF2-40B4-BE49-F238E27FC236}">
                  <a16:creationId xmlns:a16="http://schemas.microsoft.com/office/drawing/2014/main" id="{CFF413F4-7172-9C49-9296-4EEDB4A55A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775"/>
              <a:ext cx="153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67" name="Oval 23">
              <a:extLst>
                <a:ext uri="{FF2B5EF4-FFF2-40B4-BE49-F238E27FC236}">
                  <a16:creationId xmlns:a16="http://schemas.microsoft.com/office/drawing/2014/main" id="{02E0A4A7-6054-9C44-B7C2-821277EF2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754"/>
              <a:ext cx="56" cy="54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2468" name="Line 24">
              <a:extLst>
                <a:ext uri="{FF2B5EF4-FFF2-40B4-BE49-F238E27FC236}">
                  <a16:creationId xmlns:a16="http://schemas.microsoft.com/office/drawing/2014/main" id="{889E351E-A6DD-054F-9AA3-F29B14693E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09" y="3508"/>
              <a:ext cx="3106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69" name="Line 25">
              <a:extLst>
                <a:ext uri="{FF2B5EF4-FFF2-40B4-BE49-F238E27FC236}">
                  <a16:creationId xmlns:a16="http://schemas.microsoft.com/office/drawing/2014/main" id="{132FFBA6-787D-7B4C-83E8-7D44BA33E9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5" y="3024"/>
              <a:ext cx="2" cy="488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70" name="Line 26">
              <a:extLst>
                <a:ext uri="{FF2B5EF4-FFF2-40B4-BE49-F238E27FC236}">
                  <a16:creationId xmlns:a16="http://schemas.microsoft.com/office/drawing/2014/main" id="{5BE0A61E-3D72-584F-8B01-04758F4C26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0" y="3026"/>
              <a:ext cx="99" cy="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8072" name="Group 72">
            <a:extLst>
              <a:ext uri="{FF2B5EF4-FFF2-40B4-BE49-F238E27FC236}">
                <a16:creationId xmlns:a16="http://schemas.microsoft.com/office/drawing/2014/main" id="{AB0D5EF9-2D1C-9E41-8013-FE23B6B47A0F}"/>
              </a:ext>
            </a:extLst>
          </p:cNvPr>
          <p:cNvGrpSpPr>
            <a:grpSpLocks/>
          </p:cNvGrpSpPr>
          <p:nvPr/>
        </p:nvGrpSpPr>
        <p:grpSpPr bwMode="auto">
          <a:xfrm>
            <a:off x="1189038" y="2119313"/>
            <a:ext cx="4984750" cy="2997200"/>
            <a:chOff x="749" y="1335"/>
            <a:chExt cx="3140" cy="1888"/>
          </a:xfrm>
        </p:grpSpPr>
        <p:sp>
          <p:nvSpPr>
            <p:cNvPr id="102448" name="Line 31">
              <a:extLst>
                <a:ext uri="{FF2B5EF4-FFF2-40B4-BE49-F238E27FC236}">
                  <a16:creationId xmlns:a16="http://schemas.microsoft.com/office/drawing/2014/main" id="{76808FD5-DE46-F84C-9FE1-9C01D157AC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58" y="1335"/>
              <a:ext cx="0" cy="1612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2449" name="Group 71">
              <a:extLst>
                <a:ext uri="{FF2B5EF4-FFF2-40B4-BE49-F238E27FC236}">
                  <a16:creationId xmlns:a16="http://schemas.microsoft.com/office/drawing/2014/main" id="{264E4BD6-8088-8242-9B91-88973CAA15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9" y="1340"/>
              <a:ext cx="3113" cy="671"/>
              <a:chOff x="749" y="1340"/>
              <a:chExt cx="3113" cy="671"/>
            </a:xfrm>
          </p:grpSpPr>
          <p:grpSp>
            <p:nvGrpSpPr>
              <p:cNvPr id="102457" name="Group 70">
                <a:extLst>
                  <a:ext uri="{FF2B5EF4-FFF2-40B4-BE49-F238E27FC236}">
                    <a16:creationId xmlns:a16="http://schemas.microsoft.com/office/drawing/2014/main" id="{636662E6-D562-D94E-AF94-4B296F6C92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9" y="1340"/>
                <a:ext cx="3113" cy="671"/>
                <a:chOff x="749" y="1340"/>
                <a:chExt cx="3113" cy="671"/>
              </a:xfrm>
            </p:grpSpPr>
            <p:sp>
              <p:nvSpPr>
                <p:cNvPr id="102459" name="Line 32">
                  <a:extLst>
                    <a:ext uri="{FF2B5EF4-FFF2-40B4-BE49-F238E27FC236}">
                      <a16:creationId xmlns:a16="http://schemas.microsoft.com/office/drawing/2014/main" id="{716BE1EF-74F8-434E-B2C7-0443BDF016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49" y="1340"/>
                  <a:ext cx="3113" cy="0"/>
                </a:xfrm>
                <a:prstGeom prst="line">
                  <a:avLst/>
                </a:prstGeom>
                <a:noFill/>
                <a:ln w="25400">
                  <a:solidFill>
                    <a:srgbClr val="CC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460" name="Line 35">
                  <a:extLst>
                    <a:ext uri="{FF2B5EF4-FFF2-40B4-BE49-F238E27FC236}">
                      <a16:creationId xmlns:a16="http://schemas.microsoft.com/office/drawing/2014/main" id="{76D18D8D-0952-B04F-8EF3-92DE0AD63A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52" y="1341"/>
                  <a:ext cx="0" cy="670"/>
                </a:xfrm>
                <a:prstGeom prst="line">
                  <a:avLst/>
                </a:prstGeom>
                <a:noFill/>
                <a:ln w="25400">
                  <a:solidFill>
                    <a:srgbClr val="CC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2458" name="Line 36">
                <a:extLst>
                  <a:ext uri="{FF2B5EF4-FFF2-40B4-BE49-F238E27FC236}">
                    <a16:creationId xmlns:a16="http://schemas.microsoft.com/office/drawing/2014/main" id="{3D33AF30-4084-B746-8789-EE4FD3FA64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2" y="2005"/>
                <a:ext cx="133" cy="0"/>
              </a:xfrm>
              <a:prstGeom prst="line">
                <a:avLst/>
              </a:prstGeom>
              <a:noFill/>
              <a:ln w="25400">
                <a:solidFill>
                  <a:srgbClr val="CC0000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2450" name="Group 69">
              <a:extLst>
                <a:ext uri="{FF2B5EF4-FFF2-40B4-BE49-F238E27FC236}">
                  <a16:creationId xmlns:a16="http://schemas.microsoft.com/office/drawing/2014/main" id="{4EC8B9C0-2CFD-714C-A272-11F501F687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6" y="2728"/>
              <a:ext cx="3113" cy="495"/>
              <a:chOff x="776" y="2728"/>
              <a:chExt cx="3113" cy="495"/>
            </a:xfrm>
          </p:grpSpPr>
          <p:sp>
            <p:nvSpPr>
              <p:cNvPr id="102451" name="Line 28">
                <a:extLst>
                  <a:ext uri="{FF2B5EF4-FFF2-40B4-BE49-F238E27FC236}">
                    <a16:creationId xmlns:a16="http://schemas.microsoft.com/office/drawing/2014/main" id="{09CFE5D1-18CF-4144-A6C9-B13879FF46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76" y="3214"/>
                <a:ext cx="3085" cy="0"/>
              </a:xfrm>
              <a:prstGeom prst="line">
                <a:avLst/>
              </a:prstGeom>
              <a:noFill/>
              <a:ln w="2540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452" name="Line 29">
                <a:extLst>
                  <a:ext uri="{FF2B5EF4-FFF2-40B4-BE49-F238E27FC236}">
                    <a16:creationId xmlns:a16="http://schemas.microsoft.com/office/drawing/2014/main" id="{65CF481E-F339-F24A-A053-64D215EC03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2" y="2730"/>
                <a:ext cx="2" cy="479"/>
              </a:xfrm>
              <a:prstGeom prst="line">
                <a:avLst/>
              </a:prstGeom>
              <a:noFill/>
              <a:ln w="2540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453" name="Line 30">
                <a:extLst>
                  <a:ext uri="{FF2B5EF4-FFF2-40B4-BE49-F238E27FC236}">
                    <a16:creationId xmlns:a16="http://schemas.microsoft.com/office/drawing/2014/main" id="{85A7C54D-1D39-2A44-BC7B-CE12EB6894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0" y="2728"/>
                <a:ext cx="135" cy="1"/>
              </a:xfrm>
              <a:prstGeom prst="line">
                <a:avLst/>
              </a:prstGeom>
              <a:noFill/>
              <a:ln w="25400">
                <a:solidFill>
                  <a:srgbClr val="CC0000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454" name="Line 33">
                <a:extLst>
                  <a:ext uri="{FF2B5EF4-FFF2-40B4-BE49-F238E27FC236}">
                    <a16:creationId xmlns:a16="http://schemas.microsoft.com/office/drawing/2014/main" id="{E60F50CF-5B4F-BF47-A0D1-747843409F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0" y="2964"/>
                <a:ext cx="63" cy="0"/>
              </a:xfrm>
              <a:prstGeom prst="line">
                <a:avLst/>
              </a:prstGeom>
              <a:noFill/>
              <a:ln w="2540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455" name="Oval 34">
                <a:extLst>
                  <a:ext uri="{FF2B5EF4-FFF2-40B4-BE49-F238E27FC236}">
                    <a16:creationId xmlns:a16="http://schemas.microsoft.com/office/drawing/2014/main" id="{DA719A4C-89AD-8743-A639-12228FF5DE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3" y="2937"/>
                <a:ext cx="56" cy="5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2456" name="Line 37">
                <a:extLst>
                  <a:ext uri="{FF2B5EF4-FFF2-40B4-BE49-F238E27FC236}">
                    <a16:creationId xmlns:a16="http://schemas.microsoft.com/office/drawing/2014/main" id="{D45051CD-4E42-BC45-9456-AB8DAFF5B0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64" y="2988"/>
                <a:ext cx="0" cy="235"/>
              </a:xfrm>
              <a:prstGeom prst="line">
                <a:avLst/>
              </a:prstGeom>
              <a:noFill/>
              <a:ln w="2540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28053" name="Group 53">
            <a:extLst>
              <a:ext uri="{FF2B5EF4-FFF2-40B4-BE49-F238E27FC236}">
                <a16:creationId xmlns:a16="http://schemas.microsoft.com/office/drawing/2014/main" id="{9AFF70EC-AB2B-444D-9CD1-3682DBF0CBE1}"/>
              </a:ext>
            </a:extLst>
          </p:cNvPr>
          <p:cNvGrpSpPr>
            <a:grpSpLocks/>
          </p:cNvGrpSpPr>
          <p:nvPr/>
        </p:nvGrpSpPr>
        <p:grpSpPr bwMode="auto">
          <a:xfrm>
            <a:off x="3527425" y="2308225"/>
            <a:ext cx="2106613" cy="936625"/>
            <a:chOff x="2222" y="1454"/>
            <a:chExt cx="1208" cy="590"/>
          </a:xfrm>
        </p:grpSpPr>
        <p:sp>
          <p:nvSpPr>
            <p:cNvPr id="102446" name="Text Box 47">
              <a:extLst>
                <a:ext uri="{FF2B5EF4-FFF2-40B4-BE49-F238E27FC236}">
                  <a16:creationId xmlns:a16="http://schemas.microsoft.com/office/drawing/2014/main" id="{58A5AAC5-B2CC-494E-99C3-29A3D6FA94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3" y="1545"/>
              <a:ext cx="997" cy="4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add </a:t>
              </a:r>
              <a:r>
                <a:rPr lang="en-US" altLang="zh-CN" sz="1800">
                  <a:solidFill>
                    <a:srgbClr val="008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r3</a:t>
              </a: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, r2, r1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sub r5, </a:t>
              </a:r>
              <a:r>
                <a:rPr lang="en-US" altLang="zh-CN" sz="1800">
                  <a:solidFill>
                    <a:srgbClr val="008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r3</a:t>
              </a: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, r4</a:t>
              </a:r>
            </a:p>
          </p:txBody>
        </p:sp>
        <p:sp>
          <p:nvSpPr>
            <p:cNvPr id="102447" name="Line 49">
              <a:extLst>
                <a:ext uri="{FF2B5EF4-FFF2-40B4-BE49-F238E27FC236}">
                  <a16:creationId xmlns:a16="http://schemas.microsoft.com/office/drawing/2014/main" id="{74059E5B-46C5-C24B-9897-09ED9075D3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22" y="1454"/>
              <a:ext cx="457" cy="74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8054" name="Group 54">
            <a:extLst>
              <a:ext uri="{FF2B5EF4-FFF2-40B4-BE49-F238E27FC236}">
                <a16:creationId xmlns:a16="http://schemas.microsoft.com/office/drawing/2014/main" id="{242EC088-9F10-C146-A20F-67F9AF4C8DEF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4456113"/>
            <a:ext cx="2089150" cy="1536700"/>
            <a:chOff x="3840" y="2807"/>
            <a:chExt cx="1216" cy="968"/>
          </a:xfrm>
        </p:grpSpPr>
        <p:sp>
          <p:nvSpPr>
            <p:cNvPr id="102444" name="Text Box 48">
              <a:extLst>
                <a:ext uri="{FF2B5EF4-FFF2-40B4-BE49-F238E27FC236}">
                  <a16:creationId xmlns:a16="http://schemas.microsoft.com/office/drawing/2014/main" id="{BF3E0E35-39DE-4A4D-A667-5A7A4BE823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0" y="3016"/>
              <a:ext cx="1016" cy="75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add </a:t>
              </a:r>
              <a:r>
                <a:rPr lang="en-US" altLang="zh-CN" sz="1800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r3</a:t>
              </a: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, r2, r1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or r6, r2, r1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sub r5, </a:t>
              </a:r>
              <a:r>
                <a:rPr lang="en-US" altLang="zh-CN" sz="1800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r3</a:t>
              </a: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, r4</a:t>
              </a:r>
            </a:p>
          </p:txBody>
        </p:sp>
        <p:sp>
          <p:nvSpPr>
            <p:cNvPr id="102445" name="Line 50">
              <a:extLst>
                <a:ext uri="{FF2B5EF4-FFF2-40B4-BE49-F238E27FC236}">
                  <a16:creationId xmlns:a16="http://schemas.microsoft.com/office/drawing/2014/main" id="{4C172FF8-2C46-6B48-9CC4-3970344353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40" y="2807"/>
              <a:ext cx="549" cy="16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8055" name="Group 55">
            <a:extLst>
              <a:ext uri="{FF2B5EF4-FFF2-40B4-BE49-F238E27FC236}">
                <a16:creationId xmlns:a16="http://schemas.microsoft.com/office/drawing/2014/main" id="{7ACF40D6-024F-154C-9BF1-1314BB2E6C18}"/>
              </a:ext>
            </a:extLst>
          </p:cNvPr>
          <p:cNvGrpSpPr>
            <a:grpSpLocks/>
          </p:cNvGrpSpPr>
          <p:nvPr/>
        </p:nvGrpSpPr>
        <p:grpSpPr bwMode="auto">
          <a:xfrm>
            <a:off x="6211888" y="2336800"/>
            <a:ext cx="2687637" cy="1508125"/>
            <a:chOff x="3913" y="1472"/>
            <a:chExt cx="1547" cy="950"/>
          </a:xfrm>
        </p:grpSpPr>
        <p:sp>
          <p:nvSpPr>
            <p:cNvPr id="102442" name="Text Box 51">
              <a:extLst>
                <a:ext uri="{FF2B5EF4-FFF2-40B4-BE49-F238E27FC236}">
                  <a16:creationId xmlns:a16="http://schemas.microsoft.com/office/drawing/2014/main" id="{DC23B895-8A2B-244A-8E52-5C08A05119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3" y="1663"/>
              <a:ext cx="997" cy="759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lw </a:t>
              </a:r>
              <a:r>
                <a:rPr lang="en-US" altLang="zh-CN" sz="180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r3</a:t>
              </a: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, 100(r1)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or r6, r2, r1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sub r5, </a:t>
              </a:r>
              <a:r>
                <a:rPr lang="en-US" altLang="zh-CN" sz="180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r3</a:t>
              </a:r>
              <a:r>
                <a:rPr lang="en-US" altLang="zh-CN" sz="18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, r4</a:t>
              </a:r>
            </a:p>
          </p:txBody>
        </p:sp>
        <p:sp>
          <p:nvSpPr>
            <p:cNvPr id="102443" name="Line 52">
              <a:extLst>
                <a:ext uri="{FF2B5EF4-FFF2-40B4-BE49-F238E27FC236}">
                  <a16:creationId xmlns:a16="http://schemas.microsoft.com/office/drawing/2014/main" id="{F8DE7BCA-DD7F-1F4F-9372-057D16628F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13" y="1472"/>
              <a:ext cx="805" cy="17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8062" name="Group 62">
            <a:extLst>
              <a:ext uri="{FF2B5EF4-FFF2-40B4-BE49-F238E27FC236}">
                <a16:creationId xmlns:a16="http://schemas.microsoft.com/office/drawing/2014/main" id="{99952D54-C0BD-134A-9565-331C1A920C89}"/>
              </a:ext>
            </a:extLst>
          </p:cNvPr>
          <p:cNvGrpSpPr>
            <a:grpSpLocks/>
          </p:cNvGrpSpPr>
          <p:nvPr/>
        </p:nvGrpSpPr>
        <p:grpSpPr bwMode="auto">
          <a:xfrm>
            <a:off x="254000" y="5484813"/>
            <a:ext cx="3498850" cy="1141412"/>
            <a:chOff x="160" y="3455"/>
            <a:chExt cx="2140" cy="719"/>
          </a:xfrm>
        </p:grpSpPr>
        <p:sp>
          <p:nvSpPr>
            <p:cNvPr id="102440" name="Text Box 58">
              <a:extLst>
                <a:ext uri="{FF2B5EF4-FFF2-40B4-BE49-F238E27FC236}">
                  <a16:creationId xmlns:a16="http://schemas.microsoft.com/office/drawing/2014/main" id="{B4DF1587-3F3E-9047-8AA3-D25BD65FE6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3" y="3455"/>
              <a:ext cx="997" cy="719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7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lw </a:t>
              </a:r>
              <a:r>
                <a:rPr lang="en-US" altLang="zh-CN" sz="170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r3</a:t>
              </a:r>
              <a:r>
                <a:rPr lang="en-US" altLang="zh-CN" sz="17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, 100(r1)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17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or r6, </a:t>
              </a:r>
              <a:r>
                <a:rPr lang="en-US" altLang="zh-CN" sz="170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r3</a:t>
              </a:r>
              <a:r>
                <a:rPr lang="en-US" altLang="zh-CN" sz="17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, r1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17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sub r5, </a:t>
              </a:r>
              <a:r>
                <a:rPr lang="en-US" altLang="zh-CN" sz="1700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r3</a:t>
              </a:r>
              <a:r>
                <a:rPr lang="en-US" altLang="zh-CN" sz="17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, r4</a:t>
              </a:r>
            </a:p>
          </p:txBody>
        </p:sp>
        <p:sp>
          <p:nvSpPr>
            <p:cNvPr id="102441" name="Text Box 60">
              <a:extLst>
                <a:ext uri="{FF2B5EF4-FFF2-40B4-BE49-F238E27FC236}">
                  <a16:creationId xmlns:a16="http://schemas.microsoft.com/office/drawing/2014/main" id="{7E05BA66-7AF2-4744-9551-34DA8E3D4E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" y="3488"/>
              <a:ext cx="1144" cy="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700">
                  <a:ea typeface="黑体" panose="02010609060101010101" pitchFamily="49" charset="-122"/>
                </a:rPr>
                <a:t>如果指令序列为</a:t>
              </a:r>
            </a:p>
          </p:txBody>
        </p:sp>
      </p:grpSp>
      <p:sp>
        <p:nvSpPr>
          <p:cNvPr id="128061" name="Text Box 61">
            <a:extLst>
              <a:ext uri="{FF2B5EF4-FFF2-40B4-BE49-F238E27FC236}">
                <a16:creationId xmlns:a16="http://schemas.microsoft.com/office/drawing/2014/main" id="{B19623EF-74E4-5F40-A1C2-FC4B3E694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500" y="5499100"/>
            <a:ext cx="21971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能用“转发”技术解决第</a:t>
            </a:r>
            <a:r>
              <a:rPr lang="en-US" altLang="zh-CN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r>
              <a:rPr lang="zh-CN" altLang="en-US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  <a:r>
              <a:rPr lang="zh-CN" altLang="en-US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两条指令间的数据冒险吗？</a:t>
            </a:r>
          </a:p>
        </p:txBody>
      </p:sp>
      <p:sp>
        <p:nvSpPr>
          <p:cNvPr id="128063" name="Text Box 63">
            <a:extLst>
              <a:ext uri="{FF2B5EF4-FFF2-40B4-BE49-F238E27FC236}">
                <a16:creationId xmlns:a16="http://schemas.microsoft.com/office/drawing/2014/main" id="{FA95B332-3B76-CE48-ACF9-C5C5D4E1D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6925" y="6211888"/>
            <a:ext cx="2819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请看后面的幻灯片！</a:t>
            </a:r>
          </a:p>
        </p:txBody>
      </p:sp>
      <p:sp>
        <p:nvSpPr>
          <p:cNvPr id="128065" name="Line 65">
            <a:extLst>
              <a:ext uri="{FF2B5EF4-FFF2-40B4-BE49-F238E27FC236}">
                <a16:creationId xmlns:a16="http://schemas.microsoft.com/office/drawing/2014/main" id="{A62111AD-2DAF-8A4E-9E82-40548A3616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0000" y="3670300"/>
            <a:ext cx="54610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8066" name="Line 66">
            <a:extLst>
              <a:ext uri="{FF2B5EF4-FFF2-40B4-BE49-F238E27FC236}">
                <a16:creationId xmlns:a16="http://schemas.microsoft.com/office/drawing/2014/main" id="{F03ABE82-E960-BD4C-A65A-AB5D4A79E4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4038600"/>
            <a:ext cx="5461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8068" name="Group 68">
            <a:extLst>
              <a:ext uri="{FF2B5EF4-FFF2-40B4-BE49-F238E27FC236}">
                <a16:creationId xmlns:a16="http://schemas.microsoft.com/office/drawing/2014/main" id="{495C52EF-AE8F-3643-9BDA-DD08344FEAF3}"/>
              </a:ext>
            </a:extLst>
          </p:cNvPr>
          <p:cNvGrpSpPr>
            <a:grpSpLocks/>
          </p:cNvGrpSpPr>
          <p:nvPr/>
        </p:nvGrpSpPr>
        <p:grpSpPr bwMode="auto">
          <a:xfrm>
            <a:off x="3479800" y="4648200"/>
            <a:ext cx="2208213" cy="88900"/>
            <a:chOff x="2192" y="2928"/>
            <a:chExt cx="1391" cy="56"/>
          </a:xfrm>
        </p:grpSpPr>
        <p:sp>
          <p:nvSpPr>
            <p:cNvPr id="102438" name="Line 38">
              <a:extLst>
                <a:ext uri="{FF2B5EF4-FFF2-40B4-BE49-F238E27FC236}">
                  <a16:creationId xmlns:a16="http://schemas.microsoft.com/office/drawing/2014/main" id="{0B4A863F-A6EA-0248-9885-02C4C782C7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7" y="2951"/>
              <a:ext cx="1336" cy="0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39" name="Oval 67">
              <a:extLst>
                <a:ext uri="{FF2B5EF4-FFF2-40B4-BE49-F238E27FC236}">
                  <a16:creationId xmlns:a16="http://schemas.microsoft.com/office/drawing/2014/main" id="{0B6573E2-830F-CD43-A9F0-547AE1242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2" y="2928"/>
              <a:ext cx="56" cy="56"/>
            </a:xfrm>
            <a:prstGeom prst="ellipse">
              <a:avLst/>
            </a:prstGeom>
            <a:solidFill>
              <a:srgbClr val="CC00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102417" name="Rectangle 74">
            <a:extLst>
              <a:ext uri="{FF2B5EF4-FFF2-40B4-BE49-F238E27FC236}">
                <a16:creationId xmlns:a16="http://schemas.microsoft.com/office/drawing/2014/main" id="{E30C452B-B27F-7F44-A15B-16EFA97FB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2209800"/>
            <a:ext cx="330200" cy="26543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418" name="Rectangle 75">
            <a:extLst>
              <a:ext uri="{FF2B5EF4-FFF2-40B4-BE49-F238E27FC236}">
                <a16:creationId xmlns:a16="http://schemas.microsoft.com/office/drawing/2014/main" id="{92E93087-D24C-D64B-9AA0-B23C91C50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975" y="2247900"/>
            <a:ext cx="330200" cy="26543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419" name="Rectangle 76">
            <a:extLst>
              <a:ext uri="{FF2B5EF4-FFF2-40B4-BE49-F238E27FC236}">
                <a16:creationId xmlns:a16="http://schemas.microsoft.com/office/drawing/2014/main" id="{7EBF3A5B-B732-DC4E-9C23-CC3F97A96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9600" y="2235200"/>
            <a:ext cx="330200" cy="26543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102420" name="Group 93">
            <a:extLst>
              <a:ext uri="{FF2B5EF4-FFF2-40B4-BE49-F238E27FC236}">
                <a16:creationId xmlns:a16="http://schemas.microsoft.com/office/drawing/2014/main" id="{AFA5B113-767E-8140-9CC8-6555D72053D2}"/>
              </a:ext>
            </a:extLst>
          </p:cNvPr>
          <p:cNvGrpSpPr>
            <a:grpSpLocks/>
          </p:cNvGrpSpPr>
          <p:nvPr/>
        </p:nvGrpSpPr>
        <p:grpSpPr bwMode="auto">
          <a:xfrm>
            <a:off x="482600" y="1549400"/>
            <a:ext cx="5702300" cy="685800"/>
            <a:chOff x="304" y="976"/>
            <a:chExt cx="3592" cy="432"/>
          </a:xfrm>
        </p:grpSpPr>
        <p:sp>
          <p:nvSpPr>
            <p:cNvPr id="102423" name="Oval 94">
              <a:extLst>
                <a:ext uri="{FF2B5EF4-FFF2-40B4-BE49-F238E27FC236}">
                  <a16:creationId xmlns:a16="http://schemas.microsoft.com/office/drawing/2014/main" id="{35953E8F-7AA6-9147-A5BD-FF7940BE4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" y="1312"/>
              <a:ext cx="72" cy="7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2424" name="Rectangle 95">
              <a:extLst>
                <a:ext uri="{FF2B5EF4-FFF2-40B4-BE49-F238E27FC236}">
                  <a16:creationId xmlns:a16="http://schemas.microsoft.com/office/drawing/2014/main" id="{8B4C82B7-DB1E-D241-8469-C132B4B9C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" y="1080"/>
              <a:ext cx="248" cy="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2425" name="Rectangle 96">
              <a:extLst>
                <a:ext uri="{FF2B5EF4-FFF2-40B4-BE49-F238E27FC236}">
                  <a16:creationId xmlns:a16="http://schemas.microsoft.com/office/drawing/2014/main" id="{4397BBDE-56EF-2C4E-A9F1-07F4D6617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0" y="1056"/>
              <a:ext cx="312" cy="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2426" name="Rectangle 97">
              <a:extLst>
                <a:ext uri="{FF2B5EF4-FFF2-40B4-BE49-F238E27FC236}">
                  <a16:creationId xmlns:a16="http://schemas.microsoft.com/office/drawing/2014/main" id="{B28CB0EB-A37F-F44D-B1D2-94C760AC4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4" y="1056"/>
              <a:ext cx="432" cy="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2427" name="Oval 98">
              <a:extLst>
                <a:ext uri="{FF2B5EF4-FFF2-40B4-BE49-F238E27FC236}">
                  <a16:creationId xmlns:a16="http://schemas.microsoft.com/office/drawing/2014/main" id="{EF81B292-F148-8942-B367-1125A9046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8" y="1336"/>
              <a:ext cx="72" cy="7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2428" name="Oval 99">
              <a:extLst>
                <a:ext uri="{FF2B5EF4-FFF2-40B4-BE49-F238E27FC236}">
                  <a16:creationId xmlns:a16="http://schemas.microsoft.com/office/drawing/2014/main" id="{15194C0C-517F-674C-AD85-B4BF2027CE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328"/>
              <a:ext cx="72" cy="7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2429" name="Line 100">
              <a:extLst>
                <a:ext uri="{FF2B5EF4-FFF2-40B4-BE49-F238E27FC236}">
                  <a16:creationId xmlns:a16="http://schemas.microsoft.com/office/drawing/2014/main" id="{EF338630-5359-5C47-9D22-051ECEC14B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" y="976"/>
              <a:ext cx="0" cy="3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30" name="Line 101">
              <a:extLst>
                <a:ext uri="{FF2B5EF4-FFF2-40B4-BE49-F238E27FC236}">
                  <a16:creationId xmlns:a16="http://schemas.microsoft.com/office/drawing/2014/main" id="{C9153CC8-3081-9A42-9A1E-DED9B6306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0" y="1016"/>
              <a:ext cx="0" cy="3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31" name="Line 102">
              <a:extLst>
                <a:ext uri="{FF2B5EF4-FFF2-40B4-BE49-F238E27FC236}">
                  <a16:creationId xmlns:a16="http://schemas.microsoft.com/office/drawing/2014/main" id="{00430D40-662E-2548-8C0A-F7B3695C7F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0" y="1000"/>
              <a:ext cx="0" cy="3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32" name="Text Box 103">
              <a:extLst>
                <a:ext uri="{FF2B5EF4-FFF2-40B4-BE49-F238E27FC236}">
                  <a16:creationId xmlns:a16="http://schemas.microsoft.com/office/drawing/2014/main" id="{1FF24922-0478-5442-A6CA-D88F469CAD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2" y="984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Ex</a:t>
              </a:r>
            </a:p>
          </p:txBody>
        </p:sp>
        <p:sp>
          <p:nvSpPr>
            <p:cNvPr id="102433" name="Text Box 104">
              <a:extLst>
                <a:ext uri="{FF2B5EF4-FFF2-40B4-BE49-F238E27FC236}">
                  <a16:creationId xmlns:a16="http://schemas.microsoft.com/office/drawing/2014/main" id="{15A107E7-4E52-5447-8308-CE45B03D54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000"/>
              <a:ext cx="50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latin typeface="Arial" panose="020B0604020202020204" pitchFamily="34" charset="0"/>
                  <a:ea typeface="宋体" panose="02010600030101010101" pitchFamily="2" charset="-122"/>
                </a:rPr>
                <a:t>Mem</a:t>
              </a:r>
            </a:p>
          </p:txBody>
        </p:sp>
        <p:sp>
          <p:nvSpPr>
            <p:cNvPr id="102434" name="Line 105">
              <a:extLst>
                <a:ext uri="{FF2B5EF4-FFF2-40B4-BE49-F238E27FC236}">
                  <a16:creationId xmlns:a16="http://schemas.microsoft.com/office/drawing/2014/main" id="{12D79188-25E6-1841-858E-CB7A3DBBEF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" y="1104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35" name="Line 106">
              <a:extLst>
                <a:ext uri="{FF2B5EF4-FFF2-40B4-BE49-F238E27FC236}">
                  <a16:creationId xmlns:a16="http://schemas.microsoft.com/office/drawing/2014/main" id="{C9670A11-15A4-7A40-8DC9-EFDC72F660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0" y="1104"/>
              <a:ext cx="6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36" name="Line 107">
              <a:extLst>
                <a:ext uri="{FF2B5EF4-FFF2-40B4-BE49-F238E27FC236}">
                  <a16:creationId xmlns:a16="http://schemas.microsoft.com/office/drawing/2014/main" id="{8066955F-56DD-6D42-A510-6FAD8D54ED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8" y="1104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37" name="Line 108">
              <a:extLst>
                <a:ext uri="{FF2B5EF4-FFF2-40B4-BE49-F238E27FC236}">
                  <a16:creationId xmlns:a16="http://schemas.microsoft.com/office/drawing/2014/main" id="{57517187-0BBC-F145-B07D-F0D24C6D7A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0" y="1096"/>
              <a:ext cx="6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421" name="Text Box 109">
            <a:extLst>
              <a:ext uri="{FF2B5EF4-FFF2-40B4-BE49-F238E27FC236}">
                <a16:creationId xmlns:a16="http://schemas.microsoft.com/office/drawing/2014/main" id="{52F46688-D016-F345-9059-E766D57C0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1663" y="3743325"/>
            <a:ext cx="666750" cy="7032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DM</a:t>
            </a:r>
          </a:p>
          <a:p>
            <a:pPr>
              <a:spcBef>
                <a:spcPct val="50000"/>
              </a:spcBef>
            </a:pP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22" name="Text Box 110">
            <a:extLst>
              <a:ext uri="{FF2B5EF4-FFF2-40B4-BE49-F238E27FC236}">
                <a16:creationId xmlns:a16="http://schemas.microsoft.com/office/drawing/2014/main" id="{A25A16F8-ED48-3E48-95C3-F2BB8079E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8838" y="3540125"/>
            <a:ext cx="363537" cy="244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ALU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8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12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128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8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2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12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8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8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28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61" grpId="0"/>
      <p:bldP spid="12806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0F9FF62A-3F27-CC47-A04F-2CD3E6C434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5310188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复习</a:t>
            </a:r>
            <a:r>
              <a:rPr lang="en-US" altLang="zh-CN">
                <a:ea typeface="宋体" panose="02010600030101010101" pitchFamily="2" charset="-122"/>
              </a:rPr>
              <a:t>: Load</a:t>
            </a:r>
            <a:r>
              <a:rPr lang="zh-CN" altLang="en-US">
                <a:ea typeface="宋体" panose="02010600030101010101" pitchFamily="2" charset="-122"/>
              </a:rPr>
              <a:t>指令引起的延迟现象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26C27B27-F270-B24D-8B6B-6766397F07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1163" y="4279900"/>
            <a:ext cx="8408987" cy="355600"/>
          </a:xfrm>
          <a:noFill/>
        </p:spPr>
        <p:txBody>
          <a:bodyPr/>
          <a:lstStyle/>
          <a:p>
            <a:r>
              <a:rPr lang="en-US" altLang="zh-CN" sz="2000">
                <a:ea typeface="黑体" panose="02010609060101010101" pitchFamily="49" charset="-122"/>
              </a:rPr>
              <a:t>Load</a:t>
            </a:r>
            <a:r>
              <a:rPr lang="zh-CN" altLang="en-US" sz="2000">
                <a:ea typeface="黑体" panose="02010609060101010101" pitchFamily="49" charset="-122"/>
              </a:rPr>
              <a:t>指令最早在哪个流水线寄存器中开始有后续指令需要的值？</a:t>
            </a:r>
          </a:p>
        </p:txBody>
      </p:sp>
      <p:sp>
        <p:nvSpPr>
          <p:cNvPr id="104452" name="Rectangle 4">
            <a:extLst>
              <a:ext uri="{FF2B5EF4-FFF2-40B4-BE49-F238E27FC236}">
                <a16:creationId xmlns:a16="http://schemas.microsoft.com/office/drawing/2014/main" id="{A3C25E8A-FA8C-0449-9A50-DAC7818AE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1143000"/>
            <a:ext cx="6889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Clock</a:t>
            </a:r>
          </a:p>
        </p:txBody>
      </p:sp>
      <p:grpSp>
        <p:nvGrpSpPr>
          <p:cNvPr id="104453" name="Group 5">
            <a:extLst>
              <a:ext uri="{FF2B5EF4-FFF2-40B4-BE49-F238E27FC236}">
                <a16:creationId xmlns:a16="http://schemas.microsoft.com/office/drawing/2014/main" id="{346B6460-CEFC-CD4A-9924-0538F7EF49B4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1130300"/>
            <a:ext cx="825500" cy="254000"/>
            <a:chOff x="768" y="712"/>
            <a:chExt cx="520" cy="160"/>
          </a:xfrm>
        </p:grpSpPr>
        <p:sp>
          <p:nvSpPr>
            <p:cNvPr id="104604" name="Line 6">
              <a:extLst>
                <a:ext uri="{FF2B5EF4-FFF2-40B4-BE49-F238E27FC236}">
                  <a16:creationId xmlns:a16="http://schemas.microsoft.com/office/drawing/2014/main" id="{BAAE18F1-C525-6446-A90F-63E0F51DD0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" y="864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605" name="Line 7">
              <a:extLst>
                <a:ext uri="{FF2B5EF4-FFF2-40B4-BE49-F238E27FC236}">
                  <a16:creationId xmlns:a16="http://schemas.microsoft.com/office/drawing/2014/main" id="{4D7612B8-190E-3540-A4F6-A0CF8E2B15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728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606" name="Line 8">
              <a:extLst>
                <a:ext uri="{FF2B5EF4-FFF2-40B4-BE49-F238E27FC236}">
                  <a16:creationId xmlns:a16="http://schemas.microsoft.com/office/drawing/2014/main" id="{78FE4546-1061-0849-BD92-0AC445AFA2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712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607" name="Line 9">
              <a:extLst>
                <a:ext uri="{FF2B5EF4-FFF2-40B4-BE49-F238E27FC236}">
                  <a16:creationId xmlns:a16="http://schemas.microsoft.com/office/drawing/2014/main" id="{9C909CFD-8217-3246-B25A-DE06ABAA95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" y="720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4454" name="Group 10">
            <a:extLst>
              <a:ext uri="{FF2B5EF4-FFF2-40B4-BE49-F238E27FC236}">
                <a16:creationId xmlns:a16="http://schemas.microsoft.com/office/drawing/2014/main" id="{40A53C23-BCE2-8843-A4AA-0885D3D41477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1130300"/>
            <a:ext cx="825500" cy="254000"/>
            <a:chOff x="1296" y="712"/>
            <a:chExt cx="520" cy="160"/>
          </a:xfrm>
        </p:grpSpPr>
        <p:sp>
          <p:nvSpPr>
            <p:cNvPr id="104600" name="Line 11">
              <a:extLst>
                <a:ext uri="{FF2B5EF4-FFF2-40B4-BE49-F238E27FC236}">
                  <a16:creationId xmlns:a16="http://schemas.microsoft.com/office/drawing/2014/main" id="{47FB833C-A1BB-5747-A818-6D3445A15E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4" y="864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601" name="Line 12">
              <a:extLst>
                <a:ext uri="{FF2B5EF4-FFF2-40B4-BE49-F238E27FC236}">
                  <a16:creationId xmlns:a16="http://schemas.microsoft.com/office/drawing/2014/main" id="{1BEC2B06-025C-9F45-A0BB-2B3A5E9403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728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602" name="Line 13">
              <a:extLst>
                <a:ext uri="{FF2B5EF4-FFF2-40B4-BE49-F238E27FC236}">
                  <a16:creationId xmlns:a16="http://schemas.microsoft.com/office/drawing/2014/main" id="{EC37E543-AF7A-A04B-ACBA-494895E001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712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603" name="Line 14">
              <a:extLst>
                <a:ext uri="{FF2B5EF4-FFF2-40B4-BE49-F238E27FC236}">
                  <a16:creationId xmlns:a16="http://schemas.microsoft.com/office/drawing/2014/main" id="{58BF5A83-9EAE-9E40-A10E-93CED5602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2" y="720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4455" name="Group 15">
            <a:extLst>
              <a:ext uri="{FF2B5EF4-FFF2-40B4-BE49-F238E27FC236}">
                <a16:creationId xmlns:a16="http://schemas.microsoft.com/office/drawing/2014/main" id="{B8159395-8906-EF48-8345-E3F028DCABDB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1130300"/>
            <a:ext cx="825500" cy="254000"/>
            <a:chOff x="1824" y="712"/>
            <a:chExt cx="520" cy="160"/>
          </a:xfrm>
        </p:grpSpPr>
        <p:sp>
          <p:nvSpPr>
            <p:cNvPr id="104596" name="Line 16">
              <a:extLst>
                <a:ext uri="{FF2B5EF4-FFF2-40B4-BE49-F238E27FC236}">
                  <a16:creationId xmlns:a16="http://schemas.microsoft.com/office/drawing/2014/main" id="{0E1D3FD8-F088-F04E-B66E-B884A854C6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864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97" name="Line 17">
              <a:extLst>
                <a:ext uri="{FF2B5EF4-FFF2-40B4-BE49-F238E27FC236}">
                  <a16:creationId xmlns:a16="http://schemas.microsoft.com/office/drawing/2014/main" id="{EEBB5913-F0A4-6448-BFE5-7EF079061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728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98" name="Line 18">
              <a:extLst>
                <a:ext uri="{FF2B5EF4-FFF2-40B4-BE49-F238E27FC236}">
                  <a16:creationId xmlns:a16="http://schemas.microsoft.com/office/drawing/2014/main" id="{939AEF60-40B3-D349-81C4-58956C7BEB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712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99" name="Line 19">
              <a:extLst>
                <a:ext uri="{FF2B5EF4-FFF2-40B4-BE49-F238E27FC236}">
                  <a16:creationId xmlns:a16="http://schemas.microsoft.com/office/drawing/2014/main" id="{7B681AB5-7990-CF4D-8BAF-566D1FA4F5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0" y="720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4456" name="Group 20">
            <a:extLst>
              <a:ext uri="{FF2B5EF4-FFF2-40B4-BE49-F238E27FC236}">
                <a16:creationId xmlns:a16="http://schemas.microsoft.com/office/drawing/2014/main" id="{72F02762-26F9-2F44-B370-ADDF79C7A527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1130300"/>
            <a:ext cx="825500" cy="254000"/>
            <a:chOff x="2352" y="712"/>
            <a:chExt cx="520" cy="160"/>
          </a:xfrm>
        </p:grpSpPr>
        <p:sp>
          <p:nvSpPr>
            <p:cNvPr id="104592" name="Line 21">
              <a:extLst>
                <a:ext uri="{FF2B5EF4-FFF2-40B4-BE49-F238E27FC236}">
                  <a16:creationId xmlns:a16="http://schemas.microsoft.com/office/drawing/2014/main" id="{5303B52B-2ACE-0341-9367-BDE21BED9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0" y="864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93" name="Line 22">
              <a:extLst>
                <a:ext uri="{FF2B5EF4-FFF2-40B4-BE49-F238E27FC236}">
                  <a16:creationId xmlns:a16="http://schemas.microsoft.com/office/drawing/2014/main" id="{B8CC6138-35EC-0642-82AD-8DB4E19285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728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94" name="Line 23">
              <a:extLst>
                <a:ext uri="{FF2B5EF4-FFF2-40B4-BE49-F238E27FC236}">
                  <a16:creationId xmlns:a16="http://schemas.microsoft.com/office/drawing/2014/main" id="{DDE50601-DE93-2348-B6FF-EEA09C76B0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712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95" name="Line 24">
              <a:extLst>
                <a:ext uri="{FF2B5EF4-FFF2-40B4-BE49-F238E27FC236}">
                  <a16:creationId xmlns:a16="http://schemas.microsoft.com/office/drawing/2014/main" id="{72C4225C-2A36-1E42-8CB1-A40637B9CC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720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4457" name="Group 25">
            <a:extLst>
              <a:ext uri="{FF2B5EF4-FFF2-40B4-BE49-F238E27FC236}">
                <a16:creationId xmlns:a16="http://schemas.microsoft.com/office/drawing/2014/main" id="{2FB5F398-7CBE-CD47-8598-83524EAA65E8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1130300"/>
            <a:ext cx="825500" cy="254000"/>
            <a:chOff x="2880" y="712"/>
            <a:chExt cx="520" cy="160"/>
          </a:xfrm>
        </p:grpSpPr>
        <p:sp>
          <p:nvSpPr>
            <p:cNvPr id="104588" name="Line 26">
              <a:extLst>
                <a:ext uri="{FF2B5EF4-FFF2-40B4-BE49-F238E27FC236}">
                  <a16:creationId xmlns:a16="http://schemas.microsoft.com/office/drawing/2014/main" id="{71D651BE-7953-0042-9AF1-449944997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8" y="864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89" name="Line 27">
              <a:extLst>
                <a:ext uri="{FF2B5EF4-FFF2-40B4-BE49-F238E27FC236}">
                  <a16:creationId xmlns:a16="http://schemas.microsoft.com/office/drawing/2014/main" id="{749BF40E-6D9C-1A42-823A-64FA8D89DC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728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90" name="Line 28">
              <a:extLst>
                <a:ext uri="{FF2B5EF4-FFF2-40B4-BE49-F238E27FC236}">
                  <a16:creationId xmlns:a16="http://schemas.microsoft.com/office/drawing/2014/main" id="{20F0A277-676D-5D44-9083-F4121F9C80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" y="712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91" name="Line 29">
              <a:extLst>
                <a:ext uri="{FF2B5EF4-FFF2-40B4-BE49-F238E27FC236}">
                  <a16:creationId xmlns:a16="http://schemas.microsoft.com/office/drawing/2014/main" id="{8A8C92A2-FFB0-7542-8635-9A3F553161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720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4458" name="Group 30">
            <a:extLst>
              <a:ext uri="{FF2B5EF4-FFF2-40B4-BE49-F238E27FC236}">
                <a16:creationId xmlns:a16="http://schemas.microsoft.com/office/drawing/2014/main" id="{758E44F0-0A3B-DE49-80B0-D3CF52399919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1130300"/>
            <a:ext cx="825500" cy="254000"/>
            <a:chOff x="3408" y="712"/>
            <a:chExt cx="520" cy="160"/>
          </a:xfrm>
        </p:grpSpPr>
        <p:sp>
          <p:nvSpPr>
            <p:cNvPr id="104584" name="Line 31">
              <a:extLst>
                <a:ext uri="{FF2B5EF4-FFF2-40B4-BE49-F238E27FC236}">
                  <a16:creationId xmlns:a16="http://schemas.microsoft.com/office/drawing/2014/main" id="{46AB10BA-88C4-AA4E-8EB0-948BDDA3F9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6" y="864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85" name="Line 32">
              <a:extLst>
                <a:ext uri="{FF2B5EF4-FFF2-40B4-BE49-F238E27FC236}">
                  <a16:creationId xmlns:a16="http://schemas.microsoft.com/office/drawing/2014/main" id="{2D54334F-42AB-2F48-B087-DC0D5EFBD4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728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86" name="Line 33">
              <a:extLst>
                <a:ext uri="{FF2B5EF4-FFF2-40B4-BE49-F238E27FC236}">
                  <a16:creationId xmlns:a16="http://schemas.microsoft.com/office/drawing/2014/main" id="{5858B4F7-E5F8-C84A-A6D3-0B1C05F273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712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87" name="Line 34">
              <a:extLst>
                <a:ext uri="{FF2B5EF4-FFF2-40B4-BE49-F238E27FC236}">
                  <a16:creationId xmlns:a16="http://schemas.microsoft.com/office/drawing/2014/main" id="{CBAD3E0B-B183-1646-B019-2FC626EA2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720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4459" name="Group 35">
            <a:extLst>
              <a:ext uri="{FF2B5EF4-FFF2-40B4-BE49-F238E27FC236}">
                <a16:creationId xmlns:a16="http://schemas.microsoft.com/office/drawing/2014/main" id="{6B1D1211-8BF2-DD40-96E9-22FDBE1DC2AB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130300"/>
            <a:ext cx="825500" cy="254000"/>
            <a:chOff x="3936" y="712"/>
            <a:chExt cx="520" cy="160"/>
          </a:xfrm>
        </p:grpSpPr>
        <p:sp>
          <p:nvSpPr>
            <p:cNvPr id="104580" name="Line 36">
              <a:extLst>
                <a:ext uri="{FF2B5EF4-FFF2-40B4-BE49-F238E27FC236}">
                  <a16:creationId xmlns:a16="http://schemas.microsoft.com/office/drawing/2014/main" id="{C9E0581A-49C9-4443-8F0F-985872B396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4" y="864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81" name="Line 37">
              <a:extLst>
                <a:ext uri="{FF2B5EF4-FFF2-40B4-BE49-F238E27FC236}">
                  <a16:creationId xmlns:a16="http://schemas.microsoft.com/office/drawing/2014/main" id="{821D4543-E448-9C40-8C58-C57522E216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728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82" name="Line 38">
              <a:extLst>
                <a:ext uri="{FF2B5EF4-FFF2-40B4-BE49-F238E27FC236}">
                  <a16:creationId xmlns:a16="http://schemas.microsoft.com/office/drawing/2014/main" id="{991F4FE5-3073-114C-9B39-B074E14299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712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83" name="Line 39">
              <a:extLst>
                <a:ext uri="{FF2B5EF4-FFF2-40B4-BE49-F238E27FC236}">
                  <a16:creationId xmlns:a16="http://schemas.microsoft.com/office/drawing/2014/main" id="{4BA2392F-C552-1948-B5C5-1731F9BBB0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2" y="720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4460" name="Group 40">
            <a:extLst>
              <a:ext uri="{FF2B5EF4-FFF2-40B4-BE49-F238E27FC236}">
                <a16:creationId xmlns:a16="http://schemas.microsoft.com/office/drawing/2014/main" id="{62D8D26A-6D65-0942-8900-098226FD2783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1130300"/>
            <a:ext cx="825500" cy="254000"/>
            <a:chOff x="4464" y="712"/>
            <a:chExt cx="520" cy="160"/>
          </a:xfrm>
        </p:grpSpPr>
        <p:sp>
          <p:nvSpPr>
            <p:cNvPr id="104576" name="Line 41">
              <a:extLst>
                <a:ext uri="{FF2B5EF4-FFF2-40B4-BE49-F238E27FC236}">
                  <a16:creationId xmlns:a16="http://schemas.microsoft.com/office/drawing/2014/main" id="{9CD9D023-69F8-EC46-A8B8-BA320328F6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2" y="864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77" name="Line 42">
              <a:extLst>
                <a:ext uri="{FF2B5EF4-FFF2-40B4-BE49-F238E27FC236}">
                  <a16:creationId xmlns:a16="http://schemas.microsoft.com/office/drawing/2014/main" id="{7270075D-6CF4-FD4B-8B9C-0AE3B23523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728"/>
              <a:ext cx="0" cy="1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78" name="Line 43">
              <a:extLst>
                <a:ext uri="{FF2B5EF4-FFF2-40B4-BE49-F238E27FC236}">
                  <a16:creationId xmlns:a16="http://schemas.microsoft.com/office/drawing/2014/main" id="{F78BFDBA-5B4C-0449-8699-D427543536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" y="712"/>
              <a:ext cx="0" cy="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579" name="Line 44">
              <a:extLst>
                <a:ext uri="{FF2B5EF4-FFF2-40B4-BE49-F238E27FC236}">
                  <a16:creationId xmlns:a16="http://schemas.microsoft.com/office/drawing/2014/main" id="{08E6D2B8-37C7-914D-987A-FBB236697C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0" y="720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4461" name="Line 45">
            <a:extLst>
              <a:ext uri="{FF2B5EF4-FFF2-40B4-BE49-F238E27FC236}">
                <a16:creationId xmlns:a16="http://schemas.microsoft.com/office/drawing/2014/main" id="{F2ED3E79-1831-814A-8DD3-B9443B1A1A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900" y="11430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62" name="Line 46">
            <a:extLst>
              <a:ext uri="{FF2B5EF4-FFF2-40B4-BE49-F238E27FC236}">
                <a16:creationId xmlns:a16="http://schemas.microsoft.com/office/drawing/2014/main" id="{C861AD1F-111B-3443-8A6B-8F14BA7FA56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7500" y="13716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63" name="Line 47">
            <a:extLst>
              <a:ext uri="{FF2B5EF4-FFF2-40B4-BE49-F238E27FC236}">
                <a16:creationId xmlns:a16="http://schemas.microsoft.com/office/drawing/2014/main" id="{34B376B5-7A5B-4D4B-BC21-F49A645686B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11557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64" name="Line 48">
            <a:extLst>
              <a:ext uri="{FF2B5EF4-FFF2-40B4-BE49-F238E27FC236}">
                <a16:creationId xmlns:a16="http://schemas.microsoft.com/office/drawing/2014/main" id="{7988EA52-5739-0740-A247-6B96783ED1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7493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65" name="Line 49">
            <a:extLst>
              <a:ext uri="{FF2B5EF4-FFF2-40B4-BE49-F238E27FC236}">
                <a16:creationId xmlns:a16="http://schemas.microsoft.com/office/drawing/2014/main" id="{1E706C8C-4558-A24C-BF1F-0660E26F30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7400" y="7493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66" name="Rectangle 50">
            <a:extLst>
              <a:ext uri="{FF2B5EF4-FFF2-40B4-BE49-F238E27FC236}">
                <a16:creationId xmlns:a16="http://schemas.microsoft.com/office/drawing/2014/main" id="{090D000D-E96B-B14A-BE1F-D12FCFF5A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113" y="7620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1</a:t>
            </a:r>
          </a:p>
        </p:txBody>
      </p:sp>
      <p:sp>
        <p:nvSpPr>
          <p:cNvPr id="104467" name="Rectangle 51">
            <a:extLst>
              <a:ext uri="{FF2B5EF4-FFF2-40B4-BE49-F238E27FC236}">
                <a16:creationId xmlns:a16="http://schemas.microsoft.com/office/drawing/2014/main" id="{94F196B9-D034-6443-8082-D41EB917F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113" y="7620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2</a:t>
            </a:r>
          </a:p>
        </p:txBody>
      </p:sp>
      <p:sp>
        <p:nvSpPr>
          <p:cNvPr id="104468" name="Line 52">
            <a:extLst>
              <a:ext uri="{FF2B5EF4-FFF2-40B4-BE49-F238E27FC236}">
                <a16:creationId xmlns:a16="http://schemas.microsoft.com/office/drawing/2014/main" id="{47B2C6D1-C331-7F43-93C3-74143ED096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7493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69" name="Line 53">
            <a:extLst>
              <a:ext uri="{FF2B5EF4-FFF2-40B4-BE49-F238E27FC236}">
                <a16:creationId xmlns:a16="http://schemas.microsoft.com/office/drawing/2014/main" id="{FC2D3412-E987-7543-94A5-6DF57299AE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7493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70" name="Line 54">
            <a:extLst>
              <a:ext uri="{FF2B5EF4-FFF2-40B4-BE49-F238E27FC236}">
                <a16:creationId xmlns:a16="http://schemas.microsoft.com/office/drawing/2014/main" id="{FF4950AF-13E6-6249-A079-350A324F1C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7493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71" name="Line 55">
            <a:extLst>
              <a:ext uri="{FF2B5EF4-FFF2-40B4-BE49-F238E27FC236}">
                <a16:creationId xmlns:a16="http://schemas.microsoft.com/office/drawing/2014/main" id="{FB5B55D7-8D69-8E4B-B356-C052B84597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0200" y="7493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72" name="Line 56">
            <a:extLst>
              <a:ext uri="{FF2B5EF4-FFF2-40B4-BE49-F238E27FC236}">
                <a16:creationId xmlns:a16="http://schemas.microsoft.com/office/drawing/2014/main" id="{CB07D122-48C3-7F4D-A87F-800AEAC4CF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7493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73" name="Line 57">
            <a:extLst>
              <a:ext uri="{FF2B5EF4-FFF2-40B4-BE49-F238E27FC236}">
                <a16:creationId xmlns:a16="http://schemas.microsoft.com/office/drawing/2014/main" id="{DA2B7354-E303-0048-B1F8-AE833EE820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7493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74" name="Line 58">
            <a:extLst>
              <a:ext uri="{FF2B5EF4-FFF2-40B4-BE49-F238E27FC236}">
                <a16:creationId xmlns:a16="http://schemas.microsoft.com/office/drawing/2014/main" id="{E7AF86B0-3A29-C543-BB11-B6DFEDBABE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7493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75" name="Rectangle 59">
            <a:extLst>
              <a:ext uri="{FF2B5EF4-FFF2-40B4-BE49-F238E27FC236}">
                <a16:creationId xmlns:a16="http://schemas.microsoft.com/office/drawing/2014/main" id="{1EB8153D-ABE1-704A-A836-A06722E12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7513" y="7620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3</a:t>
            </a:r>
          </a:p>
        </p:txBody>
      </p:sp>
      <p:sp>
        <p:nvSpPr>
          <p:cNvPr id="104476" name="Rectangle 60">
            <a:extLst>
              <a:ext uri="{FF2B5EF4-FFF2-40B4-BE49-F238E27FC236}">
                <a16:creationId xmlns:a16="http://schemas.microsoft.com/office/drawing/2014/main" id="{66BD0EB3-B924-CD41-B649-23C448A35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7620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4</a:t>
            </a:r>
          </a:p>
        </p:txBody>
      </p:sp>
      <p:sp>
        <p:nvSpPr>
          <p:cNvPr id="104477" name="Rectangle 61">
            <a:extLst>
              <a:ext uri="{FF2B5EF4-FFF2-40B4-BE49-F238E27FC236}">
                <a16:creationId xmlns:a16="http://schemas.microsoft.com/office/drawing/2014/main" id="{F250D5B2-4320-F144-9DD1-8A1755BB2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713" y="7620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5</a:t>
            </a:r>
          </a:p>
        </p:txBody>
      </p:sp>
      <p:sp>
        <p:nvSpPr>
          <p:cNvPr id="104478" name="Rectangle 62">
            <a:extLst>
              <a:ext uri="{FF2B5EF4-FFF2-40B4-BE49-F238E27FC236}">
                <a16:creationId xmlns:a16="http://schemas.microsoft.com/office/drawing/2014/main" id="{C850328F-A96C-A749-9D93-5FECCC0EB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913" y="7620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6</a:t>
            </a:r>
          </a:p>
        </p:txBody>
      </p:sp>
      <p:sp>
        <p:nvSpPr>
          <p:cNvPr id="104479" name="Rectangle 63">
            <a:extLst>
              <a:ext uri="{FF2B5EF4-FFF2-40B4-BE49-F238E27FC236}">
                <a16:creationId xmlns:a16="http://schemas.microsoft.com/office/drawing/2014/main" id="{27F27A86-A342-3446-8E94-876A4E312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4113" y="7620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7</a:t>
            </a:r>
          </a:p>
        </p:txBody>
      </p:sp>
      <p:sp>
        <p:nvSpPr>
          <p:cNvPr id="104480" name="Rectangle 64">
            <a:extLst>
              <a:ext uri="{FF2B5EF4-FFF2-40B4-BE49-F238E27FC236}">
                <a16:creationId xmlns:a16="http://schemas.microsoft.com/office/drawing/2014/main" id="{A9983B2F-108C-634E-AF7F-28AB74FC0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2313" y="76200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Cycle 8</a:t>
            </a:r>
          </a:p>
        </p:txBody>
      </p:sp>
      <p:grpSp>
        <p:nvGrpSpPr>
          <p:cNvPr id="104481" name="Group 65">
            <a:extLst>
              <a:ext uri="{FF2B5EF4-FFF2-40B4-BE49-F238E27FC236}">
                <a16:creationId xmlns:a16="http://schemas.microsoft.com/office/drawing/2014/main" id="{FD3FCC7C-769E-B440-93C3-3D04515C9817}"/>
              </a:ext>
            </a:extLst>
          </p:cNvPr>
          <p:cNvGrpSpPr>
            <a:grpSpLocks/>
          </p:cNvGrpSpPr>
          <p:nvPr/>
        </p:nvGrpSpPr>
        <p:grpSpPr bwMode="auto">
          <a:xfrm>
            <a:off x="1231900" y="1600200"/>
            <a:ext cx="4165600" cy="333375"/>
            <a:chOff x="776" y="1008"/>
            <a:chExt cx="2624" cy="210"/>
          </a:xfrm>
        </p:grpSpPr>
        <p:grpSp>
          <p:nvGrpSpPr>
            <p:cNvPr id="104561" name="Group 66">
              <a:extLst>
                <a:ext uri="{FF2B5EF4-FFF2-40B4-BE49-F238E27FC236}">
                  <a16:creationId xmlns:a16="http://schemas.microsoft.com/office/drawing/2014/main" id="{449C7279-E945-C04C-8F97-DC06423B83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6" y="1008"/>
              <a:ext cx="512" cy="210"/>
              <a:chOff x="776" y="1008"/>
              <a:chExt cx="512" cy="210"/>
            </a:xfrm>
          </p:grpSpPr>
          <p:sp>
            <p:nvSpPr>
              <p:cNvPr id="104574" name="Rectangle 67">
                <a:extLst>
                  <a:ext uri="{FF2B5EF4-FFF2-40B4-BE49-F238E27FC236}">
                    <a16:creationId xmlns:a16="http://schemas.microsoft.com/office/drawing/2014/main" id="{57699C0F-5447-4B47-9CC8-BCEE343C5C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6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75" name="Rectangle 68">
                <a:extLst>
                  <a:ext uri="{FF2B5EF4-FFF2-40B4-BE49-F238E27FC236}">
                    <a16:creationId xmlns:a16="http://schemas.microsoft.com/office/drawing/2014/main" id="{BA98CFC1-01BF-B046-85E0-D20D462E24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008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104562" name="Group 69">
              <a:extLst>
                <a:ext uri="{FF2B5EF4-FFF2-40B4-BE49-F238E27FC236}">
                  <a16:creationId xmlns:a16="http://schemas.microsoft.com/office/drawing/2014/main" id="{73625604-4725-C043-B446-A64DF330CB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7" y="1008"/>
              <a:ext cx="569" cy="210"/>
              <a:chOff x="1287" y="1008"/>
              <a:chExt cx="569" cy="210"/>
            </a:xfrm>
          </p:grpSpPr>
          <p:sp>
            <p:nvSpPr>
              <p:cNvPr id="104572" name="Rectangle 70">
                <a:extLst>
                  <a:ext uri="{FF2B5EF4-FFF2-40B4-BE49-F238E27FC236}">
                    <a16:creationId xmlns:a16="http://schemas.microsoft.com/office/drawing/2014/main" id="{602A53A1-CB3A-0345-A547-3C1B29EF2A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4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73" name="Rectangle 71">
                <a:extLst>
                  <a:ext uri="{FF2B5EF4-FFF2-40B4-BE49-F238E27FC236}">
                    <a16:creationId xmlns:a16="http://schemas.microsoft.com/office/drawing/2014/main" id="{BE51D421-7329-7842-A2D0-F573875648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1008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104563" name="Group 72">
              <a:extLst>
                <a:ext uri="{FF2B5EF4-FFF2-40B4-BE49-F238E27FC236}">
                  <a16:creationId xmlns:a16="http://schemas.microsoft.com/office/drawing/2014/main" id="{89671E96-6092-B648-B6B9-D0314AA8C9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2" y="1008"/>
              <a:ext cx="512" cy="210"/>
              <a:chOff x="1832" y="1008"/>
              <a:chExt cx="512" cy="210"/>
            </a:xfrm>
          </p:grpSpPr>
          <p:sp>
            <p:nvSpPr>
              <p:cNvPr id="104570" name="Rectangle 73">
                <a:extLst>
                  <a:ext uri="{FF2B5EF4-FFF2-40B4-BE49-F238E27FC236}">
                    <a16:creationId xmlns:a16="http://schemas.microsoft.com/office/drawing/2014/main" id="{F4BBF9E8-60D5-CF4E-AFD6-586384F4F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2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71" name="Rectangle 74">
                <a:extLst>
                  <a:ext uri="{FF2B5EF4-FFF2-40B4-BE49-F238E27FC236}">
                    <a16:creationId xmlns:a16="http://schemas.microsoft.com/office/drawing/2014/main" id="{2807B7CE-EB95-384E-AA30-069BF0E6E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1" y="1008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104564" name="Group 75">
              <a:extLst>
                <a:ext uri="{FF2B5EF4-FFF2-40B4-BE49-F238E27FC236}">
                  <a16:creationId xmlns:a16="http://schemas.microsoft.com/office/drawing/2014/main" id="{FF2BA511-A4C1-C243-BCA9-C86EEF6E8C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0" y="1008"/>
              <a:ext cx="512" cy="210"/>
              <a:chOff x="2360" y="1008"/>
              <a:chExt cx="512" cy="210"/>
            </a:xfrm>
          </p:grpSpPr>
          <p:sp>
            <p:nvSpPr>
              <p:cNvPr id="104568" name="Rectangle 76">
                <a:extLst>
                  <a:ext uri="{FF2B5EF4-FFF2-40B4-BE49-F238E27FC236}">
                    <a16:creationId xmlns:a16="http://schemas.microsoft.com/office/drawing/2014/main" id="{3B834FBB-7E36-E648-891B-B36463DAEE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0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69" name="Rectangle 77">
                <a:extLst>
                  <a:ext uri="{FF2B5EF4-FFF2-40B4-BE49-F238E27FC236}">
                    <a16:creationId xmlns:a16="http://schemas.microsoft.com/office/drawing/2014/main" id="{0B3AC19E-64BE-9441-99FC-9997C93FA9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9" y="1008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104565" name="Group 78">
              <a:extLst>
                <a:ext uri="{FF2B5EF4-FFF2-40B4-BE49-F238E27FC236}">
                  <a16:creationId xmlns:a16="http://schemas.microsoft.com/office/drawing/2014/main" id="{B73BDF68-19F0-0246-927E-850F842C9E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8" y="1008"/>
              <a:ext cx="512" cy="210"/>
              <a:chOff x="2888" y="1008"/>
              <a:chExt cx="512" cy="210"/>
            </a:xfrm>
          </p:grpSpPr>
          <p:sp>
            <p:nvSpPr>
              <p:cNvPr id="104566" name="Rectangle 79">
                <a:extLst>
                  <a:ext uri="{FF2B5EF4-FFF2-40B4-BE49-F238E27FC236}">
                    <a16:creationId xmlns:a16="http://schemas.microsoft.com/office/drawing/2014/main" id="{0D127AF7-9EFD-3047-A2FF-5B48D8E4B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8" y="1016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67" name="Rectangle 80">
                <a:extLst>
                  <a:ext uri="{FF2B5EF4-FFF2-40B4-BE49-F238E27FC236}">
                    <a16:creationId xmlns:a16="http://schemas.microsoft.com/office/drawing/2014/main" id="{C029439B-405B-9142-89C6-B6190AC8B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7" y="1008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104482" name="Rectangle 81">
            <a:extLst>
              <a:ext uri="{FF2B5EF4-FFF2-40B4-BE49-F238E27FC236}">
                <a16:creationId xmlns:a16="http://schemas.microsoft.com/office/drawing/2014/main" id="{D556D824-803C-774C-867A-CA4BDFB9F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600200"/>
            <a:ext cx="9318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I0: Load</a:t>
            </a:r>
          </a:p>
        </p:txBody>
      </p:sp>
      <p:grpSp>
        <p:nvGrpSpPr>
          <p:cNvPr id="104483" name="Group 82">
            <a:extLst>
              <a:ext uri="{FF2B5EF4-FFF2-40B4-BE49-F238E27FC236}">
                <a16:creationId xmlns:a16="http://schemas.microsoft.com/office/drawing/2014/main" id="{485A1CD2-EC70-714E-A490-B3982EB35143}"/>
              </a:ext>
            </a:extLst>
          </p:cNvPr>
          <p:cNvGrpSpPr>
            <a:grpSpLocks/>
          </p:cNvGrpSpPr>
          <p:nvPr/>
        </p:nvGrpSpPr>
        <p:grpSpPr bwMode="auto">
          <a:xfrm>
            <a:off x="2070100" y="2057400"/>
            <a:ext cx="4165600" cy="333375"/>
            <a:chOff x="1304" y="1296"/>
            <a:chExt cx="2624" cy="210"/>
          </a:xfrm>
        </p:grpSpPr>
        <p:grpSp>
          <p:nvGrpSpPr>
            <p:cNvPr id="104546" name="Group 83">
              <a:extLst>
                <a:ext uri="{FF2B5EF4-FFF2-40B4-BE49-F238E27FC236}">
                  <a16:creationId xmlns:a16="http://schemas.microsoft.com/office/drawing/2014/main" id="{92DABA58-4D3D-AD41-86B4-45E8844942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4" y="1296"/>
              <a:ext cx="512" cy="210"/>
              <a:chOff x="1304" y="1296"/>
              <a:chExt cx="512" cy="210"/>
            </a:xfrm>
          </p:grpSpPr>
          <p:sp>
            <p:nvSpPr>
              <p:cNvPr id="104559" name="Rectangle 84">
                <a:extLst>
                  <a:ext uri="{FF2B5EF4-FFF2-40B4-BE49-F238E27FC236}">
                    <a16:creationId xmlns:a16="http://schemas.microsoft.com/office/drawing/2014/main" id="{86F6FF26-9D5A-2549-B9DA-799A414299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4" y="130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60" name="Rectangle 85">
                <a:extLst>
                  <a:ext uri="{FF2B5EF4-FFF2-40B4-BE49-F238E27FC236}">
                    <a16:creationId xmlns:a16="http://schemas.microsoft.com/office/drawing/2014/main" id="{ADD1C9B2-D528-BA42-BB58-53D968DA17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5" y="1296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104547" name="Group 86">
              <a:extLst>
                <a:ext uri="{FF2B5EF4-FFF2-40B4-BE49-F238E27FC236}">
                  <a16:creationId xmlns:a16="http://schemas.microsoft.com/office/drawing/2014/main" id="{4EC9C07A-7BED-ED4C-B095-A828A5ABF6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5" y="1296"/>
              <a:ext cx="569" cy="210"/>
              <a:chOff x="1815" y="1296"/>
              <a:chExt cx="569" cy="210"/>
            </a:xfrm>
          </p:grpSpPr>
          <p:sp>
            <p:nvSpPr>
              <p:cNvPr id="104557" name="Rectangle 87">
                <a:extLst>
                  <a:ext uri="{FF2B5EF4-FFF2-40B4-BE49-F238E27FC236}">
                    <a16:creationId xmlns:a16="http://schemas.microsoft.com/office/drawing/2014/main" id="{0DCE40A7-DBC5-A24D-A5D5-97578686E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2" y="130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58" name="Rectangle 88">
                <a:extLst>
                  <a:ext uri="{FF2B5EF4-FFF2-40B4-BE49-F238E27FC236}">
                    <a16:creationId xmlns:a16="http://schemas.microsoft.com/office/drawing/2014/main" id="{1D2F70D6-7D22-0C4E-AB2D-C612A4CE15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5" y="1296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104548" name="Group 89">
              <a:extLst>
                <a:ext uri="{FF2B5EF4-FFF2-40B4-BE49-F238E27FC236}">
                  <a16:creationId xmlns:a16="http://schemas.microsoft.com/office/drawing/2014/main" id="{CCE2BFF1-0644-9444-A89A-86FE2C193B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0" y="1296"/>
              <a:ext cx="512" cy="210"/>
              <a:chOff x="2360" y="1296"/>
              <a:chExt cx="512" cy="210"/>
            </a:xfrm>
          </p:grpSpPr>
          <p:sp>
            <p:nvSpPr>
              <p:cNvPr id="104555" name="Rectangle 90">
                <a:extLst>
                  <a:ext uri="{FF2B5EF4-FFF2-40B4-BE49-F238E27FC236}">
                    <a16:creationId xmlns:a16="http://schemas.microsoft.com/office/drawing/2014/main" id="{2695591B-A5FF-B642-93ED-38986C8FD9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0" y="130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56" name="Rectangle 91">
                <a:extLst>
                  <a:ext uri="{FF2B5EF4-FFF2-40B4-BE49-F238E27FC236}">
                    <a16:creationId xmlns:a16="http://schemas.microsoft.com/office/drawing/2014/main" id="{8A3AC4C3-4ED9-3348-B6A9-E9F62953EB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9" y="1296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104549" name="Group 92">
              <a:extLst>
                <a:ext uri="{FF2B5EF4-FFF2-40B4-BE49-F238E27FC236}">
                  <a16:creationId xmlns:a16="http://schemas.microsoft.com/office/drawing/2014/main" id="{DDCEABA8-59AF-234E-9ADA-8FDE203563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8" y="1296"/>
              <a:ext cx="512" cy="210"/>
              <a:chOff x="2888" y="1296"/>
              <a:chExt cx="512" cy="210"/>
            </a:xfrm>
          </p:grpSpPr>
          <p:sp>
            <p:nvSpPr>
              <p:cNvPr id="104553" name="Rectangle 93">
                <a:extLst>
                  <a:ext uri="{FF2B5EF4-FFF2-40B4-BE49-F238E27FC236}">
                    <a16:creationId xmlns:a16="http://schemas.microsoft.com/office/drawing/2014/main" id="{EE5C75FE-0B7F-EC41-A83B-F9B41C24C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8" y="130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54" name="Rectangle 94">
                <a:extLst>
                  <a:ext uri="{FF2B5EF4-FFF2-40B4-BE49-F238E27FC236}">
                    <a16:creationId xmlns:a16="http://schemas.microsoft.com/office/drawing/2014/main" id="{459E1E23-4404-6848-918F-7ADA05E135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7" y="1296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104550" name="Group 95">
              <a:extLst>
                <a:ext uri="{FF2B5EF4-FFF2-40B4-BE49-F238E27FC236}">
                  <a16:creationId xmlns:a16="http://schemas.microsoft.com/office/drawing/2014/main" id="{78260541-2451-6242-8A80-19E1ED4E69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6" y="1296"/>
              <a:ext cx="512" cy="210"/>
              <a:chOff x="3416" y="1296"/>
              <a:chExt cx="512" cy="210"/>
            </a:xfrm>
          </p:grpSpPr>
          <p:sp>
            <p:nvSpPr>
              <p:cNvPr id="104551" name="Rectangle 96">
                <a:extLst>
                  <a:ext uri="{FF2B5EF4-FFF2-40B4-BE49-F238E27FC236}">
                    <a16:creationId xmlns:a16="http://schemas.microsoft.com/office/drawing/2014/main" id="{6A370FFC-D8AF-9B48-958F-5F20BF320B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6" y="1304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52" name="Rectangle 97">
                <a:extLst>
                  <a:ext uri="{FF2B5EF4-FFF2-40B4-BE49-F238E27FC236}">
                    <a16:creationId xmlns:a16="http://schemas.microsoft.com/office/drawing/2014/main" id="{48B2D0CC-D0DE-F84C-8CB1-8278EECA5A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5" y="1296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104484" name="Rectangle 98">
            <a:extLst>
              <a:ext uri="{FF2B5EF4-FFF2-40B4-BE49-F238E27FC236}">
                <a16:creationId xmlns:a16="http://schemas.microsoft.com/office/drawing/2014/main" id="{7F1B938D-ABAF-3546-8957-FB22AD038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2057400"/>
            <a:ext cx="7064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Plus 1</a:t>
            </a:r>
          </a:p>
        </p:txBody>
      </p:sp>
      <p:grpSp>
        <p:nvGrpSpPr>
          <p:cNvPr id="104485" name="Group 99">
            <a:extLst>
              <a:ext uri="{FF2B5EF4-FFF2-40B4-BE49-F238E27FC236}">
                <a16:creationId xmlns:a16="http://schemas.microsoft.com/office/drawing/2014/main" id="{C6850454-BE24-5247-AFF7-2D07F01FE875}"/>
              </a:ext>
            </a:extLst>
          </p:cNvPr>
          <p:cNvGrpSpPr>
            <a:grpSpLocks/>
          </p:cNvGrpSpPr>
          <p:nvPr/>
        </p:nvGrpSpPr>
        <p:grpSpPr bwMode="auto">
          <a:xfrm>
            <a:off x="2908300" y="2514600"/>
            <a:ext cx="4165600" cy="333375"/>
            <a:chOff x="1832" y="1584"/>
            <a:chExt cx="2624" cy="210"/>
          </a:xfrm>
        </p:grpSpPr>
        <p:grpSp>
          <p:nvGrpSpPr>
            <p:cNvPr id="104531" name="Group 100">
              <a:extLst>
                <a:ext uri="{FF2B5EF4-FFF2-40B4-BE49-F238E27FC236}">
                  <a16:creationId xmlns:a16="http://schemas.microsoft.com/office/drawing/2014/main" id="{AF784680-9B7E-FE4E-939A-67EF2F4E1A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2" y="1584"/>
              <a:ext cx="512" cy="210"/>
              <a:chOff x="1832" y="1584"/>
              <a:chExt cx="512" cy="210"/>
            </a:xfrm>
          </p:grpSpPr>
          <p:sp>
            <p:nvSpPr>
              <p:cNvPr id="104544" name="Rectangle 101">
                <a:extLst>
                  <a:ext uri="{FF2B5EF4-FFF2-40B4-BE49-F238E27FC236}">
                    <a16:creationId xmlns:a16="http://schemas.microsoft.com/office/drawing/2014/main" id="{BFB98628-C64B-0145-91DA-2EA14A046A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2" y="159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45" name="Rectangle 102">
                <a:extLst>
                  <a:ext uri="{FF2B5EF4-FFF2-40B4-BE49-F238E27FC236}">
                    <a16:creationId xmlns:a16="http://schemas.microsoft.com/office/drawing/2014/main" id="{0DE65FDA-0391-154C-B3C5-50544BA8C6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3" y="1584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104532" name="Group 103">
              <a:extLst>
                <a:ext uri="{FF2B5EF4-FFF2-40B4-BE49-F238E27FC236}">
                  <a16:creationId xmlns:a16="http://schemas.microsoft.com/office/drawing/2014/main" id="{1734A96C-2C74-5B4E-B530-A409B984C5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43" y="1584"/>
              <a:ext cx="569" cy="210"/>
              <a:chOff x="2343" y="1584"/>
              <a:chExt cx="569" cy="210"/>
            </a:xfrm>
          </p:grpSpPr>
          <p:sp>
            <p:nvSpPr>
              <p:cNvPr id="104542" name="Rectangle 104">
                <a:extLst>
                  <a:ext uri="{FF2B5EF4-FFF2-40B4-BE49-F238E27FC236}">
                    <a16:creationId xmlns:a16="http://schemas.microsoft.com/office/drawing/2014/main" id="{5E4837B0-0ADE-E847-8E51-2259FBF42E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0" y="159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43" name="Rectangle 105">
                <a:extLst>
                  <a:ext uri="{FF2B5EF4-FFF2-40B4-BE49-F238E27FC236}">
                    <a16:creationId xmlns:a16="http://schemas.microsoft.com/office/drawing/2014/main" id="{C47EF963-05DF-1549-A2D1-BB3ACC6833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43" y="1584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104533" name="Group 106">
              <a:extLst>
                <a:ext uri="{FF2B5EF4-FFF2-40B4-BE49-F238E27FC236}">
                  <a16:creationId xmlns:a16="http://schemas.microsoft.com/office/drawing/2014/main" id="{F0A17F6B-6031-0C40-949A-DA65CFD6E3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8" y="1584"/>
              <a:ext cx="512" cy="210"/>
              <a:chOff x="2888" y="1584"/>
              <a:chExt cx="512" cy="210"/>
            </a:xfrm>
          </p:grpSpPr>
          <p:sp>
            <p:nvSpPr>
              <p:cNvPr id="104540" name="Rectangle 107">
                <a:extLst>
                  <a:ext uri="{FF2B5EF4-FFF2-40B4-BE49-F238E27FC236}">
                    <a16:creationId xmlns:a16="http://schemas.microsoft.com/office/drawing/2014/main" id="{01DF757D-842F-7C48-9C7D-D90DB70818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8" y="159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41" name="Rectangle 108">
                <a:extLst>
                  <a:ext uri="{FF2B5EF4-FFF2-40B4-BE49-F238E27FC236}">
                    <a16:creationId xmlns:a16="http://schemas.microsoft.com/office/drawing/2014/main" id="{0CBBB7A6-5F0F-E643-90C9-0265AF6D8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7" y="1584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104534" name="Group 109">
              <a:extLst>
                <a:ext uri="{FF2B5EF4-FFF2-40B4-BE49-F238E27FC236}">
                  <a16:creationId xmlns:a16="http://schemas.microsoft.com/office/drawing/2014/main" id="{C4CCBC7E-D089-2643-A0FB-1DE396AF03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6" y="1584"/>
              <a:ext cx="512" cy="210"/>
              <a:chOff x="3416" y="1584"/>
              <a:chExt cx="512" cy="210"/>
            </a:xfrm>
          </p:grpSpPr>
          <p:sp>
            <p:nvSpPr>
              <p:cNvPr id="104538" name="Rectangle 110">
                <a:extLst>
                  <a:ext uri="{FF2B5EF4-FFF2-40B4-BE49-F238E27FC236}">
                    <a16:creationId xmlns:a16="http://schemas.microsoft.com/office/drawing/2014/main" id="{A5FE3C35-5573-CC4A-B361-990805C2F3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6" y="159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39" name="Rectangle 111">
                <a:extLst>
                  <a:ext uri="{FF2B5EF4-FFF2-40B4-BE49-F238E27FC236}">
                    <a16:creationId xmlns:a16="http://schemas.microsoft.com/office/drawing/2014/main" id="{6F8F1987-B6BE-594E-8D1C-DADC50D74A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5" y="1584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104535" name="Group 112">
              <a:extLst>
                <a:ext uri="{FF2B5EF4-FFF2-40B4-BE49-F238E27FC236}">
                  <a16:creationId xmlns:a16="http://schemas.microsoft.com/office/drawing/2014/main" id="{9FD6DF5C-4093-9647-AFAB-2FD51B00F1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4" y="1584"/>
              <a:ext cx="512" cy="210"/>
              <a:chOff x="3944" y="1584"/>
              <a:chExt cx="512" cy="210"/>
            </a:xfrm>
          </p:grpSpPr>
          <p:sp>
            <p:nvSpPr>
              <p:cNvPr id="104536" name="Rectangle 113">
                <a:extLst>
                  <a:ext uri="{FF2B5EF4-FFF2-40B4-BE49-F238E27FC236}">
                    <a16:creationId xmlns:a16="http://schemas.microsoft.com/office/drawing/2014/main" id="{7AB5CB76-59BF-E04B-8CC0-9AA5D1EC2F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4" y="1592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37" name="Rectangle 114">
                <a:extLst>
                  <a:ext uri="{FF2B5EF4-FFF2-40B4-BE49-F238E27FC236}">
                    <a16:creationId xmlns:a16="http://schemas.microsoft.com/office/drawing/2014/main" id="{E63D6143-1863-5546-933F-7D85140177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3" y="1584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104486" name="Rectangle 115">
            <a:extLst>
              <a:ext uri="{FF2B5EF4-FFF2-40B4-BE49-F238E27FC236}">
                <a16:creationId xmlns:a16="http://schemas.microsoft.com/office/drawing/2014/main" id="{197B3157-3ECE-2940-A497-72FC3C5DF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2514600"/>
            <a:ext cx="7064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Plus 2</a:t>
            </a:r>
          </a:p>
        </p:txBody>
      </p:sp>
      <p:grpSp>
        <p:nvGrpSpPr>
          <p:cNvPr id="104487" name="Group 116">
            <a:extLst>
              <a:ext uri="{FF2B5EF4-FFF2-40B4-BE49-F238E27FC236}">
                <a16:creationId xmlns:a16="http://schemas.microsoft.com/office/drawing/2014/main" id="{906D8614-B624-0F48-B266-4F2074F10F89}"/>
              </a:ext>
            </a:extLst>
          </p:cNvPr>
          <p:cNvGrpSpPr>
            <a:grpSpLocks/>
          </p:cNvGrpSpPr>
          <p:nvPr/>
        </p:nvGrpSpPr>
        <p:grpSpPr bwMode="auto">
          <a:xfrm>
            <a:off x="3746500" y="2971800"/>
            <a:ext cx="4165600" cy="333375"/>
            <a:chOff x="2360" y="1872"/>
            <a:chExt cx="2624" cy="210"/>
          </a:xfrm>
        </p:grpSpPr>
        <p:grpSp>
          <p:nvGrpSpPr>
            <p:cNvPr id="104516" name="Group 117">
              <a:extLst>
                <a:ext uri="{FF2B5EF4-FFF2-40B4-BE49-F238E27FC236}">
                  <a16:creationId xmlns:a16="http://schemas.microsoft.com/office/drawing/2014/main" id="{844761E9-6C5A-4F4A-A5BB-70E2396130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0" y="1872"/>
              <a:ext cx="512" cy="210"/>
              <a:chOff x="2360" y="1872"/>
              <a:chExt cx="512" cy="210"/>
            </a:xfrm>
          </p:grpSpPr>
          <p:sp>
            <p:nvSpPr>
              <p:cNvPr id="104529" name="Rectangle 118">
                <a:extLst>
                  <a:ext uri="{FF2B5EF4-FFF2-40B4-BE49-F238E27FC236}">
                    <a16:creationId xmlns:a16="http://schemas.microsoft.com/office/drawing/2014/main" id="{5042CA9E-BFB4-3747-825C-318AC77880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0" y="188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30" name="Rectangle 119">
                <a:extLst>
                  <a:ext uri="{FF2B5EF4-FFF2-40B4-BE49-F238E27FC236}">
                    <a16:creationId xmlns:a16="http://schemas.microsoft.com/office/drawing/2014/main" id="{62070396-A640-6342-ACBE-95D3BF610B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1" y="1872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104517" name="Group 120">
              <a:extLst>
                <a:ext uri="{FF2B5EF4-FFF2-40B4-BE49-F238E27FC236}">
                  <a16:creationId xmlns:a16="http://schemas.microsoft.com/office/drawing/2014/main" id="{92C30615-B8F5-D14B-88C9-DF6F18086A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1" y="1872"/>
              <a:ext cx="569" cy="210"/>
              <a:chOff x="2871" y="1872"/>
              <a:chExt cx="569" cy="210"/>
            </a:xfrm>
          </p:grpSpPr>
          <p:sp>
            <p:nvSpPr>
              <p:cNvPr id="104527" name="Rectangle 121">
                <a:extLst>
                  <a:ext uri="{FF2B5EF4-FFF2-40B4-BE49-F238E27FC236}">
                    <a16:creationId xmlns:a16="http://schemas.microsoft.com/office/drawing/2014/main" id="{191ADFD9-81B1-F74D-9018-BBAECD4F44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8" y="188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28" name="Rectangle 122">
                <a:extLst>
                  <a:ext uri="{FF2B5EF4-FFF2-40B4-BE49-F238E27FC236}">
                    <a16:creationId xmlns:a16="http://schemas.microsoft.com/office/drawing/2014/main" id="{6CD936B8-48DD-A04B-9962-8080B07A4E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1" y="1872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104518" name="Group 123">
              <a:extLst>
                <a:ext uri="{FF2B5EF4-FFF2-40B4-BE49-F238E27FC236}">
                  <a16:creationId xmlns:a16="http://schemas.microsoft.com/office/drawing/2014/main" id="{D1724E53-1ABB-5346-9332-7836FC6FC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6" y="1872"/>
              <a:ext cx="512" cy="210"/>
              <a:chOff x="3416" y="1872"/>
              <a:chExt cx="512" cy="210"/>
            </a:xfrm>
          </p:grpSpPr>
          <p:sp>
            <p:nvSpPr>
              <p:cNvPr id="104525" name="Rectangle 124">
                <a:extLst>
                  <a:ext uri="{FF2B5EF4-FFF2-40B4-BE49-F238E27FC236}">
                    <a16:creationId xmlns:a16="http://schemas.microsoft.com/office/drawing/2014/main" id="{8CB7F10F-A2B1-1348-8EC5-9002893B83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6" y="188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26" name="Rectangle 125">
                <a:extLst>
                  <a:ext uri="{FF2B5EF4-FFF2-40B4-BE49-F238E27FC236}">
                    <a16:creationId xmlns:a16="http://schemas.microsoft.com/office/drawing/2014/main" id="{E804C18B-EACC-EE49-8467-EF7E257E10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5" y="1872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104519" name="Group 126">
              <a:extLst>
                <a:ext uri="{FF2B5EF4-FFF2-40B4-BE49-F238E27FC236}">
                  <a16:creationId xmlns:a16="http://schemas.microsoft.com/office/drawing/2014/main" id="{F12E3021-27A6-5344-A109-0121909971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4" y="1872"/>
              <a:ext cx="512" cy="210"/>
              <a:chOff x="3944" y="1872"/>
              <a:chExt cx="512" cy="210"/>
            </a:xfrm>
          </p:grpSpPr>
          <p:sp>
            <p:nvSpPr>
              <p:cNvPr id="104523" name="Rectangle 127">
                <a:extLst>
                  <a:ext uri="{FF2B5EF4-FFF2-40B4-BE49-F238E27FC236}">
                    <a16:creationId xmlns:a16="http://schemas.microsoft.com/office/drawing/2014/main" id="{C51B8F6C-65B8-034E-A50E-43B7B9DF7E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4" y="188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24" name="Rectangle 128">
                <a:extLst>
                  <a:ext uri="{FF2B5EF4-FFF2-40B4-BE49-F238E27FC236}">
                    <a16:creationId xmlns:a16="http://schemas.microsoft.com/office/drawing/2014/main" id="{D5A9A791-92E8-E545-93EA-A534F664C3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3" y="1872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104520" name="Group 129">
              <a:extLst>
                <a:ext uri="{FF2B5EF4-FFF2-40B4-BE49-F238E27FC236}">
                  <a16:creationId xmlns:a16="http://schemas.microsoft.com/office/drawing/2014/main" id="{D15B95C4-717B-6243-87BB-36B4BBCD2D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2" y="1872"/>
              <a:ext cx="512" cy="210"/>
              <a:chOff x="4472" y="1872"/>
              <a:chExt cx="512" cy="210"/>
            </a:xfrm>
          </p:grpSpPr>
          <p:sp>
            <p:nvSpPr>
              <p:cNvPr id="104521" name="Rectangle 130">
                <a:extLst>
                  <a:ext uri="{FF2B5EF4-FFF2-40B4-BE49-F238E27FC236}">
                    <a16:creationId xmlns:a16="http://schemas.microsoft.com/office/drawing/2014/main" id="{75BCC4E5-2C45-714F-8ABA-0DACA9D53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2" y="1880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22" name="Rectangle 131">
                <a:extLst>
                  <a:ext uri="{FF2B5EF4-FFF2-40B4-BE49-F238E27FC236}">
                    <a16:creationId xmlns:a16="http://schemas.microsoft.com/office/drawing/2014/main" id="{D11C67E3-D360-1543-94C7-F20B13AC3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1" y="1872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104488" name="Rectangle 132">
            <a:extLst>
              <a:ext uri="{FF2B5EF4-FFF2-40B4-BE49-F238E27FC236}">
                <a16:creationId xmlns:a16="http://schemas.microsoft.com/office/drawing/2014/main" id="{C8C425FB-0623-9545-A285-AFC7D04A4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713" y="2971800"/>
            <a:ext cx="7064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Plus 3</a:t>
            </a:r>
          </a:p>
        </p:txBody>
      </p:sp>
      <p:sp>
        <p:nvSpPr>
          <p:cNvPr id="104489" name="Line 133">
            <a:extLst>
              <a:ext uri="{FF2B5EF4-FFF2-40B4-BE49-F238E27FC236}">
                <a16:creationId xmlns:a16="http://schemas.microsoft.com/office/drawing/2014/main" id="{3F087421-D8AA-EA4B-8300-391C2FDE55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1435100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90" name="Line 134">
            <a:extLst>
              <a:ext uri="{FF2B5EF4-FFF2-40B4-BE49-F238E27FC236}">
                <a16:creationId xmlns:a16="http://schemas.microsoft.com/office/drawing/2014/main" id="{197C8ED2-BCC8-9545-828D-735B56707F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1435100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91" name="Line 135">
            <a:extLst>
              <a:ext uri="{FF2B5EF4-FFF2-40B4-BE49-F238E27FC236}">
                <a16:creationId xmlns:a16="http://schemas.microsoft.com/office/drawing/2014/main" id="{AC329164-6D0F-754B-A7D3-5E719FDD26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1435100"/>
            <a:ext cx="0" cy="1473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92" name="Oval 136">
            <a:extLst>
              <a:ext uri="{FF2B5EF4-FFF2-40B4-BE49-F238E27FC236}">
                <a16:creationId xmlns:a16="http://schemas.microsoft.com/office/drawing/2014/main" id="{4542260D-FC3E-2A4E-8896-E0C85589F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0" y="1073150"/>
            <a:ext cx="139700" cy="28067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104493" name="Group 137">
            <a:extLst>
              <a:ext uri="{FF2B5EF4-FFF2-40B4-BE49-F238E27FC236}">
                <a16:creationId xmlns:a16="http://schemas.microsoft.com/office/drawing/2014/main" id="{D52F0D34-6849-FB4E-B188-9E82950FDB86}"/>
              </a:ext>
            </a:extLst>
          </p:cNvPr>
          <p:cNvGrpSpPr>
            <a:grpSpLocks/>
          </p:cNvGrpSpPr>
          <p:nvPr/>
        </p:nvGrpSpPr>
        <p:grpSpPr bwMode="auto">
          <a:xfrm>
            <a:off x="4584700" y="3429000"/>
            <a:ext cx="4165600" cy="333375"/>
            <a:chOff x="2888" y="2160"/>
            <a:chExt cx="2624" cy="210"/>
          </a:xfrm>
        </p:grpSpPr>
        <p:grpSp>
          <p:nvGrpSpPr>
            <p:cNvPr id="104501" name="Group 138">
              <a:extLst>
                <a:ext uri="{FF2B5EF4-FFF2-40B4-BE49-F238E27FC236}">
                  <a16:creationId xmlns:a16="http://schemas.microsoft.com/office/drawing/2014/main" id="{AD09876A-4AE4-BE44-B28F-12B8DBEA16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8" y="2160"/>
              <a:ext cx="512" cy="210"/>
              <a:chOff x="2888" y="2160"/>
              <a:chExt cx="512" cy="210"/>
            </a:xfrm>
          </p:grpSpPr>
          <p:sp>
            <p:nvSpPr>
              <p:cNvPr id="104514" name="Rectangle 139">
                <a:extLst>
                  <a:ext uri="{FF2B5EF4-FFF2-40B4-BE49-F238E27FC236}">
                    <a16:creationId xmlns:a16="http://schemas.microsoft.com/office/drawing/2014/main" id="{0BCB6145-A98F-7243-B22D-ABCF570B63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8" y="216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15" name="Rectangle 140">
                <a:extLst>
                  <a:ext uri="{FF2B5EF4-FFF2-40B4-BE49-F238E27FC236}">
                    <a16:creationId xmlns:a16="http://schemas.microsoft.com/office/drawing/2014/main" id="{9866C643-C2D8-B740-A8E0-6C2853A046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9" y="2160"/>
                <a:ext cx="435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Ifetch</a:t>
                </a:r>
              </a:p>
            </p:txBody>
          </p:sp>
        </p:grpSp>
        <p:grpSp>
          <p:nvGrpSpPr>
            <p:cNvPr id="104502" name="Group 141">
              <a:extLst>
                <a:ext uri="{FF2B5EF4-FFF2-40B4-BE49-F238E27FC236}">
                  <a16:creationId xmlns:a16="http://schemas.microsoft.com/office/drawing/2014/main" id="{63E22A32-15C4-454B-AEAB-7A8FE776BC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99" y="2160"/>
              <a:ext cx="569" cy="210"/>
              <a:chOff x="3399" y="2160"/>
              <a:chExt cx="569" cy="210"/>
            </a:xfrm>
          </p:grpSpPr>
          <p:sp>
            <p:nvSpPr>
              <p:cNvPr id="104512" name="Rectangle 142">
                <a:extLst>
                  <a:ext uri="{FF2B5EF4-FFF2-40B4-BE49-F238E27FC236}">
                    <a16:creationId xmlns:a16="http://schemas.microsoft.com/office/drawing/2014/main" id="{D75097A7-41CB-DF40-AFC9-EFE0EB5824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6" y="216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13" name="Rectangle 143">
                <a:extLst>
                  <a:ext uri="{FF2B5EF4-FFF2-40B4-BE49-F238E27FC236}">
                    <a16:creationId xmlns:a16="http://schemas.microsoft.com/office/drawing/2014/main" id="{D6470CB0-C807-DD48-8DE8-B43631A4EE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9" y="2160"/>
                <a:ext cx="56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Reg/Dec</a:t>
                </a:r>
              </a:p>
            </p:txBody>
          </p:sp>
        </p:grpSp>
        <p:grpSp>
          <p:nvGrpSpPr>
            <p:cNvPr id="104503" name="Group 144">
              <a:extLst>
                <a:ext uri="{FF2B5EF4-FFF2-40B4-BE49-F238E27FC236}">
                  <a16:creationId xmlns:a16="http://schemas.microsoft.com/office/drawing/2014/main" id="{2CE1BB00-99BF-5244-9C7E-CB0AF668FB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4" y="2160"/>
              <a:ext cx="512" cy="210"/>
              <a:chOff x="3944" y="2160"/>
              <a:chExt cx="512" cy="210"/>
            </a:xfrm>
          </p:grpSpPr>
          <p:sp>
            <p:nvSpPr>
              <p:cNvPr id="104510" name="Rectangle 145">
                <a:extLst>
                  <a:ext uri="{FF2B5EF4-FFF2-40B4-BE49-F238E27FC236}">
                    <a16:creationId xmlns:a16="http://schemas.microsoft.com/office/drawing/2014/main" id="{5D8AE6A3-03DA-BF40-93D9-C001CAE5AB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4" y="216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11" name="Rectangle 146">
                <a:extLst>
                  <a:ext uri="{FF2B5EF4-FFF2-40B4-BE49-F238E27FC236}">
                    <a16:creationId xmlns:a16="http://schemas.microsoft.com/office/drawing/2014/main" id="{96D751E5-D618-524D-BC5E-6A6221CE6A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3" y="2160"/>
                <a:ext cx="37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Exec</a:t>
                </a:r>
              </a:p>
            </p:txBody>
          </p:sp>
        </p:grpSp>
        <p:grpSp>
          <p:nvGrpSpPr>
            <p:cNvPr id="104504" name="Group 147">
              <a:extLst>
                <a:ext uri="{FF2B5EF4-FFF2-40B4-BE49-F238E27FC236}">
                  <a16:creationId xmlns:a16="http://schemas.microsoft.com/office/drawing/2014/main" id="{70B2245B-5F6B-B34A-8E2D-8D9DDF7820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2" y="2160"/>
              <a:ext cx="512" cy="210"/>
              <a:chOff x="4472" y="2160"/>
              <a:chExt cx="512" cy="210"/>
            </a:xfrm>
          </p:grpSpPr>
          <p:sp>
            <p:nvSpPr>
              <p:cNvPr id="104508" name="Rectangle 148">
                <a:extLst>
                  <a:ext uri="{FF2B5EF4-FFF2-40B4-BE49-F238E27FC236}">
                    <a16:creationId xmlns:a16="http://schemas.microsoft.com/office/drawing/2014/main" id="{EE4E0715-A8C4-3D4E-B280-BB112B73B8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2" y="216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09" name="Rectangle 149">
                <a:extLst>
                  <a:ext uri="{FF2B5EF4-FFF2-40B4-BE49-F238E27FC236}">
                    <a16:creationId xmlns:a16="http://schemas.microsoft.com/office/drawing/2014/main" id="{79A63605-B982-AB4F-97C0-FF1A6A7141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1" y="2160"/>
                <a:ext cx="3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Mem</a:t>
                </a:r>
              </a:p>
            </p:txBody>
          </p:sp>
        </p:grpSp>
        <p:grpSp>
          <p:nvGrpSpPr>
            <p:cNvPr id="104505" name="Group 150">
              <a:extLst>
                <a:ext uri="{FF2B5EF4-FFF2-40B4-BE49-F238E27FC236}">
                  <a16:creationId xmlns:a16="http://schemas.microsoft.com/office/drawing/2014/main" id="{9426E0F9-DD3D-6E40-9388-F396CD68E0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00" y="2160"/>
              <a:ext cx="512" cy="210"/>
              <a:chOff x="5000" y="2160"/>
              <a:chExt cx="512" cy="210"/>
            </a:xfrm>
          </p:grpSpPr>
          <p:sp>
            <p:nvSpPr>
              <p:cNvPr id="104506" name="Rectangle 151">
                <a:extLst>
                  <a:ext uri="{FF2B5EF4-FFF2-40B4-BE49-F238E27FC236}">
                    <a16:creationId xmlns:a16="http://schemas.microsoft.com/office/drawing/2014/main" id="{056043B5-FA1B-FD4E-A302-09C95124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00" y="2168"/>
                <a:ext cx="512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4507" name="Rectangle 152">
                <a:extLst>
                  <a:ext uri="{FF2B5EF4-FFF2-40B4-BE49-F238E27FC236}">
                    <a16:creationId xmlns:a16="http://schemas.microsoft.com/office/drawing/2014/main" id="{FC8A5498-96C4-714B-BFBB-9B92C5B61D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79" y="2160"/>
                <a:ext cx="299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>
                    <a:ea typeface="宋体" panose="02010600030101010101" pitchFamily="2" charset="-122"/>
                  </a:rPr>
                  <a:t>Wr</a:t>
                </a:r>
              </a:p>
            </p:txBody>
          </p:sp>
        </p:grpSp>
      </p:grpSp>
      <p:sp>
        <p:nvSpPr>
          <p:cNvPr id="104494" name="Rectangle 153">
            <a:extLst>
              <a:ext uri="{FF2B5EF4-FFF2-40B4-BE49-F238E27FC236}">
                <a16:creationId xmlns:a16="http://schemas.microsoft.com/office/drawing/2014/main" id="{3E7A1D60-FB3F-2F4E-ABA8-0C2041F94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3429000"/>
            <a:ext cx="7064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Plus 4</a:t>
            </a:r>
          </a:p>
        </p:txBody>
      </p:sp>
      <p:sp>
        <p:nvSpPr>
          <p:cNvPr id="130202" name="Line 154">
            <a:extLst>
              <a:ext uri="{FF2B5EF4-FFF2-40B4-BE49-F238E27FC236}">
                <a16:creationId xmlns:a16="http://schemas.microsoft.com/office/drawing/2014/main" id="{F5364984-2621-9F43-996B-98766E0068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0" y="1841500"/>
            <a:ext cx="279400" cy="16510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203" name="Line 155">
            <a:extLst>
              <a:ext uri="{FF2B5EF4-FFF2-40B4-BE49-F238E27FC236}">
                <a16:creationId xmlns:a16="http://schemas.microsoft.com/office/drawing/2014/main" id="{D860B14E-5E0B-5A40-8767-B3AA065485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9300" y="1841500"/>
            <a:ext cx="152400" cy="81280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204" name="Text Box 156">
            <a:extLst>
              <a:ext uri="{FF2B5EF4-FFF2-40B4-BE49-F238E27FC236}">
                <a16:creationId xmlns:a16="http://schemas.microsoft.com/office/drawing/2014/main" id="{8D86F237-1F3E-9941-B5ED-58E6D622E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" y="4691063"/>
            <a:ext cx="8910638" cy="113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30000"/>
              </a:spcBef>
            </a:pP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实际上，在第四周期结束时，数据在流水段寄存器中已经有值。</a:t>
            </a:r>
          </a:p>
          <a:p>
            <a:pPr>
              <a:spcBef>
                <a:spcPct val="30000"/>
              </a:spcBef>
            </a:pPr>
            <a:r>
              <a:rPr lang="zh-CN" altLang="en-US" sz="19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采用数据转发技术可以使</a:t>
            </a:r>
            <a:r>
              <a:rPr lang="en-US" altLang="zh-CN" sz="19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load</a:t>
            </a:r>
            <a:r>
              <a:rPr lang="zh-CN" altLang="en-US" sz="19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指令后面第二条指令得到所需的值</a:t>
            </a:r>
          </a:p>
          <a:p>
            <a:pPr>
              <a:spcBef>
                <a:spcPct val="30000"/>
              </a:spcBef>
            </a:pPr>
            <a:r>
              <a:rPr lang="zh-CN" altLang="en-US" sz="19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但不能解决</a:t>
            </a:r>
            <a:r>
              <a:rPr lang="en-US" altLang="zh-CN" sz="19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load</a:t>
            </a:r>
            <a:r>
              <a:rPr lang="zh-CN" altLang="en-US" sz="19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指令和随后第一条指令间的数据冒险，要延迟执行一条指令！</a:t>
            </a:r>
            <a:endParaRPr lang="zh-CN" altLang="en-US" sz="1900">
              <a:solidFill>
                <a:srgbClr val="CC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0207" name="Line 159">
            <a:extLst>
              <a:ext uri="{FF2B5EF4-FFF2-40B4-BE49-F238E27FC236}">
                <a16:creationId xmlns:a16="http://schemas.microsoft.com/office/drawing/2014/main" id="{24C338A2-02CE-2845-9DE0-C6E162FD5A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48100" y="1803400"/>
            <a:ext cx="685800" cy="38100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208" name="Rectangle 160">
            <a:extLst>
              <a:ext uri="{FF2B5EF4-FFF2-40B4-BE49-F238E27FC236}">
                <a16:creationId xmlns:a16="http://schemas.microsoft.com/office/drawing/2014/main" id="{0F523F34-EF7C-9544-9964-5FD5B1538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5868988"/>
            <a:ext cx="79152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20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这种</a:t>
            </a:r>
            <a:r>
              <a:rPr lang="en-US" altLang="zh-CN" sz="20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load</a:t>
            </a:r>
            <a:r>
              <a:rPr lang="zh-CN" altLang="en-US" sz="20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指令和随后指令间的数据冒险，称为“装入</a:t>
            </a:r>
            <a:r>
              <a:rPr lang="en-US" altLang="zh-CN" sz="20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- </a:t>
            </a:r>
            <a:r>
              <a:rPr lang="zh-CN" altLang="en-US" sz="20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使用数据冒险</a:t>
            </a:r>
            <a:r>
              <a:rPr lang="en-US" altLang="zh-CN" sz="20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(load- use Data</a:t>
            </a:r>
            <a:r>
              <a:rPr lang="en-US" altLang="zh-CN" sz="200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Hazard)”</a:t>
            </a:r>
            <a:endParaRPr lang="zh-CN" altLang="en-US" sz="2000">
              <a:solidFill>
                <a:srgbClr val="008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0209" name="Text Box 161">
            <a:extLst>
              <a:ext uri="{FF2B5EF4-FFF2-40B4-BE49-F238E27FC236}">
                <a16:creationId xmlns:a16="http://schemas.microsoft.com/office/drawing/2014/main" id="{279624E6-B489-E443-A374-966A6E8FD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3327400"/>
            <a:ext cx="33258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若不采用转发，在何时才能使用</a:t>
            </a:r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Load</a:t>
            </a: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指令的结果？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0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0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0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0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0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0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0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1" grpId="0" build="p"/>
      <p:bldP spid="130204" grpId="0" build="allAtOnce"/>
      <p:bldP spid="130208" grpId="0"/>
      <p:bldP spid="13020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6B75FD9D-9F77-354F-AC9F-314B5D2F8C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7996238" cy="368300"/>
          </a:xfrm>
          <a:noFill/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“Forwarding”</a:t>
            </a:r>
            <a:r>
              <a:rPr lang="zh-CN" altLang="en-US">
                <a:ea typeface="宋体" panose="02010600030101010101" pitchFamily="2" charset="-122"/>
              </a:rPr>
              <a:t>技术使</a:t>
            </a:r>
            <a:r>
              <a:rPr lang="en-US" altLang="zh-CN">
                <a:ea typeface="宋体" panose="02010600030101010101" pitchFamily="2" charset="-122"/>
              </a:rPr>
              <a:t>Load-use</a:t>
            </a:r>
            <a:r>
              <a:rPr lang="zh-CN" altLang="en-US">
                <a:ea typeface="宋体" panose="02010600030101010101" pitchFamily="2" charset="-122"/>
              </a:rPr>
              <a:t>冒险只需延迟一个周期 </a:t>
            </a:r>
            <a:endParaRPr lang="zh-CN" altLang="en-US" sz="1200" i="1">
              <a:ea typeface="宋体" panose="02010600030101010101" pitchFamily="2" charset="-122"/>
            </a:endParaRP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31647489-A7E7-2345-A7B2-4CA6353E7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627188"/>
            <a:ext cx="358775" cy="3109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r.</a:t>
            </a:r>
          </a:p>
          <a:p>
            <a:pPr algn="ctr"/>
            <a:endParaRPr lang="en-US" altLang="zh-CN" sz="1800" b="0" i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O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106500" name="Line 4">
            <a:extLst>
              <a:ext uri="{FF2B5EF4-FFF2-40B4-BE49-F238E27FC236}">
                <a16:creationId xmlns:a16="http://schemas.microsoft.com/office/drawing/2014/main" id="{E60C3BA0-C738-144B-9208-EEE0C339EF8B}"/>
              </a:ext>
            </a:extLst>
          </p:cNvPr>
          <p:cNvSpPr>
            <a:spLocks noChangeShapeType="1"/>
          </p:cNvSpPr>
          <p:nvPr/>
        </p:nvSpPr>
        <p:spPr bwMode="auto">
          <a:xfrm>
            <a:off x="850900" y="1617663"/>
            <a:ext cx="0" cy="3238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1" name="Line 5">
            <a:extLst>
              <a:ext uri="{FF2B5EF4-FFF2-40B4-BE49-F238E27FC236}">
                <a16:creationId xmlns:a16="http://schemas.microsoft.com/office/drawing/2014/main" id="{28B3AE21-5798-2E4D-96F5-6DBC6A0EBE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2413" y="1141413"/>
            <a:ext cx="6324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2" name="Rectangle 6">
            <a:extLst>
              <a:ext uri="{FF2B5EF4-FFF2-40B4-BE49-F238E27FC236}">
                <a16:creationId xmlns:a16="http://schemas.microsoft.com/office/drawing/2014/main" id="{359A54BC-4377-8040-9C07-3183C4D48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8413" y="801688"/>
            <a:ext cx="2124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Time (clock cycles)</a:t>
            </a:r>
          </a:p>
        </p:txBody>
      </p:sp>
      <p:sp>
        <p:nvSpPr>
          <p:cNvPr id="106503" name="Rectangle 7">
            <a:extLst>
              <a:ext uri="{FF2B5EF4-FFF2-40B4-BE49-F238E27FC236}">
                <a16:creationId xmlns:a16="http://schemas.microsoft.com/office/drawing/2014/main" id="{204FBF00-8B08-8C42-B6F9-A47663037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1436688"/>
            <a:ext cx="1960562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lw r1, 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0(r2)</a:t>
            </a:r>
          </a:p>
        </p:txBody>
      </p:sp>
      <p:sp>
        <p:nvSpPr>
          <p:cNvPr id="106504" name="Rectangle 8">
            <a:extLst>
              <a:ext uri="{FF2B5EF4-FFF2-40B4-BE49-F238E27FC236}">
                <a16:creationId xmlns:a16="http://schemas.microsoft.com/office/drawing/2014/main" id="{3C9EE1C7-206D-7E4F-878A-558C57E20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013" y="2160588"/>
            <a:ext cx="2119312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sub </a:t>
            </a:r>
            <a:r>
              <a:rPr lang="en-US" altLang="zh-CN" sz="280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r7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en-US" altLang="zh-CN" sz="2800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,r3</a:t>
            </a:r>
          </a:p>
        </p:txBody>
      </p:sp>
      <p:sp>
        <p:nvSpPr>
          <p:cNvPr id="106505" name="Rectangle 9">
            <a:extLst>
              <a:ext uri="{FF2B5EF4-FFF2-40B4-BE49-F238E27FC236}">
                <a16:creationId xmlns:a16="http://schemas.microsoft.com/office/drawing/2014/main" id="{88712FF7-11FD-054B-9230-97DBFF328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3" y="2884488"/>
            <a:ext cx="2119312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and r6,</a:t>
            </a:r>
            <a:r>
              <a:rPr lang="en-US" altLang="zh-CN" sz="280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</a:t>
            </a:r>
            <a:r>
              <a:rPr lang="en-US" altLang="zh-CN" sz="280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r7</a:t>
            </a:r>
          </a:p>
        </p:txBody>
      </p:sp>
      <p:sp>
        <p:nvSpPr>
          <p:cNvPr id="106506" name="Rectangle 10">
            <a:extLst>
              <a:ext uri="{FF2B5EF4-FFF2-40B4-BE49-F238E27FC236}">
                <a16:creationId xmlns:a16="http://schemas.microsoft.com/office/drawing/2014/main" id="{148C0F63-7CA7-6743-BE60-A31444E38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3608388"/>
            <a:ext cx="2038350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or   r8,</a:t>
            </a:r>
            <a:r>
              <a:rPr lang="en-US" altLang="zh-CN" sz="28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,r9</a:t>
            </a:r>
          </a:p>
        </p:txBody>
      </p:sp>
      <p:sp>
        <p:nvSpPr>
          <p:cNvPr id="106507" name="Freeform 11">
            <a:extLst>
              <a:ext uri="{FF2B5EF4-FFF2-40B4-BE49-F238E27FC236}">
                <a16:creationId xmlns:a16="http://schemas.microsoft.com/office/drawing/2014/main" id="{B08D8129-130D-404E-9E02-4C6F58ECB1B5}"/>
              </a:ext>
            </a:extLst>
          </p:cNvPr>
          <p:cNvSpPr>
            <a:spLocks/>
          </p:cNvSpPr>
          <p:nvPr/>
        </p:nvSpPr>
        <p:spPr bwMode="auto">
          <a:xfrm>
            <a:off x="5892800" y="1441450"/>
            <a:ext cx="225425" cy="458788"/>
          </a:xfrm>
          <a:custGeom>
            <a:avLst/>
            <a:gdLst>
              <a:gd name="T0" fmla="*/ 2147483646 w 142"/>
              <a:gd name="T1" fmla="*/ 0 h 289"/>
              <a:gd name="T2" fmla="*/ 0 w 142"/>
              <a:gd name="T3" fmla="*/ 0 h 289"/>
              <a:gd name="T4" fmla="*/ 0 w 142"/>
              <a:gd name="T5" fmla="*/ 2147483646 h 289"/>
              <a:gd name="T6" fmla="*/ 2147483646 w 14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2" h="289">
                <a:moveTo>
                  <a:pt x="141" y="0"/>
                </a:moveTo>
                <a:lnTo>
                  <a:pt x="0" y="0"/>
                </a:lnTo>
                <a:lnTo>
                  <a:pt x="0" y="288"/>
                </a:lnTo>
                <a:lnTo>
                  <a:pt x="141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08" name="Freeform 12">
            <a:extLst>
              <a:ext uri="{FF2B5EF4-FFF2-40B4-BE49-F238E27FC236}">
                <a16:creationId xmlns:a16="http://schemas.microsoft.com/office/drawing/2014/main" id="{4588F48D-0010-F54A-90DC-DB5F4F2D101B}"/>
              </a:ext>
            </a:extLst>
          </p:cNvPr>
          <p:cNvSpPr>
            <a:spLocks/>
          </p:cNvSpPr>
          <p:nvPr/>
        </p:nvSpPr>
        <p:spPr bwMode="auto">
          <a:xfrm>
            <a:off x="4714875" y="2152650"/>
            <a:ext cx="234950" cy="458788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09" name="Freeform 13">
            <a:extLst>
              <a:ext uri="{FF2B5EF4-FFF2-40B4-BE49-F238E27FC236}">
                <a16:creationId xmlns:a16="http://schemas.microsoft.com/office/drawing/2014/main" id="{3B4F40CD-3112-1A4A-9C7E-8AA9748AE862}"/>
              </a:ext>
            </a:extLst>
          </p:cNvPr>
          <p:cNvSpPr>
            <a:spLocks/>
          </p:cNvSpPr>
          <p:nvPr/>
        </p:nvSpPr>
        <p:spPr bwMode="auto">
          <a:xfrm>
            <a:off x="5392738" y="2863850"/>
            <a:ext cx="234950" cy="458788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solidFill>
            <a:schemeClr val="accent2">
              <a:alpha val="38823"/>
            </a:schemeClr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10" name="Freeform 14">
            <a:extLst>
              <a:ext uri="{FF2B5EF4-FFF2-40B4-BE49-F238E27FC236}">
                <a16:creationId xmlns:a16="http://schemas.microsoft.com/office/drawing/2014/main" id="{60BEE4A3-B8B7-E848-8D03-6036A4FADFF9}"/>
              </a:ext>
            </a:extLst>
          </p:cNvPr>
          <p:cNvSpPr>
            <a:spLocks/>
          </p:cNvSpPr>
          <p:nvPr/>
        </p:nvSpPr>
        <p:spPr bwMode="auto">
          <a:xfrm>
            <a:off x="6070600" y="3575050"/>
            <a:ext cx="234950" cy="458788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solidFill>
            <a:schemeClr val="accent2">
              <a:alpha val="47058"/>
            </a:schemeClr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11" name="Rectangle 15">
            <a:extLst>
              <a:ext uri="{FF2B5EF4-FFF2-40B4-BE49-F238E27FC236}">
                <a16:creationId xmlns:a16="http://schemas.microsoft.com/office/drawing/2014/main" id="{64811A3F-B12A-2642-85A5-652469C7B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313" y="1120775"/>
            <a:ext cx="436562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IF</a:t>
            </a:r>
          </a:p>
        </p:txBody>
      </p:sp>
      <p:sp>
        <p:nvSpPr>
          <p:cNvPr id="106512" name="Rectangle 16">
            <a:extLst>
              <a:ext uri="{FF2B5EF4-FFF2-40B4-BE49-F238E27FC236}">
                <a16:creationId xmlns:a16="http://schemas.microsoft.com/office/drawing/2014/main" id="{B879B6F9-4DD2-A341-9DB3-FA7B9C702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0" y="1106488"/>
            <a:ext cx="815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ID/RF</a:t>
            </a:r>
          </a:p>
        </p:txBody>
      </p:sp>
      <p:sp>
        <p:nvSpPr>
          <p:cNvPr id="106513" name="Rectangle 17">
            <a:extLst>
              <a:ext uri="{FF2B5EF4-FFF2-40B4-BE49-F238E27FC236}">
                <a16:creationId xmlns:a16="http://schemas.microsoft.com/office/drawing/2014/main" id="{5A2379E6-4690-B64E-AB0E-DF4D89E74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3" y="1120775"/>
            <a:ext cx="490537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EX</a:t>
            </a:r>
          </a:p>
        </p:txBody>
      </p:sp>
      <p:sp>
        <p:nvSpPr>
          <p:cNvPr id="106514" name="Rectangle 18">
            <a:extLst>
              <a:ext uri="{FF2B5EF4-FFF2-40B4-BE49-F238E27FC236}">
                <a16:creationId xmlns:a16="http://schemas.microsoft.com/office/drawing/2014/main" id="{F906E861-7375-A64B-9B0E-7BC4D39A3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475" y="1120775"/>
            <a:ext cx="81756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106515" name="Rectangle 19">
            <a:extLst>
              <a:ext uri="{FF2B5EF4-FFF2-40B4-BE49-F238E27FC236}">
                <a16:creationId xmlns:a16="http://schemas.microsoft.com/office/drawing/2014/main" id="{534E82C0-5EE2-584F-B1D0-82DC56E13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5175" y="1120775"/>
            <a:ext cx="585788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WB</a:t>
            </a:r>
          </a:p>
        </p:txBody>
      </p:sp>
      <p:sp>
        <p:nvSpPr>
          <p:cNvPr id="106516" name="Line 20">
            <a:extLst>
              <a:ext uri="{FF2B5EF4-FFF2-40B4-BE49-F238E27FC236}">
                <a16:creationId xmlns:a16="http://schemas.microsoft.com/office/drawing/2014/main" id="{E84726A3-4E17-384E-A7CE-298B24B1C8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3000" y="914400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17" name="Line 21">
            <a:extLst>
              <a:ext uri="{FF2B5EF4-FFF2-40B4-BE49-F238E27FC236}">
                <a16:creationId xmlns:a16="http://schemas.microsoft.com/office/drawing/2014/main" id="{1A566809-5C75-8149-BA10-8240680111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8800" y="914400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18" name="Line 22">
            <a:extLst>
              <a:ext uri="{FF2B5EF4-FFF2-40B4-BE49-F238E27FC236}">
                <a16:creationId xmlns:a16="http://schemas.microsoft.com/office/drawing/2014/main" id="{6F91A8C4-479A-894F-89FF-20AD012A038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4600" y="914400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19" name="Line 23">
            <a:extLst>
              <a:ext uri="{FF2B5EF4-FFF2-40B4-BE49-F238E27FC236}">
                <a16:creationId xmlns:a16="http://schemas.microsoft.com/office/drawing/2014/main" id="{661128AD-D5DB-DC42-9E10-4386285919C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0400" y="914400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20" name="Line 24">
            <a:extLst>
              <a:ext uri="{FF2B5EF4-FFF2-40B4-BE49-F238E27FC236}">
                <a16:creationId xmlns:a16="http://schemas.microsoft.com/office/drawing/2014/main" id="{3EF69DDA-2829-BF4A-AEC6-47A0721F85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6200" y="914400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21" name="Line 25">
            <a:extLst>
              <a:ext uri="{FF2B5EF4-FFF2-40B4-BE49-F238E27FC236}">
                <a16:creationId xmlns:a16="http://schemas.microsoft.com/office/drawing/2014/main" id="{F1C839C4-0688-864D-89B7-880147AD79BC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2000" y="914400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22" name="Line 26">
            <a:extLst>
              <a:ext uri="{FF2B5EF4-FFF2-40B4-BE49-F238E27FC236}">
                <a16:creationId xmlns:a16="http://schemas.microsoft.com/office/drawing/2014/main" id="{B03B40AC-4C93-FE41-A310-ED6A04C20C47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7800" y="914400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23" name="Line 27">
            <a:extLst>
              <a:ext uri="{FF2B5EF4-FFF2-40B4-BE49-F238E27FC236}">
                <a16:creationId xmlns:a16="http://schemas.microsoft.com/office/drawing/2014/main" id="{1F61C915-FE5D-634E-AA17-B098E91CF0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3600" y="914400"/>
            <a:ext cx="0" cy="448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24" name="Freeform 28">
            <a:extLst>
              <a:ext uri="{FF2B5EF4-FFF2-40B4-BE49-F238E27FC236}">
                <a16:creationId xmlns:a16="http://schemas.microsoft.com/office/drawing/2014/main" id="{38808EDC-9DA5-554E-A599-E5C9B2A1A3C4}"/>
              </a:ext>
            </a:extLst>
          </p:cNvPr>
          <p:cNvSpPr>
            <a:spLocks/>
          </p:cNvSpPr>
          <p:nvPr/>
        </p:nvSpPr>
        <p:spPr bwMode="auto">
          <a:xfrm>
            <a:off x="5149850" y="1441450"/>
            <a:ext cx="257175" cy="458788"/>
          </a:xfrm>
          <a:custGeom>
            <a:avLst/>
            <a:gdLst>
              <a:gd name="T0" fmla="*/ 2147483646 w 162"/>
              <a:gd name="T1" fmla="*/ 0 h 289"/>
              <a:gd name="T2" fmla="*/ 0 w 162"/>
              <a:gd name="T3" fmla="*/ 0 h 289"/>
              <a:gd name="T4" fmla="*/ 0 w 162"/>
              <a:gd name="T5" fmla="*/ 2147483646 h 289"/>
              <a:gd name="T6" fmla="*/ 2147483646 w 16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289">
                <a:moveTo>
                  <a:pt x="161" y="0"/>
                </a:moveTo>
                <a:lnTo>
                  <a:pt x="0" y="0"/>
                </a:lnTo>
                <a:lnTo>
                  <a:pt x="0" y="288"/>
                </a:lnTo>
                <a:lnTo>
                  <a:pt x="16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25" name="Freeform 29">
            <a:extLst>
              <a:ext uri="{FF2B5EF4-FFF2-40B4-BE49-F238E27FC236}">
                <a16:creationId xmlns:a16="http://schemas.microsoft.com/office/drawing/2014/main" id="{70CEFD8C-8681-E748-926F-9BB2F66F00BC}"/>
              </a:ext>
            </a:extLst>
          </p:cNvPr>
          <p:cNvSpPr>
            <a:spLocks/>
          </p:cNvSpPr>
          <p:nvPr/>
        </p:nvSpPr>
        <p:spPr bwMode="auto">
          <a:xfrm>
            <a:off x="5405438" y="1441450"/>
            <a:ext cx="260350" cy="458788"/>
          </a:xfrm>
          <a:custGeom>
            <a:avLst/>
            <a:gdLst>
              <a:gd name="T0" fmla="*/ 0 w 164"/>
              <a:gd name="T1" fmla="*/ 0 h 289"/>
              <a:gd name="T2" fmla="*/ 2147483646 w 164"/>
              <a:gd name="T3" fmla="*/ 0 h 289"/>
              <a:gd name="T4" fmla="*/ 2147483646 w 164"/>
              <a:gd name="T5" fmla="*/ 2147483646 h 289"/>
              <a:gd name="T6" fmla="*/ 0 w 164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4" h="289">
                <a:moveTo>
                  <a:pt x="0" y="0"/>
                </a:moveTo>
                <a:lnTo>
                  <a:pt x="163" y="0"/>
                </a:lnTo>
                <a:lnTo>
                  <a:pt x="163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26" name="Freeform 30">
            <a:extLst>
              <a:ext uri="{FF2B5EF4-FFF2-40B4-BE49-F238E27FC236}">
                <a16:creationId xmlns:a16="http://schemas.microsoft.com/office/drawing/2014/main" id="{B5774967-036B-5948-8374-9626CD111873}"/>
              </a:ext>
            </a:extLst>
          </p:cNvPr>
          <p:cNvSpPr>
            <a:spLocks/>
          </p:cNvSpPr>
          <p:nvPr/>
        </p:nvSpPr>
        <p:spPr bwMode="auto">
          <a:xfrm>
            <a:off x="4541838" y="1289050"/>
            <a:ext cx="338137" cy="763588"/>
          </a:xfrm>
          <a:custGeom>
            <a:avLst/>
            <a:gdLst>
              <a:gd name="T0" fmla="*/ 0 w 213"/>
              <a:gd name="T1" fmla="*/ 2147483646 h 481"/>
              <a:gd name="T2" fmla="*/ 2147483646 w 213"/>
              <a:gd name="T3" fmla="*/ 2147483646 h 481"/>
              <a:gd name="T4" fmla="*/ 0 w 213"/>
              <a:gd name="T5" fmla="*/ 2147483646 h 481"/>
              <a:gd name="T6" fmla="*/ 0 w 213"/>
              <a:gd name="T7" fmla="*/ 0 h 481"/>
              <a:gd name="T8" fmla="*/ 2147483646 w 213"/>
              <a:gd name="T9" fmla="*/ 2147483646 h 481"/>
              <a:gd name="T10" fmla="*/ 2147483646 w 213"/>
              <a:gd name="T11" fmla="*/ 2147483646 h 481"/>
              <a:gd name="T12" fmla="*/ 0 w 213"/>
              <a:gd name="T13" fmla="*/ 2147483646 h 481"/>
              <a:gd name="T14" fmla="*/ 0 w 213"/>
              <a:gd name="T15" fmla="*/ 2147483646 h 4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3" h="481">
                <a:moveTo>
                  <a:pt x="0" y="320"/>
                </a:moveTo>
                <a:lnTo>
                  <a:pt x="71" y="240"/>
                </a:lnTo>
                <a:lnTo>
                  <a:pt x="0" y="160"/>
                </a:lnTo>
                <a:lnTo>
                  <a:pt x="0" y="0"/>
                </a:lnTo>
                <a:lnTo>
                  <a:pt x="212" y="160"/>
                </a:lnTo>
                <a:lnTo>
                  <a:pt x="212" y="320"/>
                </a:lnTo>
                <a:lnTo>
                  <a:pt x="0" y="480"/>
                </a:lnTo>
                <a:lnTo>
                  <a:pt x="0" y="32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27" name="Rectangle 31">
            <a:extLst>
              <a:ext uri="{FF2B5EF4-FFF2-40B4-BE49-F238E27FC236}">
                <a16:creationId xmlns:a16="http://schemas.microsoft.com/office/drawing/2014/main" id="{33C47000-EBDA-2541-9846-3528883363F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90231" y="1483519"/>
            <a:ext cx="6080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106528" name="Rectangle 32">
            <a:extLst>
              <a:ext uri="{FF2B5EF4-FFF2-40B4-BE49-F238E27FC236}">
                <a16:creationId xmlns:a16="http://schemas.microsoft.com/office/drawing/2014/main" id="{A0522D3C-D760-FC48-9750-62E7A52CC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725" y="1501775"/>
            <a:ext cx="4302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Im</a:t>
            </a:r>
          </a:p>
        </p:txBody>
      </p:sp>
      <p:grpSp>
        <p:nvGrpSpPr>
          <p:cNvPr id="106529" name="Group 33">
            <a:extLst>
              <a:ext uri="{FF2B5EF4-FFF2-40B4-BE49-F238E27FC236}">
                <a16:creationId xmlns:a16="http://schemas.microsoft.com/office/drawing/2014/main" id="{67851856-CEB4-E047-BDC7-D234BDBC2609}"/>
              </a:ext>
            </a:extLst>
          </p:cNvPr>
          <p:cNvGrpSpPr>
            <a:grpSpLocks/>
          </p:cNvGrpSpPr>
          <p:nvPr/>
        </p:nvGrpSpPr>
        <p:grpSpPr bwMode="auto">
          <a:xfrm>
            <a:off x="3071813" y="1441450"/>
            <a:ext cx="539750" cy="458788"/>
            <a:chOff x="1935" y="1349"/>
            <a:chExt cx="340" cy="289"/>
          </a:xfrm>
        </p:grpSpPr>
        <p:sp>
          <p:nvSpPr>
            <p:cNvPr id="106622" name="Freeform 34">
              <a:extLst>
                <a:ext uri="{FF2B5EF4-FFF2-40B4-BE49-F238E27FC236}">
                  <a16:creationId xmlns:a16="http://schemas.microsoft.com/office/drawing/2014/main" id="{BB701381-1493-384C-B9BF-6DD55DDB6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349"/>
              <a:ext cx="170" cy="289"/>
            </a:xfrm>
            <a:custGeom>
              <a:avLst/>
              <a:gdLst>
                <a:gd name="T0" fmla="*/ 169 w 170"/>
                <a:gd name="T1" fmla="*/ 0 h 289"/>
                <a:gd name="T2" fmla="*/ 0 w 170"/>
                <a:gd name="T3" fmla="*/ 0 h 289"/>
                <a:gd name="T4" fmla="*/ 0 w 170"/>
                <a:gd name="T5" fmla="*/ 288 h 289"/>
                <a:gd name="T6" fmla="*/ 169 w 170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0" h="289">
                  <a:moveTo>
                    <a:pt x="169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9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623" name="Freeform 35">
              <a:extLst>
                <a:ext uri="{FF2B5EF4-FFF2-40B4-BE49-F238E27FC236}">
                  <a16:creationId xmlns:a16="http://schemas.microsoft.com/office/drawing/2014/main" id="{FA2B120E-659D-F14E-A073-97185956A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1349"/>
              <a:ext cx="171" cy="289"/>
            </a:xfrm>
            <a:custGeom>
              <a:avLst/>
              <a:gdLst>
                <a:gd name="T0" fmla="*/ 0 w 171"/>
                <a:gd name="T1" fmla="*/ 0 h 289"/>
                <a:gd name="T2" fmla="*/ 170 w 171"/>
                <a:gd name="T3" fmla="*/ 0 h 289"/>
                <a:gd name="T4" fmla="*/ 170 w 171"/>
                <a:gd name="T5" fmla="*/ 288 h 289"/>
                <a:gd name="T6" fmla="*/ 0 w 171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1" h="289">
                  <a:moveTo>
                    <a:pt x="0" y="0"/>
                  </a:moveTo>
                  <a:lnTo>
                    <a:pt x="170" y="0"/>
                  </a:lnTo>
                  <a:lnTo>
                    <a:pt x="170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530" name="Rectangle 36">
            <a:extLst>
              <a:ext uri="{FF2B5EF4-FFF2-40B4-BE49-F238E27FC236}">
                <a16:creationId xmlns:a16="http://schemas.microsoft.com/office/drawing/2014/main" id="{555AA14B-6019-7D4D-B84A-4E40301B1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0" y="1458913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06531" name="Freeform 37">
            <a:extLst>
              <a:ext uri="{FF2B5EF4-FFF2-40B4-BE49-F238E27FC236}">
                <a16:creationId xmlns:a16="http://schemas.microsoft.com/office/drawing/2014/main" id="{8B593B69-0159-704B-AFFF-7A3E8247C75F}"/>
              </a:ext>
            </a:extLst>
          </p:cNvPr>
          <p:cNvSpPr>
            <a:spLocks/>
          </p:cNvSpPr>
          <p:nvPr/>
        </p:nvSpPr>
        <p:spPr bwMode="auto">
          <a:xfrm>
            <a:off x="3802063" y="1441450"/>
            <a:ext cx="236537" cy="458788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32" name="Freeform 38">
            <a:extLst>
              <a:ext uri="{FF2B5EF4-FFF2-40B4-BE49-F238E27FC236}">
                <a16:creationId xmlns:a16="http://schemas.microsoft.com/office/drawing/2014/main" id="{5C32BE7F-9D8F-B749-92B0-4730AEDDD1BC}"/>
              </a:ext>
            </a:extLst>
          </p:cNvPr>
          <p:cNvSpPr>
            <a:spLocks/>
          </p:cNvSpPr>
          <p:nvPr/>
        </p:nvSpPr>
        <p:spPr bwMode="auto">
          <a:xfrm>
            <a:off x="4037013" y="1441450"/>
            <a:ext cx="234950" cy="458788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33" name="Line 39">
            <a:extLst>
              <a:ext uri="{FF2B5EF4-FFF2-40B4-BE49-F238E27FC236}">
                <a16:creationId xmlns:a16="http://schemas.microsoft.com/office/drawing/2014/main" id="{9DE596A6-013B-5540-8606-BBCABBD6FBA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3150" y="1670050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34" name="Freeform 40">
            <a:extLst>
              <a:ext uri="{FF2B5EF4-FFF2-40B4-BE49-F238E27FC236}">
                <a16:creationId xmlns:a16="http://schemas.microsoft.com/office/drawing/2014/main" id="{6FF50189-941F-0146-9577-6EAEDA50405F}"/>
              </a:ext>
            </a:extLst>
          </p:cNvPr>
          <p:cNvSpPr>
            <a:spLocks/>
          </p:cNvSpPr>
          <p:nvPr/>
        </p:nvSpPr>
        <p:spPr bwMode="auto">
          <a:xfrm>
            <a:off x="3717925" y="1517650"/>
            <a:ext cx="76200" cy="153988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35" name="Line 41">
            <a:extLst>
              <a:ext uri="{FF2B5EF4-FFF2-40B4-BE49-F238E27FC236}">
                <a16:creationId xmlns:a16="http://schemas.microsoft.com/office/drawing/2014/main" id="{621C98D6-9BDF-9146-AA7C-4199AFCE23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550" y="1517650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36" name="Rectangle 42">
            <a:extLst>
              <a:ext uri="{FF2B5EF4-FFF2-40B4-BE49-F238E27FC236}">
                <a16:creationId xmlns:a16="http://schemas.microsoft.com/office/drawing/2014/main" id="{1612437B-3454-D342-950E-E19EF2EF4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6038" y="1517650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sp>
        <p:nvSpPr>
          <p:cNvPr id="106537" name="Rectangle 43">
            <a:extLst>
              <a:ext uri="{FF2B5EF4-FFF2-40B4-BE49-F238E27FC236}">
                <a16:creationId xmlns:a16="http://schemas.microsoft.com/office/drawing/2014/main" id="{F7213AD6-21CE-2849-8612-0DBB7BF7E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6288" y="1450975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06538" name="Freeform 44">
            <a:extLst>
              <a:ext uri="{FF2B5EF4-FFF2-40B4-BE49-F238E27FC236}">
                <a16:creationId xmlns:a16="http://schemas.microsoft.com/office/drawing/2014/main" id="{E206DA6F-9EC1-C64B-AF0E-16AF2684CB4E}"/>
              </a:ext>
            </a:extLst>
          </p:cNvPr>
          <p:cNvSpPr>
            <a:spLocks/>
          </p:cNvSpPr>
          <p:nvPr/>
        </p:nvSpPr>
        <p:spPr bwMode="auto">
          <a:xfrm>
            <a:off x="6116638" y="1441450"/>
            <a:ext cx="227012" cy="458788"/>
          </a:xfrm>
          <a:custGeom>
            <a:avLst/>
            <a:gdLst>
              <a:gd name="T0" fmla="*/ 0 w 143"/>
              <a:gd name="T1" fmla="*/ 0 h 289"/>
              <a:gd name="T2" fmla="*/ 2147483646 w 143"/>
              <a:gd name="T3" fmla="*/ 0 h 289"/>
              <a:gd name="T4" fmla="*/ 2147483646 w 143"/>
              <a:gd name="T5" fmla="*/ 2147483646 h 289"/>
              <a:gd name="T6" fmla="*/ 0 w 143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3" h="289">
                <a:moveTo>
                  <a:pt x="0" y="0"/>
                </a:moveTo>
                <a:lnTo>
                  <a:pt x="142" y="0"/>
                </a:lnTo>
                <a:lnTo>
                  <a:pt x="142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39" name="Line 45">
            <a:extLst>
              <a:ext uri="{FF2B5EF4-FFF2-40B4-BE49-F238E27FC236}">
                <a16:creationId xmlns:a16="http://schemas.microsoft.com/office/drawing/2014/main" id="{A9CA13CD-C5CC-1A4D-8786-7BBB6D1569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3088" y="1670050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40" name="Line 46">
            <a:extLst>
              <a:ext uri="{FF2B5EF4-FFF2-40B4-BE49-F238E27FC236}">
                <a16:creationId xmlns:a16="http://schemas.microsoft.com/office/drawing/2014/main" id="{E1B39CFF-05AD-A844-8EA3-714179CFEB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4738" y="1670050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41" name="Freeform 47">
            <a:extLst>
              <a:ext uri="{FF2B5EF4-FFF2-40B4-BE49-F238E27FC236}">
                <a16:creationId xmlns:a16="http://schemas.microsoft.com/office/drawing/2014/main" id="{CB9F57FD-F46D-454A-9203-4BAD1BB58B19}"/>
              </a:ext>
            </a:extLst>
          </p:cNvPr>
          <p:cNvSpPr>
            <a:spLocks/>
          </p:cNvSpPr>
          <p:nvPr/>
        </p:nvSpPr>
        <p:spPr bwMode="auto">
          <a:xfrm>
            <a:off x="5083175" y="1670050"/>
            <a:ext cx="684213" cy="306388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42" name="Line 48">
            <a:extLst>
              <a:ext uri="{FF2B5EF4-FFF2-40B4-BE49-F238E27FC236}">
                <a16:creationId xmlns:a16="http://schemas.microsoft.com/office/drawing/2014/main" id="{6041EC69-2C0D-5348-B7A8-C77B1DDDD1D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550" y="1822450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43" name="Freeform 49">
            <a:extLst>
              <a:ext uri="{FF2B5EF4-FFF2-40B4-BE49-F238E27FC236}">
                <a16:creationId xmlns:a16="http://schemas.microsoft.com/office/drawing/2014/main" id="{889E015A-B6FE-3B45-B30C-73FD8539B38F}"/>
              </a:ext>
            </a:extLst>
          </p:cNvPr>
          <p:cNvSpPr>
            <a:spLocks/>
          </p:cNvSpPr>
          <p:nvPr/>
        </p:nvSpPr>
        <p:spPr bwMode="auto">
          <a:xfrm>
            <a:off x="4452938" y="1662113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6544" name="Group 50">
            <a:extLst>
              <a:ext uri="{FF2B5EF4-FFF2-40B4-BE49-F238E27FC236}">
                <a16:creationId xmlns:a16="http://schemas.microsoft.com/office/drawing/2014/main" id="{326AF5C1-33E0-ED40-8BB0-B3AFA0604F53}"/>
              </a:ext>
            </a:extLst>
          </p:cNvPr>
          <p:cNvGrpSpPr>
            <a:grpSpLocks/>
          </p:cNvGrpSpPr>
          <p:nvPr/>
        </p:nvGrpSpPr>
        <p:grpSpPr bwMode="auto">
          <a:xfrm>
            <a:off x="5205413" y="2000250"/>
            <a:ext cx="352425" cy="763588"/>
            <a:chOff x="3279" y="1701"/>
            <a:chExt cx="222" cy="481"/>
          </a:xfrm>
        </p:grpSpPr>
        <p:sp>
          <p:nvSpPr>
            <p:cNvPr id="106620" name="Freeform 51">
              <a:extLst>
                <a:ext uri="{FF2B5EF4-FFF2-40B4-BE49-F238E27FC236}">
                  <a16:creationId xmlns:a16="http://schemas.microsoft.com/office/drawing/2014/main" id="{C5B3771B-9DE3-A643-ABAC-5901036F7E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" y="1701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621" name="Rectangle 52">
              <a:extLst>
                <a:ext uri="{FF2B5EF4-FFF2-40B4-BE49-F238E27FC236}">
                  <a16:creationId xmlns:a16="http://schemas.microsoft.com/office/drawing/2014/main" id="{C3CFCA0C-FB44-2D4A-980C-370B19BDE22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192" y="1824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106545" name="Group 53">
            <a:extLst>
              <a:ext uri="{FF2B5EF4-FFF2-40B4-BE49-F238E27FC236}">
                <a16:creationId xmlns:a16="http://schemas.microsoft.com/office/drawing/2014/main" id="{3A74F3BD-C01E-8F46-A834-45E246B9F783}"/>
              </a:ext>
            </a:extLst>
          </p:cNvPr>
          <p:cNvGrpSpPr>
            <a:grpSpLocks/>
          </p:cNvGrpSpPr>
          <p:nvPr/>
        </p:nvGrpSpPr>
        <p:grpSpPr bwMode="auto">
          <a:xfrm>
            <a:off x="3725863" y="2152650"/>
            <a:ext cx="563562" cy="458788"/>
            <a:chOff x="2347" y="1797"/>
            <a:chExt cx="355" cy="289"/>
          </a:xfrm>
        </p:grpSpPr>
        <p:sp>
          <p:nvSpPr>
            <p:cNvPr id="106616" name="Rectangle 54">
              <a:extLst>
                <a:ext uri="{FF2B5EF4-FFF2-40B4-BE49-F238E27FC236}">
                  <a16:creationId xmlns:a16="http://schemas.microsoft.com/office/drawing/2014/main" id="{0E9B1BAA-E54F-7040-A348-30759F3C6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1803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106617" name="Group 55">
              <a:extLst>
                <a:ext uri="{FF2B5EF4-FFF2-40B4-BE49-F238E27FC236}">
                  <a16:creationId xmlns:a16="http://schemas.microsoft.com/office/drawing/2014/main" id="{E836CDCA-3DFB-D74B-AFFD-A7CAE31202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2" y="1797"/>
              <a:ext cx="340" cy="289"/>
              <a:chOff x="2362" y="1797"/>
              <a:chExt cx="340" cy="289"/>
            </a:xfrm>
          </p:grpSpPr>
          <p:sp>
            <p:nvSpPr>
              <p:cNvPr id="106618" name="Freeform 56">
                <a:extLst>
                  <a:ext uri="{FF2B5EF4-FFF2-40B4-BE49-F238E27FC236}">
                    <a16:creationId xmlns:a16="http://schemas.microsoft.com/office/drawing/2014/main" id="{08D9D1F3-B2D6-FC40-AF6D-AFC76A7C2C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2" y="1797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619" name="Freeform 57">
                <a:extLst>
                  <a:ext uri="{FF2B5EF4-FFF2-40B4-BE49-F238E27FC236}">
                    <a16:creationId xmlns:a16="http://schemas.microsoft.com/office/drawing/2014/main" id="{0D64F1D0-232E-6745-8B15-AC3053C317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1" y="1797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06546" name="Rectangle 58">
            <a:extLst>
              <a:ext uri="{FF2B5EF4-FFF2-40B4-BE49-F238E27FC236}">
                <a16:creationId xmlns:a16="http://schemas.microsoft.com/office/drawing/2014/main" id="{7ACD7391-C6A2-7643-BF71-5EEB79794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113" y="217011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06547" name="Freeform 59">
            <a:extLst>
              <a:ext uri="{FF2B5EF4-FFF2-40B4-BE49-F238E27FC236}">
                <a16:creationId xmlns:a16="http://schemas.microsoft.com/office/drawing/2014/main" id="{33543E89-2A61-2547-995A-36FE62E38041}"/>
              </a:ext>
            </a:extLst>
          </p:cNvPr>
          <p:cNvSpPr>
            <a:spLocks/>
          </p:cNvSpPr>
          <p:nvPr/>
        </p:nvSpPr>
        <p:spPr bwMode="auto">
          <a:xfrm>
            <a:off x="4479925" y="2152650"/>
            <a:ext cx="236538" cy="458788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48" name="Line 60">
            <a:extLst>
              <a:ext uri="{FF2B5EF4-FFF2-40B4-BE49-F238E27FC236}">
                <a16:creationId xmlns:a16="http://schemas.microsoft.com/office/drawing/2014/main" id="{2C4ECA54-2073-824B-A140-3399D4897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1013" y="2381250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49" name="Freeform 61">
            <a:extLst>
              <a:ext uri="{FF2B5EF4-FFF2-40B4-BE49-F238E27FC236}">
                <a16:creationId xmlns:a16="http://schemas.microsoft.com/office/drawing/2014/main" id="{B03D8558-6AC5-754E-9FE0-D31DF1E5B2A5}"/>
              </a:ext>
            </a:extLst>
          </p:cNvPr>
          <p:cNvSpPr>
            <a:spLocks/>
          </p:cNvSpPr>
          <p:nvPr/>
        </p:nvSpPr>
        <p:spPr bwMode="auto">
          <a:xfrm>
            <a:off x="4395788" y="2228850"/>
            <a:ext cx="76200" cy="153988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50" name="Line 62">
            <a:extLst>
              <a:ext uri="{FF2B5EF4-FFF2-40B4-BE49-F238E27FC236}">
                <a16:creationId xmlns:a16="http://schemas.microsoft.com/office/drawing/2014/main" id="{7D76ECEB-330F-CD41-849E-D3566F801B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1413" y="2228850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51" name="Rectangle 63">
            <a:extLst>
              <a:ext uri="{FF2B5EF4-FFF2-40B4-BE49-F238E27FC236}">
                <a16:creationId xmlns:a16="http://schemas.microsoft.com/office/drawing/2014/main" id="{537FA557-5D40-914D-A58E-722559CDC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100" y="2162175"/>
            <a:ext cx="4968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106552" name="Group 64">
            <a:extLst>
              <a:ext uri="{FF2B5EF4-FFF2-40B4-BE49-F238E27FC236}">
                <a16:creationId xmlns:a16="http://schemas.microsoft.com/office/drawing/2014/main" id="{B9440E7B-E128-DF49-AF9D-0E8A8C136BED}"/>
              </a:ext>
            </a:extLst>
          </p:cNvPr>
          <p:cNvGrpSpPr>
            <a:grpSpLocks/>
          </p:cNvGrpSpPr>
          <p:nvPr/>
        </p:nvGrpSpPr>
        <p:grpSpPr bwMode="auto">
          <a:xfrm>
            <a:off x="5827713" y="2152650"/>
            <a:ext cx="515937" cy="458788"/>
            <a:chOff x="3671" y="1797"/>
            <a:chExt cx="325" cy="289"/>
          </a:xfrm>
        </p:grpSpPr>
        <p:sp>
          <p:nvSpPr>
            <p:cNvPr id="106614" name="Freeform 65">
              <a:extLst>
                <a:ext uri="{FF2B5EF4-FFF2-40B4-BE49-F238E27FC236}">
                  <a16:creationId xmlns:a16="http://schemas.microsoft.com/office/drawing/2014/main" id="{4061DF04-7EF2-4D43-8C43-9A05784CB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1797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615" name="Freeform 66">
              <a:extLst>
                <a:ext uri="{FF2B5EF4-FFF2-40B4-BE49-F238E27FC236}">
                  <a16:creationId xmlns:a16="http://schemas.microsoft.com/office/drawing/2014/main" id="{7299EB6D-F03C-3B4C-8E5D-C32600626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1797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553" name="Rectangle 67">
            <a:extLst>
              <a:ext uri="{FF2B5EF4-FFF2-40B4-BE49-F238E27FC236}">
                <a16:creationId xmlns:a16="http://schemas.microsoft.com/office/drawing/2014/main" id="{BBA68221-B1F7-EB47-8558-C74F967B2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150" y="2162175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106554" name="Group 68">
            <a:extLst>
              <a:ext uri="{FF2B5EF4-FFF2-40B4-BE49-F238E27FC236}">
                <a16:creationId xmlns:a16="http://schemas.microsoft.com/office/drawing/2014/main" id="{88AFE6B3-371C-2646-BE96-873B9EAE77BE}"/>
              </a:ext>
            </a:extLst>
          </p:cNvPr>
          <p:cNvGrpSpPr>
            <a:grpSpLocks/>
          </p:cNvGrpSpPr>
          <p:nvPr/>
        </p:nvGrpSpPr>
        <p:grpSpPr bwMode="auto">
          <a:xfrm>
            <a:off x="6570663" y="2152650"/>
            <a:ext cx="450850" cy="458788"/>
            <a:chOff x="4139" y="1797"/>
            <a:chExt cx="284" cy="289"/>
          </a:xfrm>
        </p:grpSpPr>
        <p:sp>
          <p:nvSpPr>
            <p:cNvPr id="106612" name="Freeform 69">
              <a:extLst>
                <a:ext uri="{FF2B5EF4-FFF2-40B4-BE49-F238E27FC236}">
                  <a16:creationId xmlns:a16="http://schemas.microsoft.com/office/drawing/2014/main" id="{F1EA113E-0068-2846-A84A-20C054CE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9" y="1797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613" name="Freeform 70">
              <a:extLst>
                <a:ext uri="{FF2B5EF4-FFF2-40B4-BE49-F238E27FC236}">
                  <a16:creationId xmlns:a16="http://schemas.microsoft.com/office/drawing/2014/main" id="{06FBBDED-70D9-CD46-8A1C-1537786F3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0" y="1797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555" name="Line 71">
            <a:extLst>
              <a:ext uri="{FF2B5EF4-FFF2-40B4-BE49-F238E27FC236}">
                <a16:creationId xmlns:a16="http://schemas.microsoft.com/office/drawing/2014/main" id="{05DE0557-0625-2049-8233-A302B49C06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0950" y="2381250"/>
            <a:ext cx="233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56" name="Line 72">
            <a:extLst>
              <a:ext uri="{FF2B5EF4-FFF2-40B4-BE49-F238E27FC236}">
                <a16:creationId xmlns:a16="http://schemas.microsoft.com/office/drawing/2014/main" id="{E690948F-F9BA-004B-A944-86D61CDECF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2381250"/>
            <a:ext cx="258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57" name="Freeform 73">
            <a:extLst>
              <a:ext uri="{FF2B5EF4-FFF2-40B4-BE49-F238E27FC236}">
                <a16:creationId xmlns:a16="http://schemas.microsoft.com/office/drawing/2014/main" id="{23B11A9C-EC46-BA43-8EE5-93D015BF42B1}"/>
              </a:ext>
            </a:extLst>
          </p:cNvPr>
          <p:cNvSpPr>
            <a:spLocks/>
          </p:cNvSpPr>
          <p:nvPr/>
        </p:nvSpPr>
        <p:spPr bwMode="auto">
          <a:xfrm>
            <a:off x="5761038" y="2381250"/>
            <a:ext cx="684212" cy="306388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58" name="Line 74">
            <a:extLst>
              <a:ext uri="{FF2B5EF4-FFF2-40B4-BE49-F238E27FC236}">
                <a16:creationId xmlns:a16="http://schemas.microsoft.com/office/drawing/2014/main" id="{877082A1-A69D-0A44-AF03-419EC755D2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1413" y="2533650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59" name="Freeform 75">
            <a:extLst>
              <a:ext uri="{FF2B5EF4-FFF2-40B4-BE49-F238E27FC236}">
                <a16:creationId xmlns:a16="http://schemas.microsoft.com/office/drawing/2014/main" id="{0DF11A8F-3E51-744F-B61E-8B8A33CBD157}"/>
              </a:ext>
            </a:extLst>
          </p:cNvPr>
          <p:cNvSpPr>
            <a:spLocks/>
          </p:cNvSpPr>
          <p:nvPr/>
        </p:nvSpPr>
        <p:spPr bwMode="auto">
          <a:xfrm>
            <a:off x="5130800" y="2373313"/>
            <a:ext cx="534988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60" name="Freeform 76">
            <a:extLst>
              <a:ext uri="{FF2B5EF4-FFF2-40B4-BE49-F238E27FC236}">
                <a16:creationId xmlns:a16="http://schemas.microsoft.com/office/drawing/2014/main" id="{8E24469F-99C7-D146-AC1F-08F4F2D6DBE7}"/>
              </a:ext>
            </a:extLst>
          </p:cNvPr>
          <p:cNvSpPr>
            <a:spLocks/>
          </p:cNvSpPr>
          <p:nvPr/>
        </p:nvSpPr>
        <p:spPr bwMode="auto">
          <a:xfrm>
            <a:off x="6438900" y="3092450"/>
            <a:ext cx="684213" cy="306388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6561" name="Group 77">
            <a:extLst>
              <a:ext uri="{FF2B5EF4-FFF2-40B4-BE49-F238E27FC236}">
                <a16:creationId xmlns:a16="http://schemas.microsoft.com/office/drawing/2014/main" id="{0FBDEA71-59F8-7144-8596-CD42E36247A4}"/>
              </a:ext>
            </a:extLst>
          </p:cNvPr>
          <p:cNvGrpSpPr>
            <a:grpSpLocks/>
          </p:cNvGrpSpPr>
          <p:nvPr/>
        </p:nvGrpSpPr>
        <p:grpSpPr bwMode="auto">
          <a:xfrm>
            <a:off x="5883275" y="2711450"/>
            <a:ext cx="352425" cy="763588"/>
            <a:chOff x="3706" y="2149"/>
            <a:chExt cx="222" cy="481"/>
          </a:xfrm>
        </p:grpSpPr>
        <p:sp>
          <p:nvSpPr>
            <p:cNvPr id="106610" name="Freeform 78">
              <a:extLst>
                <a:ext uri="{FF2B5EF4-FFF2-40B4-BE49-F238E27FC236}">
                  <a16:creationId xmlns:a16="http://schemas.microsoft.com/office/drawing/2014/main" id="{B2B196AD-6B99-8144-A8B7-0804F5C001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" y="2149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611" name="Rectangle 79">
              <a:extLst>
                <a:ext uri="{FF2B5EF4-FFF2-40B4-BE49-F238E27FC236}">
                  <a16:creationId xmlns:a16="http://schemas.microsoft.com/office/drawing/2014/main" id="{67AAF194-EABA-7B41-91A3-D285EA2EE9A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619" y="2272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106562" name="Group 80">
            <a:extLst>
              <a:ext uri="{FF2B5EF4-FFF2-40B4-BE49-F238E27FC236}">
                <a16:creationId xmlns:a16="http://schemas.microsoft.com/office/drawing/2014/main" id="{04FA4C42-B33C-894A-8F7B-AAA2C4FF48D3}"/>
              </a:ext>
            </a:extLst>
          </p:cNvPr>
          <p:cNvGrpSpPr>
            <a:grpSpLocks/>
          </p:cNvGrpSpPr>
          <p:nvPr/>
        </p:nvGrpSpPr>
        <p:grpSpPr bwMode="auto">
          <a:xfrm>
            <a:off x="4403725" y="2863850"/>
            <a:ext cx="563563" cy="458788"/>
            <a:chOff x="2774" y="2245"/>
            <a:chExt cx="355" cy="289"/>
          </a:xfrm>
        </p:grpSpPr>
        <p:sp>
          <p:nvSpPr>
            <p:cNvPr id="106606" name="Rectangle 81">
              <a:extLst>
                <a:ext uri="{FF2B5EF4-FFF2-40B4-BE49-F238E27FC236}">
                  <a16:creationId xmlns:a16="http://schemas.microsoft.com/office/drawing/2014/main" id="{ED1136AF-24C5-B046-B3C6-A23F06195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" y="2251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106607" name="Group 82">
              <a:extLst>
                <a:ext uri="{FF2B5EF4-FFF2-40B4-BE49-F238E27FC236}">
                  <a16:creationId xmlns:a16="http://schemas.microsoft.com/office/drawing/2014/main" id="{3CD824A9-E616-0244-A5D6-3A2FA64733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9" y="2245"/>
              <a:ext cx="340" cy="289"/>
              <a:chOff x="2789" y="2245"/>
              <a:chExt cx="340" cy="289"/>
            </a:xfrm>
          </p:grpSpPr>
          <p:sp>
            <p:nvSpPr>
              <p:cNvPr id="106608" name="Freeform 83">
                <a:extLst>
                  <a:ext uri="{FF2B5EF4-FFF2-40B4-BE49-F238E27FC236}">
                    <a16:creationId xmlns:a16="http://schemas.microsoft.com/office/drawing/2014/main" id="{2E008F51-826F-C346-9DCB-02D42D53CA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2245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609" name="Freeform 84">
                <a:extLst>
                  <a:ext uri="{FF2B5EF4-FFF2-40B4-BE49-F238E27FC236}">
                    <a16:creationId xmlns:a16="http://schemas.microsoft.com/office/drawing/2014/main" id="{D774D974-CD8B-FC4B-8C1B-0E6D3A74EA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8" y="2245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06563" name="Rectangle 85">
            <a:extLst>
              <a:ext uri="{FF2B5EF4-FFF2-40B4-BE49-F238E27FC236}">
                <a16:creationId xmlns:a16="http://schemas.microsoft.com/office/drawing/2014/main" id="{3C073E76-3CF7-EC4F-995D-B5960EFBD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2881313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06564" name="Freeform 86">
            <a:extLst>
              <a:ext uri="{FF2B5EF4-FFF2-40B4-BE49-F238E27FC236}">
                <a16:creationId xmlns:a16="http://schemas.microsoft.com/office/drawing/2014/main" id="{57100481-8891-3A40-99E8-E6A025F5C46E}"/>
              </a:ext>
            </a:extLst>
          </p:cNvPr>
          <p:cNvSpPr>
            <a:spLocks/>
          </p:cNvSpPr>
          <p:nvPr/>
        </p:nvSpPr>
        <p:spPr bwMode="auto">
          <a:xfrm>
            <a:off x="5157788" y="2863850"/>
            <a:ext cx="236537" cy="458788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65" name="Line 87">
            <a:extLst>
              <a:ext uri="{FF2B5EF4-FFF2-40B4-BE49-F238E27FC236}">
                <a16:creationId xmlns:a16="http://schemas.microsoft.com/office/drawing/2014/main" id="{688F8D20-BC82-4846-AC2C-01EF88FE73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8875" y="3092450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66" name="Freeform 88">
            <a:extLst>
              <a:ext uri="{FF2B5EF4-FFF2-40B4-BE49-F238E27FC236}">
                <a16:creationId xmlns:a16="http://schemas.microsoft.com/office/drawing/2014/main" id="{06EBE791-D310-C842-B130-FC72756B68EB}"/>
              </a:ext>
            </a:extLst>
          </p:cNvPr>
          <p:cNvSpPr>
            <a:spLocks/>
          </p:cNvSpPr>
          <p:nvPr/>
        </p:nvSpPr>
        <p:spPr bwMode="auto">
          <a:xfrm>
            <a:off x="5073650" y="2940050"/>
            <a:ext cx="76200" cy="153988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67" name="Line 89">
            <a:extLst>
              <a:ext uri="{FF2B5EF4-FFF2-40B4-BE49-F238E27FC236}">
                <a16:creationId xmlns:a16="http://schemas.microsoft.com/office/drawing/2014/main" id="{4A58CDCD-9F69-2842-9C88-059CC13B05E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9275" y="2940050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68" name="Rectangle 90">
            <a:extLst>
              <a:ext uri="{FF2B5EF4-FFF2-40B4-BE49-F238E27FC236}">
                <a16:creationId xmlns:a16="http://schemas.microsoft.com/office/drawing/2014/main" id="{2A77E3C4-AD0E-124B-B674-50E9724B4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0963" y="2873375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106569" name="Group 91">
            <a:extLst>
              <a:ext uri="{FF2B5EF4-FFF2-40B4-BE49-F238E27FC236}">
                <a16:creationId xmlns:a16="http://schemas.microsoft.com/office/drawing/2014/main" id="{6B5B6426-0449-3B49-8CE5-A32061E1E8D2}"/>
              </a:ext>
            </a:extLst>
          </p:cNvPr>
          <p:cNvGrpSpPr>
            <a:grpSpLocks/>
          </p:cNvGrpSpPr>
          <p:nvPr/>
        </p:nvGrpSpPr>
        <p:grpSpPr bwMode="auto">
          <a:xfrm>
            <a:off x="6505575" y="2863850"/>
            <a:ext cx="515938" cy="458788"/>
            <a:chOff x="4098" y="2245"/>
            <a:chExt cx="325" cy="289"/>
          </a:xfrm>
        </p:grpSpPr>
        <p:sp>
          <p:nvSpPr>
            <p:cNvPr id="106604" name="Freeform 92">
              <a:extLst>
                <a:ext uri="{FF2B5EF4-FFF2-40B4-BE49-F238E27FC236}">
                  <a16:creationId xmlns:a16="http://schemas.microsoft.com/office/drawing/2014/main" id="{E4F233DE-1028-874E-85EB-A6853872D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2245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605" name="Freeform 93">
              <a:extLst>
                <a:ext uri="{FF2B5EF4-FFF2-40B4-BE49-F238E27FC236}">
                  <a16:creationId xmlns:a16="http://schemas.microsoft.com/office/drawing/2014/main" id="{3F1213A1-9263-A946-A4A5-2671CF1CD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9" y="2245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570" name="Rectangle 94">
            <a:extLst>
              <a:ext uri="{FF2B5EF4-FFF2-40B4-BE49-F238E27FC236}">
                <a16:creationId xmlns:a16="http://schemas.microsoft.com/office/drawing/2014/main" id="{93AB7F96-3B4B-FE4D-94B9-BD5F211AC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013" y="2873375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106571" name="Group 95">
            <a:extLst>
              <a:ext uri="{FF2B5EF4-FFF2-40B4-BE49-F238E27FC236}">
                <a16:creationId xmlns:a16="http://schemas.microsoft.com/office/drawing/2014/main" id="{8AED63DF-D3B8-FE46-A4A3-6DD287EEAF29}"/>
              </a:ext>
            </a:extLst>
          </p:cNvPr>
          <p:cNvGrpSpPr>
            <a:grpSpLocks/>
          </p:cNvGrpSpPr>
          <p:nvPr/>
        </p:nvGrpSpPr>
        <p:grpSpPr bwMode="auto">
          <a:xfrm>
            <a:off x="7248525" y="2863850"/>
            <a:ext cx="450850" cy="458788"/>
            <a:chOff x="4566" y="2245"/>
            <a:chExt cx="284" cy="289"/>
          </a:xfrm>
        </p:grpSpPr>
        <p:sp>
          <p:nvSpPr>
            <p:cNvPr id="106602" name="Freeform 96">
              <a:extLst>
                <a:ext uri="{FF2B5EF4-FFF2-40B4-BE49-F238E27FC236}">
                  <a16:creationId xmlns:a16="http://schemas.microsoft.com/office/drawing/2014/main" id="{75BFE217-316F-2C45-B489-BED8B527B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6" y="2245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603" name="Freeform 97">
              <a:extLst>
                <a:ext uri="{FF2B5EF4-FFF2-40B4-BE49-F238E27FC236}">
                  <a16:creationId xmlns:a16="http://schemas.microsoft.com/office/drawing/2014/main" id="{E0F49189-8ECA-3448-A141-9C4AB9A30B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7" y="2245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572" name="Line 98">
            <a:extLst>
              <a:ext uri="{FF2B5EF4-FFF2-40B4-BE49-F238E27FC236}">
                <a16:creationId xmlns:a16="http://schemas.microsoft.com/office/drawing/2014/main" id="{4CE447E9-C36C-864A-8AA3-78ACEB6D7AB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8813" y="3092450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73" name="Line 99">
            <a:extLst>
              <a:ext uri="{FF2B5EF4-FFF2-40B4-BE49-F238E27FC236}">
                <a16:creationId xmlns:a16="http://schemas.microsoft.com/office/drawing/2014/main" id="{13F6724E-1A4D-9D4E-B73E-35BA5E6A38F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0463" y="3092450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74" name="Line 100">
            <a:extLst>
              <a:ext uri="{FF2B5EF4-FFF2-40B4-BE49-F238E27FC236}">
                <a16:creationId xmlns:a16="http://schemas.microsoft.com/office/drawing/2014/main" id="{6BD93E29-BC54-E74C-86CA-16B3AB2F8C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9275" y="3244850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75" name="Freeform 101">
            <a:extLst>
              <a:ext uri="{FF2B5EF4-FFF2-40B4-BE49-F238E27FC236}">
                <a16:creationId xmlns:a16="http://schemas.microsoft.com/office/drawing/2014/main" id="{8CC0A069-CBE5-9A47-A613-A63BB6BE0E1C}"/>
              </a:ext>
            </a:extLst>
          </p:cNvPr>
          <p:cNvSpPr>
            <a:spLocks/>
          </p:cNvSpPr>
          <p:nvPr/>
        </p:nvSpPr>
        <p:spPr bwMode="auto">
          <a:xfrm>
            <a:off x="5808663" y="3084513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76" name="Freeform 102">
            <a:extLst>
              <a:ext uri="{FF2B5EF4-FFF2-40B4-BE49-F238E27FC236}">
                <a16:creationId xmlns:a16="http://schemas.microsoft.com/office/drawing/2014/main" id="{7217F149-4F90-0C4E-8531-628DEA9D5439}"/>
              </a:ext>
            </a:extLst>
          </p:cNvPr>
          <p:cNvSpPr>
            <a:spLocks/>
          </p:cNvSpPr>
          <p:nvPr/>
        </p:nvSpPr>
        <p:spPr bwMode="auto">
          <a:xfrm>
            <a:off x="6575425" y="3422650"/>
            <a:ext cx="338138" cy="763588"/>
          </a:xfrm>
          <a:custGeom>
            <a:avLst/>
            <a:gdLst>
              <a:gd name="T0" fmla="*/ 0 w 213"/>
              <a:gd name="T1" fmla="*/ 2147483646 h 481"/>
              <a:gd name="T2" fmla="*/ 2147483646 w 213"/>
              <a:gd name="T3" fmla="*/ 2147483646 h 481"/>
              <a:gd name="T4" fmla="*/ 0 w 213"/>
              <a:gd name="T5" fmla="*/ 2147483646 h 481"/>
              <a:gd name="T6" fmla="*/ 0 w 213"/>
              <a:gd name="T7" fmla="*/ 0 h 481"/>
              <a:gd name="T8" fmla="*/ 2147483646 w 213"/>
              <a:gd name="T9" fmla="*/ 2147483646 h 481"/>
              <a:gd name="T10" fmla="*/ 2147483646 w 213"/>
              <a:gd name="T11" fmla="*/ 2147483646 h 481"/>
              <a:gd name="T12" fmla="*/ 0 w 213"/>
              <a:gd name="T13" fmla="*/ 2147483646 h 481"/>
              <a:gd name="T14" fmla="*/ 0 w 213"/>
              <a:gd name="T15" fmla="*/ 2147483646 h 4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3" h="481">
                <a:moveTo>
                  <a:pt x="0" y="320"/>
                </a:moveTo>
                <a:lnTo>
                  <a:pt x="71" y="240"/>
                </a:lnTo>
                <a:lnTo>
                  <a:pt x="0" y="160"/>
                </a:lnTo>
                <a:lnTo>
                  <a:pt x="0" y="0"/>
                </a:lnTo>
                <a:lnTo>
                  <a:pt x="212" y="160"/>
                </a:lnTo>
                <a:lnTo>
                  <a:pt x="212" y="320"/>
                </a:lnTo>
                <a:lnTo>
                  <a:pt x="0" y="480"/>
                </a:lnTo>
                <a:lnTo>
                  <a:pt x="0" y="32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77" name="Freeform 103">
            <a:extLst>
              <a:ext uri="{FF2B5EF4-FFF2-40B4-BE49-F238E27FC236}">
                <a16:creationId xmlns:a16="http://schemas.microsoft.com/office/drawing/2014/main" id="{00B76519-74E5-964B-9C64-0967432B200D}"/>
              </a:ext>
            </a:extLst>
          </p:cNvPr>
          <p:cNvSpPr>
            <a:spLocks/>
          </p:cNvSpPr>
          <p:nvPr/>
        </p:nvSpPr>
        <p:spPr bwMode="auto">
          <a:xfrm>
            <a:off x="7116763" y="3803650"/>
            <a:ext cx="684212" cy="306388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78" name="Freeform 104">
            <a:extLst>
              <a:ext uri="{FF2B5EF4-FFF2-40B4-BE49-F238E27FC236}">
                <a16:creationId xmlns:a16="http://schemas.microsoft.com/office/drawing/2014/main" id="{FD74F627-196B-4045-AAC6-38B0DE6E5440}"/>
              </a:ext>
            </a:extLst>
          </p:cNvPr>
          <p:cNvSpPr>
            <a:spLocks/>
          </p:cNvSpPr>
          <p:nvPr/>
        </p:nvSpPr>
        <p:spPr bwMode="auto">
          <a:xfrm>
            <a:off x="5105400" y="3575050"/>
            <a:ext cx="269875" cy="458788"/>
          </a:xfrm>
          <a:custGeom>
            <a:avLst/>
            <a:gdLst>
              <a:gd name="T0" fmla="*/ 2147483646 w 170"/>
              <a:gd name="T1" fmla="*/ 0 h 289"/>
              <a:gd name="T2" fmla="*/ 0 w 170"/>
              <a:gd name="T3" fmla="*/ 0 h 289"/>
              <a:gd name="T4" fmla="*/ 0 w 170"/>
              <a:gd name="T5" fmla="*/ 2147483646 h 289"/>
              <a:gd name="T6" fmla="*/ 2147483646 w 170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0" h="289">
                <a:moveTo>
                  <a:pt x="169" y="0"/>
                </a:moveTo>
                <a:lnTo>
                  <a:pt x="0" y="0"/>
                </a:lnTo>
                <a:lnTo>
                  <a:pt x="0" y="288"/>
                </a:lnTo>
                <a:lnTo>
                  <a:pt x="169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79" name="Freeform 105">
            <a:extLst>
              <a:ext uri="{FF2B5EF4-FFF2-40B4-BE49-F238E27FC236}">
                <a16:creationId xmlns:a16="http://schemas.microsoft.com/office/drawing/2014/main" id="{A9B056C2-4298-994D-B3BE-383D6E6E0051}"/>
              </a:ext>
            </a:extLst>
          </p:cNvPr>
          <p:cNvSpPr>
            <a:spLocks/>
          </p:cNvSpPr>
          <p:nvPr/>
        </p:nvSpPr>
        <p:spPr bwMode="auto">
          <a:xfrm>
            <a:off x="5373688" y="3575050"/>
            <a:ext cx="271462" cy="458788"/>
          </a:xfrm>
          <a:custGeom>
            <a:avLst/>
            <a:gdLst>
              <a:gd name="T0" fmla="*/ 0 w 171"/>
              <a:gd name="T1" fmla="*/ 0 h 289"/>
              <a:gd name="T2" fmla="*/ 2147483646 w 171"/>
              <a:gd name="T3" fmla="*/ 0 h 289"/>
              <a:gd name="T4" fmla="*/ 2147483646 w 171"/>
              <a:gd name="T5" fmla="*/ 2147483646 h 289"/>
              <a:gd name="T6" fmla="*/ 0 w 171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1" h="289">
                <a:moveTo>
                  <a:pt x="0" y="0"/>
                </a:moveTo>
                <a:lnTo>
                  <a:pt x="170" y="0"/>
                </a:lnTo>
                <a:lnTo>
                  <a:pt x="170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80" name="Rectangle 106">
            <a:extLst>
              <a:ext uri="{FF2B5EF4-FFF2-40B4-BE49-F238E27FC236}">
                <a16:creationId xmlns:a16="http://schemas.microsoft.com/office/drawing/2014/main" id="{EB20439E-F560-8442-ADAB-2B006B6E8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588" y="3584575"/>
            <a:ext cx="4302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Im</a:t>
            </a:r>
          </a:p>
        </p:txBody>
      </p:sp>
      <p:sp>
        <p:nvSpPr>
          <p:cNvPr id="106581" name="Rectangle 107">
            <a:extLst>
              <a:ext uri="{FF2B5EF4-FFF2-40B4-BE49-F238E27FC236}">
                <a16:creationId xmlns:a16="http://schemas.microsoft.com/office/drawing/2014/main" id="{07FBA133-853D-EA42-8258-872C67637B8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23819" y="3617119"/>
            <a:ext cx="6080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106582" name="Rectangle 108">
            <a:extLst>
              <a:ext uri="{FF2B5EF4-FFF2-40B4-BE49-F238E27FC236}">
                <a16:creationId xmlns:a16="http://schemas.microsoft.com/office/drawing/2014/main" id="{18845C95-B499-8C4B-9171-3749D5E51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838" y="359251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06583" name="Freeform 109">
            <a:extLst>
              <a:ext uri="{FF2B5EF4-FFF2-40B4-BE49-F238E27FC236}">
                <a16:creationId xmlns:a16="http://schemas.microsoft.com/office/drawing/2014/main" id="{D5907F28-258A-DD43-B29F-4EB2A08765B4}"/>
              </a:ext>
            </a:extLst>
          </p:cNvPr>
          <p:cNvSpPr>
            <a:spLocks/>
          </p:cNvSpPr>
          <p:nvPr/>
        </p:nvSpPr>
        <p:spPr bwMode="auto">
          <a:xfrm>
            <a:off x="5835650" y="3575050"/>
            <a:ext cx="236538" cy="458788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84" name="Line 110">
            <a:extLst>
              <a:ext uri="{FF2B5EF4-FFF2-40B4-BE49-F238E27FC236}">
                <a16:creationId xmlns:a16="http://schemas.microsoft.com/office/drawing/2014/main" id="{C0DB00B8-1FFD-0445-B624-4740DE8F2B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6738" y="3803650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85" name="Freeform 111">
            <a:extLst>
              <a:ext uri="{FF2B5EF4-FFF2-40B4-BE49-F238E27FC236}">
                <a16:creationId xmlns:a16="http://schemas.microsoft.com/office/drawing/2014/main" id="{C63BEFA4-1E10-BF4F-81BC-5BBEFDC27D48}"/>
              </a:ext>
            </a:extLst>
          </p:cNvPr>
          <p:cNvSpPr>
            <a:spLocks/>
          </p:cNvSpPr>
          <p:nvPr/>
        </p:nvSpPr>
        <p:spPr bwMode="auto">
          <a:xfrm>
            <a:off x="5751513" y="3651250"/>
            <a:ext cx="76200" cy="153988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86" name="Line 112">
            <a:extLst>
              <a:ext uri="{FF2B5EF4-FFF2-40B4-BE49-F238E27FC236}">
                <a16:creationId xmlns:a16="http://schemas.microsoft.com/office/drawing/2014/main" id="{D193AF54-C271-4D46-821F-5E47B9D441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7138" y="3651250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87" name="Rectangle 113">
            <a:extLst>
              <a:ext uri="{FF2B5EF4-FFF2-40B4-BE49-F238E27FC236}">
                <a16:creationId xmlns:a16="http://schemas.microsoft.com/office/drawing/2014/main" id="{E5D77551-AE32-8041-8B75-C1E30D5A7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8825" y="3584575"/>
            <a:ext cx="4968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sp>
        <p:nvSpPr>
          <p:cNvPr id="106588" name="Freeform 114">
            <a:extLst>
              <a:ext uri="{FF2B5EF4-FFF2-40B4-BE49-F238E27FC236}">
                <a16:creationId xmlns:a16="http://schemas.microsoft.com/office/drawing/2014/main" id="{5EC8C81E-E03E-464B-A87E-9D9D43EED2B5}"/>
              </a:ext>
            </a:extLst>
          </p:cNvPr>
          <p:cNvSpPr>
            <a:spLocks/>
          </p:cNvSpPr>
          <p:nvPr/>
        </p:nvSpPr>
        <p:spPr bwMode="auto">
          <a:xfrm>
            <a:off x="7183438" y="3575050"/>
            <a:ext cx="257175" cy="458788"/>
          </a:xfrm>
          <a:custGeom>
            <a:avLst/>
            <a:gdLst>
              <a:gd name="T0" fmla="*/ 2147483646 w 162"/>
              <a:gd name="T1" fmla="*/ 0 h 289"/>
              <a:gd name="T2" fmla="*/ 0 w 162"/>
              <a:gd name="T3" fmla="*/ 0 h 289"/>
              <a:gd name="T4" fmla="*/ 0 w 162"/>
              <a:gd name="T5" fmla="*/ 2147483646 h 289"/>
              <a:gd name="T6" fmla="*/ 2147483646 w 16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289">
                <a:moveTo>
                  <a:pt x="161" y="0"/>
                </a:moveTo>
                <a:lnTo>
                  <a:pt x="0" y="0"/>
                </a:lnTo>
                <a:lnTo>
                  <a:pt x="0" y="288"/>
                </a:lnTo>
                <a:lnTo>
                  <a:pt x="16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89" name="Freeform 115">
            <a:extLst>
              <a:ext uri="{FF2B5EF4-FFF2-40B4-BE49-F238E27FC236}">
                <a16:creationId xmlns:a16="http://schemas.microsoft.com/office/drawing/2014/main" id="{FC1DC35A-3A02-7C45-9371-9B5DA643979F}"/>
              </a:ext>
            </a:extLst>
          </p:cNvPr>
          <p:cNvSpPr>
            <a:spLocks/>
          </p:cNvSpPr>
          <p:nvPr/>
        </p:nvSpPr>
        <p:spPr bwMode="auto">
          <a:xfrm>
            <a:off x="7439025" y="3575050"/>
            <a:ext cx="260350" cy="458788"/>
          </a:xfrm>
          <a:custGeom>
            <a:avLst/>
            <a:gdLst>
              <a:gd name="T0" fmla="*/ 0 w 164"/>
              <a:gd name="T1" fmla="*/ 0 h 289"/>
              <a:gd name="T2" fmla="*/ 2147483646 w 164"/>
              <a:gd name="T3" fmla="*/ 0 h 289"/>
              <a:gd name="T4" fmla="*/ 2147483646 w 164"/>
              <a:gd name="T5" fmla="*/ 2147483646 h 289"/>
              <a:gd name="T6" fmla="*/ 0 w 164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4" h="289">
                <a:moveTo>
                  <a:pt x="0" y="0"/>
                </a:moveTo>
                <a:lnTo>
                  <a:pt x="163" y="0"/>
                </a:lnTo>
                <a:lnTo>
                  <a:pt x="163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90" name="Rectangle 116">
            <a:extLst>
              <a:ext uri="{FF2B5EF4-FFF2-40B4-BE49-F238E27FC236}">
                <a16:creationId xmlns:a16="http://schemas.microsoft.com/office/drawing/2014/main" id="{47C989B0-2599-CD48-8BBB-0F8D0F60B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9875" y="3584575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06591" name="Freeform 117">
            <a:extLst>
              <a:ext uri="{FF2B5EF4-FFF2-40B4-BE49-F238E27FC236}">
                <a16:creationId xmlns:a16="http://schemas.microsoft.com/office/drawing/2014/main" id="{3D693AAF-3042-4048-A61F-B3A0986311D0}"/>
              </a:ext>
            </a:extLst>
          </p:cNvPr>
          <p:cNvSpPr>
            <a:spLocks/>
          </p:cNvSpPr>
          <p:nvPr/>
        </p:nvSpPr>
        <p:spPr bwMode="auto">
          <a:xfrm>
            <a:off x="7926388" y="3575050"/>
            <a:ext cx="225425" cy="458788"/>
          </a:xfrm>
          <a:custGeom>
            <a:avLst/>
            <a:gdLst>
              <a:gd name="T0" fmla="*/ 2147483646 w 142"/>
              <a:gd name="T1" fmla="*/ 0 h 289"/>
              <a:gd name="T2" fmla="*/ 0 w 142"/>
              <a:gd name="T3" fmla="*/ 0 h 289"/>
              <a:gd name="T4" fmla="*/ 0 w 142"/>
              <a:gd name="T5" fmla="*/ 2147483646 h 289"/>
              <a:gd name="T6" fmla="*/ 2147483646 w 14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2" h="289">
                <a:moveTo>
                  <a:pt x="141" y="0"/>
                </a:moveTo>
                <a:lnTo>
                  <a:pt x="0" y="0"/>
                </a:lnTo>
                <a:lnTo>
                  <a:pt x="0" y="288"/>
                </a:lnTo>
                <a:lnTo>
                  <a:pt x="14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92" name="Freeform 118">
            <a:extLst>
              <a:ext uri="{FF2B5EF4-FFF2-40B4-BE49-F238E27FC236}">
                <a16:creationId xmlns:a16="http://schemas.microsoft.com/office/drawing/2014/main" id="{C36F1A33-17B9-5C42-A45F-1BB7344787B2}"/>
              </a:ext>
            </a:extLst>
          </p:cNvPr>
          <p:cNvSpPr>
            <a:spLocks/>
          </p:cNvSpPr>
          <p:nvPr/>
        </p:nvSpPr>
        <p:spPr bwMode="auto">
          <a:xfrm>
            <a:off x="8150225" y="3575050"/>
            <a:ext cx="227013" cy="458788"/>
          </a:xfrm>
          <a:custGeom>
            <a:avLst/>
            <a:gdLst>
              <a:gd name="T0" fmla="*/ 0 w 143"/>
              <a:gd name="T1" fmla="*/ 0 h 289"/>
              <a:gd name="T2" fmla="*/ 2147483646 w 143"/>
              <a:gd name="T3" fmla="*/ 0 h 289"/>
              <a:gd name="T4" fmla="*/ 2147483646 w 143"/>
              <a:gd name="T5" fmla="*/ 2147483646 h 289"/>
              <a:gd name="T6" fmla="*/ 0 w 143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3" h="289">
                <a:moveTo>
                  <a:pt x="0" y="0"/>
                </a:moveTo>
                <a:lnTo>
                  <a:pt x="142" y="0"/>
                </a:lnTo>
                <a:lnTo>
                  <a:pt x="142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93" name="Line 119">
            <a:extLst>
              <a:ext uri="{FF2B5EF4-FFF2-40B4-BE49-F238E27FC236}">
                <a16:creationId xmlns:a16="http://schemas.microsoft.com/office/drawing/2014/main" id="{641DB1A4-F872-5840-B613-BFBF41AED25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6675" y="3803650"/>
            <a:ext cx="233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94" name="Line 120">
            <a:extLst>
              <a:ext uri="{FF2B5EF4-FFF2-40B4-BE49-F238E27FC236}">
                <a16:creationId xmlns:a16="http://schemas.microsoft.com/office/drawing/2014/main" id="{67463D3B-EEAA-0847-B283-D452316C22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8325" y="3803650"/>
            <a:ext cx="258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95" name="Line 121">
            <a:extLst>
              <a:ext uri="{FF2B5EF4-FFF2-40B4-BE49-F238E27FC236}">
                <a16:creationId xmlns:a16="http://schemas.microsoft.com/office/drawing/2014/main" id="{DBDD9168-EBBF-1745-B812-7932B7C5039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7138" y="3956050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96" name="Freeform 122">
            <a:extLst>
              <a:ext uri="{FF2B5EF4-FFF2-40B4-BE49-F238E27FC236}">
                <a16:creationId xmlns:a16="http://schemas.microsoft.com/office/drawing/2014/main" id="{D1793CA6-37D6-3943-A14D-52E22C957C09}"/>
              </a:ext>
            </a:extLst>
          </p:cNvPr>
          <p:cNvSpPr>
            <a:spLocks/>
          </p:cNvSpPr>
          <p:nvPr/>
        </p:nvSpPr>
        <p:spPr bwMode="auto">
          <a:xfrm>
            <a:off x="6486525" y="3795713"/>
            <a:ext cx="534988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97" name="Line 123">
            <a:extLst>
              <a:ext uri="{FF2B5EF4-FFF2-40B4-BE49-F238E27FC236}">
                <a16:creationId xmlns:a16="http://schemas.microsoft.com/office/drawing/2014/main" id="{CF61E0AF-C2A0-124C-8D2F-0B5973FD1F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37138" y="1674813"/>
            <a:ext cx="749300" cy="600075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98" name="Line 124">
            <a:extLst>
              <a:ext uri="{FF2B5EF4-FFF2-40B4-BE49-F238E27FC236}">
                <a16:creationId xmlns:a16="http://schemas.microsoft.com/office/drawing/2014/main" id="{D44CFFEB-D6B2-CD43-8EBA-E0C825AD0C7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6438" y="1692275"/>
            <a:ext cx="42862" cy="1227138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99" name="Line 125">
            <a:extLst>
              <a:ext uri="{FF2B5EF4-FFF2-40B4-BE49-F238E27FC236}">
                <a16:creationId xmlns:a16="http://schemas.microsoft.com/office/drawing/2014/main" id="{8A9AF73E-CDF6-D141-8BD8-E37B9921DF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0763" y="1725613"/>
            <a:ext cx="3175" cy="1871662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2223" name="Text Box 127">
            <a:extLst>
              <a:ext uri="{FF2B5EF4-FFF2-40B4-BE49-F238E27FC236}">
                <a16:creationId xmlns:a16="http://schemas.microsoft.com/office/drawing/2014/main" id="{1C34D0FC-EBE4-A143-AB91-622168263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" y="5386388"/>
            <a:ext cx="8821738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5000"/>
              </a:spcBef>
            </a:pP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采用“转发”后仅第二条指令 </a:t>
            </a:r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SUB r7,r1,r3 </a:t>
            </a: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不能按时执行！</a:t>
            </a:r>
          </a:p>
          <a:p>
            <a:pPr>
              <a:spcBef>
                <a:spcPct val="25000"/>
              </a:spcBef>
            </a:pPr>
            <a:r>
              <a:rPr lang="zh-CN" altLang="en-US" sz="20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发生“装入</a:t>
            </a:r>
            <a:r>
              <a:rPr lang="en-US" altLang="zh-CN" sz="20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- </a:t>
            </a:r>
            <a:r>
              <a:rPr lang="zh-CN" altLang="en-US" sz="20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使用数据冒险”时，需要对</a:t>
            </a:r>
            <a:r>
              <a:rPr lang="en-US" altLang="zh-CN" sz="20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load</a:t>
            </a:r>
            <a:r>
              <a:rPr lang="zh-CN" altLang="en-US" sz="20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后的指令阻塞一个时钟周期！</a:t>
            </a:r>
          </a:p>
          <a:p>
            <a:pPr>
              <a:spcBef>
                <a:spcPct val="25000"/>
              </a:spcBef>
            </a:pPr>
            <a:r>
              <a:rPr lang="zh-CN" altLang="en-US" sz="2000">
                <a:latin typeface="Arial" panose="020B0604020202020204" pitchFamily="34" charset="0"/>
                <a:ea typeface="黑体" panose="02010609060101010101" pitchFamily="49" charset="-122"/>
              </a:rPr>
              <a:t>数据冒险处理最佳方案：“转发” </a:t>
            </a:r>
            <a:r>
              <a:rPr lang="en-US" altLang="zh-CN" sz="2000">
                <a:latin typeface="Arial" panose="020B0604020202020204" pitchFamily="34" charset="0"/>
                <a:ea typeface="黑体" panose="02010609060101010101" pitchFamily="49" charset="-122"/>
              </a:rPr>
              <a:t>+ “Load-use</a:t>
            </a:r>
            <a:r>
              <a:rPr lang="zh-CN" altLang="en-US" sz="2000">
                <a:latin typeface="Arial" panose="020B0604020202020204" pitchFamily="34" charset="0"/>
                <a:ea typeface="黑体" panose="02010609060101010101" pitchFamily="49" charset="-122"/>
              </a:rPr>
              <a:t>阻塞” </a:t>
            </a:r>
          </a:p>
        </p:txBody>
      </p:sp>
      <p:sp>
        <p:nvSpPr>
          <p:cNvPr id="106601" name="Line 132">
            <a:extLst>
              <a:ext uri="{FF2B5EF4-FFF2-40B4-BE49-F238E27FC236}">
                <a16:creationId xmlns:a16="http://schemas.microsoft.com/office/drawing/2014/main" id="{CB52C6B2-4F10-DC4D-89A1-F28C0913BD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95950" y="2362200"/>
            <a:ext cx="95250" cy="85725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2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2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2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223" grpId="0" build="allAtOnce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46" name="Picture 2">
            <a:extLst>
              <a:ext uri="{FF2B5EF4-FFF2-40B4-BE49-F238E27FC236}">
                <a16:creationId xmlns:a16="http://schemas.microsoft.com/office/drawing/2014/main" id="{52B645D8-0B31-8148-95DC-1FC25C95EF8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3" y="684213"/>
            <a:ext cx="5892800" cy="3467100"/>
          </a:xfrm>
          <a:prstGeom prst="rect">
            <a:avLst/>
          </a:prstGeom>
          <a:solidFill>
            <a:srgbClr val="99CC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8547" name="Rectangle 3">
            <a:extLst>
              <a:ext uri="{FF2B5EF4-FFF2-40B4-BE49-F238E27FC236}">
                <a16:creationId xmlns:a16="http://schemas.microsoft.com/office/drawing/2014/main" id="{CE4AD8C0-87CF-D74D-A52B-16DD9F0267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3888" y="142875"/>
            <a:ext cx="7935912" cy="368300"/>
          </a:xfrm>
          <a:noFill/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RAW</a:t>
            </a:r>
            <a:r>
              <a:rPr lang="zh-CN" altLang="en-US">
                <a:ea typeface="宋体" panose="02010600030101010101" pitchFamily="2" charset="-122"/>
              </a:rPr>
              <a:t>（写后读）数据冒险的“转发”条件</a:t>
            </a:r>
            <a:endParaRPr lang="zh-CN" altLang="en-US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grpSp>
        <p:nvGrpSpPr>
          <p:cNvPr id="320517" name="Group 5">
            <a:extLst>
              <a:ext uri="{FF2B5EF4-FFF2-40B4-BE49-F238E27FC236}">
                <a16:creationId xmlns:a16="http://schemas.microsoft.com/office/drawing/2014/main" id="{E0736E25-84E5-DE4E-B326-62F556BE568B}"/>
              </a:ext>
            </a:extLst>
          </p:cNvPr>
          <p:cNvGrpSpPr>
            <a:grpSpLocks/>
          </p:cNvGrpSpPr>
          <p:nvPr/>
        </p:nvGrpSpPr>
        <p:grpSpPr bwMode="auto">
          <a:xfrm>
            <a:off x="1146175" y="1103313"/>
            <a:ext cx="2436813" cy="2813050"/>
            <a:chOff x="1307" y="1608"/>
            <a:chExt cx="1535" cy="1772"/>
          </a:xfrm>
        </p:grpSpPr>
        <p:sp>
          <p:nvSpPr>
            <p:cNvPr id="108616" name="Line 6">
              <a:extLst>
                <a:ext uri="{FF2B5EF4-FFF2-40B4-BE49-F238E27FC236}">
                  <a16:creationId xmlns:a16="http://schemas.microsoft.com/office/drawing/2014/main" id="{4C30FED5-6545-1549-A65E-FDED359ECC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12" y="2540"/>
              <a:ext cx="1" cy="835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17" name="Line 7">
              <a:extLst>
                <a:ext uri="{FF2B5EF4-FFF2-40B4-BE49-F238E27FC236}">
                  <a16:creationId xmlns:a16="http://schemas.microsoft.com/office/drawing/2014/main" id="{D2723D86-1A62-DA47-956D-A91109F75C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07" y="3379"/>
              <a:ext cx="1513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18" name="Line 8">
              <a:extLst>
                <a:ext uri="{FF2B5EF4-FFF2-40B4-BE49-F238E27FC236}">
                  <a16:creationId xmlns:a16="http://schemas.microsoft.com/office/drawing/2014/main" id="{088B6D81-B67A-E447-B885-6DD9D9C272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12" y="2877"/>
              <a:ext cx="1" cy="503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19" name="Line 9">
              <a:extLst>
                <a:ext uri="{FF2B5EF4-FFF2-40B4-BE49-F238E27FC236}">
                  <a16:creationId xmlns:a16="http://schemas.microsoft.com/office/drawing/2014/main" id="{D358ECA0-86B3-FE4E-9CF2-9DB3161256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8" y="2875"/>
              <a:ext cx="192" cy="1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20" name="Line 10">
              <a:extLst>
                <a:ext uri="{FF2B5EF4-FFF2-40B4-BE49-F238E27FC236}">
                  <a16:creationId xmlns:a16="http://schemas.microsoft.com/office/drawing/2014/main" id="{B1A37D3D-0681-2749-9F40-9A830B0F4C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11" y="1608"/>
              <a:ext cx="0" cy="92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21" name="Line 11">
              <a:extLst>
                <a:ext uri="{FF2B5EF4-FFF2-40B4-BE49-F238E27FC236}">
                  <a16:creationId xmlns:a16="http://schemas.microsoft.com/office/drawing/2014/main" id="{3F2D1438-927F-9B4F-A0E5-933E44A4B3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7" y="1616"/>
              <a:ext cx="1448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22" name="Line 12">
              <a:extLst>
                <a:ext uri="{FF2B5EF4-FFF2-40B4-BE49-F238E27FC236}">
                  <a16:creationId xmlns:a16="http://schemas.microsoft.com/office/drawing/2014/main" id="{B4C113A8-8F61-BF4C-89CF-D14BA1EAE1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7" y="1608"/>
              <a:ext cx="0" cy="541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23" name="Line 13">
              <a:extLst>
                <a:ext uri="{FF2B5EF4-FFF2-40B4-BE49-F238E27FC236}">
                  <a16:creationId xmlns:a16="http://schemas.microsoft.com/office/drawing/2014/main" id="{C780A8EA-23EF-7E40-AAE3-F2927FED07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7" y="2149"/>
              <a:ext cx="94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24" name="Line 14">
              <a:extLst>
                <a:ext uri="{FF2B5EF4-FFF2-40B4-BE49-F238E27FC236}">
                  <a16:creationId xmlns:a16="http://schemas.microsoft.com/office/drawing/2014/main" id="{FB7AD7F8-BB5E-DC4A-89F3-A01FC2E00B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0" y="2541"/>
              <a:ext cx="81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25" name="Oval 15">
              <a:extLst>
                <a:ext uri="{FF2B5EF4-FFF2-40B4-BE49-F238E27FC236}">
                  <a16:creationId xmlns:a16="http://schemas.microsoft.com/office/drawing/2014/main" id="{8DA531CF-08E0-5847-AECA-89B6080E5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6" y="2514"/>
              <a:ext cx="56" cy="54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320528" name="Group 16">
            <a:extLst>
              <a:ext uri="{FF2B5EF4-FFF2-40B4-BE49-F238E27FC236}">
                <a16:creationId xmlns:a16="http://schemas.microsoft.com/office/drawing/2014/main" id="{8EC23CD3-0F8F-134E-96FB-7DF5D6D1CC68}"/>
              </a:ext>
            </a:extLst>
          </p:cNvPr>
          <p:cNvGrpSpPr>
            <a:grpSpLocks/>
          </p:cNvGrpSpPr>
          <p:nvPr/>
        </p:nvGrpSpPr>
        <p:grpSpPr bwMode="auto">
          <a:xfrm>
            <a:off x="1098550" y="950913"/>
            <a:ext cx="5184775" cy="3181350"/>
            <a:chOff x="1277" y="1512"/>
            <a:chExt cx="3266" cy="2004"/>
          </a:xfrm>
        </p:grpSpPr>
        <p:sp>
          <p:nvSpPr>
            <p:cNvPr id="108606" name="Line 17">
              <a:extLst>
                <a:ext uri="{FF2B5EF4-FFF2-40B4-BE49-F238E27FC236}">
                  <a16:creationId xmlns:a16="http://schemas.microsoft.com/office/drawing/2014/main" id="{73F299BD-3F4D-234D-A128-5913302C57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7" y="2780"/>
              <a:ext cx="2" cy="7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07" name="Line 18">
              <a:extLst>
                <a:ext uri="{FF2B5EF4-FFF2-40B4-BE49-F238E27FC236}">
                  <a16:creationId xmlns:a16="http://schemas.microsoft.com/office/drawing/2014/main" id="{3EA94BFD-A790-B444-91A8-D0A7DFDD68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1512"/>
              <a:ext cx="0" cy="127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08" name="Line 19">
              <a:extLst>
                <a:ext uri="{FF2B5EF4-FFF2-40B4-BE49-F238E27FC236}">
                  <a16:creationId xmlns:a16="http://schemas.microsoft.com/office/drawing/2014/main" id="{0DA47DB5-FA45-624E-A6CB-DC692DE969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77" y="1514"/>
              <a:ext cx="3239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09" name="Line 20">
              <a:extLst>
                <a:ext uri="{FF2B5EF4-FFF2-40B4-BE49-F238E27FC236}">
                  <a16:creationId xmlns:a16="http://schemas.microsoft.com/office/drawing/2014/main" id="{AAB37115-B364-0643-8A57-23260202AC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83" y="1521"/>
              <a:ext cx="0" cy="78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10" name="Line 21">
              <a:extLst>
                <a:ext uri="{FF2B5EF4-FFF2-40B4-BE49-F238E27FC236}">
                  <a16:creationId xmlns:a16="http://schemas.microsoft.com/office/drawing/2014/main" id="{FCB77C30-6E24-E74B-9EA7-121B41BF00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7" y="2308"/>
              <a:ext cx="18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11" name="Line 22">
              <a:extLst>
                <a:ext uri="{FF2B5EF4-FFF2-40B4-BE49-F238E27FC236}">
                  <a16:creationId xmlns:a16="http://schemas.microsoft.com/office/drawing/2014/main" id="{134484F5-A16A-C440-8C96-04EA464D08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775"/>
              <a:ext cx="15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12" name="Oval 23">
              <a:extLst>
                <a:ext uri="{FF2B5EF4-FFF2-40B4-BE49-F238E27FC236}">
                  <a16:creationId xmlns:a16="http://schemas.microsoft.com/office/drawing/2014/main" id="{16961268-9659-5C42-A78D-1ACDFD152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754"/>
              <a:ext cx="56" cy="54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8613" name="Line 24">
              <a:extLst>
                <a:ext uri="{FF2B5EF4-FFF2-40B4-BE49-F238E27FC236}">
                  <a16:creationId xmlns:a16="http://schemas.microsoft.com/office/drawing/2014/main" id="{AEE076AB-63C7-E54E-8A39-0166E2E673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09" y="3508"/>
              <a:ext cx="310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14" name="Line 25">
              <a:extLst>
                <a:ext uri="{FF2B5EF4-FFF2-40B4-BE49-F238E27FC236}">
                  <a16:creationId xmlns:a16="http://schemas.microsoft.com/office/drawing/2014/main" id="{42CDABC5-79D4-9847-9F73-DD718496B4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5" y="3024"/>
              <a:ext cx="2" cy="48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15" name="Line 26">
              <a:extLst>
                <a:ext uri="{FF2B5EF4-FFF2-40B4-BE49-F238E27FC236}">
                  <a16:creationId xmlns:a16="http://schemas.microsoft.com/office/drawing/2014/main" id="{9122F590-3012-0349-8B3F-326A1D840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0" y="3026"/>
              <a:ext cx="99" cy="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20539" name="Group 27">
            <a:extLst>
              <a:ext uri="{FF2B5EF4-FFF2-40B4-BE49-F238E27FC236}">
                <a16:creationId xmlns:a16="http://schemas.microsoft.com/office/drawing/2014/main" id="{EF077033-D1E2-A442-A4A8-C1E3B193A299}"/>
              </a:ext>
            </a:extLst>
          </p:cNvPr>
          <p:cNvGrpSpPr>
            <a:grpSpLocks/>
          </p:cNvGrpSpPr>
          <p:nvPr/>
        </p:nvGrpSpPr>
        <p:grpSpPr bwMode="auto">
          <a:xfrm>
            <a:off x="1189038" y="1027113"/>
            <a:ext cx="4984750" cy="2997200"/>
            <a:chOff x="749" y="1335"/>
            <a:chExt cx="3140" cy="1888"/>
          </a:xfrm>
        </p:grpSpPr>
        <p:sp>
          <p:nvSpPr>
            <p:cNvPr id="108593" name="Line 28">
              <a:extLst>
                <a:ext uri="{FF2B5EF4-FFF2-40B4-BE49-F238E27FC236}">
                  <a16:creationId xmlns:a16="http://schemas.microsoft.com/office/drawing/2014/main" id="{92020EDB-4C65-3C4B-B464-0821C5A798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58" y="1335"/>
              <a:ext cx="0" cy="1612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8594" name="Group 29">
              <a:extLst>
                <a:ext uri="{FF2B5EF4-FFF2-40B4-BE49-F238E27FC236}">
                  <a16:creationId xmlns:a16="http://schemas.microsoft.com/office/drawing/2014/main" id="{D776B789-A16D-6140-B718-6C91CB1AE6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9" y="1340"/>
              <a:ext cx="3113" cy="671"/>
              <a:chOff x="749" y="1340"/>
              <a:chExt cx="3113" cy="671"/>
            </a:xfrm>
          </p:grpSpPr>
          <p:grpSp>
            <p:nvGrpSpPr>
              <p:cNvPr id="108602" name="Group 30">
                <a:extLst>
                  <a:ext uri="{FF2B5EF4-FFF2-40B4-BE49-F238E27FC236}">
                    <a16:creationId xmlns:a16="http://schemas.microsoft.com/office/drawing/2014/main" id="{0EF0A696-4EB4-CC4F-AEEF-B940908262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9" y="1340"/>
                <a:ext cx="3113" cy="671"/>
                <a:chOff x="749" y="1340"/>
                <a:chExt cx="3113" cy="671"/>
              </a:xfrm>
            </p:grpSpPr>
            <p:sp>
              <p:nvSpPr>
                <p:cNvPr id="108604" name="Line 31">
                  <a:extLst>
                    <a:ext uri="{FF2B5EF4-FFF2-40B4-BE49-F238E27FC236}">
                      <a16:creationId xmlns:a16="http://schemas.microsoft.com/office/drawing/2014/main" id="{6A5A5FBF-0C90-D74D-8AC5-53BEAECEF0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49" y="1340"/>
                  <a:ext cx="3113" cy="0"/>
                </a:xfrm>
                <a:prstGeom prst="line">
                  <a:avLst/>
                </a:prstGeom>
                <a:noFill/>
                <a:ln w="25400">
                  <a:solidFill>
                    <a:srgbClr val="CC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8605" name="Line 32">
                  <a:extLst>
                    <a:ext uri="{FF2B5EF4-FFF2-40B4-BE49-F238E27FC236}">
                      <a16:creationId xmlns:a16="http://schemas.microsoft.com/office/drawing/2014/main" id="{5BD391BA-57DE-194A-AF96-86DE0F1074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52" y="1341"/>
                  <a:ext cx="0" cy="670"/>
                </a:xfrm>
                <a:prstGeom prst="line">
                  <a:avLst/>
                </a:prstGeom>
                <a:noFill/>
                <a:ln w="25400">
                  <a:solidFill>
                    <a:srgbClr val="CC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8603" name="Line 33">
                <a:extLst>
                  <a:ext uri="{FF2B5EF4-FFF2-40B4-BE49-F238E27FC236}">
                    <a16:creationId xmlns:a16="http://schemas.microsoft.com/office/drawing/2014/main" id="{E8D26697-CBAB-8347-9FC6-4860474DD0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2" y="2005"/>
                <a:ext cx="133" cy="0"/>
              </a:xfrm>
              <a:prstGeom prst="line">
                <a:avLst/>
              </a:prstGeom>
              <a:noFill/>
              <a:ln w="25400">
                <a:solidFill>
                  <a:srgbClr val="CC0000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8595" name="Group 34">
              <a:extLst>
                <a:ext uri="{FF2B5EF4-FFF2-40B4-BE49-F238E27FC236}">
                  <a16:creationId xmlns:a16="http://schemas.microsoft.com/office/drawing/2014/main" id="{AB8AEB62-9018-534C-ADEA-8110160EF7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6" y="2728"/>
              <a:ext cx="3113" cy="495"/>
              <a:chOff x="776" y="2728"/>
              <a:chExt cx="3113" cy="495"/>
            </a:xfrm>
          </p:grpSpPr>
          <p:sp>
            <p:nvSpPr>
              <p:cNvPr id="108596" name="Line 35">
                <a:extLst>
                  <a:ext uri="{FF2B5EF4-FFF2-40B4-BE49-F238E27FC236}">
                    <a16:creationId xmlns:a16="http://schemas.microsoft.com/office/drawing/2014/main" id="{AD6E2C18-DC3D-3441-AACD-731586300D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76" y="3214"/>
                <a:ext cx="3085" cy="0"/>
              </a:xfrm>
              <a:prstGeom prst="line">
                <a:avLst/>
              </a:prstGeom>
              <a:noFill/>
              <a:ln w="2540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597" name="Line 36">
                <a:extLst>
                  <a:ext uri="{FF2B5EF4-FFF2-40B4-BE49-F238E27FC236}">
                    <a16:creationId xmlns:a16="http://schemas.microsoft.com/office/drawing/2014/main" id="{2418CAE1-E01D-5248-82CE-A3E4B8E4B6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2" y="2730"/>
                <a:ext cx="2" cy="479"/>
              </a:xfrm>
              <a:prstGeom prst="line">
                <a:avLst/>
              </a:prstGeom>
              <a:noFill/>
              <a:ln w="2540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598" name="Line 37">
                <a:extLst>
                  <a:ext uri="{FF2B5EF4-FFF2-40B4-BE49-F238E27FC236}">
                    <a16:creationId xmlns:a16="http://schemas.microsoft.com/office/drawing/2014/main" id="{9E427590-E399-6542-AD45-F85AD0C802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0" y="2728"/>
                <a:ext cx="135" cy="1"/>
              </a:xfrm>
              <a:prstGeom prst="line">
                <a:avLst/>
              </a:prstGeom>
              <a:noFill/>
              <a:ln w="25400">
                <a:solidFill>
                  <a:srgbClr val="CC0000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599" name="Line 38">
                <a:extLst>
                  <a:ext uri="{FF2B5EF4-FFF2-40B4-BE49-F238E27FC236}">
                    <a16:creationId xmlns:a16="http://schemas.microsoft.com/office/drawing/2014/main" id="{44F63A6A-4348-8B4A-8224-BA37046788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0" y="2964"/>
                <a:ext cx="63" cy="0"/>
              </a:xfrm>
              <a:prstGeom prst="line">
                <a:avLst/>
              </a:prstGeom>
              <a:noFill/>
              <a:ln w="2540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600" name="Oval 39">
                <a:extLst>
                  <a:ext uri="{FF2B5EF4-FFF2-40B4-BE49-F238E27FC236}">
                    <a16:creationId xmlns:a16="http://schemas.microsoft.com/office/drawing/2014/main" id="{DBBA04FE-B7C0-284F-AE86-B9E9039AD0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3" y="2937"/>
                <a:ext cx="56" cy="54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8601" name="Line 40">
                <a:extLst>
                  <a:ext uri="{FF2B5EF4-FFF2-40B4-BE49-F238E27FC236}">
                    <a16:creationId xmlns:a16="http://schemas.microsoft.com/office/drawing/2014/main" id="{AACC2376-1CDE-C447-8CEE-4346E092C1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64" y="2988"/>
                <a:ext cx="0" cy="235"/>
              </a:xfrm>
              <a:prstGeom prst="line">
                <a:avLst/>
              </a:prstGeom>
              <a:noFill/>
              <a:ln w="2540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20568" name="Line 56">
            <a:extLst>
              <a:ext uri="{FF2B5EF4-FFF2-40B4-BE49-F238E27FC236}">
                <a16:creationId xmlns:a16="http://schemas.microsoft.com/office/drawing/2014/main" id="{B49CB646-F399-5E41-8CD1-A7E8A666A3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0000" y="2578100"/>
            <a:ext cx="54610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0569" name="Line 57">
            <a:extLst>
              <a:ext uri="{FF2B5EF4-FFF2-40B4-BE49-F238E27FC236}">
                <a16:creationId xmlns:a16="http://schemas.microsoft.com/office/drawing/2014/main" id="{E69EA852-E856-014D-9C36-EE8461649E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946400"/>
            <a:ext cx="5461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20570" name="Group 58">
            <a:extLst>
              <a:ext uri="{FF2B5EF4-FFF2-40B4-BE49-F238E27FC236}">
                <a16:creationId xmlns:a16="http://schemas.microsoft.com/office/drawing/2014/main" id="{DA475CA0-F405-C34E-9992-7A21894E052F}"/>
              </a:ext>
            </a:extLst>
          </p:cNvPr>
          <p:cNvGrpSpPr>
            <a:grpSpLocks/>
          </p:cNvGrpSpPr>
          <p:nvPr/>
        </p:nvGrpSpPr>
        <p:grpSpPr bwMode="auto">
          <a:xfrm>
            <a:off x="3479800" y="3556000"/>
            <a:ext cx="2208213" cy="88900"/>
            <a:chOff x="2192" y="2928"/>
            <a:chExt cx="1391" cy="56"/>
          </a:xfrm>
        </p:grpSpPr>
        <p:sp>
          <p:nvSpPr>
            <p:cNvPr id="108591" name="Line 59">
              <a:extLst>
                <a:ext uri="{FF2B5EF4-FFF2-40B4-BE49-F238E27FC236}">
                  <a16:creationId xmlns:a16="http://schemas.microsoft.com/office/drawing/2014/main" id="{10A4FB02-816B-0944-817D-A29F763DA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7" y="2951"/>
              <a:ext cx="1336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592" name="Oval 60">
              <a:extLst>
                <a:ext uri="{FF2B5EF4-FFF2-40B4-BE49-F238E27FC236}">
                  <a16:creationId xmlns:a16="http://schemas.microsoft.com/office/drawing/2014/main" id="{A13D3B41-F54B-D94E-8F75-AA8FACC6E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2" y="2928"/>
              <a:ext cx="56" cy="56"/>
            </a:xfrm>
            <a:prstGeom prst="ellipse">
              <a:avLst/>
            </a:prstGeom>
            <a:solidFill>
              <a:srgbClr val="CC0000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320573" name="Rectangle 61">
            <a:extLst>
              <a:ext uri="{FF2B5EF4-FFF2-40B4-BE49-F238E27FC236}">
                <a16:creationId xmlns:a16="http://schemas.microsoft.com/office/drawing/2014/main" id="{F7773FC2-47BF-ED49-AF57-0A10F9A95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38" y="4186238"/>
            <a:ext cx="4038600" cy="235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后面指令需用</a:t>
            </a:r>
            <a:r>
              <a:rPr lang="en-US" altLang="zh-CN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ALU</a:t>
            </a:r>
            <a:r>
              <a:rPr lang="zh-CN" altLang="en-US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输出结果</a:t>
            </a:r>
          </a:p>
          <a:p>
            <a:pPr>
              <a:lnSpc>
                <a:spcPct val="125000"/>
              </a:lnSpc>
            </a:pPr>
            <a:r>
              <a:rPr lang="en-US" altLang="zh-CN" sz="17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C1: </a:t>
            </a:r>
            <a:r>
              <a:rPr lang="zh-CN" altLang="en-US" sz="17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目寄是后一条指令的源寄</a:t>
            </a:r>
          </a:p>
          <a:p>
            <a:pPr>
              <a:lnSpc>
                <a:spcPct val="125000"/>
              </a:lnSpc>
            </a:pPr>
            <a:r>
              <a:rPr lang="en-US" altLang="zh-CN" sz="17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C2: </a:t>
            </a:r>
            <a:r>
              <a:rPr lang="zh-CN" altLang="en-US" sz="17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目寄是后第二条指令的源寄</a:t>
            </a:r>
          </a:p>
          <a:p>
            <a:pPr>
              <a:lnSpc>
                <a:spcPct val="125000"/>
              </a:lnSpc>
            </a:pPr>
            <a:r>
              <a:rPr lang="en-US" altLang="zh-CN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zh-CN" altLang="en-US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例如：</a:t>
            </a:r>
            <a:r>
              <a:rPr lang="en-US" altLang="zh-CN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R-Type</a:t>
            </a:r>
            <a:r>
              <a:rPr lang="zh-CN" altLang="en-US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后跟</a:t>
            </a:r>
            <a:r>
              <a:rPr lang="en-US" altLang="zh-CN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R- / lw / sw / beq</a:t>
            </a:r>
            <a:r>
              <a:rPr lang="zh-CN" altLang="en-US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等</a:t>
            </a:r>
            <a:r>
              <a:rPr lang="en-US" altLang="zh-CN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后面指令需用从</a:t>
            </a:r>
            <a:r>
              <a:rPr lang="en-US" altLang="zh-CN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DM</a:t>
            </a:r>
            <a:r>
              <a:rPr lang="zh-CN" altLang="en-US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读出的结果</a:t>
            </a:r>
          </a:p>
          <a:p>
            <a:pPr>
              <a:lnSpc>
                <a:spcPct val="125000"/>
              </a:lnSpc>
            </a:pPr>
            <a:r>
              <a:rPr lang="en-US" altLang="zh-CN" sz="17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C3: </a:t>
            </a:r>
            <a:r>
              <a:rPr lang="zh-CN" altLang="en-US" sz="17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目寄是后第二指令的源寄</a:t>
            </a:r>
          </a:p>
          <a:p>
            <a:pPr>
              <a:lnSpc>
                <a:spcPct val="125000"/>
              </a:lnSpc>
            </a:pPr>
            <a:r>
              <a:rPr lang="en-US" altLang="zh-CN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zh-CN" altLang="en-US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例如：</a:t>
            </a:r>
            <a:r>
              <a:rPr lang="en-US" altLang="zh-CN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load</a:t>
            </a:r>
            <a:r>
              <a:rPr lang="zh-CN" altLang="en-US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指令后跟</a:t>
            </a:r>
            <a:r>
              <a:rPr lang="en-US" altLang="zh-CN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R-Type / beq</a:t>
            </a:r>
            <a:r>
              <a:rPr lang="zh-CN" altLang="en-US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等</a:t>
            </a:r>
            <a:r>
              <a:rPr lang="en-US" altLang="zh-CN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20577" name="Rectangle 65">
            <a:extLst>
              <a:ext uri="{FF2B5EF4-FFF2-40B4-BE49-F238E27FC236}">
                <a16:creationId xmlns:a16="http://schemas.microsoft.com/office/drawing/2014/main" id="{24FDC91F-4E7C-F64D-9DA9-6B4048CBA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5900" y="4262438"/>
            <a:ext cx="5080000" cy="1595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1700">
                <a:latin typeface="Arial" panose="020B0604020202020204" pitchFamily="34" charset="0"/>
                <a:ea typeface="黑体" panose="02010609060101010101" pitchFamily="49" charset="-122"/>
              </a:rPr>
              <a:t>用流水段寄存器来表示转发条件（</a:t>
            </a:r>
            <a:r>
              <a:rPr lang="en-US" altLang="zh-CN" sz="1700">
                <a:latin typeface="Arial" panose="020B0604020202020204" pitchFamily="34" charset="0"/>
                <a:ea typeface="黑体" panose="02010609060101010101" pitchFamily="49" charset="-122"/>
              </a:rPr>
              <a:t>C3</a:t>
            </a:r>
            <a:r>
              <a:rPr lang="zh-CN" altLang="en-US" sz="1700">
                <a:latin typeface="Arial" panose="020B0604020202020204" pitchFamily="34" charset="0"/>
                <a:ea typeface="黑体" panose="02010609060101010101" pitchFamily="49" charset="-122"/>
              </a:rPr>
              <a:t>以后考虑）</a:t>
            </a:r>
          </a:p>
          <a:p>
            <a:pPr>
              <a:spcBef>
                <a:spcPct val="20000"/>
              </a:spcBef>
            </a:pPr>
            <a:r>
              <a:rPr lang="en-US" altLang="zh-CN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C1(a): EX/MEM. RegisterRd=ID/EX. RegisterRs</a:t>
            </a:r>
            <a:endParaRPr lang="zh-CN" altLang="en-US" sz="170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Bef>
                <a:spcPct val="20000"/>
              </a:spcBef>
            </a:pPr>
            <a:r>
              <a:rPr lang="en-US" altLang="zh-CN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C1(b): EX/MEM. RegisterRd=ID/EX. RegisterRt</a:t>
            </a:r>
          </a:p>
          <a:p>
            <a:pPr>
              <a:spcBef>
                <a:spcPct val="20000"/>
              </a:spcBef>
            </a:pPr>
            <a:r>
              <a:rPr lang="en-US" altLang="zh-CN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C2(a): MEM/WB. RegisterRd=ID/EX. RegisterRs</a:t>
            </a:r>
          </a:p>
          <a:p>
            <a:pPr>
              <a:spcBef>
                <a:spcPct val="20000"/>
              </a:spcBef>
            </a:pPr>
            <a:r>
              <a:rPr lang="en-US" altLang="zh-CN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C2(b): MEM/WB. RegisterRd=ID/EX. RegisterRt</a:t>
            </a:r>
            <a:endParaRPr lang="zh-CN" altLang="en-US" sz="170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20578" name="Text Box 66">
            <a:extLst>
              <a:ext uri="{FF2B5EF4-FFF2-40B4-BE49-F238E27FC236}">
                <a16:creationId xmlns:a16="http://schemas.microsoft.com/office/drawing/2014/main" id="{65A8E11A-E7C7-0242-BE50-493F223C5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8775" y="5862638"/>
            <a:ext cx="4278313" cy="73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7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这里的</a:t>
            </a:r>
            <a:r>
              <a:rPr lang="en-US" altLang="zh-CN" sz="17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RegisterRd</a:t>
            </a:r>
            <a:r>
              <a:rPr lang="zh-CN" altLang="en-US" sz="17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是指</a:t>
            </a:r>
            <a:r>
              <a:rPr lang="zh-CN" altLang="en-US" sz="17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hlinkClick r:id="" action="ppaction://hlinkshowjump?jump=nextslide"/>
              </a:rPr>
              <a:t>目的寄存器</a:t>
            </a:r>
            <a:endParaRPr lang="zh-CN" altLang="en-US" sz="170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17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实际上是</a:t>
            </a:r>
            <a:r>
              <a:rPr lang="en-US" altLang="zh-CN" sz="17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R-type</a:t>
            </a:r>
            <a:r>
              <a:rPr lang="zh-CN" altLang="en-US" sz="17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的</a:t>
            </a:r>
            <a:r>
              <a:rPr lang="en-US" altLang="zh-CN" sz="17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Rd </a:t>
            </a:r>
            <a:r>
              <a:rPr lang="zh-CN" altLang="en-US" sz="17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或 </a:t>
            </a:r>
            <a:r>
              <a:rPr lang="en-US" altLang="zh-CN" sz="17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I-Type</a:t>
            </a:r>
            <a:r>
              <a:rPr lang="zh-CN" altLang="en-US" sz="17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的</a:t>
            </a:r>
            <a:r>
              <a:rPr lang="en-US" altLang="zh-CN" sz="17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Rt</a:t>
            </a:r>
          </a:p>
        </p:txBody>
      </p:sp>
      <p:grpSp>
        <p:nvGrpSpPr>
          <p:cNvPr id="320580" name="Group 68">
            <a:extLst>
              <a:ext uri="{FF2B5EF4-FFF2-40B4-BE49-F238E27FC236}">
                <a16:creationId xmlns:a16="http://schemas.microsoft.com/office/drawing/2014/main" id="{70008778-548D-8541-87C2-379FBE2A4CFE}"/>
              </a:ext>
            </a:extLst>
          </p:cNvPr>
          <p:cNvGrpSpPr>
            <a:grpSpLocks/>
          </p:cNvGrpSpPr>
          <p:nvPr/>
        </p:nvGrpSpPr>
        <p:grpSpPr bwMode="auto">
          <a:xfrm>
            <a:off x="3540125" y="1079500"/>
            <a:ext cx="1917700" cy="1000125"/>
            <a:chOff x="2230" y="680"/>
            <a:chExt cx="1208" cy="630"/>
          </a:xfrm>
        </p:grpSpPr>
        <p:grpSp>
          <p:nvGrpSpPr>
            <p:cNvPr id="108587" name="Group 41">
              <a:extLst>
                <a:ext uri="{FF2B5EF4-FFF2-40B4-BE49-F238E27FC236}">
                  <a16:creationId xmlns:a16="http://schemas.microsoft.com/office/drawing/2014/main" id="{CD7DA732-4DAA-DD45-96BD-80B62E21A2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30" y="814"/>
              <a:ext cx="1208" cy="496"/>
              <a:chOff x="2222" y="1454"/>
              <a:chExt cx="1208" cy="496"/>
            </a:xfrm>
          </p:grpSpPr>
          <p:sp>
            <p:nvSpPr>
              <p:cNvPr id="108589" name="Text Box 42">
                <a:extLst>
                  <a:ext uri="{FF2B5EF4-FFF2-40B4-BE49-F238E27FC236}">
                    <a16:creationId xmlns:a16="http://schemas.microsoft.com/office/drawing/2014/main" id="{2E1280EF-A628-7E4C-BA8F-E98C0F36F4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3" y="1545"/>
                <a:ext cx="997" cy="40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ori </a:t>
                </a:r>
                <a:r>
                  <a:rPr lang="en-US" altLang="zh-CN">
                    <a:solidFill>
                      <a:srgbClr val="008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r3</a:t>
                </a: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, r2, 100</a:t>
                </a:r>
              </a:p>
              <a:p>
                <a:pPr>
                  <a:spcBef>
                    <a:spcPct val="20000"/>
                  </a:spcBef>
                </a:pP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sub r5, </a:t>
                </a:r>
                <a:r>
                  <a:rPr lang="en-US" altLang="zh-CN">
                    <a:solidFill>
                      <a:srgbClr val="00800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r3</a:t>
                </a: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, r4</a:t>
                </a:r>
              </a:p>
            </p:txBody>
          </p:sp>
          <p:sp>
            <p:nvSpPr>
              <p:cNvPr id="108590" name="Line 43">
                <a:extLst>
                  <a:ext uri="{FF2B5EF4-FFF2-40B4-BE49-F238E27FC236}">
                    <a16:creationId xmlns:a16="http://schemas.microsoft.com/office/drawing/2014/main" id="{418752D2-E4A6-AE4F-A311-A18AE54FC7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222" y="1454"/>
                <a:ext cx="457" cy="74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8588" name="Text Box 67">
              <a:extLst>
                <a:ext uri="{FF2B5EF4-FFF2-40B4-BE49-F238E27FC236}">
                  <a16:creationId xmlns:a16="http://schemas.microsoft.com/office/drawing/2014/main" id="{2D2AF405-48F7-B648-8242-EEF1B20488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2" y="680"/>
              <a:ext cx="5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008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C1</a:t>
              </a:r>
            </a:p>
          </p:txBody>
        </p:sp>
      </p:grpSp>
      <p:grpSp>
        <p:nvGrpSpPr>
          <p:cNvPr id="320582" name="Group 70">
            <a:extLst>
              <a:ext uri="{FF2B5EF4-FFF2-40B4-BE49-F238E27FC236}">
                <a16:creationId xmlns:a16="http://schemas.microsoft.com/office/drawing/2014/main" id="{EFE61200-DE25-B248-8037-B384BDC75857}"/>
              </a:ext>
            </a:extLst>
          </p:cNvPr>
          <p:cNvGrpSpPr>
            <a:grpSpLocks/>
          </p:cNvGrpSpPr>
          <p:nvPr/>
        </p:nvGrpSpPr>
        <p:grpSpPr bwMode="auto">
          <a:xfrm>
            <a:off x="6134100" y="2082800"/>
            <a:ext cx="1930400" cy="1520825"/>
            <a:chOff x="3864" y="1312"/>
            <a:chExt cx="1216" cy="958"/>
          </a:xfrm>
        </p:grpSpPr>
        <p:grpSp>
          <p:nvGrpSpPr>
            <p:cNvPr id="108583" name="Group 44">
              <a:extLst>
                <a:ext uri="{FF2B5EF4-FFF2-40B4-BE49-F238E27FC236}">
                  <a16:creationId xmlns:a16="http://schemas.microsoft.com/office/drawing/2014/main" id="{F27634C1-1071-BA4B-ADA6-AE561C143F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64" y="1471"/>
              <a:ext cx="1216" cy="799"/>
              <a:chOff x="3840" y="2807"/>
              <a:chExt cx="1216" cy="799"/>
            </a:xfrm>
          </p:grpSpPr>
          <p:sp>
            <p:nvSpPr>
              <p:cNvPr id="108585" name="Text Box 45">
                <a:extLst>
                  <a:ext uri="{FF2B5EF4-FFF2-40B4-BE49-F238E27FC236}">
                    <a16:creationId xmlns:a16="http://schemas.microsoft.com/office/drawing/2014/main" id="{30465E74-AEA6-6143-AC58-F7007EBE06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0" y="3016"/>
                <a:ext cx="1016" cy="59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add </a:t>
                </a:r>
                <a:r>
                  <a:rPr lang="en-US" altLang="zh-CN">
                    <a:solidFill>
                      <a:schemeClr val="accen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r3</a:t>
                </a: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, r2, r1</a:t>
                </a:r>
              </a:p>
              <a:p>
                <a:pPr>
                  <a:spcBef>
                    <a:spcPct val="20000"/>
                  </a:spcBef>
                </a:pP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or r6, r2, r1</a:t>
                </a:r>
              </a:p>
              <a:p>
                <a:pPr>
                  <a:spcBef>
                    <a:spcPct val="20000"/>
                  </a:spcBef>
                </a:pP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sub r5, </a:t>
                </a:r>
                <a:r>
                  <a:rPr lang="en-US" altLang="zh-CN">
                    <a:solidFill>
                      <a:schemeClr val="accent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r3</a:t>
                </a: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, r4</a:t>
                </a:r>
              </a:p>
            </p:txBody>
          </p:sp>
          <p:sp>
            <p:nvSpPr>
              <p:cNvPr id="108586" name="Line 46">
                <a:extLst>
                  <a:ext uri="{FF2B5EF4-FFF2-40B4-BE49-F238E27FC236}">
                    <a16:creationId xmlns:a16="http://schemas.microsoft.com/office/drawing/2014/main" id="{CD3B908C-6E76-394C-AC34-1BE686FF2E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40" y="2807"/>
                <a:ext cx="549" cy="165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8584" name="Text Box 69">
              <a:extLst>
                <a:ext uri="{FF2B5EF4-FFF2-40B4-BE49-F238E27FC236}">
                  <a16:creationId xmlns:a16="http://schemas.microsoft.com/office/drawing/2014/main" id="{571E4452-60F2-BA4D-9380-4F755C61EF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4" y="1312"/>
              <a:ext cx="28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C2</a:t>
              </a:r>
            </a:p>
          </p:txBody>
        </p:sp>
      </p:grpSp>
      <p:grpSp>
        <p:nvGrpSpPr>
          <p:cNvPr id="320584" name="Group 72">
            <a:extLst>
              <a:ext uri="{FF2B5EF4-FFF2-40B4-BE49-F238E27FC236}">
                <a16:creationId xmlns:a16="http://schemas.microsoft.com/office/drawing/2014/main" id="{2B9A35FC-A7EA-4E4C-9A6C-0AB904000031}"/>
              </a:ext>
            </a:extLst>
          </p:cNvPr>
          <p:cNvGrpSpPr>
            <a:grpSpLocks/>
          </p:cNvGrpSpPr>
          <p:nvPr/>
        </p:nvGrpSpPr>
        <p:grpSpPr bwMode="auto">
          <a:xfrm>
            <a:off x="6211888" y="787400"/>
            <a:ext cx="2455862" cy="1481138"/>
            <a:chOff x="3913" y="496"/>
            <a:chExt cx="1547" cy="933"/>
          </a:xfrm>
        </p:grpSpPr>
        <p:grpSp>
          <p:nvGrpSpPr>
            <p:cNvPr id="108579" name="Group 47">
              <a:extLst>
                <a:ext uri="{FF2B5EF4-FFF2-40B4-BE49-F238E27FC236}">
                  <a16:creationId xmlns:a16="http://schemas.microsoft.com/office/drawing/2014/main" id="{2E11F39A-CACA-F345-9DD2-C25CA0F4FA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13" y="648"/>
              <a:ext cx="1547" cy="781"/>
              <a:chOff x="3913" y="1472"/>
              <a:chExt cx="1547" cy="781"/>
            </a:xfrm>
          </p:grpSpPr>
          <p:sp>
            <p:nvSpPr>
              <p:cNvPr id="108581" name="Text Box 48">
                <a:extLst>
                  <a:ext uri="{FF2B5EF4-FFF2-40B4-BE49-F238E27FC236}">
                    <a16:creationId xmlns:a16="http://schemas.microsoft.com/office/drawing/2014/main" id="{B39122B2-6FA8-5B47-ADF6-7EAFEBEF2F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63" y="1663"/>
                <a:ext cx="997" cy="590"/>
              </a:xfrm>
              <a:prstGeom prst="rect">
                <a:avLst/>
              </a:prstGeom>
              <a:noFill/>
              <a:ln w="1270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lw </a:t>
                </a:r>
                <a:r>
                  <a:rPr lang="en-US" altLang="zh-CN">
                    <a:solidFill>
                      <a:schemeClr val="accent2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r3</a:t>
                </a: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, 100(r1)</a:t>
                </a:r>
              </a:p>
              <a:p>
                <a:pPr>
                  <a:spcBef>
                    <a:spcPct val="20000"/>
                  </a:spcBef>
                </a:pP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or r6, r2, r1</a:t>
                </a:r>
              </a:p>
              <a:p>
                <a:pPr>
                  <a:spcBef>
                    <a:spcPct val="20000"/>
                  </a:spcBef>
                </a:pP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sub r5, </a:t>
                </a:r>
                <a:r>
                  <a:rPr lang="en-US" altLang="zh-CN">
                    <a:solidFill>
                      <a:schemeClr val="accent2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r3</a:t>
                </a:r>
                <a:r>
                  <a:rPr lang="en-US" altLang="zh-CN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, r4</a:t>
                </a:r>
              </a:p>
            </p:txBody>
          </p:sp>
          <p:sp>
            <p:nvSpPr>
              <p:cNvPr id="108582" name="Line 49">
                <a:extLst>
                  <a:ext uri="{FF2B5EF4-FFF2-40B4-BE49-F238E27FC236}">
                    <a16:creationId xmlns:a16="http://schemas.microsoft.com/office/drawing/2014/main" id="{32C77379-1E0E-2943-8248-772E629367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13" y="1472"/>
                <a:ext cx="805" cy="17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8580" name="Text Box 71">
              <a:extLst>
                <a:ext uri="{FF2B5EF4-FFF2-40B4-BE49-F238E27FC236}">
                  <a16:creationId xmlns:a16="http://schemas.microsoft.com/office/drawing/2014/main" id="{0E52231D-A832-A446-809E-13B9AB9803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0" y="496"/>
              <a:ext cx="30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C3</a:t>
              </a:r>
            </a:p>
          </p:txBody>
        </p:sp>
      </p:grpSp>
      <p:sp>
        <p:nvSpPr>
          <p:cNvPr id="108560" name="Rectangle 73">
            <a:extLst>
              <a:ext uri="{FF2B5EF4-FFF2-40B4-BE49-F238E27FC236}">
                <a16:creationId xmlns:a16="http://schemas.microsoft.com/office/drawing/2014/main" id="{B944EB81-3BC6-C043-B3E5-5158615CE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1133475"/>
            <a:ext cx="330200" cy="26543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8561" name="Rectangle 74">
            <a:extLst>
              <a:ext uri="{FF2B5EF4-FFF2-40B4-BE49-F238E27FC236}">
                <a16:creationId xmlns:a16="http://schemas.microsoft.com/office/drawing/2014/main" id="{B4DCC0C1-AA0F-CF40-B7A9-998891922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6100" y="1171575"/>
            <a:ext cx="330200" cy="26543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8562" name="Rectangle 75">
            <a:extLst>
              <a:ext uri="{FF2B5EF4-FFF2-40B4-BE49-F238E27FC236}">
                <a16:creationId xmlns:a16="http://schemas.microsoft.com/office/drawing/2014/main" id="{9CC2BB1B-B785-AD4B-9409-37114DB9D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9600" y="1158875"/>
            <a:ext cx="330200" cy="26543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108563" name="Group 76">
            <a:extLst>
              <a:ext uri="{FF2B5EF4-FFF2-40B4-BE49-F238E27FC236}">
                <a16:creationId xmlns:a16="http://schemas.microsoft.com/office/drawing/2014/main" id="{10E286AD-E815-8645-A947-EBF2545E9D1C}"/>
              </a:ext>
            </a:extLst>
          </p:cNvPr>
          <p:cNvGrpSpPr>
            <a:grpSpLocks/>
          </p:cNvGrpSpPr>
          <p:nvPr/>
        </p:nvGrpSpPr>
        <p:grpSpPr bwMode="auto">
          <a:xfrm>
            <a:off x="482600" y="482600"/>
            <a:ext cx="5702300" cy="685800"/>
            <a:chOff x="304" y="976"/>
            <a:chExt cx="3592" cy="432"/>
          </a:xfrm>
        </p:grpSpPr>
        <p:sp>
          <p:nvSpPr>
            <p:cNvPr id="108564" name="Oval 77">
              <a:extLst>
                <a:ext uri="{FF2B5EF4-FFF2-40B4-BE49-F238E27FC236}">
                  <a16:creationId xmlns:a16="http://schemas.microsoft.com/office/drawing/2014/main" id="{0F566468-D565-CB4F-9202-65D603B39B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" y="1312"/>
              <a:ext cx="72" cy="7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8565" name="Rectangle 78">
              <a:extLst>
                <a:ext uri="{FF2B5EF4-FFF2-40B4-BE49-F238E27FC236}">
                  <a16:creationId xmlns:a16="http://schemas.microsoft.com/office/drawing/2014/main" id="{E2ADBB12-3367-2046-8203-38FB4B390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" y="1080"/>
              <a:ext cx="248" cy="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8566" name="Rectangle 79">
              <a:extLst>
                <a:ext uri="{FF2B5EF4-FFF2-40B4-BE49-F238E27FC236}">
                  <a16:creationId xmlns:a16="http://schemas.microsoft.com/office/drawing/2014/main" id="{8891604B-DCA5-A04E-8D06-8D46437DE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0" y="1056"/>
              <a:ext cx="312" cy="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8567" name="Rectangle 80">
              <a:extLst>
                <a:ext uri="{FF2B5EF4-FFF2-40B4-BE49-F238E27FC236}">
                  <a16:creationId xmlns:a16="http://schemas.microsoft.com/office/drawing/2014/main" id="{09483FA4-4494-3D4F-AAC4-6E3460C35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4" y="1056"/>
              <a:ext cx="432" cy="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8568" name="Oval 81">
              <a:extLst>
                <a:ext uri="{FF2B5EF4-FFF2-40B4-BE49-F238E27FC236}">
                  <a16:creationId xmlns:a16="http://schemas.microsoft.com/office/drawing/2014/main" id="{21792B17-EF0F-5949-907C-743C0A53C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8" y="1336"/>
              <a:ext cx="72" cy="7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8569" name="Oval 82">
              <a:extLst>
                <a:ext uri="{FF2B5EF4-FFF2-40B4-BE49-F238E27FC236}">
                  <a16:creationId xmlns:a16="http://schemas.microsoft.com/office/drawing/2014/main" id="{F0E46646-3FC1-1F43-BAB6-553366A96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328"/>
              <a:ext cx="72" cy="7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8570" name="Line 83">
              <a:extLst>
                <a:ext uri="{FF2B5EF4-FFF2-40B4-BE49-F238E27FC236}">
                  <a16:creationId xmlns:a16="http://schemas.microsoft.com/office/drawing/2014/main" id="{AC8B8E93-E726-B740-AB09-70FC23D03D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" y="976"/>
              <a:ext cx="0" cy="3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571" name="Line 84">
              <a:extLst>
                <a:ext uri="{FF2B5EF4-FFF2-40B4-BE49-F238E27FC236}">
                  <a16:creationId xmlns:a16="http://schemas.microsoft.com/office/drawing/2014/main" id="{88CBFFB9-8DEB-B849-8376-D914024D9A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0" y="1016"/>
              <a:ext cx="0" cy="3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572" name="Line 85">
              <a:extLst>
                <a:ext uri="{FF2B5EF4-FFF2-40B4-BE49-F238E27FC236}">
                  <a16:creationId xmlns:a16="http://schemas.microsoft.com/office/drawing/2014/main" id="{5A04F531-6D22-044F-8CF9-0755E32307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0" y="1000"/>
              <a:ext cx="0" cy="3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573" name="Text Box 86">
              <a:extLst>
                <a:ext uri="{FF2B5EF4-FFF2-40B4-BE49-F238E27FC236}">
                  <a16:creationId xmlns:a16="http://schemas.microsoft.com/office/drawing/2014/main" id="{5996DD52-7066-634B-BF9F-1EBA75973F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2" y="984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ea typeface="宋体" panose="02010600030101010101" pitchFamily="2" charset="-122"/>
                </a:rPr>
                <a:t>Ex</a:t>
              </a:r>
            </a:p>
          </p:txBody>
        </p:sp>
        <p:sp>
          <p:nvSpPr>
            <p:cNvPr id="108574" name="Text Box 87">
              <a:extLst>
                <a:ext uri="{FF2B5EF4-FFF2-40B4-BE49-F238E27FC236}">
                  <a16:creationId xmlns:a16="http://schemas.microsoft.com/office/drawing/2014/main" id="{9A950C8D-10FA-A24A-B09F-9F26F095A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000"/>
              <a:ext cx="50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ea typeface="宋体" panose="02010600030101010101" pitchFamily="2" charset="-122"/>
                </a:rPr>
                <a:t>Mem</a:t>
              </a:r>
            </a:p>
          </p:txBody>
        </p:sp>
        <p:sp>
          <p:nvSpPr>
            <p:cNvPr id="108575" name="Line 88">
              <a:extLst>
                <a:ext uri="{FF2B5EF4-FFF2-40B4-BE49-F238E27FC236}">
                  <a16:creationId xmlns:a16="http://schemas.microsoft.com/office/drawing/2014/main" id="{982B45BA-0A1C-3C40-858A-9BAA3A45B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" y="1104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576" name="Line 89">
              <a:extLst>
                <a:ext uri="{FF2B5EF4-FFF2-40B4-BE49-F238E27FC236}">
                  <a16:creationId xmlns:a16="http://schemas.microsoft.com/office/drawing/2014/main" id="{479949B6-F069-BB4E-ADE4-5C9FAF7532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0" y="1104"/>
              <a:ext cx="6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577" name="Line 90">
              <a:extLst>
                <a:ext uri="{FF2B5EF4-FFF2-40B4-BE49-F238E27FC236}">
                  <a16:creationId xmlns:a16="http://schemas.microsoft.com/office/drawing/2014/main" id="{F72C8BAA-0CFB-EA46-87CB-70EF38BA41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8" y="1104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578" name="Line 91">
              <a:extLst>
                <a:ext uri="{FF2B5EF4-FFF2-40B4-BE49-F238E27FC236}">
                  <a16:creationId xmlns:a16="http://schemas.microsoft.com/office/drawing/2014/main" id="{102E83C7-58A9-A94B-BFCB-B4E4177E23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0" y="1096"/>
              <a:ext cx="6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0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3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20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320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05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205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205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205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20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6" dur="500"/>
                                        <p:tgtEl>
                                          <p:spTgt spid="320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20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205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205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205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20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20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20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77" grpId="0"/>
      <p:bldP spid="320578" grpId="0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94" name="Group 2">
            <a:extLst>
              <a:ext uri="{FF2B5EF4-FFF2-40B4-BE49-F238E27FC236}">
                <a16:creationId xmlns:a16="http://schemas.microsoft.com/office/drawing/2014/main" id="{E5B6AE30-EBD0-DF48-8220-05B081FD0D1A}"/>
              </a:ext>
            </a:extLst>
          </p:cNvPr>
          <p:cNvGrpSpPr>
            <a:grpSpLocks/>
          </p:cNvGrpSpPr>
          <p:nvPr/>
        </p:nvGrpSpPr>
        <p:grpSpPr bwMode="auto">
          <a:xfrm>
            <a:off x="3176588" y="4233863"/>
            <a:ext cx="5689600" cy="1322387"/>
            <a:chOff x="2000" y="2843"/>
            <a:chExt cx="3584" cy="833"/>
          </a:xfrm>
        </p:grpSpPr>
        <p:sp>
          <p:nvSpPr>
            <p:cNvPr id="110802" name="Line 3">
              <a:extLst>
                <a:ext uri="{FF2B5EF4-FFF2-40B4-BE49-F238E27FC236}">
                  <a16:creationId xmlns:a16="http://schemas.microsoft.com/office/drawing/2014/main" id="{F08E3EF4-E893-AD47-9828-46E05B5DD7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4" y="2844"/>
              <a:ext cx="208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803" name="Line 4">
              <a:extLst>
                <a:ext uri="{FF2B5EF4-FFF2-40B4-BE49-F238E27FC236}">
                  <a16:creationId xmlns:a16="http://schemas.microsoft.com/office/drawing/2014/main" id="{40964B9A-79C7-1B4D-B271-F220B85BB1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4" y="3324"/>
              <a:ext cx="138" cy="9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804" name="Line 5">
              <a:extLst>
                <a:ext uri="{FF2B5EF4-FFF2-40B4-BE49-F238E27FC236}">
                  <a16:creationId xmlns:a16="http://schemas.microsoft.com/office/drawing/2014/main" id="{4842F70C-8C48-2947-B114-D2D177B02F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3340"/>
              <a:ext cx="0" cy="208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805" name="Line 6">
              <a:extLst>
                <a:ext uri="{FF2B5EF4-FFF2-40B4-BE49-F238E27FC236}">
                  <a16:creationId xmlns:a16="http://schemas.microsoft.com/office/drawing/2014/main" id="{31DBBB68-930B-5E4A-B83F-29C748DAF2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0" y="3564"/>
              <a:ext cx="3248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806" name="Line 7">
              <a:extLst>
                <a:ext uri="{FF2B5EF4-FFF2-40B4-BE49-F238E27FC236}">
                  <a16:creationId xmlns:a16="http://schemas.microsoft.com/office/drawing/2014/main" id="{59D1904E-6DBD-6C48-B157-B1B7762B0D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3164"/>
              <a:ext cx="0" cy="416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807" name="Line 8">
              <a:extLst>
                <a:ext uri="{FF2B5EF4-FFF2-40B4-BE49-F238E27FC236}">
                  <a16:creationId xmlns:a16="http://schemas.microsoft.com/office/drawing/2014/main" id="{C163B155-AE3E-C444-82B1-57F2F68910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1" y="3044"/>
              <a:ext cx="98" cy="9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808" name="Line 9">
              <a:extLst>
                <a:ext uri="{FF2B5EF4-FFF2-40B4-BE49-F238E27FC236}">
                  <a16:creationId xmlns:a16="http://schemas.microsoft.com/office/drawing/2014/main" id="{32ED77A6-2FA7-504C-88DC-45A442B4B9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3052"/>
              <a:ext cx="0" cy="59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809" name="Line 10">
              <a:extLst>
                <a:ext uri="{FF2B5EF4-FFF2-40B4-BE49-F238E27FC236}">
                  <a16:creationId xmlns:a16="http://schemas.microsoft.com/office/drawing/2014/main" id="{9A555EDB-CB1E-3843-B7B9-620560F25C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92" y="3660"/>
              <a:ext cx="339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810" name="Line 11">
              <a:extLst>
                <a:ext uri="{FF2B5EF4-FFF2-40B4-BE49-F238E27FC236}">
                  <a16:creationId xmlns:a16="http://schemas.microsoft.com/office/drawing/2014/main" id="{55D700CF-8F6C-E941-8791-D457352CA4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3164"/>
              <a:ext cx="0" cy="51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811" name="Line 12">
              <a:extLst>
                <a:ext uri="{FF2B5EF4-FFF2-40B4-BE49-F238E27FC236}">
                  <a16:creationId xmlns:a16="http://schemas.microsoft.com/office/drawing/2014/main" id="{5383DE4E-3BA9-D04F-96DB-B1EBA622F1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1" y="2843"/>
              <a:ext cx="162" cy="211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0595" name="Rectangle 13">
            <a:extLst>
              <a:ext uri="{FF2B5EF4-FFF2-40B4-BE49-F238E27FC236}">
                <a16:creationId xmlns:a16="http://schemas.microsoft.com/office/drawing/2014/main" id="{EC09E726-E2B4-9742-A7A1-464578188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6335713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指令的回写（</a:t>
            </a:r>
            <a:r>
              <a:rPr lang="en-US" altLang="zh-CN">
                <a:ea typeface="宋体" panose="02010600030101010101" pitchFamily="2" charset="-122"/>
              </a:rPr>
              <a:t>Write Back</a:t>
            </a:r>
            <a:r>
              <a:rPr lang="zh-CN" altLang="en-US">
                <a:ea typeface="宋体" panose="02010600030101010101" pitchFamily="2" charset="-122"/>
              </a:rPr>
              <a:t>）阶段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10596" name="Rectangle 14">
            <a:extLst>
              <a:ext uri="{FF2B5EF4-FFF2-40B4-BE49-F238E27FC236}">
                <a16:creationId xmlns:a16="http://schemas.microsoft.com/office/drawing/2014/main" id="{DA0D7CF6-5CEE-1648-9F69-878B13AD8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975" y="2879725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0597" name="Rectangle 15">
            <a:extLst>
              <a:ext uri="{FF2B5EF4-FFF2-40B4-BE49-F238E27FC236}">
                <a16:creationId xmlns:a16="http://schemas.microsoft.com/office/drawing/2014/main" id="{83C58877-B768-2B4F-9464-ABEDCF9BFA9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008982" y="3050381"/>
            <a:ext cx="6905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IF/ID</a:t>
            </a:r>
            <a:r>
              <a:rPr lang="en-US" altLang="zh-CN"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110598" name="Line 16">
            <a:extLst>
              <a:ext uri="{FF2B5EF4-FFF2-40B4-BE49-F238E27FC236}">
                <a16:creationId xmlns:a16="http://schemas.microsoft.com/office/drawing/2014/main" id="{500BA1A2-A536-E241-882B-9DE66F740A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574925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599" name="Rectangle 17">
            <a:extLst>
              <a:ext uri="{FF2B5EF4-FFF2-40B4-BE49-F238E27FC236}">
                <a16:creationId xmlns:a16="http://schemas.microsoft.com/office/drawing/2014/main" id="{493B8421-54C0-1443-88A7-586350B62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1775" y="2879725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0600" name="Rectangle 18">
            <a:extLst>
              <a:ext uri="{FF2B5EF4-FFF2-40B4-BE49-F238E27FC236}">
                <a16:creationId xmlns:a16="http://schemas.microsoft.com/office/drawing/2014/main" id="{632F6744-2DA5-F94A-9E47-AF061DA9C2A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406775" y="3963988"/>
            <a:ext cx="155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ID/Ex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Register</a:t>
            </a:r>
          </a:p>
        </p:txBody>
      </p:sp>
      <p:sp>
        <p:nvSpPr>
          <p:cNvPr id="110601" name="Rectangle 19">
            <a:extLst>
              <a:ext uri="{FF2B5EF4-FFF2-40B4-BE49-F238E27FC236}">
                <a16:creationId xmlns:a16="http://schemas.microsoft.com/office/drawing/2014/main" id="{49995BA2-77B3-1044-A461-992FBE48C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2879725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0602" name="Rectangle 20">
            <a:extLst>
              <a:ext uri="{FF2B5EF4-FFF2-40B4-BE49-F238E27FC236}">
                <a16:creationId xmlns:a16="http://schemas.microsoft.com/office/drawing/2014/main" id="{35CFF177-C075-D940-877F-10F9BD371B1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03813" y="3962400"/>
            <a:ext cx="18129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Ex/Mem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Register</a:t>
            </a:r>
          </a:p>
        </p:txBody>
      </p:sp>
      <p:sp>
        <p:nvSpPr>
          <p:cNvPr id="110603" name="Rectangle 21">
            <a:extLst>
              <a:ext uri="{FF2B5EF4-FFF2-40B4-BE49-F238E27FC236}">
                <a16:creationId xmlns:a16="http://schemas.microsoft.com/office/drawing/2014/main" id="{FF91A3AD-B192-E346-8035-FCC04528E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5575" y="2879725"/>
            <a:ext cx="288925" cy="2305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0604" name="Rectangle 22">
            <a:extLst>
              <a:ext uri="{FF2B5EF4-FFF2-40B4-BE49-F238E27FC236}">
                <a16:creationId xmlns:a16="http://schemas.microsoft.com/office/drawing/2014/main" id="{0F001856-6A0D-244D-9B90-A1164314833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996907" y="3963194"/>
            <a:ext cx="183673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Mem/Wr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Register</a:t>
            </a:r>
          </a:p>
        </p:txBody>
      </p:sp>
      <p:sp>
        <p:nvSpPr>
          <p:cNvPr id="110605" name="Rectangle 23">
            <a:extLst>
              <a:ext uri="{FF2B5EF4-FFF2-40B4-BE49-F238E27FC236}">
                <a16:creationId xmlns:a16="http://schemas.microsoft.com/office/drawing/2014/main" id="{9CD3CC31-DD59-2C47-8951-1BA9E3039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2879725"/>
            <a:ext cx="288925" cy="1117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0606" name="Rectangle 24">
            <a:extLst>
              <a:ext uri="{FF2B5EF4-FFF2-40B4-BE49-F238E27FC236}">
                <a16:creationId xmlns:a16="http://schemas.microsoft.com/office/drawing/2014/main" id="{E5B04034-730F-2147-BE15-7AD030E7CAB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96106" y="2963069"/>
            <a:ext cx="4619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110607" name="Rectangle 25">
            <a:extLst>
              <a:ext uri="{FF2B5EF4-FFF2-40B4-BE49-F238E27FC236}">
                <a16:creationId xmlns:a16="http://schemas.microsoft.com/office/drawing/2014/main" id="{414A31AF-CE6F-0948-BCF8-83905FB8D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975" y="3336925"/>
            <a:ext cx="593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0608" name="Rectangle 26">
            <a:extLst>
              <a:ext uri="{FF2B5EF4-FFF2-40B4-BE49-F238E27FC236}">
                <a16:creationId xmlns:a16="http://schemas.microsoft.com/office/drawing/2014/main" id="{1FD7BF58-177E-8046-9369-A439F8736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163" y="3344863"/>
            <a:ext cx="68580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Data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110609" name="Rectangle 27">
            <a:extLst>
              <a:ext uri="{FF2B5EF4-FFF2-40B4-BE49-F238E27FC236}">
                <a16:creationId xmlns:a16="http://schemas.microsoft.com/office/drawing/2014/main" id="{D1C54E58-1E0C-E64A-96AA-54DA0CEBE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4110038"/>
            <a:ext cx="4778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WA</a:t>
            </a:r>
          </a:p>
        </p:txBody>
      </p:sp>
      <p:sp>
        <p:nvSpPr>
          <p:cNvPr id="110610" name="Rectangle 28">
            <a:extLst>
              <a:ext uri="{FF2B5EF4-FFF2-40B4-BE49-F238E27FC236}">
                <a16:creationId xmlns:a16="http://schemas.microsoft.com/office/drawing/2014/main" id="{9CF4523C-075D-684A-B338-70E556F86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4338638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110611" name="Rectangle 29">
            <a:extLst>
              <a:ext uri="{FF2B5EF4-FFF2-40B4-BE49-F238E27FC236}">
                <a16:creationId xmlns:a16="http://schemas.microsoft.com/office/drawing/2014/main" id="{F89078BA-63E8-6646-9EBF-0B8E36D68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3881438"/>
            <a:ext cx="43815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110612" name="Rectangle 30">
            <a:extLst>
              <a:ext uri="{FF2B5EF4-FFF2-40B4-BE49-F238E27FC236}">
                <a16:creationId xmlns:a16="http://schemas.microsoft.com/office/drawing/2014/main" id="{6695BC01-159F-CE4B-B0C7-76FDDAF9C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2313" y="3881438"/>
            <a:ext cx="4175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Do</a:t>
            </a:r>
          </a:p>
        </p:txBody>
      </p:sp>
      <p:sp>
        <p:nvSpPr>
          <p:cNvPr id="110613" name="Rectangle 31">
            <a:extLst>
              <a:ext uri="{FF2B5EF4-FFF2-40B4-BE49-F238E27FC236}">
                <a16:creationId xmlns:a16="http://schemas.microsoft.com/office/drawing/2014/main" id="{BB32841F-2809-344C-A556-FBABA0DBE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4775" y="2879725"/>
            <a:ext cx="365125" cy="203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0614" name="Rectangle 32">
            <a:extLst>
              <a:ext uri="{FF2B5EF4-FFF2-40B4-BE49-F238E27FC236}">
                <a16:creationId xmlns:a16="http://schemas.microsoft.com/office/drawing/2014/main" id="{44824853-BDED-0749-BDB4-B08E9ABFDBD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73970" y="3952081"/>
            <a:ext cx="633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IUnit</a:t>
            </a:r>
          </a:p>
        </p:txBody>
      </p:sp>
      <p:sp>
        <p:nvSpPr>
          <p:cNvPr id="110615" name="Rectangle 33">
            <a:extLst>
              <a:ext uri="{FF2B5EF4-FFF2-40B4-BE49-F238E27FC236}">
                <a16:creationId xmlns:a16="http://schemas.microsoft.com/office/drawing/2014/main" id="{664DFE76-15F2-094C-8CFE-7D5D69347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3500438"/>
            <a:ext cx="3095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110616" name="Rectangle 34">
            <a:extLst>
              <a:ext uri="{FF2B5EF4-FFF2-40B4-BE49-F238E27FC236}">
                <a16:creationId xmlns:a16="http://schemas.microsoft.com/office/drawing/2014/main" id="{CE5F55D0-3823-ED49-A489-AEC68B2D2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4643438"/>
            <a:ext cx="2301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110617" name="Rectangle 35">
            <a:extLst>
              <a:ext uri="{FF2B5EF4-FFF2-40B4-BE49-F238E27FC236}">
                <a16:creationId xmlns:a16="http://schemas.microsoft.com/office/drawing/2014/main" id="{A0879BC2-3460-4646-8118-1DD84EA19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1175" y="3413125"/>
            <a:ext cx="593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0618" name="Rectangle 36">
            <a:extLst>
              <a:ext uri="{FF2B5EF4-FFF2-40B4-BE49-F238E27FC236}">
                <a16:creationId xmlns:a16="http://schemas.microsoft.com/office/drawing/2014/main" id="{EACB85E5-7E2E-5445-AB5A-B2789C961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4125913"/>
            <a:ext cx="6778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RFile</a:t>
            </a:r>
          </a:p>
        </p:txBody>
      </p:sp>
      <p:sp>
        <p:nvSpPr>
          <p:cNvPr id="110619" name="Rectangle 37">
            <a:extLst>
              <a:ext uri="{FF2B5EF4-FFF2-40B4-BE49-F238E27FC236}">
                <a16:creationId xmlns:a16="http://schemas.microsoft.com/office/drawing/2014/main" id="{9BE1ACC7-C3F4-B942-ADFF-5111F9D6C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8513" y="4427538"/>
            <a:ext cx="3587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</a:p>
        </p:txBody>
      </p:sp>
      <p:sp>
        <p:nvSpPr>
          <p:cNvPr id="110620" name="Rectangle 38">
            <a:extLst>
              <a:ext uri="{FF2B5EF4-FFF2-40B4-BE49-F238E27FC236}">
                <a16:creationId xmlns:a16="http://schemas.microsoft.com/office/drawing/2014/main" id="{74BA9378-DDDF-2C41-95EE-B05007E9C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713" y="3554413"/>
            <a:ext cx="4079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110621" name="Rectangle 39">
            <a:extLst>
              <a:ext uri="{FF2B5EF4-FFF2-40B4-BE49-F238E27FC236}">
                <a16:creationId xmlns:a16="http://schemas.microsoft.com/office/drawing/2014/main" id="{394C37CE-47C9-0C40-B232-56B0AFBFA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713" y="3884613"/>
            <a:ext cx="4175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110622" name="Rectangle 40">
            <a:extLst>
              <a:ext uri="{FF2B5EF4-FFF2-40B4-BE49-F238E27FC236}">
                <a16:creationId xmlns:a16="http://schemas.microsoft.com/office/drawing/2014/main" id="{08F7B818-CCF1-4F40-A906-C3B33E15C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713" y="4446588"/>
            <a:ext cx="4476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110623" name="Line 41">
            <a:extLst>
              <a:ext uri="{FF2B5EF4-FFF2-40B4-BE49-F238E27FC236}">
                <a16:creationId xmlns:a16="http://schemas.microsoft.com/office/drawing/2014/main" id="{3FAB7BBD-5011-9D4A-AD50-827B06B2553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4632325"/>
            <a:ext cx="0" cy="965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24" name="Rectangle 42">
            <a:extLst>
              <a:ext uri="{FF2B5EF4-FFF2-40B4-BE49-F238E27FC236}">
                <a16:creationId xmlns:a16="http://schemas.microsoft.com/office/drawing/2014/main" id="{094A9B46-9893-D94E-9624-9334FF727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238" y="5475288"/>
            <a:ext cx="10858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MemWr</a:t>
            </a:r>
          </a:p>
        </p:txBody>
      </p:sp>
      <p:sp>
        <p:nvSpPr>
          <p:cNvPr id="110625" name="Rectangle 43">
            <a:extLst>
              <a:ext uri="{FF2B5EF4-FFF2-40B4-BE49-F238E27FC236}">
                <a16:creationId xmlns:a16="http://schemas.microsoft.com/office/drawing/2014/main" id="{C6F2FAB0-1085-3C40-901A-85AF6E28F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0638" y="1741488"/>
            <a:ext cx="1030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ea typeface="宋体" panose="02010600030101010101" pitchFamily="2" charset="-122"/>
              </a:rPr>
              <a:t>RegWr=1</a:t>
            </a:r>
          </a:p>
        </p:txBody>
      </p:sp>
      <p:sp>
        <p:nvSpPr>
          <p:cNvPr id="110626" name="Line 44">
            <a:extLst>
              <a:ext uri="{FF2B5EF4-FFF2-40B4-BE49-F238E27FC236}">
                <a16:creationId xmlns:a16="http://schemas.microsoft.com/office/drawing/2014/main" id="{251BFC03-A7DD-4646-AB0E-1AC009F1AE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4403725"/>
            <a:ext cx="0" cy="1193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27" name="Rectangle 45">
            <a:extLst>
              <a:ext uri="{FF2B5EF4-FFF2-40B4-BE49-F238E27FC236}">
                <a16:creationId xmlns:a16="http://schemas.microsoft.com/office/drawing/2014/main" id="{05674593-16A0-A447-A122-D19E48084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13" y="1724025"/>
            <a:ext cx="7794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ExtOp</a:t>
            </a:r>
          </a:p>
        </p:txBody>
      </p:sp>
      <p:sp>
        <p:nvSpPr>
          <p:cNvPr id="110628" name="Line 46">
            <a:extLst>
              <a:ext uri="{FF2B5EF4-FFF2-40B4-BE49-F238E27FC236}">
                <a16:creationId xmlns:a16="http://schemas.microsoft.com/office/drawing/2014/main" id="{45C16F51-6EFC-0D4B-864E-2FCA5EB59E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4010025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29" name="Rectangle 47">
            <a:extLst>
              <a:ext uri="{FF2B5EF4-FFF2-40B4-BE49-F238E27FC236}">
                <a16:creationId xmlns:a16="http://schemas.microsoft.com/office/drawing/2014/main" id="{007AED57-E0FB-814E-B130-F1D708B6A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3821113"/>
            <a:ext cx="65405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Exec</a:t>
            </a:r>
          </a:p>
          <a:p>
            <a:pPr algn="ctr"/>
            <a:r>
              <a:rPr lang="en-US" altLang="zh-CN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Unit</a:t>
            </a:r>
          </a:p>
        </p:txBody>
      </p:sp>
      <p:sp>
        <p:nvSpPr>
          <p:cNvPr id="110630" name="Rectangle 48">
            <a:extLst>
              <a:ext uri="{FF2B5EF4-FFF2-40B4-BE49-F238E27FC236}">
                <a16:creationId xmlns:a16="http://schemas.microsoft.com/office/drawing/2014/main" id="{E6A35BAF-60D7-8C46-B4D4-46FA02CC9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2879725"/>
            <a:ext cx="584200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0631" name="Rectangle 49">
            <a:extLst>
              <a:ext uri="{FF2B5EF4-FFF2-40B4-BE49-F238E27FC236}">
                <a16:creationId xmlns:a16="http://schemas.microsoft.com/office/drawing/2014/main" id="{1A565D6F-8063-EB46-A12E-75E97F1D4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3402013"/>
            <a:ext cx="6238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110632" name="Rectangle 50">
            <a:extLst>
              <a:ext uri="{FF2B5EF4-FFF2-40B4-BE49-F238E27FC236}">
                <a16:creationId xmlns:a16="http://schemas.microsoft.com/office/drawing/2014/main" id="{BE038B55-E4E0-B142-91EA-3B818AE65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3656013"/>
            <a:ext cx="6238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110633" name="Line 51">
            <a:extLst>
              <a:ext uri="{FF2B5EF4-FFF2-40B4-BE49-F238E27FC236}">
                <a16:creationId xmlns:a16="http://schemas.microsoft.com/office/drawing/2014/main" id="{C3F9FE38-98A4-5749-8F97-2F2BD620B2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041525"/>
            <a:ext cx="0" cy="812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34" name="Rectangle 52">
            <a:extLst>
              <a:ext uri="{FF2B5EF4-FFF2-40B4-BE49-F238E27FC236}">
                <a16:creationId xmlns:a16="http://schemas.microsoft.com/office/drawing/2014/main" id="{CF1395FE-71D5-DB40-BC4B-D5717C8F1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3151188"/>
            <a:ext cx="5476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110635" name="Line 53">
            <a:extLst>
              <a:ext uri="{FF2B5EF4-FFF2-40B4-BE49-F238E27FC236}">
                <a16:creationId xmlns:a16="http://schemas.microsoft.com/office/drawing/2014/main" id="{A873D86F-4553-584E-BDA1-9B5AE77A51B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041525"/>
            <a:ext cx="0" cy="812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36" name="Rectangle 54">
            <a:extLst>
              <a:ext uri="{FF2B5EF4-FFF2-40B4-BE49-F238E27FC236}">
                <a16:creationId xmlns:a16="http://schemas.microsoft.com/office/drawing/2014/main" id="{D50522DD-6A3D-1549-9E8D-3F7924B79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1113" y="1724025"/>
            <a:ext cx="8794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ALUOp</a:t>
            </a:r>
          </a:p>
        </p:txBody>
      </p:sp>
      <p:sp>
        <p:nvSpPr>
          <p:cNvPr id="110637" name="Rectangle 55">
            <a:extLst>
              <a:ext uri="{FF2B5EF4-FFF2-40B4-BE49-F238E27FC236}">
                <a16:creationId xmlns:a16="http://schemas.microsoft.com/office/drawing/2014/main" id="{95D00D50-A6E2-EB45-BF6F-DFE22E778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313" y="5457825"/>
            <a:ext cx="9239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ALUSrc</a:t>
            </a:r>
          </a:p>
        </p:txBody>
      </p:sp>
      <p:sp>
        <p:nvSpPr>
          <p:cNvPr id="110638" name="Line 56">
            <a:extLst>
              <a:ext uri="{FF2B5EF4-FFF2-40B4-BE49-F238E27FC236}">
                <a16:creationId xmlns:a16="http://schemas.microsoft.com/office/drawing/2014/main" id="{CB9725A4-5F03-FD48-8761-59E7650282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0300" y="3552825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39" name="Line 57">
            <a:extLst>
              <a:ext uri="{FF2B5EF4-FFF2-40B4-BE49-F238E27FC236}">
                <a16:creationId xmlns:a16="http://schemas.microsoft.com/office/drawing/2014/main" id="{613E99FD-A3AD-464C-9592-AC0D3B9E5F7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3324225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40" name="Line 58">
            <a:extLst>
              <a:ext uri="{FF2B5EF4-FFF2-40B4-BE49-F238E27FC236}">
                <a16:creationId xmlns:a16="http://schemas.microsoft.com/office/drawing/2014/main" id="{1C84A448-99E5-4646-9FCE-AA8FF54C7D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3857625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41" name="Line 59">
            <a:extLst>
              <a:ext uri="{FF2B5EF4-FFF2-40B4-BE49-F238E27FC236}">
                <a16:creationId xmlns:a16="http://schemas.microsoft.com/office/drawing/2014/main" id="{7AF88179-7154-E744-BFB8-6F57C5A69E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3552825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42" name="Line 60">
            <a:extLst>
              <a:ext uri="{FF2B5EF4-FFF2-40B4-BE49-F238E27FC236}">
                <a16:creationId xmlns:a16="http://schemas.microsoft.com/office/drawing/2014/main" id="{08DC544E-C7A6-984A-A04F-9D5B3268BD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0300" y="3857625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43" name="Line 61">
            <a:extLst>
              <a:ext uri="{FF2B5EF4-FFF2-40B4-BE49-F238E27FC236}">
                <a16:creationId xmlns:a16="http://schemas.microsoft.com/office/drawing/2014/main" id="{2F9F881B-1822-6340-8E26-D99215900B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3705225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44" name="Line 62">
            <a:extLst>
              <a:ext uri="{FF2B5EF4-FFF2-40B4-BE49-F238E27FC236}">
                <a16:creationId xmlns:a16="http://schemas.microsoft.com/office/drawing/2014/main" id="{417F094E-6C57-654A-B406-DC8CD1D4C0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4010025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45" name="Line 63">
            <a:extLst>
              <a:ext uri="{FF2B5EF4-FFF2-40B4-BE49-F238E27FC236}">
                <a16:creationId xmlns:a16="http://schemas.microsoft.com/office/drawing/2014/main" id="{B1FA06A6-57E9-604E-A94E-307ED4EC6B3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4010025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46" name="Line 64">
            <a:extLst>
              <a:ext uri="{FF2B5EF4-FFF2-40B4-BE49-F238E27FC236}">
                <a16:creationId xmlns:a16="http://schemas.microsoft.com/office/drawing/2014/main" id="{DA83ED5B-8193-B947-AA65-CF09AC0998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3870325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47" name="Line 65">
            <a:extLst>
              <a:ext uri="{FF2B5EF4-FFF2-40B4-BE49-F238E27FC236}">
                <a16:creationId xmlns:a16="http://schemas.microsoft.com/office/drawing/2014/main" id="{9C360A1E-68AF-074A-B7E6-BBB51190C7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4543425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48" name="Line 66">
            <a:extLst>
              <a:ext uri="{FF2B5EF4-FFF2-40B4-BE49-F238E27FC236}">
                <a16:creationId xmlns:a16="http://schemas.microsoft.com/office/drawing/2014/main" id="{1881124F-30E7-A54E-86A4-05252D39BBA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4543425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49" name="Line 67">
            <a:extLst>
              <a:ext uri="{FF2B5EF4-FFF2-40B4-BE49-F238E27FC236}">
                <a16:creationId xmlns:a16="http://schemas.microsoft.com/office/drawing/2014/main" id="{ACC5FBB8-A48A-9D40-8BB0-D04AA07EE7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3500" y="4238625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50" name="Line 68">
            <a:extLst>
              <a:ext uri="{FF2B5EF4-FFF2-40B4-BE49-F238E27FC236}">
                <a16:creationId xmlns:a16="http://schemas.microsoft.com/office/drawing/2014/main" id="{75168652-1EB6-B443-96B0-447A7A693E9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4022725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51" name="Line 69">
            <a:extLst>
              <a:ext uri="{FF2B5EF4-FFF2-40B4-BE49-F238E27FC236}">
                <a16:creationId xmlns:a16="http://schemas.microsoft.com/office/drawing/2014/main" id="{E54F7203-C529-CF43-8399-970A3562066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4100" y="4086225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52" name="Line 70">
            <a:extLst>
              <a:ext uri="{FF2B5EF4-FFF2-40B4-BE49-F238E27FC236}">
                <a16:creationId xmlns:a16="http://schemas.microsoft.com/office/drawing/2014/main" id="{B8778562-4851-8D47-AA1F-4477FFF148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3500" y="4695825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0653" name="Group 71">
            <a:extLst>
              <a:ext uri="{FF2B5EF4-FFF2-40B4-BE49-F238E27FC236}">
                <a16:creationId xmlns:a16="http://schemas.microsoft.com/office/drawing/2014/main" id="{F9EC289D-B304-E645-859D-F1D68AFCA290}"/>
              </a:ext>
            </a:extLst>
          </p:cNvPr>
          <p:cNvGrpSpPr>
            <a:grpSpLocks/>
          </p:cNvGrpSpPr>
          <p:nvPr/>
        </p:nvGrpSpPr>
        <p:grpSpPr bwMode="auto">
          <a:xfrm>
            <a:off x="8397875" y="3946525"/>
            <a:ext cx="333375" cy="946150"/>
            <a:chOff x="5290" y="2888"/>
            <a:chExt cx="210" cy="596"/>
          </a:xfrm>
        </p:grpSpPr>
        <p:sp>
          <p:nvSpPr>
            <p:cNvPr id="110795" name="Line 72">
              <a:extLst>
                <a:ext uri="{FF2B5EF4-FFF2-40B4-BE49-F238E27FC236}">
                  <a16:creationId xmlns:a16="http://schemas.microsoft.com/office/drawing/2014/main" id="{E4992FD3-0AD0-C14C-BAD2-EEDB26BEAC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2888"/>
              <a:ext cx="0" cy="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96" name="Line 73">
              <a:extLst>
                <a:ext uri="{FF2B5EF4-FFF2-40B4-BE49-F238E27FC236}">
                  <a16:creationId xmlns:a16="http://schemas.microsoft.com/office/drawing/2014/main" id="{23AE2AA7-AB88-5645-9F1C-92F3C5D5E2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6" y="2888"/>
              <a:ext cx="128" cy="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97" name="Line 74">
              <a:extLst>
                <a:ext uri="{FF2B5EF4-FFF2-40B4-BE49-F238E27FC236}">
                  <a16:creationId xmlns:a16="http://schemas.microsoft.com/office/drawing/2014/main" id="{2174636A-0369-7B4A-AE23-EE63C36558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6" y="3379"/>
              <a:ext cx="128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98" name="Line 75">
              <a:extLst>
                <a:ext uri="{FF2B5EF4-FFF2-40B4-BE49-F238E27FC236}">
                  <a16:creationId xmlns:a16="http://schemas.microsoft.com/office/drawing/2014/main" id="{2D62F5D4-0373-1843-B667-F24F0E7BCD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2940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99" name="Rectangle 76">
              <a:extLst>
                <a:ext uri="{FF2B5EF4-FFF2-40B4-BE49-F238E27FC236}">
                  <a16:creationId xmlns:a16="http://schemas.microsoft.com/office/drawing/2014/main" id="{73E4AFFD-AA0F-5C43-904E-D71FEACE5C4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210" y="3072"/>
              <a:ext cx="37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110800" name="Rectangle 77">
              <a:extLst>
                <a:ext uri="{FF2B5EF4-FFF2-40B4-BE49-F238E27FC236}">
                  <a16:creationId xmlns:a16="http://schemas.microsoft.com/office/drawing/2014/main" id="{B30DF55D-FE6C-7645-97DB-78AB49FDE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2900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10801" name="Rectangle 78">
              <a:extLst>
                <a:ext uri="{FF2B5EF4-FFF2-40B4-BE49-F238E27FC236}">
                  <a16:creationId xmlns:a16="http://schemas.microsoft.com/office/drawing/2014/main" id="{A5672D17-B004-0A4A-AADF-AB8E94AE4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3" y="3294"/>
              <a:ext cx="170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1400" b="0"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110654" name="Line 79">
            <a:extLst>
              <a:ext uri="{FF2B5EF4-FFF2-40B4-BE49-F238E27FC236}">
                <a16:creationId xmlns:a16="http://schemas.microsoft.com/office/drawing/2014/main" id="{2A2AF053-3EA3-3541-9654-F8DABB5FE53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4695825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55" name="Line 80">
            <a:extLst>
              <a:ext uri="{FF2B5EF4-FFF2-40B4-BE49-F238E27FC236}">
                <a16:creationId xmlns:a16="http://schemas.microsoft.com/office/drawing/2014/main" id="{A94B8C78-2654-4D45-B8AC-65DDD16E7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2041525"/>
            <a:ext cx="0" cy="13462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56" name="Line 81">
            <a:extLst>
              <a:ext uri="{FF2B5EF4-FFF2-40B4-BE49-F238E27FC236}">
                <a16:creationId xmlns:a16="http://schemas.microsoft.com/office/drawing/2014/main" id="{BA454408-F2CB-8A42-96A8-61C5D7BD35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3324225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57" name="Line 82">
            <a:extLst>
              <a:ext uri="{FF2B5EF4-FFF2-40B4-BE49-F238E27FC236}">
                <a16:creationId xmlns:a16="http://schemas.microsoft.com/office/drawing/2014/main" id="{846823B1-E53E-9440-8E56-B9CD5EE3A6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5076825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58" name="Line 83">
            <a:extLst>
              <a:ext uri="{FF2B5EF4-FFF2-40B4-BE49-F238E27FC236}">
                <a16:creationId xmlns:a16="http://schemas.microsoft.com/office/drawing/2014/main" id="{F285448A-1352-5443-BAE8-08EBD8101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700" y="4772025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59" name="Line 84">
            <a:extLst>
              <a:ext uri="{FF2B5EF4-FFF2-40B4-BE49-F238E27FC236}">
                <a16:creationId xmlns:a16="http://schemas.microsoft.com/office/drawing/2014/main" id="{83734298-14C0-F54D-9A52-2B4320D538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3019425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60" name="Line 85">
            <a:extLst>
              <a:ext uri="{FF2B5EF4-FFF2-40B4-BE49-F238E27FC236}">
                <a16:creationId xmlns:a16="http://schemas.microsoft.com/office/drawing/2014/main" id="{8E04C02D-47A0-264C-847D-65B5C2EF7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3300" y="4924425"/>
            <a:ext cx="104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61" name="Line 86">
            <a:extLst>
              <a:ext uri="{FF2B5EF4-FFF2-40B4-BE49-F238E27FC236}">
                <a16:creationId xmlns:a16="http://schemas.microsoft.com/office/drawing/2014/main" id="{2C55882B-AF89-BB4D-8538-DA88A55B88F7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860925"/>
            <a:ext cx="0" cy="736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62" name="Rectangle 87">
            <a:extLst>
              <a:ext uri="{FF2B5EF4-FFF2-40B4-BE49-F238E27FC236}">
                <a16:creationId xmlns:a16="http://schemas.microsoft.com/office/drawing/2014/main" id="{C1E0FAFF-B978-E641-8D82-2CE6A1142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7438" y="5475288"/>
            <a:ext cx="15398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1"/>
                </a:solidFill>
                <a:ea typeface="宋体" panose="02010600030101010101" pitchFamily="2" charset="-122"/>
              </a:rPr>
              <a:t>MemtoReg=1/0</a:t>
            </a:r>
            <a:endParaRPr lang="zh-CN" altLang="en-US" u="sng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grpSp>
        <p:nvGrpSpPr>
          <p:cNvPr id="110663" name="Group 88">
            <a:extLst>
              <a:ext uri="{FF2B5EF4-FFF2-40B4-BE49-F238E27FC236}">
                <a16:creationId xmlns:a16="http://schemas.microsoft.com/office/drawing/2014/main" id="{448F8B18-C20F-1A4D-B52F-FFE5E54E927C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4632325"/>
            <a:ext cx="228600" cy="533400"/>
            <a:chOff x="2880" y="3320"/>
            <a:chExt cx="144" cy="336"/>
          </a:xfrm>
        </p:grpSpPr>
        <p:sp>
          <p:nvSpPr>
            <p:cNvPr id="110791" name="Line 89">
              <a:extLst>
                <a:ext uri="{FF2B5EF4-FFF2-40B4-BE49-F238E27FC236}">
                  <a16:creationId xmlns:a16="http://schemas.microsoft.com/office/drawing/2014/main" id="{8AE14766-7CC6-0541-863E-0B71BD11F7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320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92" name="Line 90">
              <a:extLst>
                <a:ext uri="{FF2B5EF4-FFF2-40B4-BE49-F238E27FC236}">
                  <a16:creationId xmlns:a16="http://schemas.microsoft.com/office/drawing/2014/main" id="{A61DF0F8-9A8A-444B-8307-AAEDE85635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8" y="3320"/>
              <a:ext cx="128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93" name="Line 91">
              <a:extLst>
                <a:ext uri="{FF2B5EF4-FFF2-40B4-BE49-F238E27FC236}">
                  <a16:creationId xmlns:a16="http://schemas.microsoft.com/office/drawing/2014/main" id="{CA4C979B-88DA-6C46-B12D-4EBB8F590C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8" y="3599"/>
              <a:ext cx="128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94" name="Line 92">
              <a:extLst>
                <a:ext uri="{FF2B5EF4-FFF2-40B4-BE49-F238E27FC236}">
                  <a16:creationId xmlns:a16="http://schemas.microsoft.com/office/drawing/2014/main" id="{C3235CB9-3D8A-0845-92E6-E5AE1D8CEA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351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0664" name="Rectangle 93">
            <a:extLst>
              <a:ext uri="{FF2B5EF4-FFF2-40B4-BE49-F238E27FC236}">
                <a16:creationId xmlns:a16="http://schemas.microsoft.com/office/drawing/2014/main" id="{8224B479-A7C1-9B4E-BE94-878CAC8FB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48799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0665" name="Rectangle 94">
            <a:extLst>
              <a:ext uri="{FF2B5EF4-FFF2-40B4-BE49-F238E27FC236}">
                <a16:creationId xmlns:a16="http://schemas.microsoft.com/office/drawing/2014/main" id="{A4C4A2BC-9A26-FD4C-B243-9D3641675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45910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0666" name="Line 95">
            <a:extLst>
              <a:ext uri="{FF2B5EF4-FFF2-40B4-BE49-F238E27FC236}">
                <a16:creationId xmlns:a16="http://schemas.microsoft.com/office/drawing/2014/main" id="{53973053-FE1F-F746-ADC1-B69DDE8962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165725"/>
            <a:ext cx="0" cy="4318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67" name="Rectangle 96">
            <a:extLst>
              <a:ext uri="{FF2B5EF4-FFF2-40B4-BE49-F238E27FC236}">
                <a16:creationId xmlns:a16="http://schemas.microsoft.com/office/drawing/2014/main" id="{CD822AE0-6D77-CD43-8E6A-ACF4B5FC9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5475288"/>
            <a:ext cx="8905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110668" name="Rectangle 97">
            <a:extLst>
              <a:ext uri="{FF2B5EF4-FFF2-40B4-BE49-F238E27FC236}">
                <a16:creationId xmlns:a16="http://schemas.microsoft.com/office/drawing/2014/main" id="{CA7A8415-A50E-E44D-A978-BA5CE6B95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4491038"/>
            <a:ext cx="3683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110669" name="Rectangle 98">
            <a:extLst>
              <a:ext uri="{FF2B5EF4-FFF2-40B4-BE49-F238E27FC236}">
                <a16:creationId xmlns:a16="http://schemas.microsoft.com/office/drawing/2014/main" id="{D0801B5A-BBCF-3542-9256-A36A6B41F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4795838"/>
            <a:ext cx="4175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110670" name="Rectangle 99">
            <a:extLst>
              <a:ext uri="{FF2B5EF4-FFF2-40B4-BE49-F238E27FC236}">
                <a16:creationId xmlns:a16="http://schemas.microsoft.com/office/drawing/2014/main" id="{95E8A3E9-A46B-584A-A2A0-EAA8A244C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3043238"/>
            <a:ext cx="5476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Imm</a:t>
            </a:r>
          </a:p>
        </p:txBody>
      </p:sp>
      <p:sp>
        <p:nvSpPr>
          <p:cNvPr id="110671" name="Line 100">
            <a:extLst>
              <a:ext uri="{FF2B5EF4-FFF2-40B4-BE49-F238E27FC236}">
                <a16:creationId xmlns:a16="http://schemas.microsoft.com/office/drawing/2014/main" id="{57C594A5-2884-2140-920D-D4CCA083DFD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8000" y="4772025"/>
            <a:ext cx="40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72" name="Line 101">
            <a:extLst>
              <a:ext uri="{FF2B5EF4-FFF2-40B4-BE49-F238E27FC236}">
                <a16:creationId xmlns:a16="http://schemas.microsoft.com/office/drawing/2014/main" id="{F65CA8E5-0F93-2841-872B-EBA9F82668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7300" y="3019425"/>
            <a:ext cx="149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73" name="Rectangle 102">
            <a:extLst>
              <a:ext uri="{FF2B5EF4-FFF2-40B4-BE49-F238E27FC236}">
                <a16:creationId xmlns:a16="http://schemas.microsoft.com/office/drawing/2014/main" id="{4B6CA235-1ADE-6A4B-A14D-73AF7FE46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2738438"/>
            <a:ext cx="6302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110674" name="Line 103">
            <a:extLst>
              <a:ext uri="{FF2B5EF4-FFF2-40B4-BE49-F238E27FC236}">
                <a16:creationId xmlns:a16="http://schemas.microsoft.com/office/drawing/2014/main" id="{09FCD5DF-C230-5A4E-BEC2-1E8024E06F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3019425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75" name="Rectangle 104">
            <a:extLst>
              <a:ext uri="{FF2B5EF4-FFF2-40B4-BE49-F238E27FC236}">
                <a16:creationId xmlns:a16="http://schemas.microsoft.com/office/drawing/2014/main" id="{876B7F84-21BF-4A4A-BA02-50DEDCF9F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2846388"/>
            <a:ext cx="6302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110676" name="Rectangle 105">
            <a:extLst>
              <a:ext uri="{FF2B5EF4-FFF2-40B4-BE49-F238E27FC236}">
                <a16:creationId xmlns:a16="http://schemas.microsoft.com/office/drawing/2014/main" id="{D21E230D-DD01-D34A-8B97-2EEAF2461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348038"/>
            <a:ext cx="4079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110677" name="Rectangle 106">
            <a:extLst>
              <a:ext uri="{FF2B5EF4-FFF2-40B4-BE49-F238E27FC236}">
                <a16:creationId xmlns:a16="http://schemas.microsoft.com/office/drawing/2014/main" id="{DA2D9D21-679F-6643-A68B-F5100033C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4033838"/>
            <a:ext cx="3683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110678" name="Line 107">
            <a:extLst>
              <a:ext uri="{FF2B5EF4-FFF2-40B4-BE49-F238E27FC236}">
                <a16:creationId xmlns:a16="http://schemas.microsoft.com/office/drawing/2014/main" id="{D973FCA4-9985-F444-AE6A-D4024571DC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3311525"/>
            <a:ext cx="0" cy="177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79" name="Line 108">
            <a:extLst>
              <a:ext uri="{FF2B5EF4-FFF2-40B4-BE49-F238E27FC236}">
                <a16:creationId xmlns:a16="http://schemas.microsoft.com/office/drawing/2014/main" id="{4ED47D7C-ABB9-824D-8FCF-1BD19B2518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5076825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80" name="Line 109">
            <a:extLst>
              <a:ext uri="{FF2B5EF4-FFF2-40B4-BE49-F238E27FC236}">
                <a16:creationId xmlns:a16="http://schemas.microsoft.com/office/drawing/2014/main" id="{F4A01E14-6C88-3243-91F5-F6D103369D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4772025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81" name="Line 110">
            <a:extLst>
              <a:ext uri="{FF2B5EF4-FFF2-40B4-BE49-F238E27FC236}">
                <a16:creationId xmlns:a16="http://schemas.microsoft.com/office/drawing/2014/main" id="{C2EF0EDA-59D7-8D45-8D13-563B2EE6799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4924425"/>
            <a:ext cx="157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82" name="Line 111">
            <a:extLst>
              <a:ext uri="{FF2B5EF4-FFF2-40B4-BE49-F238E27FC236}">
                <a16:creationId xmlns:a16="http://schemas.microsoft.com/office/drawing/2014/main" id="{300947F1-71BA-5544-96F0-ABBB12E1FBF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7300" y="4772025"/>
            <a:ext cx="12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83" name="Line 112">
            <a:extLst>
              <a:ext uri="{FF2B5EF4-FFF2-40B4-BE49-F238E27FC236}">
                <a16:creationId xmlns:a16="http://schemas.microsoft.com/office/drawing/2014/main" id="{05AD3D43-D9AE-1A45-916D-8669A825A4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5300" y="3019425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84" name="Rectangle 113">
            <a:extLst>
              <a:ext uri="{FF2B5EF4-FFF2-40B4-BE49-F238E27FC236}">
                <a16:creationId xmlns:a16="http://schemas.microsoft.com/office/drawing/2014/main" id="{80A93213-9248-184E-B927-4A8BDA37C6A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258094" y="3063081"/>
            <a:ext cx="63023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PC+4</a:t>
            </a:r>
          </a:p>
        </p:txBody>
      </p:sp>
      <p:sp>
        <p:nvSpPr>
          <p:cNvPr id="110685" name="Line 114">
            <a:extLst>
              <a:ext uri="{FF2B5EF4-FFF2-40B4-BE49-F238E27FC236}">
                <a16:creationId xmlns:a16="http://schemas.microsoft.com/office/drawing/2014/main" id="{FB0701DC-AE82-484C-815B-65BD126903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3629025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86" name="Line 115">
            <a:extLst>
              <a:ext uri="{FF2B5EF4-FFF2-40B4-BE49-F238E27FC236}">
                <a16:creationId xmlns:a16="http://schemas.microsoft.com/office/drawing/2014/main" id="{AB401CCD-32A6-594E-B098-B79FDA98056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9100" y="3629025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87" name="Line 116">
            <a:extLst>
              <a:ext uri="{FF2B5EF4-FFF2-40B4-BE49-F238E27FC236}">
                <a16:creationId xmlns:a16="http://schemas.microsoft.com/office/drawing/2014/main" id="{5EFE6A3B-8149-4444-8420-724AD3DC59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3019425"/>
            <a:ext cx="257175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88" name="Line 117">
            <a:extLst>
              <a:ext uri="{FF2B5EF4-FFF2-40B4-BE49-F238E27FC236}">
                <a16:creationId xmlns:a16="http://schemas.microsoft.com/office/drawing/2014/main" id="{7C16E77E-55D3-EF46-A7F7-95A6815407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16700" y="3171825"/>
            <a:ext cx="257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0689" name="Group 118">
            <a:extLst>
              <a:ext uri="{FF2B5EF4-FFF2-40B4-BE49-F238E27FC236}">
                <a16:creationId xmlns:a16="http://schemas.microsoft.com/office/drawing/2014/main" id="{7A820954-EA77-134E-B679-CF1DF5295700}"/>
              </a:ext>
            </a:extLst>
          </p:cNvPr>
          <p:cNvGrpSpPr>
            <a:grpSpLocks/>
          </p:cNvGrpSpPr>
          <p:nvPr/>
        </p:nvGrpSpPr>
        <p:grpSpPr bwMode="auto">
          <a:xfrm>
            <a:off x="6848475" y="2943225"/>
            <a:ext cx="395288" cy="306388"/>
            <a:chOff x="4314" y="2256"/>
            <a:chExt cx="249" cy="193"/>
          </a:xfrm>
        </p:grpSpPr>
        <p:sp>
          <p:nvSpPr>
            <p:cNvPr id="110786" name="Arc 119">
              <a:extLst>
                <a:ext uri="{FF2B5EF4-FFF2-40B4-BE49-F238E27FC236}">
                  <a16:creationId xmlns:a16="http://schemas.microsoft.com/office/drawing/2014/main" id="{0A97B867-BC93-9241-879A-188DA5C5C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6" y="2265"/>
              <a:ext cx="89" cy="88"/>
            </a:xfrm>
            <a:custGeom>
              <a:avLst/>
              <a:gdLst>
                <a:gd name="T0" fmla="*/ 0 w 21845"/>
                <a:gd name="T1" fmla="*/ 0 h 21600"/>
                <a:gd name="T2" fmla="*/ 0 w 21845"/>
                <a:gd name="T3" fmla="*/ 0 h 21600"/>
                <a:gd name="T4" fmla="*/ 0 w 2184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845" h="21600" fill="none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</a:path>
                <a:path w="21845" h="21600" stroke="0" extrusionOk="0">
                  <a:moveTo>
                    <a:pt x="0" y="1"/>
                  </a:moveTo>
                  <a:cubicBezTo>
                    <a:pt x="81" y="0"/>
                    <a:pt x="163" y="-1"/>
                    <a:pt x="245" y="0"/>
                  </a:cubicBezTo>
                  <a:cubicBezTo>
                    <a:pt x="12174" y="0"/>
                    <a:pt x="21845" y="9670"/>
                    <a:pt x="21845" y="21600"/>
                  </a:cubicBezTo>
                  <a:lnTo>
                    <a:pt x="245" y="2160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87" name="Arc 120">
              <a:extLst>
                <a:ext uri="{FF2B5EF4-FFF2-40B4-BE49-F238E27FC236}">
                  <a16:creationId xmlns:a16="http://schemas.microsoft.com/office/drawing/2014/main" id="{EC1DF2B1-CBBE-F14D-9781-304079B149E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75" y="2361"/>
              <a:ext cx="88" cy="88"/>
            </a:xfrm>
            <a:custGeom>
              <a:avLst/>
              <a:gdLst>
                <a:gd name="T0" fmla="*/ 0 w 21600"/>
                <a:gd name="T1" fmla="*/ 0 h 21599"/>
                <a:gd name="T2" fmla="*/ 0 w 21600"/>
                <a:gd name="T3" fmla="*/ 0 h 21599"/>
                <a:gd name="T4" fmla="*/ 0 w 21600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</a:path>
                <a:path w="21600" h="21599" stroke="0" extrusionOk="0">
                  <a:moveTo>
                    <a:pt x="0" y="21598"/>
                  </a:moveTo>
                  <a:cubicBezTo>
                    <a:pt x="0" y="9765"/>
                    <a:pt x="9521" y="134"/>
                    <a:pt x="21355" y="0"/>
                  </a:cubicBezTo>
                  <a:lnTo>
                    <a:pt x="21600" y="21599"/>
                  </a:lnTo>
                  <a:lnTo>
                    <a:pt x="0" y="21598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88" name="Line 121">
              <a:extLst>
                <a:ext uri="{FF2B5EF4-FFF2-40B4-BE49-F238E27FC236}">
                  <a16:creationId xmlns:a16="http://schemas.microsoft.com/office/drawing/2014/main" id="{F9EE0F1D-F5EB-7C4B-BE1D-F4E2F357EB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256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89" name="Line 122">
              <a:extLst>
                <a:ext uri="{FF2B5EF4-FFF2-40B4-BE49-F238E27FC236}">
                  <a16:creationId xmlns:a16="http://schemas.microsoft.com/office/drawing/2014/main" id="{C4611060-D021-E546-A975-448D2A0391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4" y="2448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90" name="Line 123">
              <a:extLst>
                <a:ext uri="{FF2B5EF4-FFF2-40B4-BE49-F238E27FC236}">
                  <a16:creationId xmlns:a16="http://schemas.microsoft.com/office/drawing/2014/main" id="{6EE46B19-AE28-3046-B14F-DFD5692026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2264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0690" name="Rectangle 124">
            <a:extLst>
              <a:ext uri="{FF2B5EF4-FFF2-40B4-BE49-F238E27FC236}">
                <a16:creationId xmlns:a16="http://schemas.microsoft.com/office/drawing/2014/main" id="{4872FBC1-00BE-BF4E-B9A1-CFE8619C8D8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173788" y="3341688"/>
            <a:ext cx="56515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110691" name="Rectangle 125">
            <a:extLst>
              <a:ext uri="{FF2B5EF4-FFF2-40B4-BE49-F238E27FC236}">
                <a16:creationId xmlns:a16="http://schemas.microsoft.com/office/drawing/2014/main" id="{A7FCAA36-B049-5049-826A-0D74426AF80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508750" y="1724025"/>
            <a:ext cx="8794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Branch</a:t>
            </a:r>
          </a:p>
        </p:txBody>
      </p:sp>
      <p:sp>
        <p:nvSpPr>
          <p:cNvPr id="110692" name="Line 126">
            <a:extLst>
              <a:ext uri="{FF2B5EF4-FFF2-40B4-BE49-F238E27FC236}">
                <a16:creationId xmlns:a16="http://schemas.microsoft.com/office/drawing/2014/main" id="{752DC19D-DFC0-514E-A6AF-1214B860C4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3159125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93" name="Line 127">
            <a:extLst>
              <a:ext uri="{FF2B5EF4-FFF2-40B4-BE49-F238E27FC236}">
                <a16:creationId xmlns:a16="http://schemas.microsoft.com/office/drawing/2014/main" id="{FC3B8C24-A3C5-5549-8C57-E02D7419EF1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16700" y="2016125"/>
            <a:ext cx="1588" cy="10033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94" name="Line 128">
            <a:extLst>
              <a:ext uri="{FF2B5EF4-FFF2-40B4-BE49-F238E27FC236}">
                <a16:creationId xmlns:a16="http://schemas.microsoft.com/office/drawing/2014/main" id="{0B9FB8F0-A9D1-774D-A7A7-7AE86116A1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3629025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695" name="Line 129">
            <a:extLst>
              <a:ext uri="{FF2B5EF4-FFF2-40B4-BE49-F238E27FC236}">
                <a16:creationId xmlns:a16="http://schemas.microsoft.com/office/drawing/2014/main" id="{65E037F4-3B2B-E74A-A02E-3DF3BECAEE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3019425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0696" name="Group 130">
            <a:extLst>
              <a:ext uri="{FF2B5EF4-FFF2-40B4-BE49-F238E27FC236}">
                <a16:creationId xmlns:a16="http://schemas.microsoft.com/office/drawing/2014/main" id="{EDE3E328-4B6D-DC45-8100-41C8D11D84C2}"/>
              </a:ext>
            </a:extLst>
          </p:cNvPr>
          <p:cNvGrpSpPr>
            <a:grpSpLocks/>
          </p:cNvGrpSpPr>
          <p:nvPr/>
        </p:nvGrpSpPr>
        <p:grpSpPr bwMode="auto">
          <a:xfrm>
            <a:off x="1092200" y="2346325"/>
            <a:ext cx="254000" cy="533400"/>
            <a:chOff x="688" y="1880"/>
            <a:chExt cx="160" cy="336"/>
          </a:xfrm>
        </p:grpSpPr>
        <p:sp>
          <p:nvSpPr>
            <p:cNvPr id="110782" name="Line 131">
              <a:extLst>
                <a:ext uri="{FF2B5EF4-FFF2-40B4-BE49-F238E27FC236}">
                  <a16:creationId xmlns:a16="http://schemas.microsoft.com/office/drawing/2014/main" id="{B07211CC-04C9-0C41-9CD2-D4F2D1E3DA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" y="1880"/>
              <a:ext cx="0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83" name="Line 132">
              <a:extLst>
                <a:ext uri="{FF2B5EF4-FFF2-40B4-BE49-F238E27FC236}">
                  <a16:creationId xmlns:a16="http://schemas.microsoft.com/office/drawing/2014/main" id="{5683E34B-3C94-B34A-81FE-0A2961D2BF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8" y="1880"/>
              <a:ext cx="160" cy="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84" name="Line 133">
              <a:extLst>
                <a:ext uri="{FF2B5EF4-FFF2-40B4-BE49-F238E27FC236}">
                  <a16:creationId xmlns:a16="http://schemas.microsoft.com/office/drawing/2014/main" id="{69166FAF-444D-DB44-B302-416AC29A3A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8" y="2159"/>
              <a:ext cx="160" cy="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85" name="Line 134">
              <a:extLst>
                <a:ext uri="{FF2B5EF4-FFF2-40B4-BE49-F238E27FC236}">
                  <a16:creationId xmlns:a16="http://schemas.microsoft.com/office/drawing/2014/main" id="{2160945F-2910-784A-828C-A9DD8E0012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6" y="1911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0697" name="Rectangle 135">
            <a:extLst>
              <a:ext uri="{FF2B5EF4-FFF2-40B4-BE49-F238E27FC236}">
                <a16:creationId xmlns:a16="http://schemas.microsoft.com/office/drawing/2014/main" id="{AB1BD401-A13E-704D-AAFE-24705E15AED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03313" y="2365375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0698" name="Rectangle 136">
            <a:extLst>
              <a:ext uri="{FF2B5EF4-FFF2-40B4-BE49-F238E27FC236}">
                <a16:creationId xmlns:a16="http://schemas.microsoft.com/office/drawing/2014/main" id="{DF873D8B-D0BE-CE40-A37D-0CFAC25B02D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103313" y="2533650"/>
            <a:ext cx="2698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4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0699" name="Line 137">
            <a:extLst>
              <a:ext uri="{FF2B5EF4-FFF2-40B4-BE49-F238E27FC236}">
                <a16:creationId xmlns:a16="http://schemas.microsoft.com/office/drawing/2014/main" id="{E04E302C-3D2D-354B-ACC5-E27B8D6363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8100" y="2714625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00" name="Line 138">
            <a:extLst>
              <a:ext uri="{FF2B5EF4-FFF2-40B4-BE49-F238E27FC236}">
                <a16:creationId xmlns:a16="http://schemas.microsoft.com/office/drawing/2014/main" id="{6D724FD2-B902-C247-8B62-6DE51EEB03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2727325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01" name="Oval 139">
            <a:extLst>
              <a:ext uri="{FF2B5EF4-FFF2-40B4-BE49-F238E27FC236}">
                <a16:creationId xmlns:a16="http://schemas.microsoft.com/office/drawing/2014/main" id="{916C27A0-F4F7-384A-A260-DBD22CD35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8700" y="2727325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0702" name="Line 140">
            <a:extLst>
              <a:ext uri="{FF2B5EF4-FFF2-40B4-BE49-F238E27FC236}">
                <a16:creationId xmlns:a16="http://schemas.microsoft.com/office/drawing/2014/main" id="{F0A279DB-8D74-7742-9AC1-EFB3643A4D5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2574925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03" name="Oval 141">
            <a:extLst>
              <a:ext uri="{FF2B5EF4-FFF2-40B4-BE49-F238E27FC236}">
                <a16:creationId xmlns:a16="http://schemas.microsoft.com/office/drawing/2014/main" id="{754ACC29-C6BA-7C4F-8CBE-E2A8A77BE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2727325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0704" name="Line 142">
            <a:extLst>
              <a:ext uri="{FF2B5EF4-FFF2-40B4-BE49-F238E27FC236}">
                <a16:creationId xmlns:a16="http://schemas.microsoft.com/office/drawing/2014/main" id="{A28C8ADC-3A67-B543-8743-72A86FD4AD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2100" y="2486025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05" name="Line 143">
            <a:extLst>
              <a:ext uri="{FF2B5EF4-FFF2-40B4-BE49-F238E27FC236}">
                <a16:creationId xmlns:a16="http://schemas.microsoft.com/office/drawing/2014/main" id="{FB9FD1E3-882D-B347-AA5A-534DD8BED6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500" y="3629025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06" name="Line 144">
            <a:extLst>
              <a:ext uri="{FF2B5EF4-FFF2-40B4-BE49-F238E27FC236}">
                <a16:creationId xmlns:a16="http://schemas.microsoft.com/office/drawing/2014/main" id="{92C0248E-52CD-A44A-BDCA-174D7298F8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498725"/>
            <a:ext cx="0" cy="1117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07" name="Line 145">
            <a:extLst>
              <a:ext uri="{FF2B5EF4-FFF2-40B4-BE49-F238E27FC236}">
                <a16:creationId xmlns:a16="http://schemas.microsoft.com/office/drawing/2014/main" id="{4A4345CA-8391-3949-812C-1935486A87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2700" y="2486025"/>
            <a:ext cx="513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08" name="Line 146">
            <a:extLst>
              <a:ext uri="{FF2B5EF4-FFF2-40B4-BE49-F238E27FC236}">
                <a16:creationId xmlns:a16="http://schemas.microsoft.com/office/drawing/2014/main" id="{0B2DFB97-1A96-FE43-8190-F85DFB98A2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2473325"/>
            <a:ext cx="0" cy="55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09" name="Line 147">
            <a:extLst>
              <a:ext uri="{FF2B5EF4-FFF2-40B4-BE49-F238E27FC236}">
                <a16:creationId xmlns:a16="http://schemas.microsoft.com/office/drawing/2014/main" id="{0645F419-00FB-D848-AE60-011718495D3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1700" y="3095625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10" name="Line 148">
            <a:extLst>
              <a:ext uri="{FF2B5EF4-FFF2-40B4-BE49-F238E27FC236}">
                <a16:creationId xmlns:a16="http://schemas.microsoft.com/office/drawing/2014/main" id="{76DA1024-26CC-F540-B337-45CBE0734B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1900" y="2181225"/>
            <a:ext cx="629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11" name="Line 149">
            <a:extLst>
              <a:ext uri="{FF2B5EF4-FFF2-40B4-BE49-F238E27FC236}">
                <a16:creationId xmlns:a16="http://schemas.microsoft.com/office/drawing/2014/main" id="{EF779B1C-D19E-5F40-9EF1-F510450196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2193925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12" name="Line 150">
            <a:extLst>
              <a:ext uri="{FF2B5EF4-FFF2-40B4-BE49-F238E27FC236}">
                <a16:creationId xmlns:a16="http://schemas.microsoft.com/office/drawing/2014/main" id="{AC4B14F9-5CC8-474B-A374-65C227D2DF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193925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13" name="Line 151">
            <a:extLst>
              <a:ext uri="{FF2B5EF4-FFF2-40B4-BE49-F238E27FC236}">
                <a16:creationId xmlns:a16="http://schemas.microsoft.com/office/drawing/2014/main" id="{0CA491D0-70F9-FD49-8C70-0470183E6E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574925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14" name="Oval 152">
            <a:extLst>
              <a:ext uri="{FF2B5EF4-FFF2-40B4-BE49-F238E27FC236}">
                <a16:creationId xmlns:a16="http://schemas.microsoft.com/office/drawing/2014/main" id="{E9D1FB69-0AA6-3345-A021-8E383FB7A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0" y="2727325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0715" name="Line 153">
            <a:extLst>
              <a:ext uri="{FF2B5EF4-FFF2-40B4-BE49-F238E27FC236}">
                <a16:creationId xmlns:a16="http://schemas.microsoft.com/office/drawing/2014/main" id="{9B54ECC7-F8D0-8740-9112-980E49DA8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2574925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16" name="Oval 154">
            <a:extLst>
              <a:ext uri="{FF2B5EF4-FFF2-40B4-BE49-F238E27FC236}">
                <a16:creationId xmlns:a16="http://schemas.microsoft.com/office/drawing/2014/main" id="{27C75FCD-E4E6-3D42-8E4A-77D23F2CF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6300" y="2727325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0717" name="Line 155">
            <a:extLst>
              <a:ext uri="{FF2B5EF4-FFF2-40B4-BE49-F238E27FC236}">
                <a16:creationId xmlns:a16="http://schemas.microsoft.com/office/drawing/2014/main" id="{A1C710D8-FC61-194D-93D2-CAE4D06A6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2574925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18" name="Oval 156">
            <a:extLst>
              <a:ext uri="{FF2B5EF4-FFF2-40B4-BE49-F238E27FC236}">
                <a16:creationId xmlns:a16="http://schemas.microsoft.com/office/drawing/2014/main" id="{E78B872B-A806-5444-AB31-4172D7690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300" y="2727325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0719" name="Line 157">
            <a:extLst>
              <a:ext uri="{FF2B5EF4-FFF2-40B4-BE49-F238E27FC236}">
                <a16:creationId xmlns:a16="http://schemas.microsoft.com/office/drawing/2014/main" id="{1E3A8E56-08CC-9A4C-AAA7-F0E56C1076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1406525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20" name="Line 158">
            <a:extLst>
              <a:ext uri="{FF2B5EF4-FFF2-40B4-BE49-F238E27FC236}">
                <a16:creationId xmlns:a16="http://schemas.microsoft.com/office/drawing/2014/main" id="{6E68A670-5312-6A40-8EF8-1E18AA19E8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1406525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21" name="Line 159">
            <a:extLst>
              <a:ext uri="{FF2B5EF4-FFF2-40B4-BE49-F238E27FC236}">
                <a16:creationId xmlns:a16="http://schemas.microsoft.com/office/drawing/2014/main" id="{CFBBB21B-BA04-B646-97CA-39FFC8FFEF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1406525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22" name="Line 160">
            <a:extLst>
              <a:ext uri="{FF2B5EF4-FFF2-40B4-BE49-F238E27FC236}">
                <a16:creationId xmlns:a16="http://schemas.microsoft.com/office/drawing/2014/main" id="{E0094355-A839-2346-8BF1-633DB749D5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1406525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23" name="Line 161">
            <a:extLst>
              <a:ext uri="{FF2B5EF4-FFF2-40B4-BE49-F238E27FC236}">
                <a16:creationId xmlns:a16="http://schemas.microsoft.com/office/drawing/2014/main" id="{59E3873A-184A-8C4F-ACA2-50DC5C58EA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1406525"/>
            <a:ext cx="0" cy="1016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24" name="Line 162">
            <a:extLst>
              <a:ext uri="{FF2B5EF4-FFF2-40B4-BE49-F238E27FC236}">
                <a16:creationId xmlns:a16="http://schemas.microsoft.com/office/drawing/2014/main" id="{14D91079-9281-EF41-AB32-A1FF199E980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898525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25" name="Line 163">
            <a:extLst>
              <a:ext uri="{FF2B5EF4-FFF2-40B4-BE49-F238E27FC236}">
                <a16:creationId xmlns:a16="http://schemas.microsoft.com/office/drawing/2014/main" id="{A859ED7E-9473-0E4B-A617-52E2BB9E796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898525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26" name="Line 164">
            <a:extLst>
              <a:ext uri="{FF2B5EF4-FFF2-40B4-BE49-F238E27FC236}">
                <a16:creationId xmlns:a16="http://schemas.microsoft.com/office/drawing/2014/main" id="{1EC707AD-4C79-9143-B756-3273200AA4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898525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27" name="Line 165">
            <a:extLst>
              <a:ext uri="{FF2B5EF4-FFF2-40B4-BE49-F238E27FC236}">
                <a16:creationId xmlns:a16="http://schemas.microsoft.com/office/drawing/2014/main" id="{AAB46AAC-AB6C-1149-BD97-F317CC19CCB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898525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28" name="Line 166">
            <a:extLst>
              <a:ext uri="{FF2B5EF4-FFF2-40B4-BE49-F238E27FC236}">
                <a16:creationId xmlns:a16="http://schemas.microsoft.com/office/drawing/2014/main" id="{CFC85C4D-3630-5245-8FBC-4002937F9D7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898525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29" name="Line 167">
            <a:extLst>
              <a:ext uri="{FF2B5EF4-FFF2-40B4-BE49-F238E27FC236}">
                <a16:creationId xmlns:a16="http://schemas.microsoft.com/office/drawing/2014/main" id="{DF4F3165-C7ED-6648-BD4B-EFF6999F95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8300" y="885825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30" name="Line 168">
            <a:extLst>
              <a:ext uri="{FF2B5EF4-FFF2-40B4-BE49-F238E27FC236}">
                <a16:creationId xmlns:a16="http://schemas.microsoft.com/office/drawing/2014/main" id="{D113338C-B05A-B748-8422-3131E0B44B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87500" y="885825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31" name="Line 169">
            <a:extLst>
              <a:ext uri="{FF2B5EF4-FFF2-40B4-BE49-F238E27FC236}">
                <a16:creationId xmlns:a16="http://schemas.microsoft.com/office/drawing/2014/main" id="{37B9857E-BA6E-C145-9C35-00FF6A128B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898525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32" name="Line 170">
            <a:extLst>
              <a:ext uri="{FF2B5EF4-FFF2-40B4-BE49-F238E27FC236}">
                <a16:creationId xmlns:a16="http://schemas.microsoft.com/office/drawing/2014/main" id="{0851F0CD-95DD-E545-AB50-D93A66B23C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63900" y="885825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33" name="Line 171">
            <a:extLst>
              <a:ext uri="{FF2B5EF4-FFF2-40B4-BE49-F238E27FC236}">
                <a16:creationId xmlns:a16="http://schemas.microsoft.com/office/drawing/2014/main" id="{AEDBC9AF-37B9-F74C-A5C0-44C6ECAE68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898525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34" name="Line 172">
            <a:extLst>
              <a:ext uri="{FF2B5EF4-FFF2-40B4-BE49-F238E27FC236}">
                <a16:creationId xmlns:a16="http://schemas.microsoft.com/office/drawing/2014/main" id="{146CBFBE-BEEB-B349-B133-4C262C03B3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92700" y="885825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35" name="Line 173">
            <a:extLst>
              <a:ext uri="{FF2B5EF4-FFF2-40B4-BE49-F238E27FC236}">
                <a16:creationId xmlns:a16="http://schemas.microsoft.com/office/drawing/2014/main" id="{EB0EB134-CABE-EF45-969E-6268D4A951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898525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36" name="Line 174">
            <a:extLst>
              <a:ext uri="{FF2B5EF4-FFF2-40B4-BE49-F238E27FC236}">
                <a16:creationId xmlns:a16="http://schemas.microsoft.com/office/drawing/2014/main" id="{38F14A59-BA26-4948-924B-14B7C1A9DF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97700" y="885825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37" name="Line 175">
            <a:extLst>
              <a:ext uri="{FF2B5EF4-FFF2-40B4-BE49-F238E27FC236}">
                <a16:creationId xmlns:a16="http://schemas.microsoft.com/office/drawing/2014/main" id="{BBDB9B74-2417-3F4D-B52A-C33E2EF709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898525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38" name="Line 176">
            <a:extLst>
              <a:ext uri="{FF2B5EF4-FFF2-40B4-BE49-F238E27FC236}">
                <a16:creationId xmlns:a16="http://schemas.microsoft.com/office/drawing/2014/main" id="{1B55DE1B-A930-B94C-BE35-C6A25BBE2E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500" y="1266825"/>
            <a:ext cx="78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39" name="Line 177">
            <a:extLst>
              <a:ext uri="{FF2B5EF4-FFF2-40B4-BE49-F238E27FC236}">
                <a16:creationId xmlns:a16="http://schemas.microsoft.com/office/drawing/2014/main" id="{CECA504C-8A93-8F42-BB30-D1D5AB7D15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49500" y="1266825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40" name="Line 178">
            <a:extLst>
              <a:ext uri="{FF2B5EF4-FFF2-40B4-BE49-F238E27FC236}">
                <a16:creationId xmlns:a16="http://schemas.microsoft.com/office/drawing/2014/main" id="{539FB08D-26E9-7446-B56D-FA0F0898CC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78300" y="1266825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41" name="Line 179">
            <a:extLst>
              <a:ext uri="{FF2B5EF4-FFF2-40B4-BE49-F238E27FC236}">
                <a16:creationId xmlns:a16="http://schemas.microsoft.com/office/drawing/2014/main" id="{62A04E8E-CB91-964A-BB7D-FC4C96B56D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07100" y="1266825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42" name="Line 180">
            <a:extLst>
              <a:ext uri="{FF2B5EF4-FFF2-40B4-BE49-F238E27FC236}">
                <a16:creationId xmlns:a16="http://schemas.microsoft.com/office/drawing/2014/main" id="{13C14EC1-CDE3-1F40-BB92-A192691B4A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12100" y="1266825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43" name="Rectangle 181">
            <a:extLst>
              <a:ext uri="{FF2B5EF4-FFF2-40B4-BE49-F238E27FC236}">
                <a16:creationId xmlns:a16="http://schemas.microsoft.com/office/drawing/2014/main" id="{51861918-096E-2748-A2F3-57741EE36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" y="962025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10744" name="Line 182">
            <a:extLst>
              <a:ext uri="{FF2B5EF4-FFF2-40B4-BE49-F238E27FC236}">
                <a16:creationId xmlns:a16="http://schemas.microsoft.com/office/drawing/2014/main" id="{082CA350-DFE8-454B-B2BC-48EBFB7FCB11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1431925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45" name="Line 183">
            <a:extLst>
              <a:ext uri="{FF2B5EF4-FFF2-40B4-BE49-F238E27FC236}">
                <a16:creationId xmlns:a16="http://schemas.microsoft.com/office/drawing/2014/main" id="{D347A785-91A3-C945-B7CE-B2411B1ABC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00" y="1571625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46" name="Line 184">
            <a:extLst>
              <a:ext uri="{FF2B5EF4-FFF2-40B4-BE49-F238E27FC236}">
                <a16:creationId xmlns:a16="http://schemas.microsoft.com/office/drawing/2014/main" id="{CFFBBCF8-99EF-AC41-93E8-5805D0E675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1431925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47" name="Line 185">
            <a:extLst>
              <a:ext uri="{FF2B5EF4-FFF2-40B4-BE49-F238E27FC236}">
                <a16:creationId xmlns:a16="http://schemas.microsoft.com/office/drawing/2014/main" id="{F0745485-51CE-AA45-A214-0359712918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7300" y="1571625"/>
            <a:ext cx="157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48" name="Line 186">
            <a:extLst>
              <a:ext uri="{FF2B5EF4-FFF2-40B4-BE49-F238E27FC236}">
                <a16:creationId xmlns:a16="http://schemas.microsoft.com/office/drawing/2014/main" id="{70C922FA-B5D8-B247-9052-1EF4D8CFD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431925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49" name="Line 187">
            <a:extLst>
              <a:ext uri="{FF2B5EF4-FFF2-40B4-BE49-F238E27FC236}">
                <a16:creationId xmlns:a16="http://schemas.microsoft.com/office/drawing/2014/main" id="{274806AD-8DEB-0446-A838-1FAF64D05D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1571625"/>
            <a:ext cx="165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50" name="Line 188">
            <a:extLst>
              <a:ext uri="{FF2B5EF4-FFF2-40B4-BE49-F238E27FC236}">
                <a16:creationId xmlns:a16="http://schemas.microsoft.com/office/drawing/2014/main" id="{9A307486-0252-BE49-9CD9-6921A2B0133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1431925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51" name="Line 189">
            <a:extLst>
              <a:ext uri="{FF2B5EF4-FFF2-40B4-BE49-F238E27FC236}">
                <a16:creationId xmlns:a16="http://schemas.microsoft.com/office/drawing/2014/main" id="{7E2EF0FE-FB7A-844B-9637-CCB54E3AEF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1571625"/>
            <a:ext cx="172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52" name="Line 190">
            <a:extLst>
              <a:ext uri="{FF2B5EF4-FFF2-40B4-BE49-F238E27FC236}">
                <a16:creationId xmlns:a16="http://schemas.microsoft.com/office/drawing/2014/main" id="{233B81FB-10CA-3546-92D3-91DE1409833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1431925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53" name="Rectangle 191">
            <a:extLst>
              <a:ext uri="{FF2B5EF4-FFF2-40B4-BE49-F238E27FC236}">
                <a16:creationId xmlns:a16="http://schemas.microsoft.com/office/drawing/2014/main" id="{5F630A2E-FBBF-834A-B0F4-D1F90C7E4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113" y="1266825"/>
            <a:ext cx="6905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Ifetch</a:t>
            </a:r>
          </a:p>
        </p:txBody>
      </p:sp>
      <p:sp>
        <p:nvSpPr>
          <p:cNvPr id="110754" name="Rectangle 192">
            <a:extLst>
              <a:ext uri="{FF2B5EF4-FFF2-40B4-BE49-F238E27FC236}">
                <a16:creationId xmlns:a16="http://schemas.microsoft.com/office/drawing/2014/main" id="{7587971F-5B15-6348-8EB7-B49E32BD3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1266825"/>
            <a:ext cx="9032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Reg/Dec</a:t>
            </a:r>
          </a:p>
        </p:txBody>
      </p:sp>
      <p:sp>
        <p:nvSpPr>
          <p:cNvPr id="110755" name="Rectangle 193">
            <a:extLst>
              <a:ext uri="{FF2B5EF4-FFF2-40B4-BE49-F238E27FC236}">
                <a16:creationId xmlns:a16="http://schemas.microsoft.com/office/drawing/2014/main" id="{3FC8B5BA-D8D9-064F-A270-FA64C545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1266825"/>
            <a:ext cx="5984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Exec</a:t>
            </a:r>
          </a:p>
        </p:txBody>
      </p:sp>
      <p:sp>
        <p:nvSpPr>
          <p:cNvPr id="110756" name="Rectangle 194">
            <a:extLst>
              <a:ext uri="{FF2B5EF4-FFF2-40B4-BE49-F238E27FC236}">
                <a16:creationId xmlns:a16="http://schemas.microsoft.com/office/drawing/2014/main" id="{155657F8-F885-194C-AB65-C996A9149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1313" y="1266825"/>
            <a:ext cx="6334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110757" name="Oval 195">
            <a:extLst>
              <a:ext uri="{FF2B5EF4-FFF2-40B4-BE49-F238E27FC236}">
                <a16:creationId xmlns:a16="http://schemas.microsoft.com/office/drawing/2014/main" id="{FFCE51FD-4808-DD40-9FEE-DF07943AD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9350" y="739775"/>
            <a:ext cx="139700" cy="7493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0758" name="Line 196">
            <a:extLst>
              <a:ext uri="{FF2B5EF4-FFF2-40B4-BE49-F238E27FC236}">
                <a16:creationId xmlns:a16="http://schemas.microsoft.com/office/drawing/2014/main" id="{4C3AA76F-D106-0F41-AA6A-A79AD2351846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8350" y="663575"/>
            <a:ext cx="368300" cy="292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0759" name="Group 198">
            <a:extLst>
              <a:ext uri="{FF2B5EF4-FFF2-40B4-BE49-F238E27FC236}">
                <a16:creationId xmlns:a16="http://schemas.microsoft.com/office/drawing/2014/main" id="{67816302-4A76-B34F-BF3F-A967E0AE9579}"/>
              </a:ext>
            </a:extLst>
          </p:cNvPr>
          <p:cNvGrpSpPr>
            <a:grpSpLocks/>
          </p:cNvGrpSpPr>
          <p:nvPr/>
        </p:nvGrpSpPr>
        <p:grpSpPr bwMode="auto">
          <a:xfrm>
            <a:off x="3175000" y="4232275"/>
            <a:ext cx="5689600" cy="1322388"/>
            <a:chOff x="2000" y="2843"/>
            <a:chExt cx="3584" cy="833"/>
          </a:xfrm>
        </p:grpSpPr>
        <p:sp>
          <p:nvSpPr>
            <p:cNvPr id="110772" name="Line 199">
              <a:extLst>
                <a:ext uri="{FF2B5EF4-FFF2-40B4-BE49-F238E27FC236}">
                  <a16:creationId xmlns:a16="http://schemas.microsoft.com/office/drawing/2014/main" id="{3980E217-5385-1A4A-8A7A-594F360396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4" y="2844"/>
              <a:ext cx="208" cy="0"/>
            </a:xfrm>
            <a:prstGeom prst="line">
              <a:avLst/>
            </a:prstGeom>
            <a:noFill/>
            <a:ln w="50800">
              <a:solidFill>
                <a:srgbClr val="FF99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73" name="Line 200">
              <a:extLst>
                <a:ext uri="{FF2B5EF4-FFF2-40B4-BE49-F238E27FC236}">
                  <a16:creationId xmlns:a16="http://schemas.microsoft.com/office/drawing/2014/main" id="{F9EAC2BA-8EB5-5B42-A202-FE66F0B815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4" y="3324"/>
              <a:ext cx="138" cy="9"/>
            </a:xfrm>
            <a:prstGeom prst="line">
              <a:avLst/>
            </a:prstGeom>
            <a:noFill/>
            <a:ln w="5080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74" name="Line 201">
              <a:extLst>
                <a:ext uri="{FF2B5EF4-FFF2-40B4-BE49-F238E27FC236}">
                  <a16:creationId xmlns:a16="http://schemas.microsoft.com/office/drawing/2014/main" id="{C702F7C9-79F7-4A43-9983-835B382AF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3340"/>
              <a:ext cx="0" cy="208"/>
            </a:xfrm>
            <a:prstGeom prst="line">
              <a:avLst/>
            </a:prstGeom>
            <a:noFill/>
            <a:ln w="5080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75" name="Line 202">
              <a:extLst>
                <a:ext uri="{FF2B5EF4-FFF2-40B4-BE49-F238E27FC236}">
                  <a16:creationId xmlns:a16="http://schemas.microsoft.com/office/drawing/2014/main" id="{6361CFC9-FA18-2649-8800-28F38D524C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0" y="3564"/>
              <a:ext cx="3248" cy="0"/>
            </a:xfrm>
            <a:prstGeom prst="line">
              <a:avLst/>
            </a:prstGeom>
            <a:noFill/>
            <a:ln w="5080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76" name="Line 203">
              <a:extLst>
                <a:ext uri="{FF2B5EF4-FFF2-40B4-BE49-F238E27FC236}">
                  <a16:creationId xmlns:a16="http://schemas.microsoft.com/office/drawing/2014/main" id="{E954AD6F-FEB6-2641-B51B-6C7332917F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3164"/>
              <a:ext cx="0" cy="416"/>
            </a:xfrm>
            <a:prstGeom prst="line">
              <a:avLst/>
            </a:prstGeom>
            <a:noFill/>
            <a:ln w="50800">
              <a:solidFill>
                <a:srgbClr val="FF99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77" name="Line 204">
              <a:extLst>
                <a:ext uri="{FF2B5EF4-FFF2-40B4-BE49-F238E27FC236}">
                  <a16:creationId xmlns:a16="http://schemas.microsoft.com/office/drawing/2014/main" id="{146BD07B-7E65-B144-9324-979BC8597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1" y="3044"/>
              <a:ext cx="98" cy="9"/>
            </a:xfrm>
            <a:prstGeom prst="line">
              <a:avLst/>
            </a:prstGeom>
            <a:noFill/>
            <a:ln w="5080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78" name="Line 205">
              <a:extLst>
                <a:ext uri="{FF2B5EF4-FFF2-40B4-BE49-F238E27FC236}">
                  <a16:creationId xmlns:a16="http://schemas.microsoft.com/office/drawing/2014/main" id="{B573965D-BBA8-F648-AA5D-1D680575F1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3052"/>
              <a:ext cx="0" cy="592"/>
            </a:xfrm>
            <a:prstGeom prst="line">
              <a:avLst/>
            </a:prstGeom>
            <a:noFill/>
            <a:ln w="5080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79" name="Line 206">
              <a:extLst>
                <a:ext uri="{FF2B5EF4-FFF2-40B4-BE49-F238E27FC236}">
                  <a16:creationId xmlns:a16="http://schemas.microsoft.com/office/drawing/2014/main" id="{4355FBD9-389F-BB4E-A7F0-8A0AFE4DED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92" y="3660"/>
              <a:ext cx="3392" cy="0"/>
            </a:xfrm>
            <a:prstGeom prst="line">
              <a:avLst/>
            </a:prstGeom>
            <a:noFill/>
            <a:ln w="5080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80" name="Line 207">
              <a:extLst>
                <a:ext uri="{FF2B5EF4-FFF2-40B4-BE49-F238E27FC236}">
                  <a16:creationId xmlns:a16="http://schemas.microsoft.com/office/drawing/2014/main" id="{86B92F99-3064-C043-BF6F-4605724CDC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3164"/>
              <a:ext cx="0" cy="512"/>
            </a:xfrm>
            <a:prstGeom prst="line">
              <a:avLst/>
            </a:prstGeom>
            <a:noFill/>
            <a:ln w="50800">
              <a:solidFill>
                <a:srgbClr val="FF99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781" name="Line 208">
              <a:extLst>
                <a:ext uri="{FF2B5EF4-FFF2-40B4-BE49-F238E27FC236}">
                  <a16:creationId xmlns:a16="http://schemas.microsoft.com/office/drawing/2014/main" id="{609F72B9-A79D-AD4D-B4D5-878E3863B2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1" y="2843"/>
              <a:ext cx="162" cy="211"/>
            </a:xfrm>
            <a:prstGeom prst="line">
              <a:avLst/>
            </a:prstGeom>
            <a:noFill/>
            <a:ln w="50800">
              <a:solidFill>
                <a:srgbClr val="FF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0760" name="Line 209">
            <a:extLst>
              <a:ext uri="{FF2B5EF4-FFF2-40B4-BE49-F238E27FC236}">
                <a16:creationId xmlns:a16="http://schemas.microsoft.com/office/drawing/2014/main" id="{68A010B5-1093-C447-BB1E-07A8415696CC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1571625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761" name="Rectangle 210">
            <a:extLst>
              <a:ext uri="{FF2B5EF4-FFF2-40B4-BE49-F238E27FC236}">
                <a16:creationId xmlns:a16="http://schemas.microsoft.com/office/drawing/2014/main" id="{9D4FA19E-B298-BA4A-8690-2F4B3CD0B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5313" y="1266825"/>
            <a:ext cx="4746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Wr</a:t>
            </a:r>
          </a:p>
        </p:txBody>
      </p:sp>
      <p:sp>
        <p:nvSpPr>
          <p:cNvPr id="373971" name="Rectangle 211">
            <a:extLst>
              <a:ext uri="{FF2B5EF4-FFF2-40B4-BE49-F238E27FC236}">
                <a16:creationId xmlns:a16="http://schemas.microsoft.com/office/drawing/2014/main" id="{FDFE6C9C-FB28-CD4E-BE5E-BAA734A8E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8" y="5434013"/>
            <a:ext cx="26527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Rd</a:t>
            </a:r>
            <a:r>
              <a:rPr lang="zh-CN" altLang="en-US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还是</a:t>
            </a:r>
            <a:r>
              <a:rPr lang="en-US" altLang="zh-CN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Rt</a:t>
            </a:r>
            <a:r>
              <a:rPr lang="zh-CN" altLang="en-US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取决于是</a:t>
            </a:r>
            <a:r>
              <a:rPr lang="en-US" altLang="zh-CN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R-</a:t>
            </a:r>
            <a:r>
              <a:rPr lang="zh-CN" altLang="en-US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型指令，还是</a:t>
            </a:r>
            <a:r>
              <a:rPr lang="en-US" altLang="zh-CN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I-</a:t>
            </a:r>
            <a:r>
              <a:rPr lang="zh-CN" altLang="en-US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型指令！</a:t>
            </a:r>
          </a:p>
        </p:txBody>
      </p:sp>
      <p:grpSp>
        <p:nvGrpSpPr>
          <p:cNvPr id="373983" name="Group 223">
            <a:extLst>
              <a:ext uri="{FF2B5EF4-FFF2-40B4-BE49-F238E27FC236}">
                <a16:creationId xmlns:a16="http://schemas.microsoft.com/office/drawing/2014/main" id="{471811E2-AFFF-CB4B-826E-EA480A61EE82}"/>
              </a:ext>
            </a:extLst>
          </p:cNvPr>
          <p:cNvGrpSpPr>
            <a:grpSpLocks/>
          </p:cNvGrpSpPr>
          <p:nvPr/>
        </p:nvGrpSpPr>
        <p:grpSpPr bwMode="auto">
          <a:xfrm>
            <a:off x="4302125" y="4752975"/>
            <a:ext cx="3425825" cy="317500"/>
            <a:chOff x="2710" y="3216"/>
            <a:chExt cx="2158" cy="200"/>
          </a:xfrm>
        </p:grpSpPr>
        <p:sp>
          <p:nvSpPr>
            <p:cNvPr id="110767" name="Line 216">
              <a:extLst>
                <a:ext uri="{FF2B5EF4-FFF2-40B4-BE49-F238E27FC236}">
                  <a16:creationId xmlns:a16="http://schemas.microsoft.com/office/drawing/2014/main" id="{679CFA74-9EDA-DE4F-A268-60670D328C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10" y="3220"/>
              <a:ext cx="162" cy="6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768" name="Line 217">
              <a:extLst>
                <a:ext uri="{FF2B5EF4-FFF2-40B4-BE49-F238E27FC236}">
                  <a16:creationId xmlns:a16="http://schemas.microsoft.com/office/drawing/2014/main" id="{B02F1A86-84DE-0148-8B99-7B58F9D298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8" y="3216"/>
              <a:ext cx="144" cy="120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769" name="Line 218">
              <a:extLst>
                <a:ext uri="{FF2B5EF4-FFF2-40B4-BE49-F238E27FC236}">
                  <a16:creationId xmlns:a16="http://schemas.microsoft.com/office/drawing/2014/main" id="{8A0900E8-A77C-0649-BFB6-70AFC82F82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2" y="3322"/>
              <a:ext cx="684" cy="0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770" name="Line 219">
              <a:extLst>
                <a:ext uri="{FF2B5EF4-FFF2-40B4-BE49-F238E27FC236}">
                  <a16:creationId xmlns:a16="http://schemas.microsoft.com/office/drawing/2014/main" id="{FAFEC5D2-AE6E-C240-8C1E-BE855FD214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96" y="3320"/>
              <a:ext cx="972" cy="6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771" name="Line 221">
              <a:extLst>
                <a:ext uri="{FF2B5EF4-FFF2-40B4-BE49-F238E27FC236}">
                  <a16:creationId xmlns:a16="http://schemas.microsoft.com/office/drawing/2014/main" id="{E5E72362-2D01-A444-94F7-255482C106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6" y="3410"/>
              <a:ext cx="162" cy="6"/>
            </a:xfrm>
            <a:prstGeom prst="line">
              <a:avLst/>
            </a:prstGeom>
            <a:noFill/>
            <a:ln w="5715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73984" name="Text Box 224">
            <a:extLst>
              <a:ext uri="{FF2B5EF4-FFF2-40B4-BE49-F238E27FC236}">
                <a16:creationId xmlns:a16="http://schemas.microsoft.com/office/drawing/2014/main" id="{0CAA2371-6A83-D845-B9E8-1DE6747D4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" y="6140450"/>
            <a:ext cx="2616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若是</a:t>
            </a:r>
            <a:r>
              <a:rPr lang="en-US" altLang="zh-CN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beq</a:t>
            </a:r>
            <a:r>
              <a:rPr lang="zh-CN" altLang="en-US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指令会怎样？</a:t>
            </a:r>
          </a:p>
        </p:txBody>
      </p:sp>
      <p:sp>
        <p:nvSpPr>
          <p:cNvPr id="373985" name="Text Box 225">
            <a:extLst>
              <a:ext uri="{FF2B5EF4-FFF2-40B4-BE49-F238E27FC236}">
                <a16:creationId xmlns:a16="http://schemas.microsoft.com/office/drawing/2014/main" id="{09C0833D-D2AD-E844-9DBE-0B64C1555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788" y="5861050"/>
            <a:ext cx="1938337" cy="9826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beq </a:t>
            </a:r>
            <a:r>
              <a:rPr lang="en-US" altLang="zh-CN" sz="18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r3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r2, 100</a:t>
            </a:r>
          </a:p>
          <a:p>
            <a:pPr>
              <a:spcBef>
                <a:spcPct val="10000"/>
              </a:spcBef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add r4, </a:t>
            </a:r>
            <a:r>
              <a:rPr lang="en-US" altLang="zh-CN" sz="18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r3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r2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spcBef>
                <a:spcPct val="10000"/>
              </a:spcBef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sub r5, </a:t>
            </a:r>
            <a:r>
              <a:rPr lang="en-US" altLang="zh-CN" sz="18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r3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r2</a:t>
            </a:r>
          </a:p>
        </p:txBody>
      </p:sp>
      <p:sp>
        <p:nvSpPr>
          <p:cNvPr id="373987" name="Text Box 227">
            <a:extLst>
              <a:ext uri="{FF2B5EF4-FFF2-40B4-BE49-F238E27FC236}">
                <a16:creationId xmlns:a16="http://schemas.microsoft.com/office/drawing/2014/main" id="{FCA20170-8EBE-5B41-ACB2-AF44B1FD3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25" y="6048375"/>
            <a:ext cx="32353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因为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beq</a:t>
            </a:r>
            <a:r>
              <a:rPr lang="zh-CN" altLang="en-US" sz="20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指令无需写结果，故不能进行转发！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3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3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3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3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971" grpId="0"/>
      <p:bldP spid="373984" grpId="0"/>
      <p:bldP spid="37398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BD14122E-96FD-0741-AE5B-31172F19E6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转发条件的进一步完善</a:t>
            </a:r>
            <a:endParaRPr lang="zh-CN" altLang="en-US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C7425E20-A2BF-9541-B3C5-738042F336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5425" y="814388"/>
            <a:ext cx="8482013" cy="5567362"/>
          </a:xfrm>
        </p:spPr>
        <p:txBody>
          <a:bodyPr/>
          <a:lstStyle/>
          <a:p>
            <a:pPr>
              <a:spcBef>
                <a:spcPct val="5000"/>
              </a:spcBef>
            </a:pPr>
            <a:r>
              <a:rPr lang="zh-CN" altLang="en-US" dirty="0">
                <a:ea typeface="黑体" panose="02010609060101010101" pitchFamily="49" charset="-122"/>
              </a:rPr>
              <a:t>以下两种情况下，转发会发生错误</a:t>
            </a:r>
          </a:p>
          <a:p>
            <a:pPr lvl="1">
              <a:lnSpc>
                <a:spcPct val="100000"/>
              </a:lnSpc>
              <a:spcBef>
                <a:spcPct val="5000"/>
              </a:spcBef>
            </a:pPr>
            <a:r>
              <a:rPr lang="zh-CN" altLang="en-US" dirty="0">
                <a:ea typeface="黑体" panose="02010609060101010101" pitchFamily="49" charset="-122"/>
              </a:rPr>
              <a:t>指令的结果不写入目的寄存器</a:t>
            </a:r>
            <a:r>
              <a:rPr lang="en-US" altLang="zh-CN" dirty="0">
                <a:ea typeface="黑体" panose="02010609060101010101" pitchFamily="49" charset="-122"/>
              </a:rPr>
              <a:t>Rd</a:t>
            </a:r>
            <a:r>
              <a:rPr lang="zh-CN" altLang="en-US" dirty="0">
                <a:ea typeface="黑体" panose="02010609060101010101" pitchFamily="49" charset="-122"/>
              </a:rPr>
              <a:t>时</a:t>
            </a:r>
          </a:p>
          <a:p>
            <a:pPr lvl="2">
              <a:lnSpc>
                <a:spcPct val="100000"/>
              </a:lnSpc>
              <a:spcBef>
                <a:spcPct val="5000"/>
              </a:spcBef>
            </a:pPr>
            <a:r>
              <a:rPr lang="zh-CN" altLang="en-US" dirty="0">
                <a:ea typeface="黑体" panose="02010609060101010101" pitchFamily="49" charset="-122"/>
              </a:rPr>
              <a:t>例如，</a:t>
            </a:r>
            <a:r>
              <a:rPr lang="en-US" altLang="zh-CN" dirty="0" err="1">
                <a:ea typeface="黑体" panose="02010609060101010101" pitchFamily="49" charset="-122"/>
              </a:rPr>
              <a:t>Beq</a:t>
            </a:r>
            <a:r>
              <a:rPr lang="zh-CN" altLang="en-US" dirty="0">
                <a:ea typeface="黑体" panose="02010609060101010101" pitchFamily="49" charset="-122"/>
              </a:rPr>
              <a:t>指令只对</a:t>
            </a:r>
            <a:r>
              <a:rPr lang="en-US" altLang="zh-CN" dirty="0" err="1">
                <a:ea typeface="黑体" panose="02010609060101010101" pitchFamily="49" charset="-122"/>
              </a:rPr>
              <a:t>rs</a:t>
            </a:r>
            <a:r>
              <a:rPr lang="zh-CN" altLang="en-US" dirty="0">
                <a:ea typeface="黑体" panose="02010609060101010101" pitchFamily="49" charset="-122"/>
              </a:rPr>
              <a:t>和</a:t>
            </a:r>
            <a:r>
              <a:rPr lang="en-US" altLang="zh-CN" dirty="0" err="1">
                <a:ea typeface="黑体" panose="02010609060101010101" pitchFamily="49" charset="-122"/>
              </a:rPr>
              <a:t>rt</a:t>
            </a:r>
            <a:r>
              <a:rPr lang="zh-CN" altLang="en-US" dirty="0">
                <a:ea typeface="黑体" panose="02010609060101010101" pitchFamily="49" charset="-122"/>
              </a:rPr>
              <a:t>相减，不写结果到目的寄存器</a:t>
            </a:r>
            <a:r>
              <a:rPr lang="en-US" altLang="zh-CN" dirty="0" err="1">
                <a:ea typeface="黑体" panose="02010609060101010101" pitchFamily="49" charset="-122"/>
              </a:rPr>
              <a:t>Rt</a:t>
            </a:r>
            <a:endParaRPr lang="en-US" altLang="zh-CN" dirty="0">
              <a:ea typeface="黑体" panose="02010609060101010101" pitchFamily="49" charset="-122"/>
            </a:endParaRPr>
          </a:p>
          <a:p>
            <a:pPr lvl="2">
              <a:lnSpc>
                <a:spcPct val="100000"/>
              </a:lnSpc>
              <a:spcBef>
                <a:spcPct val="5000"/>
              </a:spcBef>
            </a:pPr>
            <a:r>
              <a:rPr lang="zh-CN" altLang="en-US" dirty="0">
                <a:ea typeface="黑体" panose="02010609060101010101" pitchFamily="49" charset="-122"/>
              </a:rPr>
              <a:t>即：</a:t>
            </a:r>
            <a:r>
              <a:rPr lang="en-US" altLang="zh-CN" dirty="0">
                <a:ea typeface="黑体" panose="02010609060101010101" pitchFamily="49" charset="-122"/>
              </a:rPr>
              <a:t>EX / MEM </a:t>
            </a:r>
            <a:r>
              <a:rPr lang="zh-CN" altLang="en-US" dirty="0">
                <a:ea typeface="黑体" panose="02010609060101010101" pitchFamily="49" charset="-122"/>
              </a:rPr>
              <a:t>或 </a:t>
            </a:r>
            <a:r>
              <a:rPr lang="en-US" altLang="zh-CN" dirty="0">
                <a:ea typeface="黑体" panose="02010609060101010101" pitchFamily="49" charset="-122"/>
              </a:rPr>
              <a:t>MEM / WB </a:t>
            </a:r>
            <a:r>
              <a:rPr lang="zh-CN" altLang="en-US" dirty="0">
                <a:ea typeface="黑体" panose="02010609060101010101" pitchFamily="49" charset="-122"/>
              </a:rPr>
              <a:t>流水段寄存器的</a:t>
            </a:r>
            <a:r>
              <a:rPr lang="en-US" altLang="zh-CN" dirty="0" err="1">
                <a:ea typeface="黑体" panose="02010609060101010101" pitchFamily="49" charset="-122"/>
              </a:rPr>
              <a:t>RegWr</a:t>
            </a:r>
            <a:r>
              <a:rPr lang="zh-CN" altLang="en-US" dirty="0">
                <a:ea typeface="黑体" panose="02010609060101010101" pitchFamily="49" charset="-122"/>
              </a:rPr>
              <a:t>信号为</a:t>
            </a:r>
            <a:r>
              <a:rPr lang="en-US" altLang="zh-CN" dirty="0">
                <a:ea typeface="黑体" panose="02010609060101010101" pitchFamily="49" charset="-122"/>
              </a:rPr>
              <a:t>0</a:t>
            </a:r>
          </a:p>
          <a:p>
            <a:pPr lvl="1">
              <a:lnSpc>
                <a:spcPct val="100000"/>
              </a:lnSpc>
              <a:spcBef>
                <a:spcPct val="5000"/>
              </a:spcBef>
            </a:pPr>
            <a:r>
              <a:rPr lang="en-US" altLang="zh-CN" dirty="0">
                <a:ea typeface="黑体" panose="02010609060101010101" pitchFamily="49" charset="-122"/>
              </a:rPr>
              <a:t>Rd</a:t>
            </a:r>
            <a:r>
              <a:rPr lang="zh-CN" altLang="en-US" dirty="0">
                <a:ea typeface="黑体" panose="02010609060101010101" pitchFamily="49" charset="-122"/>
              </a:rPr>
              <a:t>等于</a:t>
            </a:r>
            <a:r>
              <a:rPr lang="en-US" altLang="zh-CN" dirty="0">
                <a:ea typeface="黑体" panose="02010609060101010101" pitchFamily="49" charset="-122"/>
              </a:rPr>
              <a:t>$0</a:t>
            </a:r>
            <a:r>
              <a:rPr lang="zh-CN" altLang="en-US" dirty="0">
                <a:ea typeface="黑体" panose="02010609060101010101" pitchFamily="49" charset="-122"/>
              </a:rPr>
              <a:t>时</a:t>
            </a:r>
          </a:p>
          <a:p>
            <a:pPr lvl="2">
              <a:lnSpc>
                <a:spcPct val="100000"/>
              </a:lnSpc>
              <a:spcBef>
                <a:spcPct val="5000"/>
              </a:spcBef>
            </a:pPr>
            <a:r>
              <a:rPr lang="zh-CN" altLang="en-US" dirty="0">
                <a:ea typeface="黑体" panose="02010609060101010101" pitchFamily="49" charset="-122"/>
              </a:rPr>
              <a:t>例如，指令 </a:t>
            </a:r>
            <a:r>
              <a:rPr lang="en-US" altLang="zh-CN" dirty="0" err="1">
                <a:ea typeface="黑体" panose="02010609060101010101" pitchFamily="49" charset="-122"/>
              </a:rPr>
              <a:t>sll</a:t>
            </a:r>
            <a:r>
              <a:rPr lang="en-US" altLang="zh-CN" dirty="0">
                <a:ea typeface="黑体" panose="02010609060101010101" pitchFamily="49" charset="-122"/>
              </a:rPr>
              <a:t> $0, $1, 2 </a:t>
            </a:r>
            <a:r>
              <a:rPr lang="zh-CN" altLang="en-US" dirty="0">
                <a:ea typeface="黑体" panose="02010609060101010101" pitchFamily="49" charset="-122"/>
              </a:rPr>
              <a:t>的转发结果为</a:t>
            </a:r>
            <a:r>
              <a:rPr lang="en-US" altLang="zh-CN" dirty="0">
                <a:ea typeface="黑体" panose="02010609060101010101" pitchFamily="49" charset="-122"/>
              </a:rPr>
              <a:t>(R[$1]&lt;&lt;2) </a:t>
            </a:r>
            <a:r>
              <a:rPr lang="zh-CN" altLang="en-US" dirty="0">
                <a:ea typeface="黑体" panose="02010609060101010101" pitchFamily="49" charset="-122"/>
              </a:rPr>
              <a:t>，但实际上应该是</a:t>
            </a:r>
            <a:r>
              <a:rPr lang="en-US" altLang="zh-CN" dirty="0">
                <a:ea typeface="黑体" panose="02010609060101010101" pitchFamily="49" charset="-122"/>
              </a:rPr>
              <a:t>0</a:t>
            </a:r>
          </a:p>
          <a:p>
            <a:pPr>
              <a:lnSpc>
                <a:spcPct val="115000"/>
              </a:lnSpc>
              <a:spcBef>
                <a:spcPct val="5000"/>
              </a:spcBef>
            </a:pPr>
            <a:r>
              <a:rPr lang="zh-CN" altLang="en-US" dirty="0">
                <a:ea typeface="黑体" panose="02010609060101010101" pitchFamily="49" charset="-122"/>
              </a:rPr>
              <a:t>因此，修改转发条件为：</a:t>
            </a:r>
          </a:p>
          <a:p>
            <a:pPr lvl="1">
              <a:lnSpc>
                <a:spcPct val="100000"/>
              </a:lnSpc>
              <a:spcBef>
                <a:spcPct val="5000"/>
              </a:spcBef>
            </a:pPr>
            <a:r>
              <a:rPr lang="en-US" altLang="zh-CN" dirty="0">
                <a:ea typeface="黑体" panose="02010609060101010101" pitchFamily="49" charset="-122"/>
              </a:rPr>
              <a:t>C1(a): </a:t>
            </a:r>
            <a:r>
              <a:rPr lang="en-US" altLang="zh-CN" dirty="0">
                <a:solidFill>
                  <a:srgbClr val="CC0000"/>
                </a:solidFill>
                <a:ea typeface="黑体" panose="02010609060101010101" pitchFamily="49" charset="-122"/>
              </a:rPr>
              <a:t>EX/</a:t>
            </a:r>
            <a:r>
              <a:rPr lang="en-US" altLang="zh-CN" dirty="0" err="1">
                <a:solidFill>
                  <a:srgbClr val="CC0000"/>
                </a:solidFill>
                <a:ea typeface="黑体" panose="02010609060101010101" pitchFamily="49" charset="-122"/>
              </a:rPr>
              <a:t>MEM.RegWr</a:t>
            </a:r>
            <a:endParaRPr lang="en-US" altLang="zh-CN" dirty="0">
              <a:solidFill>
                <a:srgbClr val="CC0000"/>
              </a:solidFill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  <a:spcBef>
                <a:spcPct val="5000"/>
              </a:spcBef>
              <a:buFontTx/>
              <a:buNone/>
            </a:pPr>
            <a:r>
              <a:rPr lang="en-US" altLang="zh-CN" dirty="0">
                <a:ea typeface="黑体" panose="02010609060101010101" pitchFamily="49" charset="-122"/>
              </a:rPr>
              <a:t>               </a:t>
            </a:r>
            <a:r>
              <a:rPr lang="en-US" altLang="zh-CN" dirty="0">
                <a:solidFill>
                  <a:srgbClr val="CC0000"/>
                </a:solidFill>
                <a:ea typeface="黑体" panose="02010609060101010101" pitchFamily="49" charset="-122"/>
              </a:rPr>
              <a:t>and EX/MEM. </a:t>
            </a:r>
            <a:r>
              <a:rPr lang="en-US" altLang="zh-CN" dirty="0" err="1">
                <a:solidFill>
                  <a:srgbClr val="CC0000"/>
                </a:solidFill>
                <a:ea typeface="黑体" panose="02010609060101010101" pitchFamily="49" charset="-122"/>
              </a:rPr>
              <a:t>RegisterRd</a:t>
            </a:r>
            <a:r>
              <a:rPr lang="en-US" altLang="zh-CN" dirty="0">
                <a:solidFill>
                  <a:srgbClr val="CC0000"/>
                </a:solidFill>
                <a:ea typeface="黑体" panose="02010609060101010101" pitchFamily="49" charset="-122"/>
              </a:rPr>
              <a:t> ≠ 0</a:t>
            </a:r>
          </a:p>
          <a:p>
            <a:pPr lvl="1">
              <a:lnSpc>
                <a:spcPct val="100000"/>
              </a:lnSpc>
              <a:spcBef>
                <a:spcPct val="5000"/>
              </a:spcBef>
              <a:buFontTx/>
              <a:buNone/>
            </a:pPr>
            <a:r>
              <a:rPr lang="en-US" altLang="zh-CN" dirty="0">
                <a:ea typeface="黑体" panose="02010609060101010101" pitchFamily="49" charset="-122"/>
              </a:rPr>
              <a:t>		        and  EX/MEM. </a:t>
            </a:r>
            <a:r>
              <a:rPr lang="en-US" altLang="zh-CN" dirty="0" err="1">
                <a:ea typeface="黑体" panose="02010609060101010101" pitchFamily="49" charset="-122"/>
              </a:rPr>
              <a:t>RegisterRd</a:t>
            </a:r>
            <a:r>
              <a:rPr lang="en-US" altLang="zh-CN" dirty="0">
                <a:ea typeface="黑体" panose="02010609060101010101" pitchFamily="49" charset="-122"/>
              </a:rPr>
              <a:t>=ID/EX. </a:t>
            </a:r>
            <a:r>
              <a:rPr lang="en-US" altLang="zh-CN" dirty="0" err="1">
                <a:ea typeface="黑体" panose="02010609060101010101" pitchFamily="49" charset="-122"/>
              </a:rPr>
              <a:t>RegisterRs</a:t>
            </a:r>
            <a:endParaRPr lang="zh-CN" altLang="en-US" dirty="0"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  <a:spcBef>
                <a:spcPct val="5000"/>
              </a:spcBef>
            </a:pPr>
            <a:r>
              <a:rPr lang="en-US" altLang="zh-CN" dirty="0">
                <a:ea typeface="黑体" panose="02010609060101010101" pitchFamily="49" charset="-122"/>
              </a:rPr>
              <a:t>C1(b): </a:t>
            </a:r>
            <a:r>
              <a:rPr lang="en-US" altLang="zh-CN" dirty="0">
                <a:solidFill>
                  <a:srgbClr val="CC0000"/>
                </a:solidFill>
                <a:ea typeface="黑体" panose="02010609060101010101" pitchFamily="49" charset="-122"/>
              </a:rPr>
              <a:t>EX/</a:t>
            </a:r>
            <a:r>
              <a:rPr lang="en-US" altLang="zh-CN" dirty="0" err="1">
                <a:solidFill>
                  <a:srgbClr val="CC0000"/>
                </a:solidFill>
                <a:ea typeface="黑体" panose="02010609060101010101" pitchFamily="49" charset="-122"/>
              </a:rPr>
              <a:t>MEM.RegWr</a:t>
            </a:r>
            <a:endParaRPr lang="en-US" altLang="zh-CN" dirty="0">
              <a:solidFill>
                <a:srgbClr val="CC0000"/>
              </a:solidFill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  <a:spcBef>
                <a:spcPct val="5000"/>
              </a:spcBef>
              <a:buFontTx/>
              <a:buNone/>
            </a:pPr>
            <a:r>
              <a:rPr lang="en-US" altLang="zh-CN" dirty="0">
                <a:solidFill>
                  <a:srgbClr val="CC0000"/>
                </a:solidFill>
                <a:ea typeface="黑体" panose="02010609060101010101" pitchFamily="49" charset="-122"/>
              </a:rPr>
              <a:t>               and EX/MEM. </a:t>
            </a:r>
            <a:r>
              <a:rPr lang="en-US" altLang="zh-CN" dirty="0" err="1">
                <a:solidFill>
                  <a:srgbClr val="CC0000"/>
                </a:solidFill>
                <a:ea typeface="黑体" panose="02010609060101010101" pitchFamily="49" charset="-122"/>
              </a:rPr>
              <a:t>RegisterRd</a:t>
            </a:r>
            <a:r>
              <a:rPr lang="en-US" altLang="zh-CN" dirty="0">
                <a:solidFill>
                  <a:srgbClr val="CC0000"/>
                </a:solidFill>
                <a:ea typeface="黑体" panose="02010609060101010101" pitchFamily="49" charset="-122"/>
              </a:rPr>
              <a:t> ≠ 0</a:t>
            </a:r>
          </a:p>
          <a:p>
            <a:pPr lvl="1">
              <a:lnSpc>
                <a:spcPct val="100000"/>
              </a:lnSpc>
              <a:spcBef>
                <a:spcPct val="5000"/>
              </a:spcBef>
              <a:buFontTx/>
              <a:buNone/>
            </a:pPr>
            <a:r>
              <a:rPr lang="en-US" altLang="zh-CN" dirty="0">
                <a:ea typeface="黑体" panose="02010609060101010101" pitchFamily="49" charset="-122"/>
              </a:rPr>
              <a:t> 		        and EX/MEM. </a:t>
            </a:r>
            <a:r>
              <a:rPr lang="en-US" altLang="zh-CN" dirty="0" err="1">
                <a:ea typeface="黑体" panose="02010609060101010101" pitchFamily="49" charset="-122"/>
              </a:rPr>
              <a:t>RegisterRd</a:t>
            </a:r>
            <a:r>
              <a:rPr lang="en-US" altLang="zh-CN" dirty="0">
                <a:ea typeface="黑体" panose="02010609060101010101" pitchFamily="49" charset="-122"/>
              </a:rPr>
              <a:t>=ID/EX. </a:t>
            </a:r>
            <a:r>
              <a:rPr lang="en-US" altLang="zh-CN" dirty="0" err="1">
                <a:ea typeface="黑体" panose="02010609060101010101" pitchFamily="49" charset="-122"/>
              </a:rPr>
              <a:t>RegisterRt</a:t>
            </a:r>
            <a:endParaRPr lang="en-US" altLang="zh-CN" dirty="0"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  <a:spcBef>
                <a:spcPct val="5000"/>
              </a:spcBef>
            </a:pPr>
            <a:r>
              <a:rPr lang="en-US" altLang="zh-CN" dirty="0">
                <a:ea typeface="黑体" panose="02010609060101010101" pitchFamily="49" charset="-122"/>
              </a:rPr>
              <a:t>C2(a): </a:t>
            </a:r>
            <a:r>
              <a:rPr lang="en-US" altLang="zh-CN" dirty="0">
                <a:solidFill>
                  <a:srgbClr val="CC0000"/>
                </a:solidFill>
                <a:ea typeface="黑体" panose="02010609060101010101" pitchFamily="49" charset="-122"/>
              </a:rPr>
              <a:t>MEM/</a:t>
            </a:r>
            <a:r>
              <a:rPr lang="en-US" altLang="zh-CN" dirty="0" err="1">
                <a:solidFill>
                  <a:srgbClr val="CC0000"/>
                </a:solidFill>
                <a:ea typeface="黑体" panose="02010609060101010101" pitchFamily="49" charset="-122"/>
              </a:rPr>
              <a:t>WB.RegWr</a:t>
            </a:r>
            <a:endParaRPr lang="en-US" altLang="zh-CN" dirty="0">
              <a:solidFill>
                <a:srgbClr val="CC0000"/>
              </a:solidFill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  <a:spcBef>
                <a:spcPct val="5000"/>
              </a:spcBef>
              <a:buFontTx/>
              <a:buNone/>
            </a:pPr>
            <a:r>
              <a:rPr lang="en-US" altLang="zh-CN" dirty="0">
                <a:solidFill>
                  <a:srgbClr val="CC0000"/>
                </a:solidFill>
                <a:ea typeface="黑体" panose="02010609060101010101" pitchFamily="49" charset="-122"/>
              </a:rPr>
              <a:t>	            and MEM/WB. </a:t>
            </a:r>
            <a:r>
              <a:rPr lang="en-US" altLang="zh-CN" dirty="0" err="1">
                <a:solidFill>
                  <a:srgbClr val="CC0000"/>
                </a:solidFill>
                <a:ea typeface="黑体" panose="02010609060101010101" pitchFamily="49" charset="-122"/>
              </a:rPr>
              <a:t>RegisterRd</a:t>
            </a:r>
            <a:r>
              <a:rPr lang="en-US" altLang="zh-CN" dirty="0">
                <a:solidFill>
                  <a:srgbClr val="CC0000"/>
                </a:solidFill>
                <a:ea typeface="黑体" panose="02010609060101010101" pitchFamily="49" charset="-122"/>
              </a:rPr>
              <a:t> ≠ 0</a:t>
            </a:r>
          </a:p>
          <a:p>
            <a:pPr lvl="1">
              <a:lnSpc>
                <a:spcPct val="100000"/>
              </a:lnSpc>
              <a:spcBef>
                <a:spcPct val="5000"/>
              </a:spcBef>
              <a:buFontTx/>
              <a:buNone/>
            </a:pPr>
            <a:r>
              <a:rPr lang="en-US" altLang="zh-CN" dirty="0">
                <a:ea typeface="黑体" panose="02010609060101010101" pitchFamily="49" charset="-122"/>
              </a:rPr>
              <a:t> 		        and MEM/WB. </a:t>
            </a:r>
            <a:r>
              <a:rPr lang="en-US" altLang="zh-CN" dirty="0" err="1">
                <a:ea typeface="黑体" panose="02010609060101010101" pitchFamily="49" charset="-122"/>
              </a:rPr>
              <a:t>RegisterRd</a:t>
            </a:r>
            <a:r>
              <a:rPr lang="en-US" altLang="zh-CN" dirty="0">
                <a:ea typeface="黑体" panose="02010609060101010101" pitchFamily="49" charset="-122"/>
              </a:rPr>
              <a:t>=ID/EX. </a:t>
            </a:r>
            <a:r>
              <a:rPr lang="en-US" altLang="zh-CN" dirty="0" err="1">
                <a:ea typeface="黑体" panose="02010609060101010101" pitchFamily="49" charset="-122"/>
              </a:rPr>
              <a:t>RegisterRs</a:t>
            </a:r>
            <a:endParaRPr lang="en-US" altLang="zh-CN" dirty="0"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  <a:spcBef>
                <a:spcPct val="5000"/>
              </a:spcBef>
            </a:pPr>
            <a:r>
              <a:rPr lang="en-US" altLang="zh-CN" dirty="0">
                <a:ea typeface="黑体" panose="02010609060101010101" pitchFamily="49" charset="-122"/>
              </a:rPr>
              <a:t>C2(b): </a:t>
            </a:r>
            <a:r>
              <a:rPr lang="en-US" altLang="zh-CN" dirty="0">
                <a:solidFill>
                  <a:srgbClr val="CC0000"/>
                </a:solidFill>
                <a:ea typeface="黑体" panose="02010609060101010101" pitchFamily="49" charset="-122"/>
              </a:rPr>
              <a:t>MEM/</a:t>
            </a:r>
            <a:r>
              <a:rPr lang="en-US" altLang="zh-CN" dirty="0" err="1">
                <a:solidFill>
                  <a:srgbClr val="CC0000"/>
                </a:solidFill>
                <a:ea typeface="黑体" panose="02010609060101010101" pitchFamily="49" charset="-122"/>
              </a:rPr>
              <a:t>WB.RegWr</a:t>
            </a:r>
            <a:endParaRPr lang="en-US" altLang="zh-CN" dirty="0">
              <a:solidFill>
                <a:srgbClr val="CC0000"/>
              </a:solidFill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  <a:spcBef>
                <a:spcPct val="5000"/>
              </a:spcBef>
              <a:buFontTx/>
              <a:buNone/>
            </a:pPr>
            <a:r>
              <a:rPr lang="en-US" altLang="zh-CN" dirty="0">
                <a:solidFill>
                  <a:srgbClr val="CC0000"/>
                </a:solidFill>
                <a:ea typeface="黑体" panose="02010609060101010101" pitchFamily="49" charset="-122"/>
              </a:rPr>
              <a:t>	            and MEM/WB. </a:t>
            </a:r>
            <a:r>
              <a:rPr lang="en-US" altLang="zh-CN" dirty="0" err="1">
                <a:solidFill>
                  <a:srgbClr val="CC0000"/>
                </a:solidFill>
                <a:ea typeface="黑体" panose="02010609060101010101" pitchFamily="49" charset="-122"/>
              </a:rPr>
              <a:t>RegisterRd</a:t>
            </a:r>
            <a:r>
              <a:rPr lang="en-US" altLang="zh-CN" dirty="0">
                <a:solidFill>
                  <a:srgbClr val="CC0000"/>
                </a:solidFill>
                <a:ea typeface="黑体" panose="02010609060101010101" pitchFamily="49" charset="-122"/>
              </a:rPr>
              <a:t> ≠ 0</a:t>
            </a:r>
          </a:p>
          <a:p>
            <a:pPr lvl="1">
              <a:lnSpc>
                <a:spcPct val="100000"/>
              </a:lnSpc>
              <a:spcBef>
                <a:spcPct val="5000"/>
              </a:spcBef>
              <a:buFontTx/>
              <a:buNone/>
            </a:pPr>
            <a:r>
              <a:rPr lang="en-US" altLang="zh-CN" dirty="0">
                <a:ea typeface="黑体" panose="02010609060101010101" pitchFamily="49" charset="-122"/>
              </a:rPr>
              <a:t> 		        and MEM/WB. </a:t>
            </a:r>
            <a:r>
              <a:rPr lang="en-US" altLang="zh-CN" dirty="0" err="1">
                <a:ea typeface="黑体" panose="02010609060101010101" pitchFamily="49" charset="-122"/>
              </a:rPr>
              <a:t>RegisterRd</a:t>
            </a:r>
            <a:r>
              <a:rPr lang="en-US" altLang="zh-CN" dirty="0">
                <a:ea typeface="黑体" panose="02010609060101010101" pitchFamily="49" charset="-122"/>
              </a:rPr>
              <a:t>=ID/EX. </a:t>
            </a:r>
            <a:r>
              <a:rPr lang="en-US" altLang="zh-CN" dirty="0" err="1">
                <a:ea typeface="黑体" panose="02010609060101010101" pitchFamily="49" charset="-122"/>
              </a:rPr>
              <a:t>RegisterRt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112644" name="Text Box 11">
            <a:extLst>
              <a:ext uri="{FF2B5EF4-FFF2-40B4-BE49-F238E27FC236}">
                <a16:creationId xmlns:a16="http://schemas.microsoft.com/office/drawing/2014/main" id="{34768AE5-E8BC-8443-A069-C8B860578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8638" y="301625"/>
            <a:ext cx="1938337" cy="9826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beq </a:t>
            </a:r>
            <a:r>
              <a:rPr lang="en-US" altLang="zh-CN" sz="18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r3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r2, 100</a:t>
            </a:r>
          </a:p>
          <a:p>
            <a:pPr>
              <a:spcBef>
                <a:spcPct val="10000"/>
              </a:spcBef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add r4, </a:t>
            </a:r>
            <a:r>
              <a:rPr lang="en-US" altLang="zh-CN" sz="18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r3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r2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spcBef>
                <a:spcPct val="10000"/>
              </a:spcBef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sub r5, </a:t>
            </a:r>
            <a:r>
              <a:rPr lang="en-US" altLang="zh-CN" sz="18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r3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r2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9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9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9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9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9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09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099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099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099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099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099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099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0992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0992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0992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0992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66" name="Picture 2">
            <a:extLst>
              <a:ext uri="{FF2B5EF4-FFF2-40B4-BE49-F238E27FC236}">
                <a16:creationId xmlns:a16="http://schemas.microsoft.com/office/drawing/2014/main" id="{BE7F02B5-280A-8B43-B10C-0E9823CC696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3" y="1104900"/>
            <a:ext cx="5892800" cy="346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3667" name="Rectangle 3">
            <a:extLst>
              <a:ext uri="{FF2B5EF4-FFF2-40B4-BE49-F238E27FC236}">
                <a16:creationId xmlns:a16="http://schemas.microsoft.com/office/drawing/2014/main" id="{ECDED45D-DD01-8042-91F0-5E036872CA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2463" y="128588"/>
            <a:ext cx="7935912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转发路径和转发条件</a:t>
            </a:r>
            <a:endParaRPr lang="zh-CN" altLang="en-US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sp>
        <p:nvSpPr>
          <p:cNvPr id="113668" name="Rectangle 4">
            <a:extLst>
              <a:ext uri="{FF2B5EF4-FFF2-40B4-BE49-F238E27FC236}">
                <a16:creationId xmlns:a16="http://schemas.microsoft.com/office/drawing/2014/main" id="{B72612CF-3ACE-814D-AF0A-ABEC52B9D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" y="623888"/>
            <a:ext cx="75406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5000"/>
              </a:spcBef>
              <a:buFontTx/>
              <a:buChar char="•"/>
            </a:pPr>
            <a:r>
              <a:rPr lang="zh-CN" altLang="en-US" sz="2400">
                <a:ea typeface="宋体" panose="02010600030101010101" pitchFamily="2" charset="-122"/>
              </a:rPr>
              <a:t> 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加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MUX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，使流水段寄存器值返送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ALU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输入端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210949" name="Group 5">
            <a:extLst>
              <a:ext uri="{FF2B5EF4-FFF2-40B4-BE49-F238E27FC236}">
                <a16:creationId xmlns:a16="http://schemas.microsoft.com/office/drawing/2014/main" id="{E3873954-5E0C-C048-B0FA-8CC6863C607E}"/>
              </a:ext>
            </a:extLst>
          </p:cNvPr>
          <p:cNvGrpSpPr>
            <a:grpSpLocks/>
          </p:cNvGrpSpPr>
          <p:nvPr/>
        </p:nvGrpSpPr>
        <p:grpSpPr bwMode="auto">
          <a:xfrm>
            <a:off x="1146175" y="1524000"/>
            <a:ext cx="2436813" cy="2813050"/>
            <a:chOff x="1307" y="1608"/>
            <a:chExt cx="1535" cy="1772"/>
          </a:xfrm>
        </p:grpSpPr>
        <p:sp>
          <p:nvSpPr>
            <p:cNvPr id="113731" name="Line 6">
              <a:extLst>
                <a:ext uri="{FF2B5EF4-FFF2-40B4-BE49-F238E27FC236}">
                  <a16:creationId xmlns:a16="http://schemas.microsoft.com/office/drawing/2014/main" id="{333B1C26-E814-8E44-9480-541588C5BF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12" y="2540"/>
              <a:ext cx="1" cy="83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32" name="Line 7">
              <a:extLst>
                <a:ext uri="{FF2B5EF4-FFF2-40B4-BE49-F238E27FC236}">
                  <a16:creationId xmlns:a16="http://schemas.microsoft.com/office/drawing/2014/main" id="{AD56EAFA-72BF-5040-95A3-E354015BBF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07" y="3379"/>
              <a:ext cx="1513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33" name="Line 8">
              <a:extLst>
                <a:ext uri="{FF2B5EF4-FFF2-40B4-BE49-F238E27FC236}">
                  <a16:creationId xmlns:a16="http://schemas.microsoft.com/office/drawing/2014/main" id="{D85DD37B-0749-C649-A8D0-0027E7F90D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12" y="2877"/>
              <a:ext cx="1" cy="50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34" name="Line 9">
              <a:extLst>
                <a:ext uri="{FF2B5EF4-FFF2-40B4-BE49-F238E27FC236}">
                  <a16:creationId xmlns:a16="http://schemas.microsoft.com/office/drawing/2014/main" id="{18E6C48E-B6EA-8C4D-AF31-51155BA61A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8" y="2875"/>
              <a:ext cx="192" cy="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35" name="Line 10">
              <a:extLst>
                <a:ext uri="{FF2B5EF4-FFF2-40B4-BE49-F238E27FC236}">
                  <a16:creationId xmlns:a16="http://schemas.microsoft.com/office/drawing/2014/main" id="{F9096F2D-0E67-0C4E-8CEC-1A035CA413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11" y="1608"/>
              <a:ext cx="0" cy="92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36" name="Line 11">
              <a:extLst>
                <a:ext uri="{FF2B5EF4-FFF2-40B4-BE49-F238E27FC236}">
                  <a16:creationId xmlns:a16="http://schemas.microsoft.com/office/drawing/2014/main" id="{45179D74-3882-E348-904A-E839C259E5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7" y="1616"/>
              <a:ext cx="1448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37" name="Line 12">
              <a:extLst>
                <a:ext uri="{FF2B5EF4-FFF2-40B4-BE49-F238E27FC236}">
                  <a16:creationId xmlns:a16="http://schemas.microsoft.com/office/drawing/2014/main" id="{D10B2DB3-09DC-4646-8DEA-F30A5A6AF2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7" y="1608"/>
              <a:ext cx="0" cy="54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38" name="Line 13">
              <a:extLst>
                <a:ext uri="{FF2B5EF4-FFF2-40B4-BE49-F238E27FC236}">
                  <a16:creationId xmlns:a16="http://schemas.microsoft.com/office/drawing/2014/main" id="{5DFCA65B-EF54-E848-B980-FE7FF27A96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7" y="2149"/>
              <a:ext cx="94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39" name="Line 14">
              <a:extLst>
                <a:ext uri="{FF2B5EF4-FFF2-40B4-BE49-F238E27FC236}">
                  <a16:creationId xmlns:a16="http://schemas.microsoft.com/office/drawing/2014/main" id="{4B3917AC-9BFB-814C-A934-4F2E3B7DF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0" y="2541"/>
              <a:ext cx="81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40" name="Oval 15">
              <a:extLst>
                <a:ext uri="{FF2B5EF4-FFF2-40B4-BE49-F238E27FC236}">
                  <a16:creationId xmlns:a16="http://schemas.microsoft.com/office/drawing/2014/main" id="{7F17AF06-E915-2C4F-AD46-F774A9F96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6" y="2514"/>
              <a:ext cx="56" cy="54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210960" name="Group 16">
            <a:extLst>
              <a:ext uri="{FF2B5EF4-FFF2-40B4-BE49-F238E27FC236}">
                <a16:creationId xmlns:a16="http://schemas.microsoft.com/office/drawing/2014/main" id="{D7387FB4-9869-3A44-9756-0C4793332AC0}"/>
              </a:ext>
            </a:extLst>
          </p:cNvPr>
          <p:cNvGrpSpPr>
            <a:grpSpLocks/>
          </p:cNvGrpSpPr>
          <p:nvPr/>
        </p:nvGrpSpPr>
        <p:grpSpPr bwMode="auto">
          <a:xfrm>
            <a:off x="1098550" y="1371600"/>
            <a:ext cx="5184775" cy="3181350"/>
            <a:chOff x="1277" y="1512"/>
            <a:chExt cx="3266" cy="2004"/>
          </a:xfrm>
        </p:grpSpPr>
        <p:sp>
          <p:nvSpPr>
            <p:cNvPr id="113721" name="Line 17">
              <a:extLst>
                <a:ext uri="{FF2B5EF4-FFF2-40B4-BE49-F238E27FC236}">
                  <a16:creationId xmlns:a16="http://schemas.microsoft.com/office/drawing/2014/main" id="{801D5848-7494-CE4F-BD54-85B7140B01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7" y="2780"/>
              <a:ext cx="2" cy="736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22" name="Line 18">
              <a:extLst>
                <a:ext uri="{FF2B5EF4-FFF2-40B4-BE49-F238E27FC236}">
                  <a16:creationId xmlns:a16="http://schemas.microsoft.com/office/drawing/2014/main" id="{E174BA25-D2D8-D64F-B1E9-D98C56AA92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1512"/>
              <a:ext cx="0" cy="127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23" name="Line 19">
              <a:extLst>
                <a:ext uri="{FF2B5EF4-FFF2-40B4-BE49-F238E27FC236}">
                  <a16:creationId xmlns:a16="http://schemas.microsoft.com/office/drawing/2014/main" id="{E27873E7-39BF-074E-A63E-FA169FBBDD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77" y="1514"/>
              <a:ext cx="3239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24" name="Line 20">
              <a:extLst>
                <a:ext uri="{FF2B5EF4-FFF2-40B4-BE49-F238E27FC236}">
                  <a16:creationId xmlns:a16="http://schemas.microsoft.com/office/drawing/2014/main" id="{03116374-906B-AF42-B889-E729FEA9EB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83" y="1521"/>
              <a:ext cx="0" cy="78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25" name="Line 21">
              <a:extLst>
                <a:ext uri="{FF2B5EF4-FFF2-40B4-BE49-F238E27FC236}">
                  <a16:creationId xmlns:a16="http://schemas.microsoft.com/office/drawing/2014/main" id="{D7FC4D80-0432-F34B-B483-640D56AC5B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7" y="2308"/>
              <a:ext cx="187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26" name="Line 22">
              <a:extLst>
                <a:ext uri="{FF2B5EF4-FFF2-40B4-BE49-F238E27FC236}">
                  <a16:creationId xmlns:a16="http://schemas.microsoft.com/office/drawing/2014/main" id="{92540C2B-4263-7741-974F-43F8190340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2775"/>
              <a:ext cx="153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27" name="Oval 23">
              <a:extLst>
                <a:ext uri="{FF2B5EF4-FFF2-40B4-BE49-F238E27FC236}">
                  <a16:creationId xmlns:a16="http://schemas.microsoft.com/office/drawing/2014/main" id="{23B7BB37-B894-464C-ACF2-6C8939AC5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754"/>
              <a:ext cx="56" cy="54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3728" name="Line 24">
              <a:extLst>
                <a:ext uri="{FF2B5EF4-FFF2-40B4-BE49-F238E27FC236}">
                  <a16:creationId xmlns:a16="http://schemas.microsoft.com/office/drawing/2014/main" id="{86CD2995-7AD7-EF41-87F6-7FD7A1F61A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09" y="3508"/>
              <a:ext cx="3106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29" name="Line 25">
              <a:extLst>
                <a:ext uri="{FF2B5EF4-FFF2-40B4-BE49-F238E27FC236}">
                  <a16:creationId xmlns:a16="http://schemas.microsoft.com/office/drawing/2014/main" id="{10847CD2-B354-3344-8F06-22823691B9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5" y="3024"/>
              <a:ext cx="2" cy="488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30" name="Line 26">
              <a:extLst>
                <a:ext uri="{FF2B5EF4-FFF2-40B4-BE49-F238E27FC236}">
                  <a16:creationId xmlns:a16="http://schemas.microsoft.com/office/drawing/2014/main" id="{21AAB8E9-4EB6-844C-ABD8-98DDD19C38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0" y="3026"/>
              <a:ext cx="99" cy="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0971" name="Group 27">
            <a:extLst>
              <a:ext uri="{FF2B5EF4-FFF2-40B4-BE49-F238E27FC236}">
                <a16:creationId xmlns:a16="http://schemas.microsoft.com/office/drawing/2014/main" id="{DC92E10A-7850-A04E-9C42-2C77D3574764}"/>
              </a:ext>
            </a:extLst>
          </p:cNvPr>
          <p:cNvGrpSpPr>
            <a:grpSpLocks/>
          </p:cNvGrpSpPr>
          <p:nvPr/>
        </p:nvGrpSpPr>
        <p:grpSpPr bwMode="auto">
          <a:xfrm>
            <a:off x="1189038" y="1447800"/>
            <a:ext cx="4984750" cy="2997200"/>
            <a:chOff x="1334" y="1560"/>
            <a:chExt cx="3140" cy="1888"/>
          </a:xfrm>
        </p:grpSpPr>
        <p:sp>
          <p:nvSpPr>
            <p:cNvPr id="113710" name="Line 28">
              <a:extLst>
                <a:ext uri="{FF2B5EF4-FFF2-40B4-BE49-F238E27FC236}">
                  <a16:creationId xmlns:a16="http://schemas.microsoft.com/office/drawing/2014/main" id="{39F28F48-17E6-7044-B6EC-4AA2AB5F42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1" y="3439"/>
              <a:ext cx="3085" cy="0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11" name="Line 29">
              <a:extLst>
                <a:ext uri="{FF2B5EF4-FFF2-40B4-BE49-F238E27FC236}">
                  <a16:creationId xmlns:a16="http://schemas.microsoft.com/office/drawing/2014/main" id="{144CFDA6-875E-E144-B7AF-BAEF85DE58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67" y="2955"/>
              <a:ext cx="2" cy="479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12" name="Line 30">
              <a:extLst>
                <a:ext uri="{FF2B5EF4-FFF2-40B4-BE49-F238E27FC236}">
                  <a16:creationId xmlns:a16="http://schemas.microsoft.com/office/drawing/2014/main" id="{D85BA3C6-7051-8448-AB26-EAFF03887A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65" y="2953"/>
              <a:ext cx="135" cy="1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13" name="Line 31">
              <a:extLst>
                <a:ext uri="{FF2B5EF4-FFF2-40B4-BE49-F238E27FC236}">
                  <a16:creationId xmlns:a16="http://schemas.microsoft.com/office/drawing/2014/main" id="{8B9F07B9-9233-684D-99DC-1A587D46DE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43" y="1560"/>
              <a:ext cx="0" cy="1612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14" name="Line 32">
              <a:extLst>
                <a:ext uri="{FF2B5EF4-FFF2-40B4-BE49-F238E27FC236}">
                  <a16:creationId xmlns:a16="http://schemas.microsoft.com/office/drawing/2014/main" id="{D372904D-CCDA-5F45-8355-9CBE38C38C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4" y="1565"/>
              <a:ext cx="3113" cy="0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15" name="Line 33">
              <a:extLst>
                <a:ext uri="{FF2B5EF4-FFF2-40B4-BE49-F238E27FC236}">
                  <a16:creationId xmlns:a16="http://schemas.microsoft.com/office/drawing/2014/main" id="{EDCC553C-F98D-1341-8715-C6B8D91EA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5" y="3189"/>
              <a:ext cx="63" cy="0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16" name="Oval 34">
              <a:extLst>
                <a:ext uri="{FF2B5EF4-FFF2-40B4-BE49-F238E27FC236}">
                  <a16:creationId xmlns:a16="http://schemas.microsoft.com/office/drawing/2014/main" id="{0112A2B8-E06A-324E-9C2F-9CE669F79E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" y="3162"/>
              <a:ext cx="56" cy="54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3717" name="Line 35">
              <a:extLst>
                <a:ext uri="{FF2B5EF4-FFF2-40B4-BE49-F238E27FC236}">
                  <a16:creationId xmlns:a16="http://schemas.microsoft.com/office/drawing/2014/main" id="{E4708CD3-6806-3641-960F-F1D507FA09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7" y="1566"/>
              <a:ext cx="0" cy="670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18" name="Line 36">
              <a:extLst>
                <a:ext uri="{FF2B5EF4-FFF2-40B4-BE49-F238E27FC236}">
                  <a16:creationId xmlns:a16="http://schemas.microsoft.com/office/drawing/2014/main" id="{D5C9BAE9-4C2F-E340-9BA7-7834A501A8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2230"/>
              <a:ext cx="133" cy="0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19" name="Line 37">
              <a:extLst>
                <a:ext uri="{FF2B5EF4-FFF2-40B4-BE49-F238E27FC236}">
                  <a16:creationId xmlns:a16="http://schemas.microsoft.com/office/drawing/2014/main" id="{DB1081B4-1570-3542-847C-FBA8897213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49" y="3213"/>
              <a:ext cx="0" cy="235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20" name="Line 38">
              <a:extLst>
                <a:ext uri="{FF2B5EF4-FFF2-40B4-BE49-F238E27FC236}">
                  <a16:creationId xmlns:a16="http://schemas.microsoft.com/office/drawing/2014/main" id="{A34638E4-268B-6A46-8C5C-B0930F0F10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3176"/>
              <a:ext cx="1336" cy="0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0992" name="Group 48">
            <a:extLst>
              <a:ext uri="{FF2B5EF4-FFF2-40B4-BE49-F238E27FC236}">
                <a16:creationId xmlns:a16="http://schemas.microsoft.com/office/drawing/2014/main" id="{D2ABDFD6-DB88-F94B-9B57-8CEC79BCD516}"/>
              </a:ext>
            </a:extLst>
          </p:cNvPr>
          <p:cNvGrpSpPr>
            <a:grpSpLocks/>
          </p:cNvGrpSpPr>
          <p:nvPr/>
        </p:nvGrpSpPr>
        <p:grpSpPr bwMode="auto">
          <a:xfrm>
            <a:off x="3527425" y="1636713"/>
            <a:ext cx="1323975" cy="379412"/>
            <a:chOff x="2222" y="932"/>
            <a:chExt cx="834" cy="239"/>
          </a:xfrm>
        </p:grpSpPr>
        <p:sp>
          <p:nvSpPr>
            <p:cNvPr id="113708" name="Text Box 40">
              <a:extLst>
                <a:ext uri="{FF2B5EF4-FFF2-40B4-BE49-F238E27FC236}">
                  <a16:creationId xmlns:a16="http://schemas.microsoft.com/office/drawing/2014/main" id="{2B2F683D-5CB8-C247-B6C1-47D67B357F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1" y="940"/>
              <a:ext cx="48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rgbClr val="008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C1(a)</a:t>
              </a:r>
            </a:p>
          </p:txBody>
        </p:sp>
        <p:sp>
          <p:nvSpPr>
            <p:cNvPr id="113709" name="Line 41">
              <a:extLst>
                <a:ext uri="{FF2B5EF4-FFF2-40B4-BE49-F238E27FC236}">
                  <a16:creationId xmlns:a16="http://schemas.microsoft.com/office/drawing/2014/main" id="{AB3BD391-5301-614B-8A7A-EAC59A38D5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22" y="932"/>
              <a:ext cx="356" cy="7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1005" name="Group 61">
            <a:extLst>
              <a:ext uri="{FF2B5EF4-FFF2-40B4-BE49-F238E27FC236}">
                <a16:creationId xmlns:a16="http://schemas.microsoft.com/office/drawing/2014/main" id="{8BB17C21-03EE-C145-8C9E-7BA86BCF07AC}"/>
              </a:ext>
            </a:extLst>
          </p:cNvPr>
          <p:cNvGrpSpPr>
            <a:grpSpLocks/>
          </p:cNvGrpSpPr>
          <p:nvPr/>
        </p:nvGrpSpPr>
        <p:grpSpPr bwMode="auto">
          <a:xfrm>
            <a:off x="3540125" y="4073525"/>
            <a:ext cx="1295400" cy="366713"/>
            <a:chOff x="2230" y="2467"/>
            <a:chExt cx="816" cy="231"/>
          </a:xfrm>
        </p:grpSpPr>
        <p:sp>
          <p:nvSpPr>
            <p:cNvPr id="113706" name="Text Box 50">
              <a:extLst>
                <a:ext uri="{FF2B5EF4-FFF2-40B4-BE49-F238E27FC236}">
                  <a16:creationId xmlns:a16="http://schemas.microsoft.com/office/drawing/2014/main" id="{57DBD6E4-9708-C943-A2F7-8D890E9BE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1" y="2467"/>
              <a:ext cx="48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rgbClr val="008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C1(b)</a:t>
              </a:r>
            </a:p>
          </p:txBody>
        </p:sp>
        <p:sp>
          <p:nvSpPr>
            <p:cNvPr id="113707" name="Line 51">
              <a:extLst>
                <a:ext uri="{FF2B5EF4-FFF2-40B4-BE49-F238E27FC236}">
                  <a16:creationId xmlns:a16="http://schemas.microsoft.com/office/drawing/2014/main" id="{3FA0F61D-5905-184E-B8E9-C680482DF8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30" y="2513"/>
              <a:ext cx="356" cy="7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1006" name="Group 62">
            <a:extLst>
              <a:ext uri="{FF2B5EF4-FFF2-40B4-BE49-F238E27FC236}">
                <a16:creationId xmlns:a16="http://schemas.microsoft.com/office/drawing/2014/main" id="{180606FD-7FC4-CC45-BE3E-43126473477F}"/>
              </a:ext>
            </a:extLst>
          </p:cNvPr>
          <p:cNvGrpSpPr>
            <a:grpSpLocks/>
          </p:cNvGrpSpPr>
          <p:nvPr/>
        </p:nvGrpSpPr>
        <p:grpSpPr bwMode="auto">
          <a:xfrm>
            <a:off x="6092825" y="2235200"/>
            <a:ext cx="1485900" cy="523875"/>
            <a:chOff x="3838" y="1120"/>
            <a:chExt cx="936" cy="330"/>
          </a:xfrm>
        </p:grpSpPr>
        <p:sp>
          <p:nvSpPr>
            <p:cNvPr id="113704" name="Text Box 53">
              <a:extLst>
                <a:ext uri="{FF2B5EF4-FFF2-40B4-BE49-F238E27FC236}">
                  <a16:creationId xmlns:a16="http://schemas.microsoft.com/office/drawing/2014/main" id="{B11AD0AE-BF90-3E44-96AC-3ED505F51D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9" y="1120"/>
              <a:ext cx="48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C2(a)</a:t>
              </a:r>
            </a:p>
          </p:txBody>
        </p:sp>
        <p:sp>
          <p:nvSpPr>
            <p:cNvPr id="113705" name="Line 59">
              <a:extLst>
                <a:ext uri="{FF2B5EF4-FFF2-40B4-BE49-F238E27FC236}">
                  <a16:creationId xmlns:a16="http://schemas.microsoft.com/office/drawing/2014/main" id="{DB08B739-AFE8-CD48-B0ED-D9104C2299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8" y="1342"/>
              <a:ext cx="566" cy="10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1007" name="Group 63">
            <a:extLst>
              <a:ext uri="{FF2B5EF4-FFF2-40B4-BE49-F238E27FC236}">
                <a16:creationId xmlns:a16="http://schemas.microsoft.com/office/drawing/2014/main" id="{D74EAE1D-567A-9A4D-9FB3-405B1E0968DC}"/>
              </a:ext>
            </a:extLst>
          </p:cNvPr>
          <p:cNvGrpSpPr>
            <a:grpSpLocks/>
          </p:cNvGrpSpPr>
          <p:nvPr/>
        </p:nvGrpSpPr>
        <p:grpSpPr bwMode="auto">
          <a:xfrm>
            <a:off x="6122988" y="3908425"/>
            <a:ext cx="1455737" cy="368300"/>
            <a:chOff x="3857" y="2462"/>
            <a:chExt cx="917" cy="232"/>
          </a:xfrm>
        </p:grpSpPr>
        <p:sp>
          <p:nvSpPr>
            <p:cNvPr id="113702" name="Text Box 56">
              <a:extLst>
                <a:ext uri="{FF2B5EF4-FFF2-40B4-BE49-F238E27FC236}">
                  <a16:creationId xmlns:a16="http://schemas.microsoft.com/office/drawing/2014/main" id="{2C0A1C41-0D4D-0B4C-AAB2-B44276479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9" y="2462"/>
              <a:ext cx="48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C2(b)</a:t>
              </a:r>
            </a:p>
          </p:txBody>
        </p:sp>
        <p:sp>
          <p:nvSpPr>
            <p:cNvPr id="113703" name="Line 60">
              <a:extLst>
                <a:ext uri="{FF2B5EF4-FFF2-40B4-BE49-F238E27FC236}">
                  <a16:creationId xmlns:a16="http://schemas.microsoft.com/office/drawing/2014/main" id="{CB6FEDED-D378-0D42-A5D6-1EED450EBC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57" y="2666"/>
              <a:ext cx="538" cy="2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1008" name="Text Box 64">
            <a:extLst>
              <a:ext uri="{FF2B5EF4-FFF2-40B4-BE49-F238E27FC236}">
                <a16:creationId xmlns:a16="http://schemas.microsoft.com/office/drawing/2014/main" id="{A992D2D6-4DAD-2143-82C6-BB20F8FE5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3" y="4799013"/>
            <a:ext cx="8641614" cy="775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zh-CN" altLang="en-US" sz="2000" dirty="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红线和蓝线可以合并，在原数据通路中确实是合并在一起的。（见下一页）</a:t>
            </a:r>
          </a:p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zh-CN" altLang="en-US" sz="2000" dirty="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由一个二路选择器（控制端为</a:t>
            </a:r>
            <a:r>
              <a:rPr lang="en-US" altLang="zh-CN" sz="2000" dirty="0" err="1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MemtoReg</a:t>
            </a:r>
            <a:r>
              <a:rPr lang="zh-CN" altLang="en-US" sz="2000" dirty="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）合并输出到寄存器堆！</a:t>
            </a:r>
            <a:endParaRPr lang="en-US" altLang="zh-CN" sz="2000" dirty="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211013" name="Group 69">
            <a:extLst>
              <a:ext uri="{FF2B5EF4-FFF2-40B4-BE49-F238E27FC236}">
                <a16:creationId xmlns:a16="http://schemas.microsoft.com/office/drawing/2014/main" id="{4799B944-BE87-8640-B9FC-CF86A294A7B7}"/>
              </a:ext>
            </a:extLst>
          </p:cNvPr>
          <p:cNvGrpSpPr>
            <a:grpSpLocks/>
          </p:cNvGrpSpPr>
          <p:nvPr/>
        </p:nvGrpSpPr>
        <p:grpSpPr bwMode="auto">
          <a:xfrm>
            <a:off x="6254750" y="1727200"/>
            <a:ext cx="1530350" cy="336550"/>
            <a:chOff x="3940" y="1088"/>
            <a:chExt cx="964" cy="212"/>
          </a:xfrm>
        </p:grpSpPr>
        <p:sp>
          <p:nvSpPr>
            <p:cNvPr id="113700" name="Line 54">
              <a:extLst>
                <a:ext uri="{FF2B5EF4-FFF2-40B4-BE49-F238E27FC236}">
                  <a16:creationId xmlns:a16="http://schemas.microsoft.com/office/drawing/2014/main" id="{2CEB0B3B-1F41-B541-BB76-2B294595E0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0" y="1112"/>
              <a:ext cx="356" cy="5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01" name="Text Box 68">
              <a:extLst>
                <a:ext uri="{FF2B5EF4-FFF2-40B4-BE49-F238E27FC236}">
                  <a16:creationId xmlns:a16="http://schemas.microsoft.com/office/drawing/2014/main" id="{9C06364D-DF2C-C24B-9CA0-29D8BBA184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0" y="1088"/>
              <a:ext cx="62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C3</a:t>
              </a:r>
            </a:p>
          </p:txBody>
        </p:sp>
      </p:grpSp>
      <p:sp>
        <p:nvSpPr>
          <p:cNvPr id="211014" name="Text Box 70">
            <a:extLst>
              <a:ext uri="{FF2B5EF4-FFF2-40B4-BE49-F238E27FC236}">
                <a16:creationId xmlns:a16="http://schemas.microsoft.com/office/drawing/2014/main" id="{F5FA36F1-2B28-8C41-B193-0F39FDDA5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5676900"/>
            <a:ext cx="58372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所以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无需另有一个检测条件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C3!  C3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就是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C2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！</a:t>
            </a:r>
          </a:p>
        </p:txBody>
      </p:sp>
      <p:sp>
        <p:nvSpPr>
          <p:cNvPr id="211015" name="Text Box 71">
            <a:extLst>
              <a:ext uri="{FF2B5EF4-FFF2-40B4-BE49-F238E27FC236}">
                <a16:creationId xmlns:a16="http://schemas.microsoft.com/office/drawing/2014/main" id="{77BA3C42-C1B9-1A45-A737-C867A3883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9525" y="1355725"/>
            <a:ext cx="1411288" cy="327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900">
                <a:latin typeface="Arial" panose="020B0604020202020204" pitchFamily="34" charset="0"/>
                <a:ea typeface="黑体" panose="02010609060101010101" pitchFamily="49" charset="-122"/>
              </a:rPr>
              <a:t>C1</a:t>
            </a:r>
            <a:r>
              <a:rPr lang="zh-CN" altLang="en-US" sz="1900">
                <a:latin typeface="Arial" panose="020B0604020202020204" pitchFamily="34" charset="0"/>
                <a:ea typeface="黑体" panose="02010609060101010101" pitchFamily="49" charset="-122"/>
              </a:rPr>
              <a:t>反映本条指令和随后指令间的相关关系</a:t>
            </a:r>
          </a:p>
          <a:p>
            <a:pPr>
              <a:spcBef>
                <a:spcPct val="50000"/>
              </a:spcBef>
            </a:pPr>
            <a:r>
              <a:rPr lang="en-US" altLang="zh-CN" sz="1900">
                <a:latin typeface="Arial" panose="020B0604020202020204" pitchFamily="34" charset="0"/>
                <a:ea typeface="黑体" panose="02010609060101010101" pitchFamily="49" charset="-122"/>
              </a:rPr>
              <a:t>C2</a:t>
            </a:r>
            <a:r>
              <a:rPr lang="zh-CN" altLang="en-US" sz="1900">
                <a:latin typeface="Arial" panose="020B0604020202020204" pitchFamily="34" charset="0"/>
                <a:ea typeface="黑体" panose="02010609060101010101" pitchFamily="49" charset="-122"/>
              </a:rPr>
              <a:t>反映本条指令和随后第二条指令间的相关关系</a:t>
            </a:r>
          </a:p>
          <a:p>
            <a:pPr>
              <a:spcBef>
                <a:spcPct val="50000"/>
              </a:spcBef>
            </a:pPr>
            <a:endParaRPr lang="zh-CN" altLang="en-US" sz="190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11016" name="Text Box 72">
            <a:extLst>
              <a:ext uri="{FF2B5EF4-FFF2-40B4-BE49-F238E27FC236}">
                <a16:creationId xmlns:a16="http://schemas.microsoft.com/office/drawing/2014/main" id="{5A46663B-2037-C54C-B592-B1A35D22C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" y="6134100"/>
            <a:ext cx="50625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C1</a:t>
            </a:r>
            <a:r>
              <a:rPr lang="zh-CN" altLang="en-US" sz="20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和</a:t>
            </a:r>
            <a:r>
              <a:rPr lang="en-US" altLang="zh-CN" sz="20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C2</a:t>
            </a:r>
            <a:r>
              <a:rPr lang="zh-CN" altLang="en-US" sz="20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分别反映哪两条指令的关系呢？</a:t>
            </a:r>
          </a:p>
        </p:txBody>
      </p:sp>
      <p:sp>
        <p:nvSpPr>
          <p:cNvPr id="113681" name="Rectangle 73">
            <a:extLst>
              <a:ext uri="{FF2B5EF4-FFF2-40B4-BE49-F238E27FC236}">
                <a16:creationId xmlns:a16="http://schemas.microsoft.com/office/drawing/2014/main" id="{BFD579C5-A52A-BF40-AFC3-469EDF7BD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1543050"/>
            <a:ext cx="330200" cy="26543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3682" name="Rectangle 74">
            <a:extLst>
              <a:ext uri="{FF2B5EF4-FFF2-40B4-BE49-F238E27FC236}">
                <a16:creationId xmlns:a16="http://schemas.microsoft.com/office/drawing/2014/main" id="{4450677E-B1F4-BF49-93FF-9FB37334E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6100" y="1581150"/>
            <a:ext cx="330200" cy="26543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3683" name="Rectangle 75">
            <a:extLst>
              <a:ext uri="{FF2B5EF4-FFF2-40B4-BE49-F238E27FC236}">
                <a16:creationId xmlns:a16="http://schemas.microsoft.com/office/drawing/2014/main" id="{8B43DBC6-2321-0E48-B686-51BBEB1AC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9600" y="1568450"/>
            <a:ext cx="330200" cy="265430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113684" name="Group 76">
            <a:extLst>
              <a:ext uri="{FF2B5EF4-FFF2-40B4-BE49-F238E27FC236}">
                <a16:creationId xmlns:a16="http://schemas.microsoft.com/office/drawing/2014/main" id="{30D09A29-9E8F-F34D-B8EE-1DB1091E2D3E}"/>
              </a:ext>
            </a:extLst>
          </p:cNvPr>
          <p:cNvGrpSpPr>
            <a:grpSpLocks/>
          </p:cNvGrpSpPr>
          <p:nvPr/>
        </p:nvGrpSpPr>
        <p:grpSpPr bwMode="auto">
          <a:xfrm>
            <a:off x="482600" y="882650"/>
            <a:ext cx="5702300" cy="685800"/>
            <a:chOff x="304" y="976"/>
            <a:chExt cx="3592" cy="432"/>
          </a:xfrm>
        </p:grpSpPr>
        <p:sp>
          <p:nvSpPr>
            <p:cNvPr id="113685" name="Oval 77">
              <a:extLst>
                <a:ext uri="{FF2B5EF4-FFF2-40B4-BE49-F238E27FC236}">
                  <a16:creationId xmlns:a16="http://schemas.microsoft.com/office/drawing/2014/main" id="{8ABD4C0A-FB8B-8444-B487-1DB9D433F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" y="1312"/>
              <a:ext cx="72" cy="7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3686" name="Rectangle 78">
              <a:extLst>
                <a:ext uri="{FF2B5EF4-FFF2-40B4-BE49-F238E27FC236}">
                  <a16:creationId xmlns:a16="http://schemas.microsoft.com/office/drawing/2014/main" id="{266356C4-E43C-0E4A-B008-5FA106F9B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" y="1080"/>
              <a:ext cx="248" cy="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3687" name="Rectangle 79">
              <a:extLst>
                <a:ext uri="{FF2B5EF4-FFF2-40B4-BE49-F238E27FC236}">
                  <a16:creationId xmlns:a16="http://schemas.microsoft.com/office/drawing/2014/main" id="{D8BB9412-4664-114D-8027-7CC3CEDC3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0" y="1056"/>
              <a:ext cx="312" cy="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3688" name="Rectangle 80">
              <a:extLst>
                <a:ext uri="{FF2B5EF4-FFF2-40B4-BE49-F238E27FC236}">
                  <a16:creationId xmlns:a16="http://schemas.microsoft.com/office/drawing/2014/main" id="{9A1CF117-E3E7-C34B-89FB-57044EBAB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4" y="1056"/>
              <a:ext cx="432" cy="1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3689" name="Oval 81">
              <a:extLst>
                <a:ext uri="{FF2B5EF4-FFF2-40B4-BE49-F238E27FC236}">
                  <a16:creationId xmlns:a16="http://schemas.microsoft.com/office/drawing/2014/main" id="{0A2BF065-1967-4443-8C11-06B14A301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8" y="1336"/>
              <a:ext cx="72" cy="7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3690" name="Oval 82">
              <a:extLst>
                <a:ext uri="{FF2B5EF4-FFF2-40B4-BE49-F238E27FC236}">
                  <a16:creationId xmlns:a16="http://schemas.microsoft.com/office/drawing/2014/main" id="{35758CFA-9460-1344-9F26-9A937EEA8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328"/>
              <a:ext cx="72" cy="7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3691" name="Line 83">
              <a:extLst>
                <a:ext uri="{FF2B5EF4-FFF2-40B4-BE49-F238E27FC236}">
                  <a16:creationId xmlns:a16="http://schemas.microsoft.com/office/drawing/2014/main" id="{F16F5815-7C1B-454C-981B-FF06696928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" y="976"/>
              <a:ext cx="0" cy="3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92" name="Line 84">
              <a:extLst>
                <a:ext uri="{FF2B5EF4-FFF2-40B4-BE49-F238E27FC236}">
                  <a16:creationId xmlns:a16="http://schemas.microsoft.com/office/drawing/2014/main" id="{348ADC6A-6F21-6249-B3AE-937E1D44E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0" y="1016"/>
              <a:ext cx="0" cy="3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93" name="Line 85">
              <a:extLst>
                <a:ext uri="{FF2B5EF4-FFF2-40B4-BE49-F238E27FC236}">
                  <a16:creationId xmlns:a16="http://schemas.microsoft.com/office/drawing/2014/main" id="{49AF9BDC-9819-5F4F-A487-C87B3EB9F8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0" y="1000"/>
              <a:ext cx="0" cy="3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94" name="Text Box 86">
              <a:extLst>
                <a:ext uri="{FF2B5EF4-FFF2-40B4-BE49-F238E27FC236}">
                  <a16:creationId xmlns:a16="http://schemas.microsoft.com/office/drawing/2014/main" id="{49581AED-B185-774A-8CCF-23063BE8F5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2" y="984"/>
              <a:ext cx="27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ea typeface="宋体" panose="02010600030101010101" pitchFamily="2" charset="-122"/>
                </a:rPr>
                <a:t>Ex</a:t>
              </a:r>
            </a:p>
          </p:txBody>
        </p:sp>
        <p:sp>
          <p:nvSpPr>
            <p:cNvPr id="113695" name="Text Box 87">
              <a:extLst>
                <a:ext uri="{FF2B5EF4-FFF2-40B4-BE49-F238E27FC236}">
                  <a16:creationId xmlns:a16="http://schemas.microsoft.com/office/drawing/2014/main" id="{EAF3971D-37C8-474A-B3F9-CE56AFCA32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000"/>
              <a:ext cx="50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ea typeface="宋体" panose="02010600030101010101" pitchFamily="2" charset="-122"/>
                </a:rPr>
                <a:t>Mem</a:t>
              </a:r>
            </a:p>
          </p:txBody>
        </p:sp>
        <p:sp>
          <p:nvSpPr>
            <p:cNvPr id="113696" name="Line 88">
              <a:extLst>
                <a:ext uri="{FF2B5EF4-FFF2-40B4-BE49-F238E27FC236}">
                  <a16:creationId xmlns:a16="http://schemas.microsoft.com/office/drawing/2014/main" id="{F3319989-FBDB-2544-A354-44F07E701E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" y="1104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97" name="Line 89">
              <a:extLst>
                <a:ext uri="{FF2B5EF4-FFF2-40B4-BE49-F238E27FC236}">
                  <a16:creationId xmlns:a16="http://schemas.microsoft.com/office/drawing/2014/main" id="{89A292CA-052A-8249-BE6F-4334D162F6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0" y="1104"/>
              <a:ext cx="6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98" name="Line 90">
              <a:extLst>
                <a:ext uri="{FF2B5EF4-FFF2-40B4-BE49-F238E27FC236}">
                  <a16:creationId xmlns:a16="http://schemas.microsoft.com/office/drawing/2014/main" id="{8392155A-2AB7-DA4D-A821-1E029F9CC3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8" y="1104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99" name="Line 91">
              <a:extLst>
                <a:ext uri="{FF2B5EF4-FFF2-40B4-BE49-F238E27FC236}">
                  <a16:creationId xmlns:a16="http://schemas.microsoft.com/office/drawing/2014/main" id="{893AA7D3-07E4-D14D-A860-E2D57D0B31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0" y="1096"/>
              <a:ext cx="6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10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0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21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00"/>
                                        <p:tgtEl>
                                          <p:spTgt spid="210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11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10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1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1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110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110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014" grpId="0"/>
      <p:bldP spid="2110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5">
            <a:extLst>
              <a:ext uri="{FF2B5EF4-FFF2-40B4-BE49-F238E27FC236}">
                <a16:creationId xmlns:a16="http://schemas.microsoft.com/office/drawing/2014/main" id="{7142C940-4BDD-EC46-9A4B-6214F0FB31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177800"/>
            <a:ext cx="6862763" cy="3683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转发路径和转发条件</a:t>
            </a:r>
            <a:endParaRPr lang="en-US" altLang="zh-CN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pic>
        <p:nvPicPr>
          <p:cNvPr id="115715" name="Picture 4">
            <a:extLst>
              <a:ext uri="{FF2B5EF4-FFF2-40B4-BE49-F238E27FC236}">
                <a16:creationId xmlns:a16="http://schemas.microsoft.com/office/drawing/2014/main" id="{BD72ED5E-B4DF-E34B-8A4F-31CECB9F3F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5313" y="1154113"/>
            <a:ext cx="8240712" cy="5076825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grpSp>
        <p:nvGrpSpPr>
          <p:cNvPr id="284685" name="Group 13">
            <a:extLst>
              <a:ext uri="{FF2B5EF4-FFF2-40B4-BE49-F238E27FC236}">
                <a16:creationId xmlns:a16="http://schemas.microsoft.com/office/drawing/2014/main" id="{15751BE7-0322-D24F-A034-AE7D0813BEB2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2381250"/>
            <a:ext cx="2547938" cy="3627438"/>
            <a:chOff x="2992" y="1704"/>
            <a:chExt cx="1304" cy="2104"/>
          </a:xfrm>
        </p:grpSpPr>
        <p:sp>
          <p:nvSpPr>
            <p:cNvPr id="115737" name="Line 14">
              <a:extLst>
                <a:ext uri="{FF2B5EF4-FFF2-40B4-BE49-F238E27FC236}">
                  <a16:creationId xmlns:a16="http://schemas.microsoft.com/office/drawing/2014/main" id="{9F7B0E10-E739-F849-AE4D-D3EA279B72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6" y="1920"/>
              <a:ext cx="0" cy="1888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38" name="Line 15">
              <a:extLst>
                <a:ext uri="{FF2B5EF4-FFF2-40B4-BE49-F238E27FC236}">
                  <a16:creationId xmlns:a16="http://schemas.microsoft.com/office/drawing/2014/main" id="{D5B36580-0254-5241-A272-66AB8132B4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92" y="3800"/>
              <a:ext cx="1304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39" name="Line 16">
              <a:extLst>
                <a:ext uri="{FF2B5EF4-FFF2-40B4-BE49-F238E27FC236}">
                  <a16:creationId xmlns:a16="http://schemas.microsoft.com/office/drawing/2014/main" id="{90296F36-FBF5-CC4B-9149-B90EE18077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0" y="1704"/>
              <a:ext cx="0" cy="208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40" name="Line 17">
              <a:extLst>
                <a:ext uri="{FF2B5EF4-FFF2-40B4-BE49-F238E27FC236}">
                  <a16:creationId xmlns:a16="http://schemas.microsoft.com/office/drawing/2014/main" id="{71FF1799-3259-C34B-8C87-0DCAA6559D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" y="1712"/>
              <a:ext cx="72" cy="0"/>
            </a:xfrm>
            <a:prstGeom prst="line">
              <a:avLst/>
            </a:prstGeom>
            <a:noFill/>
            <a:ln w="127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41" name="Line 18">
              <a:extLst>
                <a:ext uri="{FF2B5EF4-FFF2-40B4-BE49-F238E27FC236}">
                  <a16:creationId xmlns:a16="http://schemas.microsoft.com/office/drawing/2014/main" id="{20EDDDD3-5500-DD4B-B666-8118B1CE5F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" y="2432"/>
              <a:ext cx="72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4705" name="Group 33">
            <a:extLst>
              <a:ext uri="{FF2B5EF4-FFF2-40B4-BE49-F238E27FC236}">
                <a16:creationId xmlns:a16="http://schemas.microsoft.com/office/drawing/2014/main" id="{F510C1D5-AFA9-3D40-937C-F3CF1C2343A6}"/>
              </a:ext>
            </a:extLst>
          </p:cNvPr>
          <p:cNvGrpSpPr>
            <a:grpSpLocks/>
          </p:cNvGrpSpPr>
          <p:nvPr/>
        </p:nvGrpSpPr>
        <p:grpSpPr bwMode="auto">
          <a:xfrm>
            <a:off x="3238500" y="2139950"/>
            <a:ext cx="5486400" cy="4044950"/>
            <a:chOff x="2040" y="1152"/>
            <a:chExt cx="3456" cy="2548"/>
          </a:xfrm>
        </p:grpSpPr>
        <p:sp>
          <p:nvSpPr>
            <p:cNvPr id="115731" name="Line 8">
              <a:extLst>
                <a:ext uri="{FF2B5EF4-FFF2-40B4-BE49-F238E27FC236}">
                  <a16:creationId xmlns:a16="http://schemas.microsoft.com/office/drawing/2014/main" id="{9869E791-F9AC-B243-9B14-B6FD99AC61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8" y="2027"/>
              <a:ext cx="0" cy="1673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32" name="Line 9">
              <a:extLst>
                <a:ext uri="{FF2B5EF4-FFF2-40B4-BE49-F238E27FC236}">
                  <a16:creationId xmlns:a16="http://schemas.microsoft.com/office/drawing/2014/main" id="{D73E0B11-525C-504F-806C-850C19A7B7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0" y="3700"/>
              <a:ext cx="3428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33" name="Line 10">
              <a:extLst>
                <a:ext uri="{FF2B5EF4-FFF2-40B4-BE49-F238E27FC236}">
                  <a16:creationId xmlns:a16="http://schemas.microsoft.com/office/drawing/2014/main" id="{70C75100-7617-8B4C-AD14-E151C4327E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50" y="1152"/>
              <a:ext cx="10" cy="254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34" name="Line 11">
              <a:extLst>
                <a:ext uri="{FF2B5EF4-FFF2-40B4-BE49-F238E27FC236}">
                  <a16:creationId xmlns:a16="http://schemas.microsoft.com/office/drawing/2014/main" id="{21FBE3C9-61A5-304E-9212-BB3013C4C0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0" y="1152"/>
              <a:ext cx="198" cy="9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35" name="Line 12">
              <a:extLst>
                <a:ext uri="{FF2B5EF4-FFF2-40B4-BE49-F238E27FC236}">
                  <a16:creationId xmlns:a16="http://schemas.microsoft.com/office/drawing/2014/main" id="{9D4A51A7-8917-7A49-9B3F-2DD9B04E36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0" y="1950"/>
              <a:ext cx="198" cy="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36" name="Line 19">
              <a:extLst>
                <a:ext uri="{FF2B5EF4-FFF2-40B4-BE49-F238E27FC236}">
                  <a16:creationId xmlns:a16="http://schemas.microsoft.com/office/drawing/2014/main" id="{06EEB557-898E-804B-B61A-CE76A0C600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84" y="2040"/>
              <a:ext cx="112" cy="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4692" name="Group 20">
            <a:extLst>
              <a:ext uri="{FF2B5EF4-FFF2-40B4-BE49-F238E27FC236}">
                <a16:creationId xmlns:a16="http://schemas.microsoft.com/office/drawing/2014/main" id="{0A7DE485-CF0A-2640-8F06-2CE0D1DDC59D}"/>
              </a:ext>
            </a:extLst>
          </p:cNvPr>
          <p:cNvGrpSpPr>
            <a:grpSpLocks/>
          </p:cNvGrpSpPr>
          <p:nvPr/>
        </p:nvGrpSpPr>
        <p:grpSpPr bwMode="auto">
          <a:xfrm>
            <a:off x="7743825" y="5530850"/>
            <a:ext cx="942975" cy="638175"/>
            <a:chOff x="5166" y="3480"/>
            <a:chExt cx="594" cy="402"/>
          </a:xfrm>
        </p:grpSpPr>
        <p:sp>
          <p:nvSpPr>
            <p:cNvPr id="115729" name="Text Box 21">
              <a:extLst>
                <a:ext uri="{FF2B5EF4-FFF2-40B4-BE49-F238E27FC236}">
                  <a16:creationId xmlns:a16="http://schemas.microsoft.com/office/drawing/2014/main" id="{C17934AA-E8D8-8F44-8A23-5B2EE429AC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3" y="3480"/>
              <a:ext cx="35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C2</a:t>
              </a:r>
            </a:p>
          </p:txBody>
        </p:sp>
        <p:sp>
          <p:nvSpPr>
            <p:cNvPr id="115730" name="Line 22">
              <a:extLst>
                <a:ext uri="{FF2B5EF4-FFF2-40B4-BE49-F238E27FC236}">
                  <a16:creationId xmlns:a16="http://schemas.microsoft.com/office/drawing/2014/main" id="{DD76F6AA-ACA6-A144-9079-1734186E53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66" y="3662"/>
              <a:ext cx="334" cy="22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4695" name="Group 23">
            <a:extLst>
              <a:ext uri="{FF2B5EF4-FFF2-40B4-BE49-F238E27FC236}">
                <a16:creationId xmlns:a16="http://schemas.microsoft.com/office/drawing/2014/main" id="{EB102CBA-F56A-0743-85EC-547ED62E484F}"/>
              </a:ext>
            </a:extLst>
          </p:cNvPr>
          <p:cNvGrpSpPr>
            <a:grpSpLocks/>
          </p:cNvGrpSpPr>
          <p:nvPr/>
        </p:nvGrpSpPr>
        <p:grpSpPr bwMode="auto">
          <a:xfrm>
            <a:off x="5902325" y="4068763"/>
            <a:ext cx="981075" cy="417512"/>
            <a:chOff x="4318" y="2303"/>
            <a:chExt cx="618" cy="263"/>
          </a:xfrm>
        </p:grpSpPr>
        <p:sp>
          <p:nvSpPr>
            <p:cNvPr id="115727" name="Text Box 24">
              <a:extLst>
                <a:ext uri="{FF2B5EF4-FFF2-40B4-BE49-F238E27FC236}">
                  <a16:creationId xmlns:a16="http://schemas.microsoft.com/office/drawing/2014/main" id="{4CF1DDC3-E376-714C-90C3-C7013A1E11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9" y="2335"/>
              <a:ext cx="31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solidFill>
                    <a:srgbClr val="008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C1</a:t>
              </a:r>
            </a:p>
          </p:txBody>
        </p:sp>
        <p:sp>
          <p:nvSpPr>
            <p:cNvPr id="115728" name="Line 25">
              <a:extLst>
                <a:ext uri="{FF2B5EF4-FFF2-40B4-BE49-F238E27FC236}">
                  <a16:creationId xmlns:a16="http://schemas.microsoft.com/office/drawing/2014/main" id="{97F10E2D-5F98-2542-A619-8442A1DFCC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18" y="2303"/>
              <a:ext cx="356" cy="7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4709" name="Group 37">
            <a:extLst>
              <a:ext uri="{FF2B5EF4-FFF2-40B4-BE49-F238E27FC236}">
                <a16:creationId xmlns:a16="http://schemas.microsoft.com/office/drawing/2014/main" id="{37D5C599-D104-7E4C-B7FA-8074D61D861F}"/>
              </a:ext>
            </a:extLst>
          </p:cNvPr>
          <p:cNvGrpSpPr>
            <a:grpSpLocks/>
          </p:cNvGrpSpPr>
          <p:nvPr/>
        </p:nvGrpSpPr>
        <p:grpSpPr bwMode="auto">
          <a:xfrm>
            <a:off x="307975" y="608013"/>
            <a:ext cx="5494338" cy="581025"/>
            <a:chOff x="3" y="318"/>
            <a:chExt cx="3232" cy="366"/>
          </a:xfrm>
        </p:grpSpPr>
        <p:sp>
          <p:nvSpPr>
            <p:cNvPr id="115724" name="Text Box 29">
              <a:extLst>
                <a:ext uri="{FF2B5EF4-FFF2-40B4-BE49-F238E27FC236}">
                  <a16:creationId xmlns:a16="http://schemas.microsoft.com/office/drawing/2014/main" id="{B8197157-70C2-B243-8A50-E204294998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" y="390"/>
              <a:ext cx="240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    ForwardA (ForwardB)</a:t>
              </a:r>
              <a:r>
                <a:rPr lang="en-US" altLang="zh-CN">
                  <a:solidFill>
                    <a:srgbClr val="3399FF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 </a:t>
              </a:r>
              <a:r>
                <a:rPr lang="en-US" altLang="zh-CN" sz="1800">
                  <a:solidFill>
                    <a:srgbClr val="3399FF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=</a:t>
              </a:r>
              <a:endParaRPr lang="zh-CN" altLang="en-US" sz="1800">
                <a:solidFill>
                  <a:srgbClr val="3399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5725" name="AutoShape 30">
              <a:extLst>
                <a:ext uri="{FF2B5EF4-FFF2-40B4-BE49-F238E27FC236}">
                  <a16:creationId xmlns:a16="http://schemas.microsoft.com/office/drawing/2014/main" id="{04C1E1F3-C4CD-5948-B5C0-83BF7A7A4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2" y="386"/>
              <a:ext cx="101" cy="209"/>
            </a:xfrm>
            <a:prstGeom prst="leftBrace">
              <a:avLst>
                <a:gd name="adj1" fmla="val 17244"/>
                <a:gd name="adj2" fmla="val 50000"/>
              </a:avLst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5726" name="Text Box 31">
              <a:extLst>
                <a:ext uri="{FF2B5EF4-FFF2-40B4-BE49-F238E27FC236}">
                  <a16:creationId xmlns:a16="http://schemas.microsoft.com/office/drawing/2014/main" id="{DA47A6D8-8A8A-534C-823B-7E363203F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0" y="318"/>
              <a:ext cx="159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01  </a:t>
              </a:r>
              <a:r>
                <a:rPr lang="zh-CN" altLang="en-US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当</a:t>
              </a:r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c2(a)=1 </a:t>
              </a:r>
              <a:r>
                <a:rPr lang="zh-CN" altLang="en-US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或</a:t>
              </a:r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C2(b)=1</a:t>
              </a:r>
              <a:r>
                <a:rPr lang="zh-CN" altLang="en-US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 时</a:t>
              </a:r>
            </a:p>
            <a:p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10  </a:t>
              </a:r>
              <a:r>
                <a:rPr lang="zh-CN" altLang="en-US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当</a:t>
              </a:r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c1(a)=1</a:t>
              </a:r>
              <a:r>
                <a:rPr lang="zh-CN" altLang="en-US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或</a:t>
              </a:r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C1(b)=1 </a:t>
              </a:r>
              <a:r>
                <a:rPr lang="zh-CN" altLang="en-US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时</a:t>
              </a:r>
            </a:p>
          </p:txBody>
        </p:sp>
      </p:grpSp>
      <p:sp>
        <p:nvSpPr>
          <p:cNvPr id="115721" name="Line 35">
            <a:extLst>
              <a:ext uri="{FF2B5EF4-FFF2-40B4-BE49-F238E27FC236}">
                <a16:creationId xmlns:a16="http://schemas.microsoft.com/office/drawing/2014/main" id="{A9CFC6AE-2823-0C4F-B7C6-05F5011A4B8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0500" y="1898650"/>
            <a:ext cx="8001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4712" name="Text Box 40">
            <a:extLst>
              <a:ext uri="{FF2B5EF4-FFF2-40B4-BE49-F238E27FC236}">
                <a16:creationId xmlns:a16="http://schemas.microsoft.com/office/drawing/2014/main" id="{97AB14D4-34D7-EB46-BAA5-342039CA1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063" y="6354763"/>
            <a:ext cx="46196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“转发检测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部件中缺何条件？</a:t>
            </a:r>
          </a:p>
        </p:txBody>
      </p:sp>
      <p:sp>
        <p:nvSpPr>
          <p:cNvPr id="284713" name="Rectangle 41">
            <a:extLst>
              <a:ext uri="{FF2B5EF4-FFF2-40B4-BE49-F238E27FC236}">
                <a16:creationId xmlns:a16="http://schemas.microsoft.com/office/drawing/2014/main" id="{94ABA61E-6EB3-7B4A-89FC-452C08DB8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6345238"/>
            <a:ext cx="5237163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MEM/WB.RegWr=1</a:t>
            </a: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EX/MEM.RegWr=1</a:t>
            </a:r>
            <a:endParaRPr lang="zh-CN" altLang="en-US" sz="190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284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284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28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28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4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84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84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712" grpId="0"/>
      <p:bldP spid="2847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95E79419-D2B3-A04E-8AB1-CBBA2B0612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2800" y="50800"/>
            <a:ext cx="6862763" cy="3683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带转发的流水线数据通路</a:t>
            </a:r>
            <a:endParaRPr lang="zh-CN" altLang="en-US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grpSp>
        <p:nvGrpSpPr>
          <p:cNvPr id="116739" name="Group 40">
            <a:extLst>
              <a:ext uri="{FF2B5EF4-FFF2-40B4-BE49-F238E27FC236}">
                <a16:creationId xmlns:a16="http://schemas.microsoft.com/office/drawing/2014/main" id="{FA3CB6AC-5AD0-E248-90F6-5E041D39875B}"/>
              </a:ext>
            </a:extLst>
          </p:cNvPr>
          <p:cNvGrpSpPr>
            <a:grpSpLocks/>
          </p:cNvGrpSpPr>
          <p:nvPr/>
        </p:nvGrpSpPr>
        <p:grpSpPr bwMode="auto">
          <a:xfrm>
            <a:off x="42863" y="660400"/>
            <a:ext cx="9118600" cy="5930900"/>
            <a:chOff x="-16" y="347"/>
            <a:chExt cx="5760" cy="3496"/>
          </a:xfrm>
        </p:grpSpPr>
        <p:graphicFrame>
          <p:nvGraphicFramePr>
            <p:cNvPr id="116749" name="Object 4">
              <a:extLst>
                <a:ext uri="{FF2B5EF4-FFF2-40B4-BE49-F238E27FC236}">
                  <a16:creationId xmlns:a16="http://schemas.microsoft.com/office/drawing/2014/main" id="{D0D8AB66-44FD-9548-A47F-C167D74206F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-16" y="347"/>
            <a:ext cx="5760" cy="3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815" name="位图图像" r:id="rId4" imgW="6426200" imgH="3670300" progId="Paint.Picture">
                    <p:embed/>
                  </p:oleObj>
                </mc:Choice>
                <mc:Fallback>
                  <p:oleObj name="位图图像" r:id="rId4" imgW="6426200" imgH="3670300" progId="Paint.Picture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16" y="347"/>
                          <a:ext cx="5760" cy="3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6750" name="Group 29">
              <a:extLst>
                <a:ext uri="{FF2B5EF4-FFF2-40B4-BE49-F238E27FC236}">
                  <a16:creationId xmlns:a16="http://schemas.microsoft.com/office/drawing/2014/main" id="{16E74106-A7B9-EC48-ABEC-EF870631E3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0" y="1408"/>
              <a:ext cx="2784" cy="2284"/>
              <a:chOff x="2920" y="1536"/>
              <a:chExt cx="2784" cy="2376"/>
            </a:xfrm>
          </p:grpSpPr>
          <p:sp>
            <p:nvSpPr>
              <p:cNvPr id="116757" name="Line 12">
                <a:extLst>
                  <a:ext uri="{FF2B5EF4-FFF2-40B4-BE49-F238E27FC236}">
                    <a16:creationId xmlns:a16="http://schemas.microsoft.com/office/drawing/2014/main" id="{52E37717-08A6-8B49-8B8F-300CC0907B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04" y="2024"/>
                <a:ext cx="0" cy="1888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758" name="Line 13">
                <a:extLst>
                  <a:ext uri="{FF2B5EF4-FFF2-40B4-BE49-F238E27FC236}">
                    <a16:creationId xmlns:a16="http://schemas.microsoft.com/office/drawing/2014/main" id="{DBB52A43-0721-1645-9C97-63A241F51A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36" y="3912"/>
                <a:ext cx="2768" cy="0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759" name="Line 14">
                <a:extLst>
                  <a:ext uri="{FF2B5EF4-FFF2-40B4-BE49-F238E27FC236}">
                    <a16:creationId xmlns:a16="http://schemas.microsoft.com/office/drawing/2014/main" id="{8CDB11B9-4585-1E43-972E-D0BA6C3F82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28" y="1536"/>
                <a:ext cx="8" cy="2376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760" name="Line 15">
                <a:extLst>
                  <a:ext uri="{FF2B5EF4-FFF2-40B4-BE49-F238E27FC236}">
                    <a16:creationId xmlns:a16="http://schemas.microsoft.com/office/drawing/2014/main" id="{56E09C18-DC44-C84C-BA58-64236D0230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20" y="1536"/>
                <a:ext cx="160" cy="8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761" name="Line 16">
                <a:extLst>
                  <a:ext uri="{FF2B5EF4-FFF2-40B4-BE49-F238E27FC236}">
                    <a16:creationId xmlns:a16="http://schemas.microsoft.com/office/drawing/2014/main" id="{3D9BE84D-891D-6440-9341-0FDBBE4400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36" y="2280"/>
                <a:ext cx="160" cy="8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6751" name="Group 28">
              <a:extLst>
                <a:ext uri="{FF2B5EF4-FFF2-40B4-BE49-F238E27FC236}">
                  <a16:creationId xmlns:a16="http://schemas.microsoft.com/office/drawing/2014/main" id="{C728939D-AF13-C446-82DE-5D68ADCC60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2" y="1560"/>
              <a:ext cx="1296" cy="2048"/>
              <a:chOff x="2992" y="1704"/>
              <a:chExt cx="1304" cy="2104"/>
            </a:xfrm>
          </p:grpSpPr>
          <p:sp>
            <p:nvSpPr>
              <p:cNvPr id="116752" name="Line 6">
                <a:extLst>
                  <a:ext uri="{FF2B5EF4-FFF2-40B4-BE49-F238E27FC236}">
                    <a16:creationId xmlns:a16="http://schemas.microsoft.com/office/drawing/2014/main" id="{A1CE9EE3-6C4F-9F4E-A67B-4DE87D55AB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96" y="1920"/>
                <a:ext cx="0" cy="1888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753" name="Line 7">
                <a:extLst>
                  <a:ext uri="{FF2B5EF4-FFF2-40B4-BE49-F238E27FC236}">
                    <a16:creationId xmlns:a16="http://schemas.microsoft.com/office/drawing/2014/main" id="{2338365A-CB05-2349-A5A8-1108762DA0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92" y="3800"/>
                <a:ext cx="1304" cy="0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754" name="Line 8">
                <a:extLst>
                  <a:ext uri="{FF2B5EF4-FFF2-40B4-BE49-F238E27FC236}">
                    <a16:creationId xmlns:a16="http://schemas.microsoft.com/office/drawing/2014/main" id="{0571B760-E139-274F-8973-32530B314B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00" y="1704"/>
                <a:ext cx="0" cy="2088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755" name="Line 17">
                <a:extLst>
                  <a:ext uri="{FF2B5EF4-FFF2-40B4-BE49-F238E27FC236}">
                    <a16:creationId xmlns:a16="http://schemas.microsoft.com/office/drawing/2014/main" id="{4EC1306F-E120-2443-BE38-5AE5C5C21E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0" y="1712"/>
                <a:ext cx="72" cy="0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756" name="Line 18">
                <a:extLst>
                  <a:ext uri="{FF2B5EF4-FFF2-40B4-BE49-F238E27FC236}">
                    <a16:creationId xmlns:a16="http://schemas.microsoft.com/office/drawing/2014/main" id="{2D81C518-769E-2343-B568-7715ACCABD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0" y="2432"/>
                <a:ext cx="72" cy="0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6740" name="Text Box 32">
            <a:extLst>
              <a:ext uri="{FF2B5EF4-FFF2-40B4-BE49-F238E27FC236}">
                <a16:creationId xmlns:a16="http://schemas.microsoft.com/office/drawing/2014/main" id="{B600CB57-119A-6540-815E-90779A3B5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6663" y="2814638"/>
            <a:ext cx="9017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ForwardA</a:t>
            </a:r>
            <a:endParaRPr lang="zh-CN" altLang="en-US" sz="120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6741" name="Text Box 33">
            <a:extLst>
              <a:ext uri="{FF2B5EF4-FFF2-40B4-BE49-F238E27FC236}">
                <a16:creationId xmlns:a16="http://schemas.microsoft.com/office/drawing/2014/main" id="{64F8EA38-1197-DB44-A59C-F43028AE5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038" y="4106863"/>
            <a:ext cx="939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2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ForwardB</a:t>
            </a:r>
            <a:endParaRPr lang="zh-CN" altLang="en-US" sz="120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6742" name="Line 37">
            <a:extLst>
              <a:ext uri="{FF2B5EF4-FFF2-40B4-BE49-F238E27FC236}">
                <a16:creationId xmlns:a16="http://schemas.microsoft.com/office/drawing/2014/main" id="{7DBC2A32-67B7-A04C-BE03-ACEACD2ED6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4663" y="2344738"/>
            <a:ext cx="6477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14065" name="Group 49">
            <a:extLst>
              <a:ext uri="{FF2B5EF4-FFF2-40B4-BE49-F238E27FC236}">
                <a16:creationId xmlns:a16="http://schemas.microsoft.com/office/drawing/2014/main" id="{70BC7735-86D9-2F48-AC2F-649704BC3FAA}"/>
              </a:ext>
            </a:extLst>
          </p:cNvPr>
          <p:cNvGrpSpPr>
            <a:grpSpLocks/>
          </p:cNvGrpSpPr>
          <p:nvPr/>
        </p:nvGrpSpPr>
        <p:grpSpPr bwMode="auto">
          <a:xfrm>
            <a:off x="6424613" y="1519238"/>
            <a:ext cx="371475" cy="4152900"/>
            <a:chOff x="4020" y="768"/>
            <a:chExt cx="234" cy="2616"/>
          </a:xfrm>
        </p:grpSpPr>
        <p:sp>
          <p:nvSpPr>
            <p:cNvPr id="116747" name="Line 47">
              <a:extLst>
                <a:ext uri="{FF2B5EF4-FFF2-40B4-BE49-F238E27FC236}">
                  <a16:creationId xmlns:a16="http://schemas.microsoft.com/office/drawing/2014/main" id="{2EA026C4-39FC-0C4E-9F90-60D50A6D56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42" y="768"/>
              <a:ext cx="6" cy="261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48" name="Line 48">
              <a:extLst>
                <a:ext uri="{FF2B5EF4-FFF2-40B4-BE49-F238E27FC236}">
                  <a16:creationId xmlns:a16="http://schemas.microsoft.com/office/drawing/2014/main" id="{5462F5D4-E798-2E40-8026-1C7151444A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20" y="3384"/>
              <a:ext cx="23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4069" name="Group 53">
            <a:extLst>
              <a:ext uri="{FF2B5EF4-FFF2-40B4-BE49-F238E27FC236}">
                <a16:creationId xmlns:a16="http://schemas.microsoft.com/office/drawing/2014/main" id="{9A7659FE-F354-0A42-9F6A-51275C41EA9C}"/>
              </a:ext>
            </a:extLst>
          </p:cNvPr>
          <p:cNvGrpSpPr>
            <a:grpSpLocks/>
          </p:cNvGrpSpPr>
          <p:nvPr/>
        </p:nvGrpSpPr>
        <p:grpSpPr bwMode="auto">
          <a:xfrm>
            <a:off x="6364288" y="1868488"/>
            <a:ext cx="2124075" cy="4057650"/>
            <a:chOff x="3982" y="988"/>
            <a:chExt cx="1338" cy="2556"/>
          </a:xfrm>
        </p:grpSpPr>
        <p:sp>
          <p:nvSpPr>
            <p:cNvPr id="116745" name="Line 51">
              <a:extLst>
                <a:ext uri="{FF2B5EF4-FFF2-40B4-BE49-F238E27FC236}">
                  <a16:creationId xmlns:a16="http://schemas.microsoft.com/office/drawing/2014/main" id="{4FCDAD3B-A6F8-2845-9648-8AA2DBD237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19" y="988"/>
              <a:ext cx="1" cy="255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746" name="Line 52">
              <a:extLst>
                <a:ext uri="{FF2B5EF4-FFF2-40B4-BE49-F238E27FC236}">
                  <a16:creationId xmlns:a16="http://schemas.microsoft.com/office/drawing/2014/main" id="{7DF7B43E-7BA4-B345-96C0-5837350FEA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2" y="3544"/>
              <a:ext cx="133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4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FBB9DBFA-C7AE-AC4D-A815-A8866155EE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更加复杂的数据冒险问题</a:t>
            </a:r>
            <a:endParaRPr lang="zh-CN" altLang="en-US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sp>
        <p:nvSpPr>
          <p:cNvPr id="216067" name="Rectangle 3">
            <a:extLst>
              <a:ext uri="{FF2B5EF4-FFF2-40B4-BE49-F238E27FC236}">
                <a16:creationId xmlns:a16="http://schemas.microsoft.com/office/drawing/2014/main" id="{8C6A119D-EDBE-4F4C-8785-1FF496B2AD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52475"/>
            <a:ext cx="8666163" cy="2976563"/>
          </a:xfrm>
        </p:spPr>
        <p:txBody>
          <a:bodyPr/>
          <a:lstStyle/>
          <a:p>
            <a:r>
              <a:rPr lang="zh-CN" altLang="en-US" sz="1700">
                <a:ea typeface="黑体" panose="02010609060101010101" pitchFamily="49" charset="-122"/>
              </a:rPr>
              <a:t>考察以下指令序列，采用前述转发条件会发生什么情况？</a:t>
            </a:r>
            <a:endParaRPr lang="en-US" altLang="zh-CN" sz="1700">
              <a:ea typeface="黑体" panose="02010609060101010101" pitchFamily="49" charset="-122"/>
            </a:endParaRPr>
          </a:p>
          <a:p>
            <a:pPr lvl="1">
              <a:buFontTx/>
              <a:buNone/>
            </a:pPr>
            <a:r>
              <a:rPr lang="en-US" altLang="zh-CN" sz="1700">
                <a:ea typeface="黑体" panose="02010609060101010101" pitchFamily="49" charset="-122"/>
              </a:rPr>
              <a:t>add $1, $1, $2</a:t>
            </a:r>
          </a:p>
          <a:p>
            <a:pPr lvl="1">
              <a:buFontTx/>
              <a:buNone/>
            </a:pPr>
            <a:r>
              <a:rPr lang="en-US" altLang="zh-CN" sz="1700">
                <a:ea typeface="黑体" panose="02010609060101010101" pitchFamily="49" charset="-122"/>
              </a:rPr>
              <a:t>add $1, $1, $3</a:t>
            </a:r>
          </a:p>
          <a:p>
            <a:pPr lvl="1">
              <a:buFontTx/>
              <a:buNone/>
            </a:pPr>
            <a:r>
              <a:rPr lang="en-US" altLang="zh-CN" sz="1700">
                <a:ea typeface="黑体" panose="02010609060101010101" pitchFamily="49" charset="-122"/>
              </a:rPr>
              <a:t>add $1, $1, $4</a:t>
            </a:r>
          </a:p>
          <a:p>
            <a:pPr lvl="1">
              <a:buFontTx/>
              <a:buNone/>
            </a:pPr>
            <a:r>
              <a:rPr lang="en-US" altLang="zh-CN" sz="1700">
                <a:ea typeface="黑体" panose="02010609060101010101" pitchFamily="49" charset="-122"/>
              </a:rPr>
              <a:t>……</a:t>
            </a:r>
          </a:p>
          <a:p>
            <a:pPr lvl="1">
              <a:lnSpc>
                <a:spcPct val="120000"/>
              </a:lnSpc>
              <a:spcBef>
                <a:spcPct val="15000"/>
              </a:spcBef>
              <a:buFontTx/>
              <a:buNone/>
            </a:pPr>
            <a:r>
              <a:rPr lang="zh-CN" altLang="en-US" sz="1700">
                <a:solidFill>
                  <a:srgbClr val="CC0000"/>
                </a:solidFill>
                <a:ea typeface="黑体" panose="02010609060101010101" pitchFamily="49" charset="-122"/>
              </a:rPr>
              <a:t>可能会使转发到第</a:t>
            </a:r>
            <a:r>
              <a:rPr lang="en-US" altLang="zh-CN" sz="1700">
                <a:solidFill>
                  <a:srgbClr val="CC0000"/>
                </a:solidFill>
                <a:ea typeface="黑体" panose="02010609060101010101" pitchFamily="49" charset="-122"/>
              </a:rPr>
              <a:t>3</a:t>
            </a:r>
            <a:r>
              <a:rPr lang="zh-CN" altLang="en-US" sz="1700">
                <a:solidFill>
                  <a:srgbClr val="CC0000"/>
                </a:solidFill>
                <a:ea typeface="黑体" panose="02010609060101010101" pitchFamily="49" charset="-122"/>
              </a:rPr>
              <a:t>条指令的操作数是第</a:t>
            </a:r>
            <a:r>
              <a:rPr lang="en-US" altLang="zh-CN" sz="1700">
                <a:solidFill>
                  <a:srgbClr val="CC0000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1700">
                <a:solidFill>
                  <a:srgbClr val="CC0000"/>
                </a:solidFill>
                <a:ea typeface="黑体" panose="02010609060101010101" pitchFamily="49" charset="-122"/>
              </a:rPr>
              <a:t>条指令结果，而不是第</a:t>
            </a:r>
            <a:r>
              <a:rPr lang="en-US" altLang="zh-CN" sz="1700">
                <a:solidFill>
                  <a:srgbClr val="CC0000"/>
                </a:solidFill>
                <a:ea typeface="黑体" panose="02010609060101010101" pitchFamily="49" charset="-122"/>
              </a:rPr>
              <a:t>2</a:t>
            </a:r>
            <a:r>
              <a:rPr lang="zh-CN" altLang="en-US" sz="1700">
                <a:solidFill>
                  <a:srgbClr val="CC0000"/>
                </a:solidFill>
                <a:ea typeface="黑体" panose="02010609060101010101" pitchFamily="49" charset="-122"/>
              </a:rPr>
              <a:t>条指令的结果！</a:t>
            </a:r>
          </a:p>
          <a:p>
            <a:pPr>
              <a:lnSpc>
                <a:spcPct val="120000"/>
              </a:lnSpc>
              <a:spcBef>
                <a:spcPct val="15000"/>
              </a:spcBef>
              <a:buFont typeface="Times New Roman" panose="02020603050405020304" pitchFamily="18" charset="0"/>
              <a:buNone/>
            </a:pPr>
            <a:r>
              <a:rPr lang="zh-CN" altLang="en-US" sz="1700">
                <a:solidFill>
                  <a:schemeClr val="accent2"/>
                </a:solidFill>
                <a:ea typeface="黑体" panose="02010609060101010101" pitchFamily="49" charset="-122"/>
              </a:rPr>
              <a:t>        怎样改写“转发”检测条件：改</a:t>
            </a:r>
            <a:r>
              <a:rPr lang="en-US" altLang="zh-CN" sz="1700">
                <a:solidFill>
                  <a:schemeClr val="accent2"/>
                </a:solidFill>
                <a:ea typeface="黑体" panose="02010609060101010101" pitchFamily="49" charset="-122"/>
              </a:rPr>
              <a:t>C1</a:t>
            </a:r>
            <a:r>
              <a:rPr lang="zh-CN" altLang="en-US" sz="1700">
                <a:solidFill>
                  <a:schemeClr val="accent2"/>
                </a:solidFill>
                <a:ea typeface="黑体" panose="02010609060101010101" pitchFamily="49" charset="-122"/>
              </a:rPr>
              <a:t>还是改</a:t>
            </a:r>
            <a:r>
              <a:rPr lang="en-US" altLang="zh-CN" sz="1700">
                <a:solidFill>
                  <a:schemeClr val="accent2"/>
                </a:solidFill>
                <a:ea typeface="黑体" panose="02010609060101010101" pitchFamily="49" charset="-122"/>
              </a:rPr>
              <a:t>C2? </a:t>
            </a:r>
          </a:p>
          <a:p>
            <a:pPr>
              <a:lnSpc>
                <a:spcPct val="120000"/>
              </a:lnSpc>
              <a:spcBef>
                <a:spcPct val="15000"/>
              </a:spcBef>
              <a:buFont typeface="Times New Roman" panose="02020603050405020304" pitchFamily="18" charset="0"/>
              <a:buNone/>
            </a:pPr>
            <a:r>
              <a:rPr lang="zh-CN" altLang="en-US" sz="1700">
                <a:ea typeface="黑体" panose="02010609060101010101" pitchFamily="49" charset="-122"/>
              </a:rPr>
              <a:t>       需要改写“转发”条件</a:t>
            </a:r>
            <a:r>
              <a:rPr lang="en-US" altLang="zh-CN" sz="1700">
                <a:ea typeface="黑体" panose="02010609060101010101" pitchFamily="49" charset="-122"/>
              </a:rPr>
              <a:t>C2(a)</a:t>
            </a:r>
            <a:r>
              <a:rPr lang="zh-CN" altLang="en-US" sz="1700">
                <a:ea typeface="黑体" panose="02010609060101010101" pitchFamily="49" charset="-122"/>
              </a:rPr>
              <a:t>和</a:t>
            </a:r>
            <a:r>
              <a:rPr lang="en-US" altLang="zh-CN" sz="1700">
                <a:ea typeface="黑体" panose="02010609060101010101" pitchFamily="49" charset="-122"/>
              </a:rPr>
              <a:t>C2(b)</a:t>
            </a:r>
            <a:r>
              <a:rPr lang="zh-CN" altLang="en-US" sz="1700">
                <a:ea typeface="黑体" panose="02010609060101010101" pitchFamily="49" charset="-122"/>
              </a:rPr>
              <a:t>为：</a:t>
            </a:r>
            <a:endParaRPr lang="en-US" altLang="zh-CN" sz="1700">
              <a:ea typeface="黑体" panose="02010609060101010101" pitchFamily="49" charset="-122"/>
            </a:endParaRPr>
          </a:p>
          <a:p>
            <a:pPr lvl="1"/>
            <a:endParaRPr lang="zh-CN" altLang="en-US" sz="1700">
              <a:ea typeface="黑体" panose="02010609060101010101" pitchFamily="49" charset="-122"/>
            </a:endParaRPr>
          </a:p>
        </p:txBody>
      </p:sp>
      <p:sp>
        <p:nvSpPr>
          <p:cNvPr id="216068" name="Rectangle 4">
            <a:extLst>
              <a:ext uri="{FF2B5EF4-FFF2-40B4-BE49-F238E27FC236}">
                <a16:creationId xmlns:a16="http://schemas.microsoft.com/office/drawing/2014/main" id="{4AD0F131-DB0D-2545-B258-9E88F3361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3362325"/>
            <a:ext cx="8928100" cy="177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7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C2(a)=</a:t>
            </a:r>
            <a:r>
              <a:rPr lang="en-US" altLang="zh-CN" sz="1700" dirty="0">
                <a:solidFill>
                  <a:srgbClr val="00B4A3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MEM/</a:t>
            </a:r>
            <a:r>
              <a:rPr lang="en-US" altLang="zh-CN" sz="1700" dirty="0" err="1">
                <a:solidFill>
                  <a:srgbClr val="00B4A3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WB.RegWrite</a:t>
            </a:r>
            <a:r>
              <a:rPr lang="en-US" altLang="zh-CN" sz="1700" dirty="0">
                <a:solidFill>
                  <a:srgbClr val="00B4A3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7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and (MEM/</a:t>
            </a:r>
            <a:r>
              <a:rPr lang="en-US" altLang="zh-CN" sz="1700" dirty="0" err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WB.RegisterRd</a:t>
            </a:r>
            <a:r>
              <a:rPr lang="en-US" altLang="zh-CN" sz="17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≠</a:t>
            </a:r>
            <a:r>
              <a:rPr lang="en-US" altLang="zh-CN" sz="17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0) </a:t>
            </a:r>
            <a:r>
              <a:rPr lang="en-US" altLang="zh-CN" sz="1700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and (EX/</a:t>
            </a:r>
            <a:r>
              <a:rPr lang="en-US" altLang="zh-CN" sz="1700" dirty="0" err="1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MEM.RegisterRd</a:t>
            </a:r>
            <a:r>
              <a:rPr lang="en-US" altLang="zh-CN" sz="1700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≠ ID/</a:t>
            </a:r>
            <a:r>
              <a:rPr lang="en-US" altLang="zh-CN" sz="1700" dirty="0" err="1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EX.RegisterRs</a:t>
            </a:r>
            <a:r>
              <a:rPr lang="en-US" altLang="zh-CN" sz="1700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</a:t>
            </a:r>
            <a:r>
              <a:rPr lang="en-US" altLang="zh-CN" sz="17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and  (MEM/</a:t>
            </a:r>
            <a:r>
              <a:rPr lang="en-US" altLang="zh-CN" sz="1700" dirty="0" err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WB.RegisterRd</a:t>
            </a:r>
            <a:r>
              <a:rPr lang="en-US" altLang="zh-CN" sz="17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=ID/</a:t>
            </a:r>
            <a:r>
              <a:rPr lang="en-US" altLang="zh-CN" sz="1700" dirty="0" err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EX.RegisterRs</a:t>
            </a:r>
            <a:r>
              <a:rPr lang="en-US" altLang="zh-CN" sz="17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 </a:t>
            </a:r>
          </a:p>
          <a:p>
            <a:pPr>
              <a:lnSpc>
                <a:spcPct val="145000"/>
              </a:lnSpc>
            </a:pPr>
            <a:r>
              <a:rPr lang="en-US" altLang="zh-CN" sz="17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C2(b)=</a:t>
            </a:r>
            <a:r>
              <a:rPr lang="en-US" altLang="zh-CN" sz="1700" dirty="0">
                <a:solidFill>
                  <a:srgbClr val="00B4A3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MEM/</a:t>
            </a:r>
            <a:r>
              <a:rPr lang="en-US" altLang="zh-CN" sz="1700" dirty="0" err="1">
                <a:solidFill>
                  <a:srgbClr val="00B4A3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WB.RegWrite</a:t>
            </a:r>
            <a:r>
              <a:rPr lang="en-US" altLang="zh-CN" sz="1700" dirty="0">
                <a:solidFill>
                  <a:srgbClr val="00B4A3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7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and (MEM/</a:t>
            </a:r>
            <a:r>
              <a:rPr lang="en-US" altLang="zh-CN" sz="1700" dirty="0" err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WB.RegisterRd</a:t>
            </a:r>
            <a:r>
              <a:rPr lang="en-US" altLang="zh-CN" sz="17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≠ 0) </a:t>
            </a:r>
            <a:r>
              <a:rPr lang="en-US" altLang="zh-CN" sz="1700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and (EX/</a:t>
            </a:r>
            <a:r>
              <a:rPr lang="en-US" altLang="zh-CN" sz="1700" dirty="0" err="1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MEM.RegisterRd</a:t>
            </a:r>
            <a:r>
              <a:rPr lang="en-US" altLang="zh-CN" sz="1700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≠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700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ID/</a:t>
            </a:r>
            <a:r>
              <a:rPr lang="en-US" altLang="zh-CN" sz="1700" dirty="0" err="1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EX.RegisterRt</a:t>
            </a:r>
            <a:r>
              <a:rPr lang="en-US" altLang="zh-CN" sz="1700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</a:t>
            </a:r>
            <a:r>
              <a:rPr lang="zh-CN" altLang="en-US" sz="17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7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and</a:t>
            </a:r>
            <a:r>
              <a:rPr lang="en-US" altLang="zh-CN" sz="1700" b="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7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(MEM/</a:t>
            </a:r>
            <a:r>
              <a:rPr lang="en-US" altLang="zh-CN" sz="1700" dirty="0" err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WB.RegisterRd</a:t>
            </a:r>
            <a:r>
              <a:rPr lang="en-US" altLang="zh-CN" sz="17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=ID/</a:t>
            </a:r>
            <a:r>
              <a:rPr lang="en-US" altLang="zh-CN" sz="1700" dirty="0" err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EX.RegisterRt</a:t>
            </a:r>
            <a:r>
              <a:rPr lang="en-US" altLang="zh-CN" sz="17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17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zh-CN" altLang="en-US" sz="17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16070" name="Rectangle 6">
            <a:extLst>
              <a:ext uri="{FF2B5EF4-FFF2-40B4-BE49-F238E27FC236}">
                <a16:creationId xmlns:a16="http://schemas.microsoft.com/office/drawing/2014/main" id="{62C35FF2-34E9-F540-98DC-31D5F6200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4765675"/>
            <a:ext cx="8801100" cy="142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1700">
                <a:latin typeface="Arial" panose="020B0604020202020204" pitchFamily="34" charset="0"/>
                <a:ea typeface="黑体" panose="02010609060101010101" pitchFamily="49" charset="-122"/>
              </a:rPr>
              <a:t>上述公式相当于加了一个条件限制：</a:t>
            </a: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1700">
                <a:latin typeface="Arial" panose="020B0604020202020204" pitchFamily="34" charset="0"/>
                <a:ea typeface="黑体" panose="02010609060101010101" pitchFamily="49" charset="-122"/>
              </a:rPr>
              <a:t>       </a:t>
            </a:r>
            <a:r>
              <a:rPr lang="zh-CN" altLang="en-US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如果本条指令源操作数和上条指令的目的寄存器一样，则不转发上上条指令的结果，</a:t>
            </a: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而转发上条指令的结果</a:t>
            </a:r>
            <a:r>
              <a:rPr lang="zh-CN" altLang="en-US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（即：此时的</a:t>
            </a:r>
            <a:r>
              <a:rPr lang="en-US" altLang="zh-CN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C1=1</a:t>
            </a:r>
            <a:r>
              <a:rPr lang="zh-CN" altLang="en-US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而</a:t>
            </a:r>
            <a:r>
              <a:rPr lang="en-US" altLang="zh-CN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C2=0</a:t>
            </a:r>
            <a:r>
              <a:rPr lang="zh-CN" altLang="en-US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</a:p>
          <a:p>
            <a:pPr>
              <a:lnSpc>
                <a:spcPct val="125000"/>
              </a:lnSpc>
              <a:spcBef>
                <a:spcPct val="5000"/>
              </a:spcBef>
            </a:pPr>
            <a:endParaRPr lang="zh-CN" altLang="en-US" sz="170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6071" name="Text Box 7">
            <a:extLst>
              <a:ext uri="{FF2B5EF4-FFF2-40B4-BE49-F238E27FC236}">
                <a16:creationId xmlns:a16="http://schemas.microsoft.com/office/drawing/2014/main" id="{CCC6DFC5-A4ED-5846-A7B7-88038FEC8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6038850"/>
            <a:ext cx="4927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至此，解决了</a:t>
            </a:r>
            <a:r>
              <a:rPr lang="en-US" altLang="zh-CN" sz="18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RAW</a:t>
            </a:r>
            <a:r>
              <a:rPr lang="zh-CN" altLang="en-US" sz="180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数据冒险的“转发”处理</a:t>
            </a:r>
            <a:endParaRPr lang="en-US" altLang="zh-CN" sz="180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6073" name="Text Box 9">
            <a:extLst>
              <a:ext uri="{FF2B5EF4-FFF2-40B4-BE49-F238E27FC236}">
                <a16:creationId xmlns:a16="http://schemas.microsoft.com/office/drawing/2014/main" id="{163DCAAC-00D8-314F-873D-349B22617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7100" y="1676400"/>
            <a:ext cx="5207000" cy="66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对于左边的指令序列，</a:t>
            </a:r>
            <a:r>
              <a:rPr lang="en-US" altLang="zh-CN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C1</a:t>
            </a:r>
            <a:r>
              <a:rPr lang="zh-CN" altLang="en-US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和</a:t>
            </a:r>
            <a:r>
              <a:rPr lang="en-US" altLang="zh-CN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C2</a:t>
            </a:r>
            <a:r>
              <a:rPr lang="zh-CN" altLang="en-US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的值各是什么？</a:t>
            </a:r>
          </a:p>
          <a:p>
            <a:pPr>
              <a:spcBef>
                <a:spcPct val="20000"/>
              </a:spcBef>
            </a:pPr>
            <a:r>
              <a:rPr lang="en-US" altLang="zh-CN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C1=C2=1,  </a:t>
            </a:r>
            <a:r>
              <a:rPr lang="zh-CN" altLang="en-US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使得</a:t>
            </a:r>
            <a:r>
              <a:rPr lang="en-US" altLang="zh-CN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Forward</a:t>
            </a:r>
            <a:r>
              <a:rPr lang="zh-CN" altLang="en-US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信号取值不确定！</a:t>
            </a:r>
          </a:p>
        </p:txBody>
      </p:sp>
      <p:grpSp>
        <p:nvGrpSpPr>
          <p:cNvPr id="216074" name="Group 10">
            <a:extLst>
              <a:ext uri="{FF2B5EF4-FFF2-40B4-BE49-F238E27FC236}">
                <a16:creationId xmlns:a16="http://schemas.microsoft.com/office/drawing/2014/main" id="{E8A56CBA-43B4-1641-B711-ED682ACBF6AF}"/>
              </a:ext>
            </a:extLst>
          </p:cNvPr>
          <p:cNvGrpSpPr>
            <a:grpSpLocks/>
          </p:cNvGrpSpPr>
          <p:nvPr/>
        </p:nvGrpSpPr>
        <p:grpSpPr bwMode="auto">
          <a:xfrm>
            <a:off x="3094038" y="1101725"/>
            <a:ext cx="5711825" cy="581025"/>
            <a:chOff x="3" y="318"/>
            <a:chExt cx="3232" cy="366"/>
          </a:xfrm>
        </p:grpSpPr>
        <p:sp>
          <p:nvSpPr>
            <p:cNvPr id="117774" name="Text Box 11">
              <a:extLst>
                <a:ext uri="{FF2B5EF4-FFF2-40B4-BE49-F238E27FC236}">
                  <a16:creationId xmlns:a16="http://schemas.microsoft.com/office/drawing/2014/main" id="{3CD287F8-A356-7F48-B6E8-77A67FBF91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" y="390"/>
              <a:ext cx="240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     ForwardA (ForwardB) =</a:t>
              </a:r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7775" name="AutoShape 12">
              <a:extLst>
                <a:ext uri="{FF2B5EF4-FFF2-40B4-BE49-F238E27FC236}">
                  <a16:creationId xmlns:a16="http://schemas.microsoft.com/office/drawing/2014/main" id="{3BBD5155-9AC6-9F4E-B1D7-BC3F9096D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2" y="386"/>
              <a:ext cx="101" cy="209"/>
            </a:xfrm>
            <a:prstGeom prst="leftBrace">
              <a:avLst>
                <a:gd name="adj1" fmla="val 17244"/>
                <a:gd name="adj2" fmla="val 50000"/>
              </a:avLst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7776" name="Text Box 13">
              <a:extLst>
                <a:ext uri="{FF2B5EF4-FFF2-40B4-BE49-F238E27FC236}">
                  <a16:creationId xmlns:a16="http://schemas.microsoft.com/office/drawing/2014/main" id="{4C1865C4-52DC-454E-8FD1-2A11652D90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0" y="318"/>
              <a:ext cx="159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01  </a:t>
              </a:r>
              <a:r>
                <a:rPr lang="zh-CN" altLang="en-US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当</a:t>
              </a:r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c2(a)=1 or c2(b)=1 </a:t>
              </a:r>
              <a:r>
                <a:rPr lang="zh-CN" altLang="en-US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时</a:t>
              </a:r>
            </a:p>
            <a:p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10  </a:t>
              </a:r>
              <a:r>
                <a:rPr lang="zh-CN" altLang="en-US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当</a:t>
              </a:r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c1(a)=1 or c1(b)=1 </a:t>
              </a:r>
              <a:r>
                <a:rPr lang="zh-CN" altLang="en-US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时</a:t>
              </a:r>
            </a:p>
          </p:txBody>
        </p:sp>
      </p:grpSp>
      <p:grpSp>
        <p:nvGrpSpPr>
          <p:cNvPr id="216080" name="Group 16">
            <a:extLst>
              <a:ext uri="{FF2B5EF4-FFF2-40B4-BE49-F238E27FC236}">
                <a16:creationId xmlns:a16="http://schemas.microsoft.com/office/drawing/2014/main" id="{8AAC0FDE-1B08-A245-9F16-605DA84FC406}"/>
              </a:ext>
            </a:extLst>
          </p:cNvPr>
          <p:cNvGrpSpPr>
            <a:grpSpLocks/>
          </p:cNvGrpSpPr>
          <p:nvPr/>
        </p:nvGrpSpPr>
        <p:grpSpPr bwMode="auto">
          <a:xfrm>
            <a:off x="2435225" y="1533525"/>
            <a:ext cx="1336675" cy="360363"/>
            <a:chOff x="1488" y="984"/>
            <a:chExt cx="888" cy="176"/>
          </a:xfrm>
        </p:grpSpPr>
        <p:sp>
          <p:nvSpPr>
            <p:cNvPr id="117772" name="Line 14">
              <a:extLst>
                <a:ext uri="{FF2B5EF4-FFF2-40B4-BE49-F238E27FC236}">
                  <a16:creationId xmlns:a16="http://schemas.microsoft.com/office/drawing/2014/main" id="{F5D42F2E-1458-8E49-B2D0-E4A9AD2EEA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1160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73" name="Text Box 15">
              <a:extLst>
                <a:ext uri="{FF2B5EF4-FFF2-40B4-BE49-F238E27FC236}">
                  <a16:creationId xmlns:a16="http://schemas.microsoft.com/office/drawing/2014/main" id="{3EF5497B-DD39-8540-87A6-F8A13AE73B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6" y="984"/>
              <a:ext cx="800" cy="1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700">
                  <a:ea typeface="黑体" panose="02010609060101010101" pitchFamily="49" charset="-122"/>
                </a:rPr>
                <a:t>本条指令</a:t>
              </a:r>
            </a:p>
          </p:txBody>
        </p:sp>
      </p:grpSp>
      <p:sp>
        <p:nvSpPr>
          <p:cNvPr id="216081" name="Text Box 17">
            <a:extLst>
              <a:ext uri="{FF2B5EF4-FFF2-40B4-BE49-F238E27FC236}">
                <a16:creationId xmlns:a16="http://schemas.microsoft.com/office/drawing/2014/main" id="{4B78F8D8-5CA7-B040-9547-622645AE3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755900"/>
            <a:ext cx="27305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900">
                <a:latin typeface="Arial" panose="020B0604020202020204" pitchFamily="34" charset="0"/>
                <a:ea typeface="黑体" panose="02010609060101010101" pitchFamily="49" charset="-122"/>
              </a:rPr>
              <a:t>应该让</a:t>
            </a:r>
            <a:r>
              <a:rPr lang="en-US" altLang="zh-CN" sz="1900">
                <a:latin typeface="Arial" panose="020B0604020202020204" pitchFamily="34" charset="0"/>
                <a:ea typeface="黑体" panose="02010609060101010101" pitchFamily="49" charset="-122"/>
              </a:rPr>
              <a:t>C1=1,C2=0!</a:t>
            </a:r>
          </a:p>
        </p:txBody>
      </p:sp>
      <p:sp>
        <p:nvSpPr>
          <p:cNvPr id="216083" name="Text Box 19">
            <a:extLst>
              <a:ext uri="{FF2B5EF4-FFF2-40B4-BE49-F238E27FC236}">
                <a16:creationId xmlns:a16="http://schemas.microsoft.com/office/drawing/2014/main" id="{DF8BA9AB-7D3A-744C-AD6A-0D6846CE0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0688" y="5892800"/>
            <a:ext cx="2859087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RAW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数据冒险都能通过转发来解决吗？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60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6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60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6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6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6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16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6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16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160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1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1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8" grpId="0"/>
      <p:bldP spid="216070" grpId="0" build="allAtOnce"/>
      <p:bldP spid="216071" grpId="0"/>
      <p:bldP spid="216073" grpId="0" build="allAtOnce"/>
      <p:bldP spid="216081" grpId="0"/>
      <p:bldP spid="21608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Freeform 2">
            <a:extLst>
              <a:ext uri="{FF2B5EF4-FFF2-40B4-BE49-F238E27FC236}">
                <a16:creationId xmlns:a16="http://schemas.microsoft.com/office/drawing/2014/main" id="{A71DE078-1D55-2D4E-9E30-939D8516C223}"/>
              </a:ext>
            </a:extLst>
          </p:cNvPr>
          <p:cNvSpPr>
            <a:spLocks/>
          </p:cNvSpPr>
          <p:nvPr/>
        </p:nvSpPr>
        <p:spPr bwMode="auto">
          <a:xfrm>
            <a:off x="5892800" y="1265238"/>
            <a:ext cx="225425" cy="458787"/>
          </a:xfrm>
          <a:custGeom>
            <a:avLst/>
            <a:gdLst>
              <a:gd name="T0" fmla="*/ 2147483646 w 142"/>
              <a:gd name="T1" fmla="*/ 0 h 289"/>
              <a:gd name="T2" fmla="*/ 0 w 142"/>
              <a:gd name="T3" fmla="*/ 0 h 289"/>
              <a:gd name="T4" fmla="*/ 0 w 142"/>
              <a:gd name="T5" fmla="*/ 2147483646 h 289"/>
              <a:gd name="T6" fmla="*/ 2147483646 w 14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2" h="289">
                <a:moveTo>
                  <a:pt x="141" y="0"/>
                </a:moveTo>
                <a:lnTo>
                  <a:pt x="0" y="0"/>
                </a:lnTo>
                <a:lnTo>
                  <a:pt x="0" y="288"/>
                </a:lnTo>
                <a:lnTo>
                  <a:pt x="141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EEDAB1C9-CE43-9740-A277-552501FF8A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3563" y="211138"/>
            <a:ext cx="8066087" cy="368300"/>
          </a:xfrm>
          <a:noFill/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Load-use Data Hazard</a:t>
            </a:r>
            <a:r>
              <a:rPr lang="zh-CN" altLang="en-US">
                <a:ea typeface="宋体" panose="02010600030101010101" pitchFamily="2" charset="-122"/>
              </a:rPr>
              <a:t>（硬件阻塞方式） </a:t>
            </a:r>
            <a:endParaRPr lang="zh-CN" altLang="en-US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1C52E017-11A0-2942-B90E-6F4A69DB7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3" y="1374775"/>
            <a:ext cx="358775" cy="3109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r.</a:t>
            </a:r>
          </a:p>
          <a:p>
            <a:pPr algn="ctr"/>
            <a:endParaRPr lang="en-US" altLang="zh-CN" sz="1800" b="0" i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O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118789" name="Line 5">
            <a:extLst>
              <a:ext uri="{FF2B5EF4-FFF2-40B4-BE49-F238E27FC236}">
                <a16:creationId xmlns:a16="http://schemas.microsoft.com/office/drawing/2014/main" id="{E19D0482-3BA8-8E4C-B8FE-21BA79FF5B0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400" y="1365250"/>
            <a:ext cx="0" cy="3238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0" name="Line 6">
            <a:extLst>
              <a:ext uri="{FF2B5EF4-FFF2-40B4-BE49-F238E27FC236}">
                <a16:creationId xmlns:a16="http://schemas.microsoft.com/office/drawing/2014/main" id="{9239450F-4C29-F444-8695-DBB287B163A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5250" y="990600"/>
            <a:ext cx="6324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1" name="Rectangle 7">
            <a:extLst>
              <a:ext uri="{FF2B5EF4-FFF2-40B4-BE49-F238E27FC236}">
                <a16:creationId xmlns:a16="http://schemas.microsoft.com/office/drawing/2014/main" id="{ED012F2A-95B7-4C4F-B9B9-B78B2E764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3213" y="625475"/>
            <a:ext cx="2124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Time (clock cycles)</a:t>
            </a:r>
          </a:p>
        </p:txBody>
      </p:sp>
      <p:sp>
        <p:nvSpPr>
          <p:cNvPr id="118792" name="Rectangle 8">
            <a:extLst>
              <a:ext uri="{FF2B5EF4-FFF2-40B4-BE49-F238E27FC236}">
                <a16:creationId xmlns:a16="http://schemas.microsoft.com/office/drawing/2014/main" id="{9D6D9BAA-EC73-FD45-BB84-C5B481A3B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913" y="1184275"/>
            <a:ext cx="170497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4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lw r1,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0(r2)</a:t>
            </a:r>
          </a:p>
        </p:txBody>
      </p:sp>
      <p:sp>
        <p:nvSpPr>
          <p:cNvPr id="118793" name="Rectangle 9">
            <a:extLst>
              <a:ext uri="{FF2B5EF4-FFF2-40B4-BE49-F238E27FC236}">
                <a16:creationId xmlns:a16="http://schemas.microsoft.com/office/drawing/2014/main" id="{0BDDE7CC-AAEF-494C-B664-7B39A3786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" y="2636838"/>
            <a:ext cx="18415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sub r4,</a:t>
            </a:r>
            <a:r>
              <a:rPr lang="en-US" altLang="zh-CN" sz="2400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,r3</a:t>
            </a:r>
          </a:p>
        </p:txBody>
      </p:sp>
      <p:sp>
        <p:nvSpPr>
          <p:cNvPr id="118794" name="Rectangle 10">
            <a:extLst>
              <a:ext uri="{FF2B5EF4-FFF2-40B4-BE49-F238E27FC236}">
                <a16:creationId xmlns:a16="http://schemas.microsoft.com/office/drawing/2014/main" id="{B77A2D47-1B48-A74C-A87D-3A89B22E1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313" y="944563"/>
            <a:ext cx="384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IF</a:t>
            </a:r>
          </a:p>
        </p:txBody>
      </p:sp>
      <p:sp>
        <p:nvSpPr>
          <p:cNvPr id="118795" name="Rectangle 11">
            <a:extLst>
              <a:ext uri="{FF2B5EF4-FFF2-40B4-BE49-F238E27FC236}">
                <a16:creationId xmlns:a16="http://schemas.microsoft.com/office/drawing/2014/main" id="{8A5ED71E-9644-B34D-AE40-5D283C1F0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713" y="944563"/>
            <a:ext cx="777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ID/RF</a:t>
            </a:r>
          </a:p>
        </p:txBody>
      </p:sp>
      <p:sp>
        <p:nvSpPr>
          <p:cNvPr id="118796" name="Rectangle 12">
            <a:extLst>
              <a:ext uri="{FF2B5EF4-FFF2-40B4-BE49-F238E27FC236}">
                <a16:creationId xmlns:a16="http://schemas.microsoft.com/office/drawing/2014/main" id="{CBE17496-213D-C041-8AB4-0C648202A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3" y="944563"/>
            <a:ext cx="485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EX</a:t>
            </a:r>
          </a:p>
        </p:txBody>
      </p:sp>
      <p:sp>
        <p:nvSpPr>
          <p:cNvPr id="118797" name="Rectangle 13">
            <a:extLst>
              <a:ext uri="{FF2B5EF4-FFF2-40B4-BE49-F238E27FC236}">
                <a16:creationId xmlns:a16="http://schemas.microsoft.com/office/drawing/2014/main" id="{04F68B8D-3B96-C94B-B5E7-7AFA1BC71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8413" y="944563"/>
            <a:ext cx="7143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118798" name="Rectangle 14">
            <a:extLst>
              <a:ext uri="{FF2B5EF4-FFF2-40B4-BE49-F238E27FC236}">
                <a16:creationId xmlns:a16="http://schemas.microsoft.com/office/drawing/2014/main" id="{187DFD31-6232-C949-AF77-47B5CA2A5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0413" y="944563"/>
            <a:ext cx="561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WB</a:t>
            </a:r>
          </a:p>
        </p:txBody>
      </p:sp>
      <p:grpSp>
        <p:nvGrpSpPr>
          <p:cNvPr id="118799" name="Group 165">
            <a:extLst>
              <a:ext uri="{FF2B5EF4-FFF2-40B4-BE49-F238E27FC236}">
                <a16:creationId xmlns:a16="http://schemas.microsoft.com/office/drawing/2014/main" id="{1C01E285-B349-184C-ABDF-59505DC24009}"/>
              </a:ext>
            </a:extLst>
          </p:cNvPr>
          <p:cNvGrpSpPr>
            <a:grpSpLocks/>
          </p:cNvGrpSpPr>
          <p:nvPr/>
        </p:nvGrpSpPr>
        <p:grpSpPr bwMode="auto">
          <a:xfrm>
            <a:off x="3683000" y="738188"/>
            <a:ext cx="4800600" cy="4267200"/>
            <a:chOff x="2320" y="753"/>
            <a:chExt cx="3024" cy="2824"/>
          </a:xfrm>
        </p:grpSpPr>
        <p:sp>
          <p:nvSpPr>
            <p:cNvPr id="118941" name="Line 15">
              <a:extLst>
                <a:ext uri="{FF2B5EF4-FFF2-40B4-BE49-F238E27FC236}">
                  <a16:creationId xmlns:a16="http://schemas.microsoft.com/office/drawing/2014/main" id="{8919B250-B405-854A-AEDE-44FC1E80A2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0" y="753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942" name="Line 16">
              <a:extLst>
                <a:ext uri="{FF2B5EF4-FFF2-40B4-BE49-F238E27FC236}">
                  <a16:creationId xmlns:a16="http://schemas.microsoft.com/office/drawing/2014/main" id="{CCA2105B-BD38-7A48-ADA8-D08F48D4FF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2" y="753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943" name="Line 17">
              <a:extLst>
                <a:ext uri="{FF2B5EF4-FFF2-40B4-BE49-F238E27FC236}">
                  <a16:creationId xmlns:a16="http://schemas.microsoft.com/office/drawing/2014/main" id="{E8D09125-647D-544B-ACCA-D0BEBEA0D1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4" y="753"/>
              <a:ext cx="0" cy="282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944" name="Line 18">
              <a:extLst>
                <a:ext uri="{FF2B5EF4-FFF2-40B4-BE49-F238E27FC236}">
                  <a16:creationId xmlns:a16="http://schemas.microsoft.com/office/drawing/2014/main" id="{260EB309-6EDA-7F4D-A243-FEE8880467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6" y="753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945" name="Line 19">
              <a:extLst>
                <a:ext uri="{FF2B5EF4-FFF2-40B4-BE49-F238E27FC236}">
                  <a16:creationId xmlns:a16="http://schemas.microsoft.com/office/drawing/2014/main" id="{EA2348EB-D7B3-A648-89B9-B27C157180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8" y="753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946" name="Line 20">
              <a:extLst>
                <a:ext uri="{FF2B5EF4-FFF2-40B4-BE49-F238E27FC236}">
                  <a16:creationId xmlns:a16="http://schemas.microsoft.com/office/drawing/2014/main" id="{B55066FE-FBCE-114C-9BA0-1B124803CC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0" y="753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947" name="Line 21">
              <a:extLst>
                <a:ext uri="{FF2B5EF4-FFF2-40B4-BE49-F238E27FC236}">
                  <a16:creationId xmlns:a16="http://schemas.microsoft.com/office/drawing/2014/main" id="{F04D7856-C964-8145-82F6-AE9D24EC62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2" y="753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948" name="Line 22">
              <a:extLst>
                <a:ext uri="{FF2B5EF4-FFF2-40B4-BE49-F238E27FC236}">
                  <a16:creationId xmlns:a16="http://schemas.microsoft.com/office/drawing/2014/main" id="{6D3AEFEC-468D-F14A-A2BF-1323738D26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44" y="753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8800" name="Freeform 23">
            <a:extLst>
              <a:ext uri="{FF2B5EF4-FFF2-40B4-BE49-F238E27FC236}">
                <a16:creationId xmlns:a16="http://schemas.microsoft.com/office/drawing/2014/main" id="{E0029B70-D300-394E-BC6A-70D3F50C14D8}"/>
              </a:ext>
            </a:extLst>
          </p:cNvPr>
          <p:cNvSpPr>
            <a:spLocks/>
          </p:cNvSpPr>
          <p:nvPr/>
        </p:nvSpPr>
        <p:spPr bwMode="auto">
          <a:xfrm>
            <a:off x="5149850" y="1265238"/>
            <a:ext cx="257175" cy="458787"/>
          </a:xfrm>
          <a:custGeom>
            <a:avLst/>
            <a:gdLst>
              <a:gd name="T0" fmla="*/ 2147483646 w 162"/>
              <a:gd name="T1" fmla="*/ 0 h 289"/>
              <a:gd name="T2" fmla="*/ 0 w 162"/>
              <a:gd name="T3" fmla="*/ 0 h 289"/>
              <a:gd name="T4" fmla="*/ 0 w 162"/>
              <a:gd name="T5" fmla="*/ 2147483646 h 289"/>
              <a:gd name="T6" fmla="*/ 2147483646 w 16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289">
                <a:moveTo>
                  <a:pt x="161" y="0"/>
                </a:moveTo>
                <a:lnTo>
                  <a:pt x="0" y="0"/>
                </a:lnTo>
                <a:lnTo>
                  <a:pt x="0" y="288"/>
                </a:lnTo>
                <a:lnTo>
                  <a:pt x="16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01" name="Freeform 24">
            <a:extLst>
              <a:ext uri="{FF2B5EF4-FFF2-40B4-BE49-F238E27FC236}">
                <a16:creationId xmlns:a16="http://schemas.microsoft.com/office/drawing/2014/main" id="{11AB5223-32C6-A744-AB74-B4D8CE2D5176}"/>
              </a:ext>
            </a:extLst>
          </p:cNvPr>
          <p:cNvSpPr>
            <a:spLocks/>
          </p:cNvSpPr>
          <p:nvPr/>
        </p:nvSpPr>
        <p:spPr bwMode="auto">
          <a:xfrm>
            <a:off x="5405438" y="1265238"/>
            <a:ext cx="260350" cy="458787"/>
          </a:xfrm>
          <a:custGeom>
            <a:avLst/>
            <a:gdLst>
              <a:gd name="T0" fmla="*/ 0 w 164"/>
              <a:gd name="T1" fmla="*/ 0 h 289"/>
              <a:gd name="T2" fmla="*/ 2147483646 w 164"/>
              <a:gd name="T3" fmla="*/ 0 h 289"/>
              <a:gd name="T4" fmla="*/ 2147483646 w 164"/>
              <a:gd name="T5" fmla="*/ 2147483646 h 289"/>
              <a:gd name="T6" fmla="*/ 0 w 164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4" h="289">
                <a:moveTo>
                  <a:pt x="0" y="0"/>
                </a:moveTo>
                <a:lnTo>
                  <a:pt x="163" y="0"/>
                </a:lnTo>
                <a:lnTo>
                  <a:pt x="163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02" name="Freeform 25">
            <a:extLst>
              <a:ext uri="{FF2B5EF4-FFF2-40B4-BE49-F238E27FC236}">
                <a16:creationId xmlns:a16="http://schemas.microsoft.com/office/drawing/2014/main" id="{65A5B028-7586-2F46-BD5F-4004FF1941D9}"/>
              </a:ext>
            </a:extLst>
          </p:cNvPr>
          <p:cNvSpPr>
            <a:spLocks/>
          </p:cNvSpPr>
          <p:nvPr/>
        </p:nvSpPr>
        <p:spPr bwMode="auto">
          <a:xfrm>
            <a:off x="4541838" y="1112838"/>
            <a:ext cx="338137" cy="763587"/>
          </a:xfrm>
          <a:custGeom>
            <a:avLst/>
            <a:gdLst>
              <a:gd name="T0" fmla="*/ 0 w 213"/>
              <a:gd name="T1" fmla="*/ 2147483646 h 481"/>
              <a:gd name="T2" fmla="*/ 2147483646 w 213"/>
              <a:gd name="T3" fmla="*/ 2147483646 h 481"/>
              <a:gd name="T4" fmla="*/ 0 w 213"/>
              <a:gd name="T5" fmla="*/ 2147483646 h 481"/>
              <a:gd name="T6" fmla="*/ 0 w 213"/>
              <a:gd name="T7" fmla="*/ 0 h 481"/>
              <a:gd name="T8" fmla="*/ 2147483646 w 213"/>
              <a:gd name="T9" fmla="*/ 2147483646 h 481"/>
              <a:gd name="T10" fmla="*/ 2147483646 w 213"/>
              <a:gd name="T11" fmla="*/ 2147483646 h 481"/>
              <a:gd name="T12" fmla="*/ 0 w 213"/>
              <a:gd name="T13" fmla="*/ 2147483646 h 481"/>
              <a:gd name="T14" fmla="*/ 0 w 213"/>
              <a:gd name="T15" fmla="*/ 2147483646 h 4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3" h="481">
                <a:moveTo>
                  <a:pt x="0" y="320"/>
                </a:moveTo>
                <a:lnTo>
                  <a:pt x="71" y="240"/>
                </a:lnTo>
                <a:lnTo>
                  <a:pt x="0" y="160"/>
                </a:lnTo>
                <a:lnTo>
                  <a:pt x="0" y="0"/>
                </a:lnTo>
                <a:lnTo>
                  <a:pt x="212" y="160"/>
                </a:lnTo>
                <a:lnTo>
                  <a:pt x="212" y="320"/>
                </a:lnTo>
                <a:lnTo>
                  <a:pt x="0" y="480"/>
                </a:lnTo>
                <a:lnTo>
                  <a:pt x="0" y="32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03" name="Rectangle 26">
            <a:extLst>
              <a:ext uri="{FF2B5EF4-FFF2-40B4-BE49-F238E27FC236}">
                <a16:creationId xmlns:a16="http://schemas.microsoft.com/office/drawing/2014/main" id="{F8EA9A69-7B67-B942-AD53-701B9A82822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90232" y="1307306"/>
            <a:ext cx="6080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118804" name="Rectangle 27">
            <a:extLst>
              <a:ext uri="{FF2B5EF4-FFF2-40B4-BE49-F238E27FC236}">
                <a16:creationId xmlns:a16="http://schemas.microsoft.com/office/drawing/2014/main" id="{21606C34-7BB8-1748-AE95-D28A2142A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725" y="1325563"/>
            <a:ext cx="4302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Im</a:t>
            </a:r>
          </a:p>
        </p:txBody>
      </p:sp>
      <p:grpSp>
        <p:nvGrpSpPr>
          <p:cNvPr id="118805" name="Group 28">
            <a:extLst>
              <a:ext uri="{FF2B5EF4-FFF2-40B4-BE49-F238E27FC236}">
                <a16:creationId xmlns:a16="http://schemas.microsoft.com/office/drawing/2014/main" id="{155A519A-9F39-F041-9EDB-328850F14F65}"/>
              </a:ext>
            </a:extLst>
          </p:cNvPr>
          <p:cNvGrpSpPr>
            <a:grpSpLocks/>
          </p:cNvGrpSpPr>
          <p:nvPr/>
        </p:nvGrpSpPr>
        <p:grpSpPr bwMode="auto">
          <a:xfrm>
            <a:off x="3071813" y="1265238"/>
            <a:ext cx="539750" cy="458787"/>
            <a:chOff x="1935" y="1349"/>
            <a:chExt cx="340" cy="289"/>
          </a:xfrm>
        </p:grpSpPr>
        <p:sp>
          <p:nvSpPr>
            <p:cNvPr id="118939" name="Freeform 29">
              <a:extLst>
                <a:ext uri="{FF2B5EF4-FFF2-40B4-BE49-F238E27FC236}">
                  <a16:creationId xmlns:a16="http://schemas.microsoft.com/office/drawing/2014/main" id="{FBA76535-3A8C-6F42-B111-96148ED6E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349"/>
              <a:ext cx="170" cy="289"/>
            </a:xfrm>
            <a:custGeom>
              <a:avLst/>
              <a:gdLst>
                <a:gd name="T0" fmla="*/ 169 w 170"/>
                <a:gd name="T1" fmla="*/ 0 h 289"/>
                <a:gd name="T2" fmla="*/ 0 w 170"/>
                <a:gd name="T3" fmla="*/ 0 h 289"/>
                <a:gd name="T4" fmla="*/ 0 w 170"/>
                <a:gd name="T5" fmla="*/ 288 h 289"/>
                <a:gd name="T6" fmla="*/ 169 w 170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0" h="289">
                  <a:moveTo>
                    <a:pt x="169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9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40" name="Freeform 30">
              <a:extLst>
                <a:ext uri="{FF2B5EF4-FFF2-40B4-BE49-F238E27FC236}">
                  <a16:creationId xmlns:a16="http://schemas.microsoft.com/office/drawing/2014/main" id="{077E729B-E872-0F40-968B-D4394E14C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1349"/>
              <a:ext cx="171" cy="289"/>
            </a:xfrm>
            <a:custGeom>
              <a:avLst/>
              <a:gdLst>
                <a:gd name="T0" fmla="*/ 0 w 171"/>
                <a:gd name="T1" fmla="*/ 0 h 289"/>
                <a:gd name="T2" fmla="*/ 170 w 171"/>
                <a:gd name="T3" fmla="*/ 0 h 289"/>
                <a:gd name="T4" fmla="*/ 170 w 171"/>
                <a:gd name="T5" fmla="*/ 288 h 289"/>
                <a:gd name="T6" fmla="*/ 0 w 171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1" h="289">
                  <a:moveTo>
                    <a:pt x="0" y="0"/>
                  </a:moveTo>
                  <a:lnTo>
                    <a:pt x="170" y="0"/>
                  </a:lnTo>
                  <a:lnTo>
                    <a:pt x="170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8806" name="Rectangle 31">
            <a:extLst>
              <a:ext uri="{FF2B5EF4-FFF2-40B4-BE49-F238E27FC236}">
                <a16:creationId xmlns:a16="http://schemas.microsoft.com/office/drawing/2014/main" id="{6B92423E-51CB-9D4D-9B98-45FA38D99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0" y="1282700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18807" name="Freeform 32">
            <a:extLst>
              <a:ext uri="{FF2B5EF4-FFF2-40B4-BE49-F238E27FC236}">
                <a16:creationId xmlns:a16="http://schemas.microsoft.com/office/drawing/2014/main" id="{62498A6F-3EED-4F46-8F53-5646DFB8AF42}"/>
              </a:ext>
            </a:extLst>
          </p:cNvPr>
          <p:cNvSpPr>
            <a:spLocks/>
          </p:cNvSpPr>
          <p:nvPr/>
        </p:nvSpPr>
        <p:spPr bwMode="auto">
          <a:xfrm>
            <a:off x="3802063" y="1265238"/>
            <a:ext cx="236537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08" name="Freeform 33">
            <a:extLst>
              <a:ext uri="{FF2B5EF4-FFF2-40B4-BE49-F238E27FC236}">
                <a16:creationId xmlns:a16="http://schemas.microsoft.com/office/drawing/2014/main" id="{6437DE0B-670D-134E-A5AB-F940B0473803}"/>
              </a:ext>
            </a:extLst>
          </p:cNvPr>
          <p:cNvSpPr>
            <a:spLocks/>
          </p:cNvSpPr>
          <p:nvPr/>
        </p:nvSpPr>
        <p:spPr bwMode="auto">
          <a:xfrm>
            <a:off x="4037013" y="1265238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09" name="Line 34">
            <a:extLst>
              <a:ext uri="{FF2B5EF4-FFF2-40B4-BE49-F238E27FC236}">
                <a16:creationId xmlns:a16="http://schemas.microsoft.com/office/drawing/2014/main" id="{FC4E3F1C-1D35-D045-BCBF-5AE667FB742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3150" y="149383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10" name="Freeform 35">
            <a:extLst>
              <a:ext uri="{FF2B5EF4-FFF2-40B4-BE49-F238E27FC236}">
                <a16:creationId xmlns:a16="http://schemas.microsoft.com/office/drawing/2014/main" id="{7B03171A-F025-174D-965E-A04BA0EF6FC9}"/>
              </a:ext>
            </a:extLst>
          </p:cNvPr>
          <p:cNvSpPr>
            <a:spLocks/>
          </p:cNvSpPr>
          <p:nvPr/>
        </p:nvSpPr>
        <p:spPr bwMode="auto">
          <a:xfrm>
            <a:off x="3717925" y="13414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11" name="Line 36">
            <a:extLst>
              <a:ext uri="{FF2B5EF4-FFF2-40B4-BE49-F238E27FC236}">
                <a16:creationId xmlns:a16="http://schemas.microsoft.com/office/drawing/2014/main" id="{B4197641-5E97-3240-A19F-C58033973E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550" y="13414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12" name="Rectangle 37">
            <a:extLst>
              <a:ext uri="{FF2B5EF4-FFF2-40B4-BE49-F238E27FC236}">
                <a16:creationId xmlns:a16="http://schemas.microsoft.com/office/drawing/2014/main" id="{B924177D-8A26-BE46-9D3F-EE4F1083A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6038" y="1341438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sp>
        <p:nvSpPr>
          <p:cNvPr id="118813" name="Rectangle 38">
            <a:extLst>
              <a:ext uri="{FF2B5EF4-FFF2-40B4-BE49-F238E27FC236}">
                <a16:creationId xmlns:a16="http://schemas.microsoft.com/office/drawing/2014/main" id="{8AC34BF4-B1B8-254B-9AB3-CC9C4E01D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6288" y="127476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18814" name="Freeform 39">
            <a:extLst>
              <a:ext uri="{FF2B5EF4-FFF2-40B4-BE49-F238E27FC236}">
                <a16:creationId xmlns:a16="http://schemas.microsoft.com/office/drawing/2014/main" id="{5AFDA6D0-405F-7A46-A43C-86266F88A791}"/>
              </a:ext>
            </a:extLst>
          </p:cNvPr>
          <p:cNvSpPr>
            <a:spLocks/>
          </p:cNvSpPr>
          <p:nvPr/>
        </p:nvSpPr>
        <p:spPr bwMode="auto">
          <a:xfrm>
            <a:off x="6116638" y="1265238"/>
            <a:ext cx="227012" cy="458787"/>
          </a:xfrm>
          <a:custGeom>
            <a:avLst/>
            <a:gdLst>
              <a:gd name="T0" fmla="*/ 0 w 143"/>
              <a:gd name="T1" fmla="*/ 0 h 289"/>
              <a:gd name="T2" fmla="*/ 2147483646 w 143"/>
              <a:gd name="T3" fmla="*/ 0 h 289"/>
              <a:gd name="T4" fmla="*/ 2147483646 w 143"/>
              <a:gd name="T5" fmla="*/ 2147483646 h 289"/>
              <a:gd name="T6" fmla="*/ 0 w 143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3" h="289">
                <a:moveTo>
                  <a:pt x="0" y="0"/>
                </a:moveTo>
                <a:lnTo>
                  <a:pt x="142" y="0"/>
                </a:lnTo>
                <a:lnTo>
                  <a:pt x="142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15" name="Line 40">
            <a:extLst>
              <a:ext uri="{FF2B5EF4-FFF2-40B4-BE49-F238E27FC236}">
                <a16:creationId xmlns:a16="http://schemas.microsoft.com/office/drawing/2014/main" id="{10E4D393-2C36-1149-9A9B-51B173CA71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3088" y="1493838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16" name="Line 41">
            <a:extLst>
              <a:ext uri="{FF2B5EF4-FFF2-40B4-BE49-F238E27FC236}">
                <a16:creationId xmlns:a16="http://schemas.microsoft.com/office/drawing/2014/main" id="{A94169D9-ECE8-4E4D-8FFE-6B52019438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4738" y="1493838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17" name="Freeform 42">
            <a:extLst>
              <a:ext uri="{FF2B5EF4-FFF2-40B4-BE49-F238E27FC236}">
                <a16:creationId xmlns:a16="http://schemas.microsoft.com/office/drawing/2014/main" id="{F90367E9-8C99-F047-B201-A1458C408530}"/>
              </a:ext>
            </a:extLst>
          </p:cNvPr>
          <p:cNvSpPr>
            <a:spLocks/>
          </p:cNvSpPr>
          <p:nvPr/>
        </p:nvSpPr>
        <p:spPr bwMode="auto">
          <a:xfrm>
            <a:off x="5083175" y="1493838"/>
            <a:ext cx="684213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18" name="Line 43">
            <a:extLst>
              <a:ext uri="{FF2B5EF4-FFF2-40B4-BE49-F238E27FC236}">
                <a16:creationId xmlns:a16="http://schemas.microsoft.com/office/drawing/2014/main" id="{E3240D48-9F66-B647-9C51-D746229BA4C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550" y="16462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19" name="Freeform 44">
            <a:extLst>
              <a:ext uri="{FF2B5EF4-FFF2-40B4-BE49-F238E27FC236}">
                <a16:creationId xmlns:a16="http://schemas.microsoft.com/office/drawing/2014/main" id="{4CB3B772-7545-3443-A12D-1064172394C3}"/>
              </a:ext>
            </a:extLst>
          </p:cNvPr>
          <p:cNvSpPr>
            <a:spLocks/>
          </p:cNvSpPr>
          <p:nvPr/>
        </p:nvSpPr>
        <p:spPr bwMode="auto">
          <a:xfrm>
            <a:off x="4452938" y="1485900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8820" name="Group 56">
            <a:extLst>
              <a:ext uri="{FF2B5EF4-FFF2-40B4-BE49-F238E27FC236}">
                <a16:creationId xmlns:a16="http://schemas.microsoft.com/office/drawing/2014/main" id="{BAD5185C-3B8A-C74C-A13B-9CF084919AB4}"/>
              </a:ext>
            </a:extLst>
          </p:cNvPr>
          <p:cNvGrpSpPr>
            <a:grpSpLocks/>
          </p:cNvGrpSpPr>
          <p:nvPr/>
        </p:nvGrpSpPr>
        <p:grpSpPr bwMode="auto">
          <a:xfrm>
            <a:off x="3698875" y="1993900"/>
            <a:ext cx="539750" cy="458788"/>
            <a:chOff x="2330" y="1808"/>
            <a:chExt cx="340" cy="289"/>
          </a:xfrm>
        </p:grpSpPr>
        <p:sp>
          <p:nvSpPr>
            <p:cNvPr id="118937" name="Freeform 57">
              <a:extLst>
                <a:ext uri="{FF2B5EF4-FFF2-40B4-BE49-F238E27FC236}">
                  <a16:creationId xmlns:a16="http://schemas.microsoft.com/office/drawing/2014/main" id="{E35E5465-116D-6444-894C-EDE2ACB37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0" y="1808"/>
              <a:ext cx="170" cy="289"/>
            </a:xfrm>
            <a:custGeom>
              <a:avLst/>
              <a:gdLst>
                <a:gd name="T0" fmla="*/ 169 w 170"/>
                <a:gd name="T1" fmla="*/ 0 h 289"/>
                <a:gd name="T2" fmla="*/ 0 w 170"/>
                <a:gd name="T3" fmla="*/ 0 h 289"/>
                <a:gd name="T4" fmla="*/ 0 w 170"/>
                <a:gd name="T5" fmla="*/ 288 h 289"/>
                <a:gd name="T6" fmla="*/ 169 w 170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0" h="289">
                  <a:moveTo>
                    <a:pt x="169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9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38" name="Freeform 58">
              <a:extLst>
                <a:ext uri="{FF2B5EF4-FFF2-40B4-BE49-F238E27FC236}">
                  <a16:creationId xmlns:a16="http://schemas.microsoft.com/office/drawing/2014/main" id="{169B321D-26D0-4346-918F-9609EC760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9" y="1808"/>
              <a:ext cx="171" cy="289"/>
            </a:xfrm>
            <a:custGeom>
              <a:avLst/>
              <a:gdLst>
                <a:gd name="T0" fmla="*/ 0 w 171"/>
                <a:gd name="T1" fmla="*/ 0 h 289"/>
                <a:gd name="T2" fmla="*/ 170 w 171"/>
                <a:gd name="T3" fmla="*/ 0 h 289"/>
                <a:gd name="T4" fmla="*/ 170 w 171"/>
                <a:gd name="T5" fmla="*/ 288 h 289"/>
                <a:gd name="T6" fmla="*/ 0 w 171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1" h="289">
                  <a:moveTo>
                    <a:pt x="0" y="0"/>
                  </a:moveTo>
                  <a:lnTo>
                    <a:pt x="170" y="0"/>
                  </a:lnTo>
                  <a:lnTo>
                    <a:pt x="170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8821" name="Line 59">
            <a:extLst>
              <a:ext uri="{FF2B5EF4-FFF2-40B4-BE49-F238E27FC236}">
                <a16:creationId xmlns:a16="http://schemas.microsoft.com/office/drawing/2014/main" id="{D4A82140-E31C-8447-AE80-FC318BDAA0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40213" y="22860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22" name="Rectangle 63">
            <a:extLst>
              <a:ext uri="{FF2B5EF4-FFF2-40B4-BE49-F238E27FC236}">
                <a16:creationId xmlns:a16="http://schemas.microsoft.com/office/drawing/2014/main" id="{78F97F77-F145-0640-A79D-75C0AA58A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88" y="2054225"/>
            <a:ext cx="4302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Im</a:t>
            </a:r>
          </a:p>
        </p:txBody>
      </p:sp>
      <p:sp>
        <p:nvSpPr>
          <p:cNvPr id="118823" name="Rectangle 64">
            <a:extLst>
              <a:ext uri="{FF2B5EF4-FFF2-40B4-BE49-F238E27FC236}">
                <a16:creationId xmlns:a16="http://schemas.microsoft.com/office/drawing/2014/main" id="{551C3A2E-0BD5-1642-B0DE-E4F1912B7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13" y="3373438"/>
            <a:ext cx="18415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and r6,</a:t>
            </a:r>
            <a:r>
              <a:rPr lang="en-US" altLang="zh-CN" sz="2400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,r7</a:t>
            </a:r>
          </a:p>
        </p:txBody>
      </p:sp>
      <p:sp>
        <p:nvSpPr>
          <p:cNvPr id="118824" name="Rectangle 65">
            <a:extLst>
              <a:ext uri="{FF2B5EF4-FFF2-40B4-BE49-F238E27FC236}">
                <a16:creationId xmlns:a16="http://schemas.microsoft.com/office/drawing/2014/main" id="{EFA9301F-7550-1441-9201-D40B714F9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3" y="4084638"/>
            <a:ext cx="1773237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or   r8,</a:t>
            </a:r>
            <a:r>
              <a:rPr lang="en-US" altLang="zh-CN" sz="2400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,r9</a:t>
            </a:r>
          </a:p>
        </p:txBody>
      </p:sp>
      <p:sp>
        <p:nvSpPr>
          <p:cNvPr id="118825" name="Freeform 66">
            <a:extLst>
              <a:ext uri="{FF2B5EF4-FFF2-40B4-BE49-F238E27FC236}">
                <a16:creationId xmlns:a16="http://schemas.microsoft.com/office/drawing/2014/main" id="{F62B4020-8538-6A46-A1AF-331B1C48CB1A}"/>
              </a:ext>
            </a:extLst>
          </p:cNvPr>
          <p:cNvSpPr>
            <a:spLocks/>
          </p:cNvSpPr>
          <p:nvPr/>
        </p:nvSpPr>
        <p:spPr bwMode="auto">
          <a:xfrm>
            <a:off x="5357813" y="2755900"/>
            <a:ext cx="234950" cy="458788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26" name="Freeform 67">
            <a:extLst>
              <a:ext uri="{FF2B5EF4-FFF2-40B4-BE49-F238E27FC236}">
                <a16:creationId xmlns:a16="http://schemas.microsoft.com/office/drawing/2014/main" id="{CDEAF923-A629-9343-A3C2-4CC2CBFD994D}"/>
              </a:ext>
            </a:extLst>
          </p:cNvPr>
          <p:cNvSpPr>
            <a:spLocks/>
          </p:cNvSpPr>
          <p:nvPr/>
        </p:nvSpPr>
        <p:spPr bwMode="auto">
          <a:xfrm>
            <a:off x="6035675" y="3467100"/>
            <a:ext cx="234950" cy="458788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solidFill>
            <a:schemeClr val="accent2">
              <a:alpha val="50980"/>
            </a:schemeClr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27" name="Freeform 68">
            <a:extLst>
              <a:ext uri="{FF2B5EF4-FFF2-40B4-BE49-F238E27FC236}">
                <a16:creationId xmlns:a16="http://schemas.microsoft.com/office/drawing/2014/main" id="{597C49E7-B412-E046-B129-260C1EDBBDEC}"/>
              </a:ext>
            </a:extLst>
          </p:cNvPr>
          <p:cNvSpPr>
            <a:spLocks/>
          </p:cNvSpPr>
          <p:nvPr/>
        </p:nvSpPr>
        <p:spPr bwMode="auto">
          <a:xfrm>
            <a:off x="6713538" y="4178300"/>
            <a:ext cx="234950" cy="458788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solidFill>
            <a:schemeClr val="accent2">
              <a:alpha val="41960"/>
            </a:schemeClr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28" name="Line 70">
            <a:extLst>
              <a:ext uri="{FF2B5EF4-FFF2-40B4-BE49-F238E27FC236}">
                <a16:creationId xmlns:a16="http://schemas.microsoft.com/office/drawing/2014/main" id="{51C6A3A8-EFE3-024C-AC19-EC1DCC5C25B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9825" y="2171700"/>
            <a:ext cx="233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29" name="Line 72">
            <a:extLst>
              <a:ext uri="{FF2B5EF4-FFF2-40B4-BE49-F238E27FC236}">
                <a16:creationId xmlns:a16="http://schemas.microsoft.com/office/drawing/2014/main" id="{283C9743-4E5E-4840-B6A8-9C38F3E2E7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4588" y="2374900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8830" name="Group 73">
            <a:extLst>
              <a:ext uri="{FF2B5EF4-FFF2-40B4-BE49-F238E27FC236}">
                <a16:creationId xmlns:a16="http://schemas.microsoft.com/office/drawing/2014/main" id="{6EB2096B-728C-0545-A9B8-B5C9819F1280}"/>
              </a:ext>
            </a:extLst>
          </p:cNvPr>
          <p:cNvGrpSpPr>
            <a:grpSpLocks/>
          </p:cNvGrpSpPr>
          <p:nvPr/>
        </p:nvGrpSpPr>
        <p:grpSpPr bwMode="auto">
          <a:xfrm>
            <a:off x="5848350" y="2603500"/>
            <a:ext cx="352425" cy="763588"/>
            <a:chOff x="3684" y="2192"/>
            <a:chExt cx="222" cy="481"/>
          </a:xfrm>
        </p:grpSpPr>
        <p:sp>
          <p:nvSpPr>
            <p:cNvPr id="118935" name="Freeform 74">
              <a:extLst>
                <a:ext uri="{FF2B5EF4-FFF2-40B4-BE49-F238E27FC236}">
                  <a16:creationId xmlns:a16="http://schemas.microsoft.com/office/drawing/2014/main" id="{89196F6C-0FA7-6347-89E1-1A8B07961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" y="2192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36" name="Rectangle 75">
              <a:extLst>
                <a:ext uri="{FF2B5EF4-FFF2-40B4-BE49-F238E27FC236}">
                  <a16:creationId xmlns:a16="http://schemas.microsoft.com/office/drawing/2014/main" id="{FF0E79AF-B628-CC4F-9CD9-94F220FB326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597" y="2315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118831" name="Group 76">
            <a:extLst>
              <a:ext uri="{FF2B5EF4-FFF2-40B4-BE49-F238E27FC236}">
                <a16:creationId xmlns:a16="http://schemas.microsoft.com/office/drawing/2014/main" id="{E6A8908A-A096-F644-9367-55F470278A86}"/>
              </a:ext>
            </a:extLst>
          </p:cNvPr>
          <p:cNvGrpSpPr>
            <a:grpSpLocks/>
          </p:cNvGrpSpPr>
          <p:nvPr/>
        </p:nvGrpSpPr>
        <p:grpSpPr bwMode="auto">
          <a:xfrm>
            <a:off x="4368800" y="2755900"/>
            <a:ext cx="563563" cy="458788"/>
            <a:chOff x="2752" y="2288"/>
            <a:chExt cx="355" cy="289"/>
          </a:xfrm>
        </p:grpSpPr>
        <p:sp>
          <p:nvSpPr>
            <p:cNvPr id="118931" name="Rectangle 77">
              <a:extLst>
                <a:ext uri="{FF2B5EF4-FFF2-40B4-BE49-F238E27FC236}">
                  <a16:creationId xmlns:a16="http://schemas.microsoft.com/office/drawing/2014/main" id="{B91A5763-46DB-564D-895A-667606F21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2" y="2294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118932" name="Group 78">
              <a:extLst>
                <a:ext uri="{FF2B5EF4-FFF2-40B4-BE49-F238E27FC236}">
                  <a16:creationId xmlns:a16="http://schemas.microsoft.com/office/drawing/2014/main" id="{F94BE88A-6ABE-FC43-AFDB-CAAA74C672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67" y="2288"/>
              <a:ext cx="340" cy="289"/>
              <a:chOff x="2767" y="2288"/>
              <a:chExt cx="340" cy="289"/>
            </a:xfrm>
          </p:grpSpPr>
          <p:sp>
            <p:nvSpPr>
              <p:cNvPr id="118933" name="Freeform 79">
                <a:extLst>
                  <a:ext uri="{FF2B5EF4-FFF2-40B4-BE49-F238E27FC236}">
                    <a16:creationId xmlns:a16="http://schemas.microsoft.com/office/drawing/2014/main" id="{1EF68881-20A1-834C-8BF0-CDC3FC288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7" y="2288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934" name="Freeform 80">
                <a:extLst>
                  <a:ext uri="{FF2B5EF4-FFF2-40B4-BE49-F238E27FC236}">
                    <a16:creationId xmlns:a16="http://schemas.microsoft.com/office/drawing/2014/main" id="{5A66CD0E-845D-A34B-9D45-83B2C92FC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6" y="2288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8832" name="Rectangle 81">
            <a:extLst>
              <a:ext uri="{FF2B5EF4-FFF2-40B4-BE49-F238E27FC236}">
                <a16:creationId xmlns:a16="http://schemas.microsoft.com/office/drawing/2014/main" id="{C43F5918-3800-9746-BDFA-E6772B846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9050" y="2773363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18833" name="Freeform 82">
            <a:extLst>
              <a:ext uri="{FF2B5EF4-FFF2-40B4-BE49-F238E27FC236}">
                <a16:creationId xmlns:a16="http://schemas.microsoft.com/office/drawing/2014/main" id="{7D464E17-DA0C-3547-BCE7-6DD7E87C167F}"/>
              </a:ext>
            </a:extLst>
          </p:cNvPr>
          <p:cNvSpPr>
            <a:spLocks/>
          </p:cNvSpPr>
          <p:nvPr/>
        </p:nvSpPr>
        <p:spPr bwMode="auto">
          <a:xfrm>
            <a:off x="5122863" y="2755900"/>
            <a:ext cx="236537" cy="458788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34" name="Line 83">
            <a:extLst>
              <a:ext uri="{FF2B5EF4-FFF2-40B4-BE49-F238E27FC236}">
                <a16:creationId xmlns:a16="http://schemas.microsoft.com/office/drawing/2014/main" id="{1C01B5AD-7023-8F4E-B47B-E4B56E8D6D2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3950" y="2984500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35" name="Freeform 84">
            <a:extLst>
              <a:ext uri="{FF2B5EF4-FFF2-40B4-BE49-F238E27FC236}">
                <a16:creationId xmlns:a16="http://schemas.microsoft.com/office/drawing/2014/main" id="{DD879D59-0440-9A47-BDBB-0F84242467DC}"/>
              </a:ext>
            </a:extLst>
          </p:cNvPr>
          <p:cNvSpPr>
            <a:spLocks/>
          </p:cNvSpPr>
          <p:nvPr/>
        </p:nvSpPr>
        <p:spPr bwMode="auto">
          <a:xfrm>
            <a:off x="5038725" y="2832100"/>
            <a:ext cx="76200" cy="153988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36" name="Line 85">
            <a:extLst>
              <a:ext uri="{FF2B5EF4-FFF2-40B4-BE49-F238E27FC236}">
                <a16:creationId xmlns:a16="http://schemas.microsoft.com/office/drawing/2014/main" id="{452C90EC-B683-B948-A0F7-440012FA51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4350" y="2832100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37" name="Rectangle 86">
            <a:extLst>
              <a:ext uri="{FF2B5EF4-FFF2-40B4-BE49-F238E27FC236}">
                <a16:creationId xmlns:a16="http://schemas.microsoft.com/office/drawing/2014/main" id="{C3845218-26E8-4847-91D8-552962B04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6038" y="2765425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118838" name="Group 87">
            <a:extLst>
              <a:ext uri="{FF2B5EF4-FFF2-40B4-BE49-F238E27FC236}">
                <a16:creationId xmlns:a16="http://schemas.microsoft.com/office/drawing/2014/main" id="{FCA36C58-1D89-7D44-B270-BB4FD42E74FC}"/>
              </a:ext>
            </a:extLst>
          </p:cNvPr>
          <p:cNvGrpSpPr>
            <a:grpSpLocks/>
          </p:cNvGrpSpPr>
          <p:nvPr/>
        </p:nvGrpSpPr>
        <p:grpSpPr bwMode="auto">
          <a:xfrm>
            <a:off x="6470650" y="2755900"/>
            <a:ext cx="515938" cy="458788"/>
            <a:chOff x="4076" y="2288"/>
            <a:chExt cx="325" cy="289"/>
          </a:xfrm>
        </p:grpSpPr>
        <p:sp>
          <p:nvSpPr>
            <p:cNvPr id="118929" name="Freeform 88">
              <a:extLst>
                <a:ext uri="{FF2B5EF4-FFF2-40B4-BE49-F238E27FC236}">
                  <a16:creationId xmlns:a16="http://schemas.microsoft.com/office/drawing/2014/main" id="{4CA382D5-2D93-4E40-BB87-4CB195248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6" y="2288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30" name="Freeform 89">
              <a:extLst>
                <a:ext uri="{FF2B5EF4-FFF2-40B4-BE49-F238E27FC236}">
                  <a16:creationId xmlns:a16="http://schemas.microsoft.com/office/drawing/2014/main" id="{063A2429-1D80-0D49-A52B-9A064B1FA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7" y="2288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8839" name="Rectangle 90">
            <a:extLst>
              <a:ext uri="{FF2B5EF4-FFF2-40B4-BE49-F238E27FC236}">
                <a16:creationId xmlns:a16="http://schemas.microsoft.com/office/drawing/2014/main" id="{AE15015A-7161-3546-872B-517BA4E79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088" y="2765425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118840" name="Group 91">
            <a:extLst>
              <a:ext uri="{FF2B5EF4-FFF2-40B4-BE49-F238E27FC236}">
                <a16:creationId xmlns:a16="http://schemas.microsoft.com/office/drawing/2014/main" id="{AD071843-E7B7-3349-9221-BD40B74CE2ED}"/>
              </a:ext>
            </a:extLst>
          </p:cNvPr>
          <p:cNvGrpSpPr>
            <a:grpSpLocks/>
          </p:cNvGrpSpPr>
          <p:nvPr/>
        </p:nvGrpSpPr>
        <p:grpSpPr bwMode="auto">
          <a:xfrm>
            <a:off x="7213600" y="2755900"/>
            <a:ext cx="450850" cy="458788"/>
            <a:chOff x="4544" y="2288"/>
            <a:chExt cx="284" cy="289"/>
          </a:xfrm>
        </p:grpSpPr>
        <p:sp>
          <p:nvSpPr>
            <p:cNvPr id="118927" name="Freeform 92">
              <a:extLst>
                <a:ext uri="{FF2B5EF4-FFF2-40B4-BE49-F238E27FC236}">
                  <a16:creationId xmlns:a16="http://schemas.microsoft.com/office/drawing/2014/main" id="{D6CBDF28-CB67-4346-8BCD-3BFCD5FD8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4" y="2288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28" name="Freeform 93">
              <a:extLst>
                <a:ext uri="{FF2B5EF4-FFF2-40B4-BE49-F238E27FC236}">
                  <a16:creationId xmlns:a16="http://schemas.microsoft.com/office/drawing/2014/main" id="{3C88D3E3-D77E-2E49-8078-925F898CF9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5" y="2288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8841" name="Line 94">
            <a:extLst>
              <a:ext uri="{FF2B5EF4-FFF2-40B4-BE49-F238E27FC236}">
                <a16:creationId xmlns:a16="http://schemas.microsoft.com/office/drawing/2014/main" id="{06C68E61-8A0F-D44B-95A0-198E6F5968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3888" y="2984500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42" name="Line 95">
            <a:extLst>
              <a:ext uri="{FF2B5EF4-FFF2-40B4-BE49-F238E27FC236}">
                <a16:creationId xmlns:a16="http://schemas.microsoft.com/office/drawing/2014/main" id="{170D75C1-4DC1-124D-A1FD-1783266D995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5538" y="2984500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43" name="Freeform 96">
            <a:extLst>
              <a:ext uri="{FF2B5EF4-FFF2-40B4-BE49-F238E27FC236}">
                <a16:creationId xmlns:a16="http://schemas.microsoft.com/office/drawing/2014/main" id="{E58FC73F-0F6A-0849-B7C0-E61D1B88131C}"/>
              </a:ext>
            </a:extLst>
          </p:cNvPr>
          <p:cNvSpPr>
            <a:spLocks/>
          </p:cNvSpPr>
          <p:nvPr/>
        </p:nvSpPr>
        <p:spPr bwMode="auto">
          <a:xfrm>
            <a:off x="6403975" y="2984500"/>
            <a:ext cx="684213" cy="306388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44" name="Line 97">
            <a:extLst>
              <a:ext uri="{FF2B5EF4-FFF2-40B4-BE49-F238E27FC236}">
                <a16:creationId xmlns:a16="http://schemas.microsoft.com/office/drawing/2014/main" id="{92146591-DEFC-2E48-9153-C1434A7B5D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4350" y="3136900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45" name="Freeform 98">
            <a:extLst>
              <a:ext uri="{FF2B5EF4-FFF2-40B4-BE49-F238E27FC236}">
                <a16:creationId xmlns:a16="http://schemas.microsoft.com/office/drawing/2014/main" id="{584EA3EC-5A83-5D42-A23C-F86C55A14AD9}"/>
              </a:ext>
            </a:extLst>
          </p:cNvPr>
          <p:cNvSpPr>
            <a:spLocks/>
          </p:cNvSpPr>
          <p:nvPr/>
        </p:nvSpPr>
        <p:spPr bwMode="auto">
          <a:xfrm>
            <a:off x="5773738" y="2976563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46" name="Freeform 99">
            <a:extLst>
              <a:ext uri="{FF2B5EF4-FFF2-40B4-BE49-F238E27FC236}">
                <a16:creationId xmlns:a16="http://schemas.microsoft.com/office/drawing/2014/main" id="{69A42F4E-7188-1948-9528-77FCAA975ACB}"/>
              </a:ext>
            </a:extLst>
          </p:cNvPr>
          <p:cNvSpPr>
            <a:spLocks/>
          </p:cNvSpPr>
          <p:nvPr/>
        </p:nvSpPr>
        <p:spPr bwMode="auto">
          <a:xfrm>
            <a:off x="7081838" y="3695700"/>
            <a:ext cx="684212" cy="306388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8847" name="Group 100">
            <a:extLst>
              <a:ext uri="{FF2B5EF4-FFF2-40B4-BE49-F238E27FC236}">
                <a16:creationId xmlns:a16="http://schemas.microsoft.com/office/drawing/2014/main" id="{FF4796E9-255D-2F40-9290-B67008BBD775}"/>
              </a:ext>
            </a:extLst>
          </p:cNvPr>
          <p:cNvGrpSpPr>
            <a:grpSpLocks/>
          </p:cNvGrpSpPr>
          <p:nvPr/>
        </p:nvGrpSpPr>
        <p:grpSpPr bwMode="auto">
          <a:xfrm>
            <a:off x="6526213" y="3314700"/>
            <a:ext cx="352425" cy="763588"/>
            <a:chOff x="4111" y="2640"/>
            <a:chExt cx="222" cy="481"/>
          </a:xfrm>
        </p:grpSpPr>
        <p:sp>
          <p:nvSpPr>
            <p:cNvPr id="118925" name="Freeform 101">
              <a:extLst>
                <a:ext uri="{FF2B5EF4-FFF2-40B4-BE49-F238E27FC236}">
                  <a16:creationId xmlns:a16="http://schemas.microsoft.com/office/drawing/2014/main" id="{02794087-E237-DA4C-8665-CD713CD4D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0" y="2640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26" name="Rectangle 102">
              <a:extLst>
                <a:ext uri="{FF2B5EF4-FFF2-40B4-BE49-F238E27FC236}">
                  <a16:creationId xmlns:a16="http://schemas.microsoft.com/office/drawing/2014/main" id="{DF668966-DA9E-A348-8538-A0BB51919E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024" y="2763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118848" name="Group 103">
            <a:extLst>
              <a:ext uri="{FF2B5EF4-FFF2-40B4-BE49-F238E27FC236}">
                <a16:creationId xmlns:a16="http://schemas.microsoft.com/office/drawing/2014/main" id="{B3747FB9-D32C-C54C-B76B-667B8D86DB0F}"/>
              </a:ext>
            </a:extLst>
          </p:cNvPr>
          <p:cNvGrpSpPr>
            <a:grpSpLocks/>
          </p:cNvGrpSpPr>
          <p:nvPr/>
        </p:nvGrpSpPr>
        <p:grpSpPr bwMode="auto">
          <a:xfrm>
            <a:off x="5046663" y="3467100"/>
            <a:ext cx="563562" cy="458788"/>
            <a:chOff x="3179" y="2736"/>
            <a:chExt cx="355" cy="289"/>
          </a:xfrm>
        </p:grpSpPr>
        <p:sp>
          <p:nvSpPr>
            <p:cNvPr id="118921" name="Rectangle 104">
              <a:extLst>
                <a:ext uri="{FF2B5EF4-FFF2-40B4-BE49-F238E27FC236}">
                  <a16:creationId xmlns:a16="http://schemas.microsoft.com/office/drawing/2014/main" id="{4E6C2DAA-907B-C84E-94FC-BE1D457F1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9" y="2742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118922" name="Group 105">
              <a:extLst>
                <a:ext uri="{FF2B5EF4-FFF2-40B4-BE49-F238E27FC236}">
                  <a16:creationId xmlns:a16="http://schemas.microsoft.com/office/drawing/2014/main" id="{AE8F299A-48AF-5143-AB16-47C2AF2A25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4" y="2736"/>
              <a:ext cx="340" cy="289"/>
              <a:chOff x="3194" y="2736"/>
              <a:chExt cx="340" cy="289"/>
            </a:xfrm>
          </p:grpSpPr>
          <p:sp>
            <p:nvSpPr>
              <p:cNvPr id="118923" name="Freeform 106">
                <a:extLst>
                  <a:ext uri="{FF2B5EF4-FFF2-40B4-BE49-F238E27FC236}">
                    <a16:creationId xmlns:a16="http://schemas.microsoft.com/office/drawing/2014/main" id="{34197386-5B46-A741-8E71-222AD3D4A3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4" y="2736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924" name="Freeform 107">
                <a:extLst>
                  <a:ext uri="{FF2B5EF4-FFF2-40B4-BE49-F238E27FC236}">
                    <a16:creationId xmlns:a16="http://schemas.microsoft.com/office/drawing/2014/main" id="{74E1C293-8AB4-2344-83E9-25ABE4ABC9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3" y="2736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8849" name="Rectangle 108">
            <a:extLst>
              <a:ext uri="{FF2B5EF4-FFF2-40B4-BE49-F238E27FC236}">
                <a16:creationId xmlns:a16="http://schemas.microsoft.com/office/drawing/2014/main" id="{E8BE1C11-85C7-5749-85C6-3F3800639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348456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18850" name="Freeform 109">
            <a:extLst>
              <a:ext uri="{FF2B5EF4-FFF2-40B4-BE49-F238E27FC236}">
                <a16:creationId xmlns:a16="http://schemas.microsoft.com/office/drawing/2014/main" id="{DD1673D2-0C40-BD4F-B068-77F1822ECCD3}"/>
              </a:ext>
            </a:extLst>
          </p:cNvPr>
          <p:cNvSpPr>
            <a:spLocks/>
          </p:cNvSpPr>
          <p:nvPr/>
        </p:nvSpPr>
        <p:spPr bwMode="auto">
          <a:xfrm>
            <a:off x="5800725" y="3467100"/>
            <a:ext cx="236538" cy="458788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51" name="Line 110">
            <a:extLst>
              <a:ext uri="{FF2B5EF4-FFF2-40B4-BE49-F238E27FC236}">
                <a16:creationId xmlns:a16="http://schemas.microsoft.com/office/drawing/2014/main" id="{A7AF07A4-78ED-E246-AD1D-3FA295BFC6A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1813" y="3695700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52" name="Freeform 111">
            <a:extLst>
              <a:ext uri="{FF2B5EF4-FFF2-40B4-BE49-F238E27FC236}">
                <a16:creationId xmlns:a16="http://schemas.microsoft.com/office/drawing/2014/main" id="{2D9C5F6F-512C-DF42-B064-170CF1807452}"/>
              </a:ext>
            </a:extLst>
          </p:cNvPr>
          <p:cNvSpPr>
            <a:spLocks/>
          </p:cNvSpPr>
          <p:nvPr/>
        </p:nvSpPr>
        <p:spPr bwMode="auto">
          <a:xfrm>
            <a:off x="5716588" y="3543300"/>
            <a:ext cx="76200" cy="153988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53" name="Line 112">
            <a:extLst>
              <a:ext uri="{FF2B5EF4-FFF2-40B4-BE49-F238E27FC236}">
                <a16:creationId xmlns:a16="http://schemas.microsoft.com/office/drawing/2014/main" id="{769DDED3-DC61-0B49-B75C-58617138BCDE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2213" y="3543300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54" name="Rectangle 113">
            <a:extLst>
              <a:ext uri="{FF2B5EF4-FFF2-40B4-BE49-F238E27FC236}">
                <a16:creationId xmlns:a16="http://schemas.microsoft.com/office/drawing/2014/main" id="{10C427CA-6ED2-824C-8B6E-721270B48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3900" y="3476625"/>
            <a:ext cx="4968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118855" name="Group 114">
            <a:extLst>
              <a:ext uri="{FF2B5EF4-FFF2-40B4-BE49-F238E27FC236}">
                <a16:creationId xmlns:a16="http://schemas.microsoft.com/office/drawing/2014/main" id="{BBC96663-4A52-7640-8EFF-D2916C029372}"/>
              </a:ext>
            </a:extLst>
          </p:cNvPr>
          <p:cNvGrpSpPr>
            <a:grpSpLocks/>
          </p:cNvGrpSpPr>
          <p:nvPr/>
        </p:nvGrpSpPr>
        <p:grpSpPr bwMode="auto">
          <a:xfrm>
            <a:off x="7148513" y="3467100"/>
            <a:ext cx="515937" cy="458788"/>
            <a:chOff x="4503" y="2736"/>
            <a:chExt cx="325" cy="289"/>
          </a:xfrm>
        </p:grpSpPr>
        <p:sp>
          <p:nvSpPr>
            <p:cNvPr id="118919" name="Freeform 115">
              <a:extLst>
                <a:ext uri="{FF2B5EF4-FFF2-40B4-BE49-F238E27FC236}">
                  <a16:creationId xmlns:a16="http://schemas.microsoft.com/office/drawing/2014/main" id="{6949EC1D-FDE9-FE48-85C9-839E808260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3" y="2736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20" name="Freeform 116">
              <a:extLst>
                <a:ext uri="{FF2B5EF4-FFF2-40B4-BE49-F238E27FC236}">
                  <a16:creationId xmlns:a16="http://schemas.microsoft.com/office/drawing/2014/main" id="{CE7DEDA4-A6D2-4140-AF1F-96C7CD27F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4" y="2736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8856" name="Rectangle 117">
            <a:extLst>
              <a:ext uri="{FF2B5EF4-FFF2-40B4-BE49-F238E27FC236}">
                <a16:creationId xmlns:a16="http://schemas.microsoft.com/office/drawing/2014/main" id="{EEA75BBD-1C60-1146-8BB9-47654559A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4950" y="3476625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118857" name="Group 118">
            <a:extLst>
              <a:ext uri="{FF2B5EF4-FFF2-40B4-BE49-F238E27FC236}">
                <a16:creationId xmlns:a16="http://schemas.microsoft.com/office/drawing/2014/main" id="{149B18C0-4DA0-1E40-B909-2E0F0533B4CD}"/>
              </a:ext>
            </a:extLst>
          </p:cNvPr>
          <p:cNvGrpSpPr>
            <a:grpSpLocks/>
          </p:cNvGrpSpPr>
          <p:nvPr/>
        </p:nvGrpSpPr>
        <p:grpSpPr bwMode="auto">
          <a:xfrm>
            <a:off x="7891463" y="3467100"/>
            <a:ext cx="450850" cy="458788"/>
            <a:chOff x="4971" y="2736"/>
            <a:chExt cx="284" cy="289"/>
          </a:xfrm>
        </p:grpSpPr>
        <p:sp>
          <p:nvSpPr>
            <p:cNvPr id="118917" name="Freeform 119">
              <a:extLst>
                <a:ext uri="{FF2B5EF4-FFF2-40B4-BE49-F238E27FC236}">
                  <a16:creationId xmlns:a16="http://schemas.microsoft.com/office/drawing/2014/main" id="{43AD1A6A-6AC7-3141-9073-B3100F7E6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1" y="2736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918" name="Freeform 120">
              <a:extLst>
                <a:ext uri="{FF2B5EF4-FFF2-40B4-BE49-F238E27FC236}">
                  <a16:creationId xmlns:a16="http://schemas.microsoft.com/office/drawing/2014/main" id="{98F6A179-3198-234C-9EAA-34719272A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2" y="2736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8858" name="Line 121">
            <a:extLst>
              <a:ext uri="{FF2B5EF4-FFF2-40B4-BE49-F238E27FC236}">
                <a16:creationId xmlns:a16="http://schemas.microsoft.com/office/drawing/2014/main" id="{4E81054B-30D4-194F-A9E5-E71210190BEF}"/>
              </a:ext>
            </a:extLst>
          </p:cNvPr>
          <p:cNvSpPr>
            <a:spLocks noChangeShapeType="1"/>
          </p:cNvSpPr>
          <p:nvPr/>
        </p:nvSpPr>
        <p:spPr bwMode="auto">
          <a:xfrm>
            <a:off x="7651750" y="3695700"/>
            <a:ext cx="233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59" name="Line 122">
            <a:extLst>
              <a:ext uri="{FF2B5EF4-FFF2-40B4-BE49-F238E27FC236}">
                <a16:creationId xmlns:a16="http://schemas.microsoft.com/office/drawing/2014/main" id="{91060979-F2D2-B041-8B2D-0B79C73018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3400" y="3695700"/>
            <a:ext cx="258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60" name="Line 123">
            <a:extLst>
              <a:ext uri="{FF2B5EF4-FFF2-40B4-BE49-F238E27FC236}">
                <a16:creationId xmlns:a16="http://schemas.microsoft.com/office/drawing/2014/main" id="{BDA8828B-590E-654A-873A-F6C82AAEC4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2213" y="3848100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61" name="Freeform 124">
            <a:extLst>
              <a:ext uri="{FF2B5EF4-FFF2-40B4-BE49-F238E27FC236}">
                <a16:creationId xmlns:a16="http://schemas.microsoft.com/office/drawing/2014/main" id="{6AA594A9-6C18-6549-8ABE-3929DE86BE73}"/>
              </a:ext>
            </a:extLst>
          </p:cNvPr>
          <p:cNvSpPr>
            <a:spLocks/>
          </p:cNvSpPr>
          <p:nvPr/>
        </p:nvSpPr>
        <p:spPr bwMode="auto">
          <a:xfrm>
            <a:off x="6464300" y="3687763"/>
            <a:ext cx="534988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62" name="Freeform 125">
            <a:extLst>
              <a:ext uri="{FF2B5EF4-FFF2-40B4-BE49-F238E27FC236}">
                <a16:creationId xmlns:a16="http://schemas.microsoft.com/office/drawing/2014/main" id="{8BAFA02D-F39F-644A-9B53-4FE637319962}"/>
              </a:ext>
            </a:extLst>
          </p:cNvPr>
          <p:cNvSpPr>
            <a:spLocks/>
          </p:cNvSpPr>
          <p:nvPr/>
        </p:nvSpPr>
        <p:spPr bwMode="auto">
          <a:xfrm>
            <a:off x="7218363" y="4025900"/>
            <a:ext cx="338137" cy="763588"/>
          </a:xfrm>
          <a:custGeom>
            <a:avLst/>
            <a:gdLst>
              <a:gd name="T0" fmla="*/ 0 w 213"/>
              <a:gd name="T1" fmla="*/ 2147483646 h 481"/>
              <a:gd name="T2" fmla="*/ 2147483646 w 213"/>
              <a:gd name="T3" fmla="*/ 2147483646 h 481"/>
              <a:gd name="T4" fmla="*/ 0 w 213"/>
              <a:gd name="T5" fmla="*/ 2147483646 h 481"/>
              <a:gd name="T6" fmla="*/ 0 w 213"/>
              <a:gd name="T7" fmla="*/ 0 h 481"/>
              <a:gd name="T8" fmla="*/ 2147483646 w 213"/>
              <a:gd name="T9" fmla="*/ 2147483646 h 481"/>
              <a:gd name="T10" fmla="*/ 2147483646 w 213"/>
              <a:gd name="T11" fmla="*/ 2147483646 h 481"/>
              <a:gd name="T12" fmla="*/ 0 w 213"/>
              <a:gd name="T13" fmla="*/ 2147483646 h 481"/>
              <a:gd name="T14" fmla="*/ 0 w 213"/>
              <a:gd name="T15" fmla="*/ 2147483646 h 4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3" h="481">
                <a:moveTo>
                  <a:pt x="0" y="320"/>
                </a:moveTo>
                <a:lnTo>
                  <a:pt x="71" y="240"/>
                </a:lnTo>
                <a:lnTo>
                  <a:pt x="0" y="160"/>
                </a:lnTo>
                <a:lnTo>
                  <a:pt x="0" y="0"/>
                </a:lnTo>
                <a:lnTo>
                  <a:pt x="212" y="160"/>
                </a:lnTo>
                <a:lnTo>
                  <a:pt x="212" y="320"/>
                </a:lnTo>
                <a:lnTo>
                  <a:pt x="0" y="480"/>
                </a:lnTo>
                <a:lnTo>
                  <a:pt x="0" y="32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63" name="Freeform 126">
            <a:extLst>
              <a:ext uri="{FF2B5EF4-FFF2-40B4-BE49-F238E27FC236}">
                <a16:creationId xmlns:a16="http://schemas.microsoft.com/office/drawing/2014/main" id="{FC273910-AC66-4846-8473-FA0DA01DECC5}"/>
              </a:ext>
            </a:extLst>
          </p:cNvPr>
          <p:cNvSpPr>
            <a:spLocks/>
          </p:cNvSpPr>
          <p:nvPr/>
        </p:nvSpPr>
        <p:spPr bwMode="auto">
          <a:xfrm>
            <a:off x="7759700" y="4406900"/>
            <a:ext cx="684213" cy="306388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64" name="Freeform 127">
            <a:extLst>
              <a:ext uri="{FF2B5EF4-FFF2-40B4-BE49-F238E27FC236}">
                <a16:creationId xmlns:a16="http://schemas.microsoft.com/office/drawing/2014/main" id="{E2A2B1CA-2FBB-584F-84BF-B54718B79950}"/>
              </a:ext>
            </a:extLst>
          </p:cNvPr>
          <p:cNvSpPr>
            <a:spLocks/>
          </p:cNvSpPr>
          <p:nvPr/>
        </p:nvSpPr>
        <p:spPr bwMode="auto">
          <a:xfrm>
            <a:off x="5748338" y="4178300"/>
            <a:ext cx="269875" cy="458788"/>
          </a:xfrm>
          <a:custGeom>
            <a:avLst/>
            <a:gdLst>
              <a:gd name="T0" fmla="*/ 2147483646 w 170"/>
              <a:gd name="T1" fmla="*/ 0 h 289"/>
              <a:gd name="T2" fmla="*/ 0 w 170"/>
              <a:gd name="T3" fmla="*/ 0 h 289"/>
              <a:gd name="T4" fmla="*/ 0 w 170"/>
              <a:gd name="T5" fmla="*/ 2147483646 h 289"/>
              <a:gd name="T6" fmla="*/ 2147483646 w 170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0" h="289">
                <a:moveTo>
                  <a:pt x="169" y="0"/>
                </a:moveTo>
                <a:lnTo>
                  <a:pt x="0" y="0"/>
                </a:lnTo>
                <a:lnTo>
                  <a:pt x="0" y="288"/>
                </a:lnTo>
                <a:lnTo>
                  <a:pt x="169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65" name="Freeform 128">
            <a:extLst>
              <a:ext uri="{FF2B5EF4-FFF2-40B4-BE49-F238E27FC236}">
                <a16:creationId xmlns:a16="http://schemas.microsoft.com/office/drawing/2014/main" id="{F7CBCAFD-4024-E047-A67F-B5925AB94083}"/>
              </a:ext>
            </a:extLst>
          </p:cNvPr>
          <p:cNvSpPr>
            <a:spLocks/>
          </p:cNvSpPr>
          <p:nvPr/>
        </p:nvSpPr>
        <p:spPr bwMode="auto">
          <a:xfrm>
            <a:off x="6016625" y="4178300"/>
            <a:ext cx="271463" cy="458788"/>
          </a:xfrm>
          <a:custGeom>
            <a:avLst/>
            <a:gdLst>
              <a:gd name="T0" fmla="*/ 0 w 171"/>
              <a:gd name="T1" fmla="*/ 0 h 289"/>
              <a:gd name="T2" fmla="*/ 2147483646 w 171"/>
              <a:gd name="T3" fmla="*/ 0 h 289"/>
              <a:gd name="T4" fmla="*/ 2147483646 w 171"/>
              <a:gd name="T5" fmla="*/ 2147483646 h 289"/>
              <a:gd name="T6" fmla="*/ 0 w 171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1" h="289">
                <a:moveTo>
                  <a:pt x="0" y="0"/>
                </a:moveTo>
                <a:lnTo>
                  <a:pt x="170" y="0"/>
                </a:lnTo>
                <a:lnTo>
                  <a:pt x="170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66" name="Rectangle 129">
            <a:extLst>
              <a:ext uri="{FF2B5EF4-FFF2-40B4-BE49-F238E27FC236}">
                <a16:creationId xmlns:a16="http://schemas.microsoft.com/office/drawing/2014/main" id="{07D75488-F130-6B43-A878-480A7605F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187825"/>
            <a:ext cx="4302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Im</a:t>
            </a:r>
          </a:p>
        </p:txBody>
      </p:sp>
      <p:sp>
        <p:nvSpPr>
          <p:cNvPr id="118867" name="Rectangle 130">
            <a:extLst>
              <a:ext uri="{FF2B5EF4-FFF2-40B4-BE49-F238E27FC236}">
                <a16:creationId xmlns:a16="http://schemas.microsoft.com/office/drawing/2014/main" id="{64293AB7-3023-8041-9240-9EAF9D6DCBF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066756" y="4220369"/>
            <a:ext cx="6080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118868" name="Rectangle 131">
            <a:extLst>
              <a:ext uri="{FF2B5EF4-FFF2-40B4-BE49-F238E27FC236}">
                <a16:creationId xmlns:a16="http://schemas.microsoft.com/office/drawing/2014/main" id="{1249152B-3C37-B047-9CBB-882575F4D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5" y="4195763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18869" name="Freeform 132">
            <a:extLst>
              <a:ext uri="{FF2B5EF4-FFF2-40B4-BE49-F238E27FC236}">
                <a16:creationId xmlns:a16="http://schemas.microsoft.com/office/drawing/2014/main" id="{27C74FAF-8051-4B48-A65D-72CAE4F56B6E}"/>
              </a:ext>
            </a:extLst>
          </p:cNvPr>
          <p:cNvSpPr>
            <a:spLocks/>
          </p:cNvSpPr>
          <p:nvPr/>
        </p:nvSpPr>
        <p:spPr bwMode="auto">
          <a:xfrm>
            <a:off x="6478588" y="4178300"/>
            <a:ext cx="236537" cy="458788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70" name="Line 133">
            <a:extLst>
              <a:ext uri="{FF2B5EF4-FFF2-40B4-BE49-F238E27FC236}">
                <a16:creationId xmlns:a16="http://schemas.microsoft.com/office/drawing/2014/main" id="{542F74CC-1D07-3A48-9421-EE6BBF1514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9675" y="4406900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71" name="Freeform 134">
            <a:extLst>
              <a:ext uri="{FF2B5EF4-FFF2-40B4-BE49-F238E27FC236}">
                <a16:creationId xmlns:a16="http://schemas.microsoft.com/office/drawing/2014/main" id="{3026C148-8A47-1741-8688-70F4D313427F}"/>
              </a:ext>
            </a:extLst>
          </p:cNvPr>
          <p:cNvSpPr>
            <a:spLocks/>
          </p:cNvSpPr>
          <p:nvPr/>
        </p:nvSpPr>
        <p:spPr bwMode="auto">
          <a:xfrm>
            <a:off x="6394450" y="4254500"/>
            <a:ext cx="76200" cy="153988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72" name="Line 135">
            <a:extLst>
              <a:ext uri="{FF2B5EF4-FFF2-40B4-BE49-F238E27FC236}">
                <a16:creationId xmlns:a16="http://schemas.microsoft.com/office/drawing/2014/main" id="{5B64FD9F-0B29-DC41-9BFE-67FC7FD98C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0075" y="4254500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73" name="Rectangle 136">
            <a:extLst>
              <a:ext uri="{FF2B5EF4-FFF2-40B4-BE49-F238E27FC236}">
                <a16:creationId xmlns:a16="http://schemas.microsoft.com/office/drawing/2014/main" id="{47CED66D-6331-1640-AB95-815B23D9B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3" y="4187825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sp>
        <p:nvSpPr>
          <p:cNvPr id="118874" name="Freeform 137">
            <a:extLst>
              <a:ext uri="{FF2B5EF4-FFF2-40B4-BE49-F238E27FC236}">
                <a16:creationId xmlns:a16="http://schemas.microsoft.com/office/drawing/2014/main" id="{41460E77-4698-C141-B02B-4D127A77B0E8}"/>
              </a:ext>
            </a:extLst>
          </p:cNvPr>
          <p:cNvSpPr>
            <a:spLocks/>
          </p:cNvSpPr>
          <p:nvPr/>
        </p:nvSpPr>
        <p:spPr bwMode="auto">
          <a:xfrm>
            <a:off x="7826375" y="4178300"/>
            <a:ext cx="257175" cy="458788"/>
          </a:xfrm>
          <a:custGeom>
            <a:avLst/>
            <a:gdLst>
              <a:gd name="T0" fmla="*/ 2147483646 w 162"/>
              <a:gd name="T1" fmla="*/ 0 h 289"/>
              <a:gd name="T2" fmla="*/ 0 w 162"/>
              <a:gd name="T3" fmla="*/ 0 h 289"/>
              <a:gd name="T4" fmla="*/ 0 w 162"/>
              <a:gd name="T5" fmla="*/ 2147483646 h 289"/>
              <a:gd name="T6" fmla="*/ 2147483646 w 16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289">
                <a:moveTo>
                  <a:pt x="161" y="0"/>
                </a:moveTo>
                <a:lnTo>
                  <a:pt x="0" y="0"/>
                </a:lnTo>
                <a:lnTo>
                  <a:pt x="0" y="288"/>
                </a:lnTo>
                <a:lnTo>
                  <a:pt x="16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75" name="Freeform 138">
            <a:extLst>
              <a:ext uri="{FF2B5EF4-FFF2-40B4-BE49-F238E27FC236}">
                <a16:creationId xmlns:a16="http://schemas.microsoft.com/office/drawing/2014/main" id="{1A019052-9A53-044B-AEFD-DC55226E3B4C}"/>
              </a:ext>
            </a:extLst>
          </p:cNvPr>
          <p:cNvSpPr>
            <a:spLocks/>
          </p:cNvSpPr>
          <p:nvPr/>
        </p:nvSpPr>
        <p:spPr bwMode="auto">
          <a:xfrm>
            <a:off x="8081963" y="4178300"/>
            <a:ext cx="260350" cy="458788"/>
          </a:xfrm>
          <a:custGeom>
            <a:avLst/>
            <a:gdLst>
              <a:gd name="T0" fmla="*/ 0 w 164"/>
              <a:gd name="T1" fmla="*/ 0 h 289"/>
              <a:gd name="T2" fmla="*/ 2147483646 w 164"/>
              <a:gd name="T3" fmla="*/ 0 h 289"/>
              <a:gd name="T4" fmla="*/ 2147483646 w 164"/>
              <a:gd name="T5" fmla="*/ 2147483646 h 289"/>
              <a:gd name="T6" fmla="*/ 0 w 164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4" h="289">
                <a:moveTo>
                  <a:pt x="0" y="0"/>
                </a:moveTo>
                <a:lnTo>
                  <a:pt x="163" y="0"/>
                </a:lnTo>
                <a:lnTo>
                  <a:pt x="163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76" name="Rectangle 139">
            <a:extLst>
              <a:ext uri="{FF2B5EF4-FFF2-40B4-BE49-F238E27FC236}">
                <a16:creationId xmlns:a16="http://schemas.microsoft.com/office/drawing/2014/main" id="{D023F2B8-D0C2-D447-AD0D-6D21EFF8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187825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18877" name="Freeform 140">
            <a:extLst>
              <a:ext uri="{FF2B5EF4-FFF2-40B4-BE49-F238E27FC236}">
                <a16:creationId xmlns:a16="http://schemas.microsoft.com/office/drawing/2014/main" id="{4C892C65-0D81-5F4E-BE61-8D0C5914CCD8}"/>
              </a:ext>
            </a:extLst>
          </p:cNvPr>
          <p:cNvSpPr>
            <a:spLocks/>
          </p:cNvSpPr>
          <p:nvPr/>
        </p:nvSpPr>
        <p:spPr bwMode="auto">
          <a:xfrm>
            <a:off x="8569325" y="4178300"/>
            <a:ext cx="225425" cy="458788"/>
          </a:xfrm>
          <a:custGeom>
            <a:avLst/>
            <a:gdLst>
              <a:gd name="T0" fmla="*/ 2147483646 w 142"/>
              <a:gd name="T1" fmla="*/ 0 h 289"/>
              <a:gd name="T2" fmla="*/ 0 w 142"/>
              <a:gd name="T3" fmla="*/ 0 h 289"/>
              <a:gd name="T4" fmla="*/ 0 w 142"/>
              <a:gd name="T5" fmla="*/ 2147483646 h 289"/>
              <a:gd name="T6" fmla="*/ 2147483646 w 14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2" h="289">
                <a:moveTo>
                  <a:pt x="141" y="0"/>
                </a:moveTo>
                <a:lnTo>
                  <a:pt x="0" y="0"/>
                </a:lnTo>
                <a:lnTo>
                  <a:pt x="0" y="288"/>
                </a:lnTo>
                <a:lnTo>
                  <a:pt x="14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78" name="Freeform 141">
            <a:extLst>
              <a:ext uri="{FF2B5EF4-FFF2-40B4-BE49-F238E27FC236}">
                <a16:creationId xmlns:a16="http://schemas.microsoft.com/office/drawing/2014/main" id="{700A3A14-E2B5-CB4D-9B84-DA144575F6A6}"/>
              </a:ext>
            </a:extLst>
          </p:cNvPr>
          <p:cNvSpPr>
            <a:spLocks/>
          </p:cNvSpPr>
          <p:nvPr/>
        </p:nvSpPr>
        <p:spPr bwMode="auto">
          <a:xfrm>
            <a:off x="8793163" y="4178300"/>
            <a:ext cx="227012" cy="458788"/>
          </a:xfrm>
          <a:custGeom>
            <a:avLst/>
            <a:gdLst>
              <a:gd name="T0" fmla="*/ 0 w 143"/>
              <a:gd name="T1" fmla="*/ 0 h 289"/>
              <a:gd name="T2" fmla="*/ 2147483646 w 143"/>
              <a:gd name="T3" fmla="*/ 0 h 289"/>
              <a:gd name="T4" fmla="*/ 2147483646 w 143"/>
              <a:gd name="T5" fmla="*/ 2147483646 h 289"/>
              <a:gd name="T6" fmla="*/ 0 w 143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3" h="289">
                <a:moveTo>
                  <a:pt x="0" y="0"/>
                </a:moveTo>
                <a:lnTo>
                  <a:pt x="142" y="0"/>
                </a:lnTo>
                <a:lnTo>
                  <a:pt x="142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79" name="Line 142">
            <a:extLst>
              <a:ext uri="{FF2B5EF4-FFF2-40B4-BE49-F238E27FC236}">
                <a16:creationId xmlns:a16="http://schemas.microsoft.com/office/drawing/2014/main" id="{C644E6CA-5669-1046-8ABA-28A0082A6B0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29613" y="4406900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80" name="Line 143">
            <a:extLst>
              <a:ext uri="{FF2B5EF4-FFF2-40B4-BE49-F238E27FC236}">
                <a16:creationId xmlns:a16="http://schemas.microsoft.com/office/drawing/2014/main" id="{EEC6C5DB-03D7-804F-8DBD-592B1E186AC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1263" y="4406900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81" name="Line 144">
            <a:extLst>
              <a:ext uri="{FF2B5EF4-FFF2-40B4-BE49-F238E27FC236}">
                <a16:creationId xmlns:a16="http://schemas.microsoft.com/office/drawing/2014/main" id="{A3728D4B-DBC3-6A47-BBDD-C29AC1878E9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0075" y="4559300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82" name="Freeform 145">
            <a:extLst>
              <a:ext uri="{FF2B5EF4-FFF2-40B4-BE49-F238E27FC236}">
                <a16:creationId xmlns:a16="http://schemas.microsoft.com/office/drawing/2014/main" id="{9EB06C23-D7D2-4E43-B3CA-33F26123FC00}"/>
              </a:ext>
            </a:extLst>
          </p:cNvPr>
          <p:cNvSpPr>
            <a:spLocks/>
          </p:cNvSpPr>
          <p:nvPr/>
        </p:nvSpPr>
        <p:spPr bwMode="auto">
          <a:xfrm>
            <a:off x="7142163" y="4398963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0306" name="Line 146">
            <a:extLst>
              <a:ext uri="{FF2B5EF4-FFF2-40B4-BE49-F238E27FC236}">
                <a16:creationId xmlns:a16="http://schemas.microsoft.com/office/drawing/2014/main" id="{645FE75B-501A-1946-882E-AA44ED143D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1498600"/>
            <a:ext cx="15875" cy="16176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307" name="Line 147">
            <a:extLst>
              <a:ext uri="{FF2B5EF4-FFF2-40B4-BE49-F238E27FC236}">
                <a16:creationId xmlns:a16="http://schemas.microsoft.com/office/drawing/2014/main" id="{05082206-D536-DE42-8C40-427828D8C8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8538" y="1581150"/>
            <a:ext cx="7937" cy="19415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308" name="Line 148">
            <a:extLst>
              <a:ext uri="{FF2B5EF4-FFF2-40B4-BE49-F238E27FC236}">
                <a16:creationId xmlns:a16="http://schemas.microsoft.com/office/drawing/2014/main" id="{2F44552F-9E2B-644C-8521-96F80FBCC8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7913" y="1516063"/>
            <a:ext cx="555625" cy="27035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86" name="Oval 149">
            <a:extLst>
              <a:ext uri="{FF2B5EF4-FFF2-40B4-BE49-F238E27FC236}">
                <a16:creationId xmlns:a16="http://schemas.microsoft.com/office/drawing/2014/main" id="{7C7D0430-F428-8C4F-9850-2DDC0FB15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013" y="1493838"/>
            <a:ext cx="71437" cy="7143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220317" name="Group 157">
            <a:extLst>
              <a:ext uri="{FF2B5EF4-FFF2-40B4-BE49-F238E27FC236}">
                <a16:creationId xmlns:a16="http://schemas.microsoft.com/office/drawing/2014/main" id="{738D48F1-2278-8C4E-A8EA-3136E0E8A884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1701800"/>
            <a:ext cx="2184400" cy="557213"/>
            <a:chOff x="1616" y="1384"/>
            <a:chExt cx="1224" cy="351"/>
          </a:xfrm>
        </p:grpSpPr>
        <p:sp>
          <p:nvSpPr>
            <p:cNvPr id="118915" name="Text Box 151">
              <a:extLst>
                <a:ext uri="{FF2B5EF4-FFF2-40B4-BE49-F238E27FC236}">
                  <a16:creationId xmlns:a16="http://schemas.microsoft.com/office/drawing/2014/main" id="{83BA5818-B84B-0442-84E8-5C632B894A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6" y="1504"/>
              <a:ext cx="61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chemeClr val="accent1"/>
                  </a:solidFill>
                  <a:ea typeface="黑体" panose="02010609060101010101" pitchFamily="49" charset="-122"/>
                </a:rPr>
                <a:t>检测点</a:t>
              </a:r>
            </a:p>
          </p:txBody>
        </p:sp>
        <p:sp>
          <p:nvSpPr>
            <p:cNvPr id="118916" name="Line 152">
              <a:extLst>
                <a:ext uri="{FF2B5EF4-FFF2-40B4-BE49-F238E27FC236}">
                  <a16:creationId xmlns:a16="http://schemas.microsoft.com/office/drawing/2014/main" id="{D039DDC6-4A85-C441-82E5-2B3BAC3274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0" y="1384"/>
              <a:ext cx="780" cy="21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0314" name="Text Box 154">
            <a:extLst>
              <a:ext uri="{FF2B5EF4-FFF2-40B4-BE49-F238E27FC236}">
                <a16:creationId xmlns:a16="http://schemas.microsoft.com/office/drawing/2014/main" id="{A260252E-BB17-624B-8896-8E2257221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4724400"/>
            <a:ext cx="5295900" cy="72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需解决以下问题：</a:t>
            </a:r>
          </a:p>
          <a:p>
            <a:pPr>
              <a:spcBef>
                <a:spcPct val="20000"/>
              </a:spcBef>
            </a:pPr>
            <a:r>
              <a:rPr lang="en-US" altLang="zh-CN" sz="19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(1) </a:t>
            </a:r>
            <a:r>
              <a:rPr lang="zh-CN" altLang="en-US" sz="19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判断什么条件下需要阻塞 </a:t>
            </a:r>
          </a:p>
        </p:txBody>
      </p:sp>
      <p:grpSp>
        <p:nvGrpSpPr>
          <p:cNvPr id="220318" name="Group 158">
            <a:extLst>
              <a:ext uri="{FF2B5EF4-FFF2-40B4-BE49-F238E27FC236}">
                <a16:creationId xmlns:a16="http://schemas.microsoft.com/office/drawing/2014/main" id="{7FFC8332-EEF7-F34C-B338-233D366D6C5D}"/>
              </a:ext>
            </a:extLst>
          </p:cNvPr>
          <p:cNvGrpSpPr>
            <a:grpSpLocks/>
          </p:cNvGrpSpPr>
          <p:nvPr/>
        </p:nvGrpSpPr>
        <p:grpSpPr bwMode="auto">
          <a:xfrm>
            <a:off x="2882900" y="2527300"/>
            <a:ext cx="2184400" cy="557213"/>
            <a:chOff x="1616" y="1384"/>
            <a:chExt cx="1224" cy="351"/>
          </a:xfrm>
        </p:grpSpPr>
        <p:sp>
          <p:nvSpPr>
            <p:cNvPr id="118913" name="Text Box 159">
              <a:extLst>
                <a:ext uri="{FF2B5EF4-FFF2-40B4-BE49-F238E27FC236}">
                  <a16:creationId xmlns:a16="http://schemas.microsoft.com/office/drawing/2014/main" id="{D6C18C95-DD2A-7C45-BB73-F3AB81670F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6" y="1504"/>
              <a:ext cx="61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rgbClr val="008000"/>
                  </a:solidFill>
                  <a:ea typeface="黑体" panose="02010609060101010101" pitchFamily="49" charset="-122"/>
                </a:rPr>
                <a:t>阻塞点</a:t>
              </a:r>
            </a:p>
          </p:txBody>
        </p:sp>
        <p:sp>
          <p:nvSpPr>
            <p:cNvPr id="118914" name="Line 160">
              <a:extLst>
                <a:ext uri="{FF2B5EF4-FFF2-40B4-BE49-F238E27FC236}">
                  <a16:creationId xmlns:a16="http://schemas.microsoft.com/office/drawing/2014/main" id="{70625BF9-0600-B247-8C05-A99D19F990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0" y="1384"/>
              <a:ext cx="780" cy="21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8890" name="Rectangle 161">
            <a:extLst>
              <a:ext uri="{FF2B5EF4-FFF2-40B4-BE49-F238E27FC236}">
                <a16:creationId xmlns:a16="http://schemas.microsoft.com/office/drawing/2014/main" id="{9A4AE37F-D25A-B943-9D5A-163571E02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1350" y="2082800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18891" name="Freeform 162">
            <a:extLst>
              <a:ext uri="{FF2B5EF4-FFF2-40B4-BE49-F238E27FC236}">
                <a16:creationId xmlns:a16="http://schemas.microsoft.com/office/drawing/2014/main" id="{C179C050-575F-6F49-99B9-D49B6A27A457}"/>
              </a:ext>
            </a:extLst>
          </p:cNvPr>
          <p:cNvSpPr>
            <a:spLocks/>
          </p:cNvSpPr>
          <p:nvPr/>
        </p:nvSpPr>
        <p:spPr bwMode="auto">
          <a:xfrm>
            <a:off x="4475163" y="2065338"/>
            <a:ext cx="236537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92" name="Freeform 163">
            <a:extLst>
              <a:ext uri="{FF2B5EF4-FFF2-40B4-BE49-F238E27FC236}">
                <a16:creationId xmlns:a16="http://schemas.microsoft.com/office/drawing/2014/main" id="{C709FA72-979D-4A45-A881-BDA673CC01D8}"/>
              </a:ext>
            </a:extLst>
          </p:cNvPr>
          <p:cNvSpPr>
            <a:spLocks/>
          </p:cNvSpPr>
          <p:nvPr/>
        </p:nvSpPr>
        <p:spPr bwMode="auto">
          <a:xfrm>
            <a:off x="4710113" y="2065338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93" name="Freeform 164">
            <a:extLst>
              <a:ext uri="{FF2B5EF4-FFF2-40B4-BE49-F238E27FC236}">
                <a16:creationId xmlns:a16="http://schemas.microsoft.com/office/drawing/2014/main" id="{CF11E862-39AB-5E4D-B280-CB309CA69E83}"/>
              </a:ext>
            </a:extLst>
          </p:cNvPr>
          <p:cNvSpPr>
            <a:spLocks/>
          </p:cNvSpPr>
          <p:nvPr/>
        </p:nvSpPr>
        <p:spPr bwMode="auto">
          <a:xfrm>
            <a:off x="4403725" y="21288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20327" name="Group 167">
            <a:extLst>
              <a:ext uri="{FF2B5EF4-FFF2-40B4-BE49-F238E27FC236}">
                <a16:creationId xmlns:a16="http://schemas.microsoft.com/office/drawing/2014/main" id="{2D2511F9-2889-E349-9CF3-C72176CBCEC8}"/>
              </a:ext>
            </a:extLst>
          </p:cNvPr>
          <p:cNvGrpSpPr>
            <a:grpSpLocks/>
          </p:cNvGrpSpPr>
          <p:nvPr/>
        </p:nvGrpSpPr>
        <p:grpSpPr bwMode="auto">
          <a:xfrm>
            <a:off x="0" y="5338763"/>
            <a:ext cx="9143143" cy="1064099"/>
            <a:chOff x="373" y="711"/>
            <a:chExt cx="5275" cy="759"/>
          </a:xfrm>
        </p:grpSpPr>
        <p:sp>
          <p:nvSpPr>
            <p:cNvPr id="118907" name="Rectangle 168">
              <a:extLst>
                <a:ext uri="{FF2B5EF4-FFF2-40B4-BE49-F238E27FC236}">
                  <a16:creationId xmlns:a16="http://schemas.microsoft.com/office/drawing/2014/main" id="{E5F4963B-2AED-634F-BBAC-11377C6813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" y="711"/>
              <a:ext cx="3075" cy="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lvl="1">
                <a:spcBef>
                  <a:spcPct val="10000"/>
                </a:spcBef>
              </a:pPr>
              <a:r>
                <a:rPr lang="en-US" altLang="zh-CN" sz="1800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ID/EX.MemRead  </a:t>
              </a:r>
            </a:p>
            <a:p>
              <a:pPr lvl="1">
                <a:spcBef>
                  <a:spcPct val="10000"/>
                </a:spcBef>
              </a:pPr>
              <a:r>
                <a:rPr lang="en-US" altLang="zh-CN" sz="1800">
                  <a:solidFill>
                    <a:srgbClr val="008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and  (ID/EX.RegisterRt=IF/ID.RegisterRs </a:t>
              </a:r>
            </a:p>
            <a:p>
              <a:pPr lvl="1">
                <a:spcBef>
                  <a:spcPct val="10000"/>
                </a:spcBef>
              </a:pPr>
              <a:r>
                <a:rPr lang="en-US" altLang="zh-CN" sz="1800">
                  <a:solidFill>
                    <a:srgbClr val="008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   or   ID/EX.RegisterRt=IF/ID.RegisterRt)</a:t>
              </a:r>
              <a:endParaRPr lang="zh-CN" altLang="en-US" sz="180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18908" name="Text Box 169">
              <a:extLst>
                <a:ext uri="{FF2B5EF4-FFF2-40B4-BE49-F238E27FC236}">
                  <a16:creationId xmlns:a16="http://schemas.microsoft.com/office/drawing/2014/main" id="{D98B1FA8-5224-164B-A76A-69C5580E14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1" y="752"/>
              <a:ext cx="2007" cy="7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30000"/>
                </a:spcBef>
              </a:pPr>
              <a:r>
                <a:rPr lang="zh-CN" altLang="en-US" sz="18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前面指令为</a:t>
              </a:r>
              <a:r>
                <a:rPr lang="en-US" altLang="zh-CN" sz="18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Load </a:t>
              </a:r>
              <a:r>
                <a:rPr lang="zh-CN" altLang="en-US" sz="18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并且</a:t>
              </a:r>
            </a:p>
            <a:p>
              <a:pPr>
                <a:spcBef>
                  <a:spcPct val="30000"/>
                </a:spcBef>
              </a:pPr>
              <a:r>
                <a:rPr lang="zh-CN" altLang="en-US" sz="18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前面指令的目的寄存器等于当前刚取出指令的源寄存器 （即</a:t>
              </a:r>
              <a:r>
                <a:rPr lang="en-US" altLang="zh-CN" sz="18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r1</a:t>
              </a:r>
              <a:r>
                <a:rPr lang="zh-CN" altLang="en-US" sz="1800" dirty="0"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rPr>
                <a:t>）</a:t>
              </a:r>
            </a:p>
          </p:txBody>
        </p:sp>
        <p:sp>
          <p:nvSpPr>
            <p:cNvPr id="118909" name="Line 170">
              <a:extLst>
                <a:ext uri="{FF2B5EF4-FFF2-40B4-BE49-F238E27FC236}">
                  <a16:creationId xmlns:a16="http://schemas.microsoft.com/office/drawing/2014/main" id="{51CD8913-2939-F544-8968-4B5E7B3997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00" y="840"/>
              <a:ext cx="1776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8910" name="Group 171">
              <a:extLst>
                <a:ext uri="{FF2B5EF4-FFF2-40B4-BE49-F238E27FC236}">
                  <a16:creationId xmlns:a16="http://schemas.microsoft.com/office/drawing/2014/main" id="{55C16204-569B-E340-99B3-87D9068A28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3" y="954"/>
              <a:ext cx="376" cy="368"/>
              <a:chOff x="3048" y="992"/>
              <a:chExt cx="376" cy="368"/>
            </a:xfrm>
          </p:grpSpPr>
          <p:sp>
            <p:nvSpPr>
              <p:cNvPr id="118911" name="AutoShape 172">
                <a:extLst>
                  <a:ext uri="{FF2B5EF4-FFF2-40B4-BE49-F238E27FC236}">
                    <a16:creationId xmlns:a16="http://schemas.microsoft.com/office/drawing/2014/main" id="{8F4FA622-1563-264C-816B-3D721E0ACE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8" y="992"/>
                <a:ext cx="104" cy="368"/>
              </a:xfrm>
              <a:prstGeom prst="rightBrace">
                <a:avLst>
                  <a:gd name="adj1" fmla="val 29487"/>
                  <a:gd name="adj2" fmla="val 50000"/>
                </a:avLst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18912" name="Line 173">
                <a:extLst>
                  <a:ext uri="{FF2B5EF4-FFF2-40B4-BE49-F238E27FC236}">
                    <a16:creationId xmlns:a16="http://schemas.microsoft.com/office/drawing/2014/main" id="{BCB31969-F072-0645-ABF1-2BD22F125F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16" y="1112"/>
                <a:ext cx="208" cy="72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20336" name="Rectangle 176">
            <a:extLst>
              <a:ext uri="{FF2B5EF4-FFF2-40B4-BE49-F238E27FC236}">
                <a16:creationId xmlns:a16="http://schemas.microsoft.com/office/drawing/2014/main" id="{33EC9810-B46B-A44E-A527-58FDF7D1C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6278563"/>
            <a:ext cx="448627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9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(2) </a:t>
            </a:r>
            <a:r>
              <a:rPr lang="zh-CN" altLang="en-US" sz="19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如何修改数据通路来实现阻塞</a:t>
            </a:r>
          </a:p>
        </p:txBody>
      </p:sp>
      <p:grpSp>
        <p:nvGrpSpPr>
          <p:cNvPr id="118896" name="Group 174">
            <a:extLst>
              <a:ext uri="{FF2B5EF4-FFF2-40B4-BE49-F238E27FC236}">
                <a16:creationId xmlns:a16="http://schemas.microsoft.com/office/drawing/2014/main" id="{D943804F-72B0-664A-BC8B-978BC50576CF}"/>
              </a:ext>
            </a:extLst>
          </p:cNvPr>
          <p:cNvGrpSpPr>
            <a:grpSpLocks/>
          </p:cNvGrpSpPr>
          <p:nvPr/>
        </p:nvGrpSpPr>
        <p:grpSpPr bwMode="auto">
          <a:xfrm>
            <a:off x="5037138" y="1960563"/>
            <a:ext cx="2124075" cy="542925"/>
            <a:chOff x="3173" y="1235"/>
            <a:chExt cx="1338" cy="342"/>
          </a:xfrm>
        </p:grpSpPr>
        <p:grpSp>
          <p:nvGrpSpPr>
            <p:cNvPr id="118898" name="Group 50">
              <a:extLst>
                <a:ext uri="{FF2B5EF4-FFF2-40B4-BE49-F238E27FC236}">
                  <a16:creationId xmlns:a16="http://schemas.microsoft.com/office/drawing/2014/main" id="{1138380B-2912-4547-AE64-2CBBCB891D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3" y="1235"/>
              <a:ext cx="485" cy="342"/>
              <a:chOff x="3173" y="1787"/>
              <a:chExt cx="485" cy="342"/>
            </a:xfrm>
          </p:grpSpPr>
          <p:sp>
            <p:nvSpPr>
              <p:cNvPr id="118905" name="Freeform 51">
                <a:extLst>
                  <a:ext uri="{FF2B5EF4-FFF2-40B4-BE49-F238E27FC236}">
                    <a16:creationId xmlns:a16="http://schemas.microsoft.com/office/drawing/2014/main" id="{B6DBC71B-74DE-1A47-A663-482EC87B4D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9" y="1787"/>
                <a:ext cx="459" cy="342"/>
              </a:xfrm>
              <a:custGeom>
                <a:avLst/>
                <a:gdLst>
                  <a:gd name="T0" fmla="*/ 42 w 459"/>
                  <a:gd name="T1" fmla="*/ 117 h 342"/>
                  <a:gd name="T2" fmla="*/ 64 w 459"/>
                  <a:gd name="T3" fmla="*/ 64 h 342"/>
                  <a:gd name="T4" fmla="*/ 64 w 459"/>
                  <a:gd name="T5" fmla="*/ 43 h 342"/>
                  <a:gd name="T6" fmla="*/ 74 w 459"/>
                  <a:gd name="T7" fmla="*/ 21 h 342"/>
                  <a:gd name="T8" fmla="*/ 96 w 459"/>
                  <a:gd name="T9" fmla="*/ 11 h 342"/>
                  <a:gd name="T10" fmla="*/ 117 w 459"/>
                  <a:gd name="T11" fmla="*/ 0 h 342"/>
                  <a:gd name="T12" fmla="*/ 138 w 459"/>
                  <a:gd name="T13" fmla="*/ 11 h 342"/>
                  <a:gd name="T14" fmla="*/ 160 w 459"/>
                  <a:gd name="T15" fmla="*/ 11 h 342"/>
                  <a:gd name="T16" fmla="*/ 170 w 459"/>
                  <a:gd name="T17" fmla="*/ 32 h 342"/>
                  <a:gd name="T18" fmla="*/ 192 w 459"/>
                  <a:gd name="T19" fmla="*/ 43 h 342"/>
                  <a:gd name="T20" fmla="*/ 213 w 459"/>
                  <a:gd name="T21" fmla="*/ 43 h 342"/>
                  <a:gd name="T22" fmla="*/ 213 w 459"/>
                  <a:gd name="T23" fmla="*/ 21 h 342"/>
                  <a:gd name="T24" fmla="*/ 234 w 459"/>
                  <a:gd name="T25" fmla="*/ 11 h 342"/>
                  <a:gd name="T26" fmla="*/ 256 w 459"/>
                  <a:gd name="T27" fmla="*/ 11 h 342"/>
                  <a:gd name="T28" fmla="*/ 277 w 459"/>
                  <a:gd name="T29" fmla="*/ 32 h 342"/>
                  <a:gd name="T30" fmla="*/ 309 w 459"/>
                  <a:gd name="T31" fmla="*/ 43 h 342"/>
                  <a:gd name="T32" fmla="*/ 309 w 459"/>
                  <a:gd name="T33" fmla="*/ 64 h 342"/>
                  <a:gd name="T34" fmla="*/ 352 w 459"/>
                  <a:gd name="T35" fmla="*/ 32 h 342"/>
                  <a:gd name="T36" fmla="*/ 373 w 459"/>
                  <a:gd name="T37" fmla="*/ 21 h 342"/>
                  <a:gd name="T38" fmla="*/ 394 w 459"/>
                  <a:gd name="T39" fmla="*/ 43 h 342"/>
                  <a:gd name="T40" fmla="*/ 394 w 459"/>
                  <a:gd name="T41" fmla="*/ 64 h 342"/>
                  <a:gd name="T42" fmla="*/ 394 w 459"/>
                  <a:gd name="T43" fmla="*/ 85 h 342"/>
                  <a:gd name="T44" fmla="*/ 394 w 459"/>
                  <a:gd name="T45" fmla="*/ 107 h 342"/>
                  <a:gd name="T46" fmla="*/ 416 w 459"/>
                  <a:gd name="T47" fmla="*/ 117 h 342"/>
                  <a:gd name="T48" fmla="*/ 437 w 459"/>
                  <a:gd name="T49" fmla="*/ 117 h 342"/>
                  <a:gd name="T50" fmla="*/ 448 w 459"/>
                  <a:gd name="T51" fmla="*/ 149 h 342"/>
                  <a:gd name="T52" fmla="*/ 448 w 459"/>
                  <a:gd name="T53" fmla="*/ 171 h 342"/>
                  <a:gd name="T54" fmla="*/ 458 w 459"/>
                  <a:gd name="T55" fmla="*/ 235 h 342"/>
                  <a:gd name="T56" fmla="*/ 458 w 459"/>
                  <a:gd name="T57" fmla="*/ 256 h 342"/>
                  <a:gd name="T58" fmla="*/ 448 w 459"/>
                  <a:gd name="T59" fmla="*/ 277 h 342"/>
                  <a:gd name="T60" fmla="*/ 437 w 459"/>
                  <a:gd name="T61" fmla="*/ 256 h 342"/>
                  <a:gd name="T62" fmla="*/ 394 w 459"/>
                  <a:gd name="T63" fmla="*/ 267 h 342"/>
                  <a:gd name="T64" fmla="*/ 362 w 459"/>
                  <a:gd name="T65" fmla="*/ 277 h 342"/>
                  <a:gd name="T66" fmla="*/ 341 w 459"/>
                  <a:gd name="T67" fmla="*/ 277 h 342"/>
                  <a:gd name="T68" fmla="*/ 320 w 459"/>
                  <a:gd name="T69" fmla="*/ 299 h 342"/>
                  <a:gd name="T70" fmla="*/ 320 w 459"/>
                  <a:gd name="T71" fmla="*/ 277 h 342"/>
                  <a:gd name="T72" fmla="*/ 309 w 459"/>
                  <a:gd name="T73" fmla="*/ 299 h 342"/>
                  <a:gd name="T74" fmla="*/ 288 w 459"/>
                  <a:gd name="T75" fmla="*/ 309 h 342"/>
                  <a:gd name="T76" fmla="*/ 277 w 459"/>
                  <a:gd name="T77" fmla="*/ 331 h 342"/>
                  <a:gd name="T78" fmla="*/ 234 w 459"/>
                  <a:gd name="T79" fmla="*/ 341 h 342"/>
                  <a:gd name="T80" fmla="*/ 213 w 459"/>
                  <a:gd name="T81" fmla="*/ 320 h 342"/>
                  <a:gd name="T82" fmla="*/ 181 w 459"/>
                  <a:gd name="T83" fmla="*/ 299 h 342"/>
                  <a:gd name="T84" fmla="*/ 160 w 459"/>
                  <a:gd name="T85" fmla="*/ 277 h 342"/>
                  <a:gd name="T86" fmla="*/ 138 w 459"/>
                  <a:gd name="T87" fmla="*/ 288 h 342"/>
                  <a:gd name="T88" fmla="*/ 128 w 459"/>
                  <a:gd name="T89" fmla="*/ 267 h 342"/>
                  <a:gd name="T90" fmla="*/ 106 w 459"/>
                  <a:gd name="T91" fmla="*/ 235 h 342"/>
                  <a:gd name="T92" fmla="*/ 85 w 459"/>
                  <a:gd name="T93" fmla="*/ 245 h 342"/>
                  <a:gd name="T94" fmla="*/ 74 w 459"/>
                  <a:gd name="T95" fmla="*/ 267 h 342"/>
                  <a:gd name="T96" fmla="*/ 53 w 459"/>
                  <a:gd name="T97" fmla="*/ 277 h 342"/>
                  <a:gd name="T98" fmla="*/ 53 w 459"/>
                  <a:gd name="T99" fmla="*/ 256 h 342"/>
                  <a:gd name="T100" fmla="*/ 32 w 459"/>
                  <a:gd name="T101" fmla="*/ 245 h 342"/>
                  <a:gd name="T102" fmla="*/ 21 w 459"/>
                  <a:gd name="T103" fmla="*/ 224 h 342"/>
                  <a:gd name="T104" fmla="*/ 10 w 459"/>
                  <a:gd name="T105" fmla="*/ 203 h 342"/>
                  <a:gd name="T106" fmla="*/ 10 w 459"/>
                  <a:gd name="T107" fmla="*/ 171 h 342"/>
                  <a:gd name="T108" fmla="*/ 0 w 459"/>
                  <a:gd name="T109" fmla="*/ 149 h 342"/>
                  <a:gd name="T110" fmla="*/ 21 w 459"/>
                  <a:gd name="T111" fmla="*/ 139 h 342"/>
                  <a:gd name="T112" fmla="*/ 53 w 459"/>
                  <a:gd name="T113" fmla="*/ 128 h 342"/>
                  <a:gd name="T114" fmla="*/ 53 w 459"/>
                  <a:gd name="T115" fmla="*/ 107 h 342"/>
                  <a:gd name="T116" fmla="*/ 42 w 459"/>
                  <a:gd name="T117" fmla="*/ 117 h 34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459" h="342">
                    <a:moveTo>
                      <a:pt x="42" y="117"/>
                    </a:moveTo>
                    <a:lnTo>
                      <a:pt x="64" y="64"/>
                    </a:lnTo>
                    <a:lnTo>
                      <a:pt x="64" y="43"/>
                    </a:lnTo>
                    <a:lnTo>
                      <a:pt x="74" y="21"/>
                    </a:lnTo>
                    <a:lnTo>
                      <a:pt x="96" y="11"/>
                    </a:lnTo>
                    <a:lnTo>
                      <a:pt x="117" y="0"/>
                    </a:lnTo>
                    <a:lnTo>
                      <a:pt x="138" y="11"/>
                    </a:lnTo>
                    <a:lnTo>
                      <a:pt x="160" y="11"/>
                    </a:lnTo>
                    <a:lnTo>
                      <a:pt x="170" y="32"/>
                    </a:lnTo>
                    <a:lnTo>
                      <a:pt x="192" y="43"/>
                    </a:lnTo>
                    <a:lnTo>
                      <a:pt x="213" y="43"/>
                    </a:lnTo>
                    <a:lnTo>
                      <a:pt x="213" y="21"/>
                    </a:lnTo>
                    <a:lnTo>
                      <a:pt x="234" y="11"/>
                    </a:lnTo>
                    <a:lnTo>
                      <a:pt x="256" y="11"/>
                    </a:lnTo>
                    <a:lnTo>
                      <a:pt x="277" y="32"/>
                    </a:lnTo>
                    <a:lnTo>
                      <a:pt x="309" y="43"/>
                    </a:lnTo>
                    <a:lnTo>
                      <a:pt x="309" y="64"/>
                    </a:lnTo>
                    <a:lnTo>
                      <a:pt x="352" y="32"/>
                    </a:lnTo>
                    <a:lnTo>
                      <a:pt x="373" y="21"/>
                    </a:lnTo>
                    <a:lnTo>
                      <a:pt x="394" y="43"/>
                    </a:lnTo>
                    <a:lnTo>
                      <a:pt x="394" y="64"/>
                    </a:lnTo>
                    <a:lnTo>
                      <a:pt x="394" y="85"/>
                    </a:lnTo>
                    <a:lnTo>
                      <a:pt x="394" y="107"/>
                    </a:lnTo>
                    <a:lnTo>
                      <a:pt x="416" y="117"/>
                    </a:lnTo>
                    <a:lnTo>
                      <a:pt x="437" y="117"/>
                    </a:lnTo>
                    <a:lnTo>
                      <a:pt x="448" y="149"/>
                    </a:lnTo>
                    <a:lnTo>
                      <a:pt x="448" y="171"/>
                    </a:lnTo>
                    <a:lnTo>
                      <a:pt x="458" y="235"/>
                    </a:lnTo>
                    <a:lnTo>
                      <a:pt x="458" y="256"/>
                    </a:lnTo>
                    <a:lnTo>
                      <a:pt x="448" y="277"/>
                    </a:lnTo>
                    <a:lnTo>
                      <a:pt x="437" y="256"/>
                    </a:lnTo>
                    <a:lnTo>
                      <a:pt x="394" y="267"/>
                    </a:lnTo>
                    <a:lnTo>
                      <a:pt x="362" y="277"/>
                    </a:lnTo>
                    <a:lnTo>
                      <a:pt x="341" y="277"/>
                    </a:lnTo>
                    <a:lnTo>
                      <a:pt x="320" y="299"/>
                    </a:lnTo>
                    <a:lnTo>
                      <a:pt x="320" y="277"/>
                    </a:lnTo>
                    <a:lnTo>
                      <a:pt x="309" y="299"/>
                    </a:lnTo>
                    <a:lnTo>
                      <a:pt x="288" y="309"/>
                    </a:lnTo>
                    <a:lnTo>
                      <a:pt x="277" y="331"/>
                    </a:lnTo>
                    <a:lnTo>
                      <a:pt x="234" y="341"/>
                    </a:lnTo>
                    <a:lnTo>
                      <a:pt x="213" y="320"/>
                    </a:lnTo>
                    <a:lnTo>
                      <a:pt x="181" y="299"/>
                    </a:lnTo>
                    <a:lnTo>
                      <a:pt x="160" y="277"/>
                    </a:lnTo>
                    <a:lnTo>
                      <a:pt x="138" y="288"/>
                    </a:lnTo>
                    <a:lnTo>
                      <a:pt x="128" y="267"/>
                    </a:lnTo>
                    <a:lnTo>
                      <a:pt x="106" y="235"/>
                    </a:lnTo>
                    <a:lnTo>
                      <a:pt x="85" y="245"/>
                    </a:lnTo>
                    <a:lnTo>
                      <a:pt x="74" y="267"/>
                    </a:lnTo>
                    <a:lnTo>
                      <a:pt x="53" y="277"/>
                    </a:lnTo>
                    <a:lnTo>
                      <a:pt x="53" y="256"/>
                    </a:lnTo>
                    <a:lnTo>
                      <a:pt x="32" y="245"/>
                    </a:lnTo>
                    <a:lnTo>
                      <a:pt x="21" y="224"/>
                    </a:lnTo>
                    <a:lnTo>
                      <a:pt x="10" y="203"/>
                    </a:lnTo>
                    <a:lnTo>
                      <a:pt x="10" y="171"/>
                    </a:lnTo>
                    <a:lnTo>
                      <a:pt x="0" y="149"/>
                    </a:lnTo>
                    <a:lnTo>
                      <a:pt x="21" y="139"/>
                    </a:lnTo>
                    <a:lnTo>
                      <a:pt x="53" y="128"/>
                    </a:lnTo>
                    <a:lnTo>
                      <a:pt x="53" y="107"/>
                    </a:lnTo>
                    <a:lnTo>
                      <a:pt x="42" y="117"/>
                    </a:lnTo>
                  </a:path>
                </a:pathLst>
              </a:custGeom>
              <a:solidFill>
                <a:srgbClr val="8CF4EA"/>
              </a:solidFill>
              <a:ln w="12700" cap="rnd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906" name="Rectangle 52">
                <a:extLst>
                  <a:ext uri="{FF2B5EF4-FFF2-40B4-BE49-F238E27FC236}">
                    <a16:creationId xmlns:a16="http://schemas.microsoft.com/office/drawing/2014/main" id="{F7FF8EAE-9EF9-9849-AC31-59B32F1E3B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3" y="1857"/>
                <a:ext cx="47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i="1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bubble</a:t>
                </a:r>
              </a:p>
            </p:txBody>
          </p:sp>
        </p:grpSp>
        <p:grpSp>
          <p:nvGrpSpPr>
            <p:cNvPr id="118899" name="Group 53">
              <a:extLst>
                <a:ext uri="{FF2B5EF4-FFF2-40B4-BE49-F238E27FC236}">
                  <a16:creationId xmlns:a16="http://schemas.microsoft.com/office/drawing/2014/main" id="{88E36E2A-6ACB-6B40-AB1D-13754A48FB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10" y="1235"/>
              <a:ext cx="485" cy="342"/>
              <a:chOff x="3610" y="1787"/>
              <a:chExt cx="485" cy="342"/>
            </a:xfrm>
          </p:grpSpPr>
          <p:sp>
            <p:nvSpPr>
              <p:cNvPr id="118903" name="Freeform 54">
                <a:extLst>
                  <a:ext uri="{FF2B5EF4-FFF2-40B4-BE49-F238E27FC236}">
                    <a16:creationId xmlns:a16="http://schemas.microsoft.com/office/drawing/2014/main" id="{EFFD3AF6-2DBC-3347-B37A-DAC87EC438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1787"/>
                <a:ext cx="459" cy="342"/>
              </a:xfrm>
              <a:custGeom>
                <a:avLst/>
                <a:gdLst>
                  <a:gd name="T0" fmla="*/ 42 w 459"/>
                  <a:gd name="T1" fmla="*/ 117 h 342"/>
                  <a:gd name="T2" fmla="*/ 64 w 459"/>
                  <a:gd name="T3" fmla="*/ 64 h 342"/>
                  <a:gd name="T4" fmla="*/ 64 w 459"/>
                  <a:gd name="T5" fmla="*/ 43 h 342"/>
                  <a:gd name="T6" fmla="*/ 74 w 459"/>
                  <a:gd name="T7" fmla="*/ 21 h 342"/>
                  <a:gd name="T8" fmla="*/ 96 w 459"/>
                  <a:gd name="T9" fmla="*/ 11 h 342"/>
                  <a:gd name="T10" fmla="*/ 117 w 459"/>
                  <a:gd name="T11" fmla="*/ 0 h 342"/>
                  <a:gd name="T12" fmla="*/ 138 w 459"/>
                  <a:gd name="T13" fmla="*/ 11 h 342"/>
                  <a:gd name="T14" fmla="*/ 160 w 459"/>
                  <a:gd name="T15" fmla="*/ 11 h 342"/>
                  <a:gd name="T16" fmla="*/ 170 w 459"/>
                  <a:gd name="T17" fmla="*/ 32 h 342"/>
                  <a:gd name="T18" fmla="*/ 192 w 459"/>
                  <a:gd name="T19" fmla="*/ 43 h 342"/>
                  <a:gd name="T20" fmla="*/ 213 w 459"/>
                  <a:gd name="T21" fmla="*/ 43 h 342"/>
                  <a:gd name="T22" fmla="*/ 213 w 459"/>
                  <a:gd name="T23" fmla="*/ 21 h 342"/>
                  <a:gd name="T24" fmla="*/ 234 w 459"/>
                  <a:gd name="T25" fmla="*/ 11 h 342"/>
                  <a:gd name="T26" fmla="*/ 256 w 459"/>
                  <a:gd name="T27" fmla="*/ 11 h 342"/>
                  <a:gd name="T28" fmla="*/ 277 w 459"/>
                  <a:gd name="T29" fmla="*/ 32 h 342"/>
                  <a:gd name="T30" fmla="*/ 309 w 459"/>
                  <a:gd name="T31" fmla="*/ 43 h 342"/>
                  <a:gd name="T32" fmla="*/ 309 w 459"/>
                  <a:gd name="T33" fmla="*/ 64 h 342"/>
                  <a:gd name="T34" fmla="*/ 352 w 459"/>
                  <a:gd name="T35" fmla="*/ 32 h 342"/>
                  <a:gd name="T36" fmla="*/ 373 w 459"/>
                  <a:gd name="T37" fmla="*/ 21 h 342"/>
                  <a:gd name="T38" fmla="*/ 394 w 459"/>
                  <a:gd name="T39" fmla="*/ 43 h 342"/>
                  <a:gd name="T40" fmla="*/ 394 w 459"/>
                  <a:gd name="T41" fmla="*/ 64 h 342"/>
                  <a:gd name="T42" fmla="*/ 394 w 459"/>
                  <a:gd name="T43" fmla="*/ 85 h 342"/>
                  <a:gd name="T44" fmla="*/ 394 w 459"/>
                  <a:gd name="T45" fmla="*/ 107 h 342"/>
                  <a:gd name="T46" fmla="*/ 416 w 459"/>
                  <a:gd name="T47" fmla="*/ 117 h 342"/>
                  <a:gd name="T48" fmla="*/ 437 w 459"/>
                  <a:gd name="T49" fmla="*/ 117 h 342"/>
                  <a:gd name="T50" fmla="*/ 448 w 459"/>
                  <a:gd name="T51" fmla="*/ 149 h 342"/>
                  <a:gd name="T52" fmla="*/ 448 w 459"/>
                  <a:gd name="T53" fmla="*/ 171 h 342"/>
                  <a:gd name="T54" fmla="*/ 458 w 459"/>
                  <a:gd name="T55" fmla="*/ 235 h 342"/>
                  <a:gd name="T56" fmla="*/ 458 w 459"/>
                  <a:gd name="T57" fmla="*/ 256 h 342"/>
                  <a:gd name="T58" fmla="*/ 448 w 459"/>
                  <a:gd name="T59" fmla="*/ 277 h 342"/>
                  <a:gd name="T60" fmla="*/ 437 w 459"/>
                  <a:gd name="T61" fmla="*/ 256 h 342"/>
                  <a:gd name="T62" fmla="*/ 394 w 459"/>
                  <a:gd name="T63" fmla="*/ 267 h 342"/>
                  <a:gd name="T64" fmla="*/ 362 w 459"/>
                  <a:gd name="T65" fmla="*/ 277 h 342"/>
                  <a:gd name="T66" fmla="*/ 341 w 459"/>
                  <a:gd name="T67" fmla="*/ 277 h 342"/>
                  <a:gd name="T68" fmla="*/ 320 w 459"/>
                  <a:gd name="T69" fmla="*/ 299 h 342"/>
                  <a:gd name="T70" fmla="*/ 320 w 459"/>
                  <a:gd name="T71" fmla="*/ 277 h 342"/>
                  <a:gd name="T72" fmla="*/ 309 w 459"/>
                  <a:gd name="T73" fmla="*/ 299 h 342"/>
                  <a:gd name="T74" fmla="*/ 288 w 459"/>
                  <a:gd name="T75" fmla="*/ 309 h 342"/>
                  <a:gd name="T76" fmla="*/ 277 w 459"/>
                  <a:gd name="T77" fmla="*/ 331 h 342"/>
                  <a:gd name="T78" fmla="*/ 234 w 459"/>
                  <a:gd name="T79" fmla="*/ 341 h 342"/>
                  <a:gd name="T80" fmla="*/ 213 w 459"/>
                  <a:gd name="T81" fmla="*/ 320 h 342"/>
                  <a:gd name="T82" fmla="*/ 181 w 459"/>
                  <a:gd name="T83" fmla="*/ 299 h 342"/>
                  <a:gd name="T84" fmla="*/ 160 w 459"/>
                  <a:gd name="T85" fmla="*/ 277 h 342"/>
                  <a:gd name="T86" fmla="*/ 138 w 459"/>
                  <a:gd name="T87" fmla="*/ 288 h 342"/>
                  <a:gd name="T88" fmla="*/ 128 w 459"/>
                  <a:gd name="T89" fmla="*/ 267 h 342"/>
                  <a:gd name="T90" fmla="*/ 106 w 459"/>
                  <a:gd name="T91" fmla="*/ 235 h 342"/>
                  <a:gd name="T92" fmla="*/ 85 w 459"/>
                  <a:gd name="T93" fmla="*/ 245 h 342"/>
                  <a:gd name="T94" fmla="*/ 74 w 459"/>
                  <a:gd name="T95" fmla="*/ 267 h 342"/>
                  <a:gd name="T96" fmla="*/ 53 w 459"/>
                  <a:gd name="T97" fmla="*/ 277 h 342"/>
                  <a:gd name="T98" fmla="*/ 53 w 459"/>
                  <a:gd name="T99" fmla="*/ 256 h 342"/>
                  <a:gd name="T100" fmla="*/ 32 w 459"/>
                  <a:gd name="T101" fmla="*/ 245 h 342"/>
                  <a:gd name="T102" fmla="*/ 21 w 459"/>
                  <a:gd name="T103" fmla="*/ 224 h 342"/>
                  <a:gd name="T104" fmla="*/ 10 w 459"/>
                  <a:gd name="T105" fmla="*/ 203 h 342"/>
                  <a:gd name="T106" fmla="*/ 10 w 459"/>
                  <a:gd name="T107" fmla="*/ 171 h 342"/>
                  <a:gd name="T108" fmla="*/ 0 w 459"/>
                  <a:gd name="T109" fmla="*/ 149 h 342"/>
                  <a:gd name="T110" fmla="*/ 21 w 459"/>
                  <a:gd name="T111" fmla="*/ 139 h 342"/>
                  <a:gd name="T112" fmla="*/ 53 w 459"/>
                  <a:gd name="T113" fmla="*/ 128 h 342"/>
                  <a:gd name="T114" fmla="*/ 53 w 459"/>
                  <a:gd name="T115" fmla="*/ 107 h 342"/>
                  <a:gd name="T116" fmla="*/ 42 w 459"/>
                  <a:gd name="T117" fmla="*/ 117 h 34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459" h="342">
                    <a:moveTo>
                      <a:pt x="42" y="117"/>
                    </a:moveTo>
                    <a:lnTo>
                      <a:pt x="64" y="64"/>
                    </a:lnTo>
                    <a:lnTo>
                      <a:pt x="64" y="43"/>
                    </a:lnTo>
                    <a:lnTo>
                      <a:pt x="74" y="21"/>
                    </a:lnTo>
                    <a:lnTo>
                      <a:pt x="96" y="11"/>
                    </a:lnTo>
                    <a:lnTo>
                      <a:pt x="117" y="0"/>
                    </a:lnTo>
                    <a:lnTo>
                      <a:pt x="138" y="11"/>
                    </a:lnTo>
                    <a:lnTo>
                      <a:pt x="160" y="11"/>
                    </a:lnTo>
                    <a:lnTo>
                      <a:pt x="170" y="32"/>
                    </a:lnTo>
                    <a:lnTo>
                      <a:pt x="192" y="43"/>
                    </a:lnTo>
                    <a:lnTo>
                      <a:pt x="213" y="43"/>
                    </a:lnTo>
                    <a:lnTo>
                      <a:pt x="213" y="21"/>
                    </a:lnTo>
                    <a:lnTo>
                      <a:pt x="234" y="11"/>
                    </a:lnTo>
                    <a:lnTo>
                      <a:pt x="256" y="11"/>
                    </a:lnTo>
                    <a:lnTo>
                      <a:pt x="277" y="32"/>
                    </a:lnTo>
                    <a:lnTo>
                      <a:pt x="309" y="43"/>
                    </a:lnTo>
                    <a:lnTo>
                      <a:pt x="309" y="64"/>
                    </a:lnTo>
                    <a:lnTo>
                      <a:pt x="352" y="32"/>
                    </a:lnTo>
                    <a:lnTo>
                      <a:pt x="373" y="21"/>
                    </a:lnTo>
                    <a:lnTo>
                      <a:pt x="394" y="43"/>
                    </a:lnTo>
                    <a:lnTo>
                      <a:pt x="394" y="64"/>
                    </a:lnTo>
                    <a:lnTo>
                      <a:pt x="394" y="85"/>
                    </a:lnTo>
                    <a:lnTo>
                      <a:pt x="394" y="107"/>
                    </a:lnTo>
                    <a:lnTo>
                      <a:pt x="416" y="117"/>
                    </a:lnTo>
                    <a:lnTo>
                      <a:pt x="437" y="117"/>
                    </a:lnTo>
                    <a:lnTo>
                      <a:pt x="448" y="149"/>
                    </a:lnTo>
                    <a:lnTo>
                      <a:pt x="448" y="171"/>
                    </a:lnTo>
                    <a:lnTo>
                      <a:pt x="458" y="235"/>
                    </a:lnTo>
                    <a:lnTo>
                      <a:pt x="458" y="256"/>
                    </a:lnTo>
                    <a:lnTo>
                      <a:pt x="448" y="277"/>
                    </a:lnTo>
                    <a:lnTo>
                      <a:pt x="437" y="256"/>
                    </a:lnTo>
                    <a:lnTo>
                      <a:pt x="394" y="267"/>
                    </a:lnTo>
                    <a:lnTo>
                      <a:pt x="362" y="277"/>
                    </a:lnTo>
                    <a:lnTo>
                      <a:pt x="341" y="277"/>
                    </a:lnTo>
                    <a:lnTo>
                      <a:pt x="320" y="299"/>
                    </a:lnTo>
                    <a:lnTo>
                      <a:pt x="320" y="277"/>
                    </a:lnTo>
                    <a:lnTo>
                      <a:pt x="309" y="299"/>
                    </a:lnTo>
                    <a:lnTo>
                      <a:pt x="288" y="309"/>
                    </a:lnTo>
                    <a:lnTo>
                      <a:pt x="277" y="331"/>
                    </a:lnTo>
                    <a:lnTo>
                      <a:pt x="234" y="341"/>
                    </a:lnTo>
                    <a:lnTo>
                      <a:pt x="213" y="320"/>
                    </a:lnTo>
                    <a:lnTo>
                      <a:pt x="181" y="299"/>
                    </a:lnTo>
                    <a:lnTo>
                      <a:pt x="160" y="277"/>
                    </a:lnTo>
                    <a:lnTo>
                      <a:pt x="138" y="288"/>
                    </a:lnTo>
                    <a:lnTo>
                      <a:pt x="128" y="267"/>
                    </a:lnTo>
                    <a:lnTo>
                      <a:pt x="106" y="235"/>
                    </a:lnTo>
                    <a:lnTo>
                      <a:pt x="85" y="245"/>
                    </a:lnTo>
                    <a:lnTo>
                      <a:pt x="74" y="267"/>
                    </a:lnTo>
                    <a:lnTo>
                      <a:pt x="53" y="277"/>
                    </a:lnTo>
                    <a:lnTo>
                      <a:pt x="53" y="256"/>
                    </a:lnTo>
                    <a:lnTo>
                      <a:pt x="32" y="245"/>
                    </a:lnTo>
                    <a:lnTo>
                      <a:pt x="21" y="224"/>
                    </a:lnTo>
                    <a:lnTo>
                      <a:pt x="10" y="203"/>
                    </a:lnTo>
                    <a:lnTo>
                      <a:pt x="10" y="171"/>
                    </a:lnTo>
                    <a:lnTo>
                      <a:pt x="0" y="149"/>
                    </a:lnTo>
                    <a:lnTo>
                      <a:pt x="21" y="139"/>
                    </a:lnTo>
                    <a:lnTo>
                      <a:pt x="53" y="128"/>
                    </a:lnTo>
                    <a:lnTo>
                      <a:pt x="53" y="107"/>
                    </a:lnTo>
                    <a:lnTo>
                      <a:pt x="42" y="117"/>
                    </a:lnTo>
                  </a:path>
                </a:pathLst>
              </a:custGeom>
              <a:solidFill>
                <a:srgbClr val="8CF4EA"/>
              </a:solidFill>
              <a:ln w="12700" cap="rnd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904" name="Rectangle 55">
                <a:extLst>
                  <a:ext uri="{FF2B5EF4-FFF2-40B4-BE49-F238E27FC236}">
                    <a16:creationId xmlns:a16="http://schemas.microsoft.com/office/drawing/2014/main" id="{2D75355D-99D7-9349-82C5-AC3402D2F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0" y="1857"/>
                <a:ext cx="47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i="1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bubble</a:t>
                </a:r>
              </a:p>
            </p:txBody>
          </p:sp>
        </p:grpSp>
        <p:grpSp>
          <p:nvGrpSpPr>
            <p:cNvPr id="118900" name="Group 60">
              <a:extLst>
                <a:ext uri="{FF2B5EF4-FFF2-40B4-BE49-F238E27FC236}">
                  <a16:creationId xmlns:a16="http://schemas.microsoft.com/office/drawing/2014/main" id="{67238D4F-A661-0347-BED8-AC2014F9F6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26" y="1235"/>
              <a:ext cx="485" cy="342"/>
              <a:chOff x="4026" y="1787"/>
              <a:chExt cx="485" cy="342"/>
            </a:xfrm>
          </p:grpSpPr>
          <p:sp>
            <p:nvSpPr>
              <p:cNvPr id="118901" name="Freeform 61">
                <a:extLst>
                  <a:ext uri="{FF2B5EF4-FFF2-40B4-BE49-F238E27FC236}">
                    <a16:creationId xmlns:a16="http://schemas.microsoft.com/office/drawing/2014/main" id="{FA2D9E4B-B4DC-1046-9077-42713C5959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2" y="1787"/>
                <a:ext cx="459" cy="342"/>
              </a:xfrm>
              <a:custGeom>
                <a:avLst/>
                <a:gdLst>
                  <a:gd name="T0" fmla="*/ 42 w 459"/>
                  <a:gd name="T1" fmla="*/ 117 h 342"/>
                  <a:gd name="T2" fmla="*/ 64 w 459"/>
                  <a:gd name="T3" fmla="*/ 64 h 342"/>
                  <a:gd name="T4" fmla="*/ 64 w 459"/>
                  <a:gd name="T5" fmla="*/ 43 h 342"/>
                  <a:gd name="T6" fmla="*/ 74 w 459"/>
                  <a:gd name="T7" fmla="*/ 21 h 342"/>
                  <a:gd name="T8" fmla="*/ 96 w 459"/>
                  <a:gd name="T9" fmla="*/ 11 h 342"/>
                  <a:gd name="T10" fmla="*/ 117 w 459"/>
                  <a:gd name="T11" fmla="*/ 0 h 342"/>
                  <a:gd name="T12" fmla="*/ 138 w 459"/>
                  <a:gd name="T13" fmla="*/ 11 h 342"/>
                  <a:gd name="T14" fmla="*/ 160 w 459"/>
                  <a:gd name="T15" fmla="*/ 11 h 342"/>
                  <a:gd name="T16" fmla="*/ 170 w 459"/>
                  <a:gd name="T17" fmla="*/ 32 h 342"/>
                  <a:gd name="T18" fmla="*/ 192 w 459"/>
                  <a:gd name="T19" fmla="*/ 43 h 342"/>
                  <a:gd name="T20" fmla="*/ 213 w 459"/>
                  <a:gd name="T21" fmla="*/ 43 h 342"/>
                  <a:gd name="T22" fmla="*/ 213 w 459"/>
                  <a:gd name="T23" fmla="*/ 21 h 342"/>
                  <a:gd name="T24" fmla="*/ 234 w 459"/>
                  <a:gd name="T25" fmla="*/ 11 h 342"/>
                  <a:gd name="T26" fmla="*/ 256 w 459"/>
                  <a:gd name="T27" fmla="*/ 11 h 342"/>
                  <a:gd name="T28" fmla="*/ 277 w 459"/>
                  <a:gd name="T29" fmla="*/ 32 h 342"/>
                  <a:gd name="T30" fmla="*/ 309 w 459"/>
                  <a:gd name="T31" fmla="*/ 43 h 342"/>
                  <a:gd name="T32" fmla="*/ 309 w 459"/>
                  <a:gd name="T33" fmla="*/ 64 h 342"/>
                  <a:gd name="T34" fmla="*/ 352 w 459"/>
                  <a:gd name="T35" fmla="*/ 32 h 342"/>
                  <a:gd name="T36" fmla="*/ 373 w 459"/>
                  <a:gd name="T37" fmla="*/ 21 h 342"/>
                  <a:gd name="T38" fmla="*/ 394 w 459"/>
                  <a:gd name="T39" fmla="*/ 43 h 342"/>
                  <a:gd name="T40" fmla="*/ 394 w 459"/>
                  <a:gd name="T41" fmla="*/ 64 h 342"/>
                  <a:gd name="T42" fmla="*/ 394 w 459"/>
                  <a:gd name="T43" fmla="*/ 85 h 342"/>
                  <a:gd name="T44" fmla="*/ 394 w 459"/>
                  <a:gd name="T45" fmla="*/ 107 h 342"/>
                  <a:gd name="T46" fmla="*/ 416 w 459"/>
                  <a:gd name="T47" fmla="*/ 117 h 342"/>
                  <a:gd name="T48" fmla="*/ 437 w 459"/>
                  <a:gd name="T49" fmla="*/ 117 h 342"/>
                  <a:gd name="T50" fmla="*/ 448 w 459"/>
                  <a:gd name="T51" fmla="*/ 149 h 342"/>
                  <a:gd name="T52" fmla="*/ 448 w 459"/>
                  <a:gd name="T53" fmla="*/ 171 h 342"/>
                  <a:gd name="T54" fmla="*/ 458 w 459"/>
                  <a:gd name="T55" fmla="*/ 235 h 342"/>
                  <a:gd name="T56" fmla="*/ 458 w 459"/>
                  <a:gd name="T57" fmla="*/ 256 h 342"/>
                  <a:gd name="T58" fmla="*/ 448 w 459"/>
                  <a:gd name="T59" fmla="*/ 277 h 342"/>
                  <a:gd name="T60" fmla="*/ 437 w 459"/>
                  <a:gd name="T61" fmla="*/ 256 h 342"/>
                  <a:gd name="T62" fmla="*/ 394 w 459"/>
                  <a:gd name="T63" fmla="*/ 267 h 342"/>
                  <a:gd name="T64" fmla="*/ 362 w 459"/>
                  <a:gd name="T65" fmla="*/ 277 h 342"/>
                  <a:gd name="T66" fmla="*/ 341 w 459"/>
                  <a:gd name="T67" fmla="*/ 277 h 342"/>
                  <a:gd name="T68" fmla="*/ 320 w 459"/>
                  <a:gd name="T69" fmla="*/ 299 h 342"/>
                  <a:gd name="T70" fmla="*/ 320 w 459"/>
                  <a:gd name="T71" fmla="*/ 277 h 342"/>
                  <a:gd name="T72" fmla="*/ 309 w 459"/>
                  <a:gd name="T73" fmla="*/ 299 h 342"/>
                  <a:gd name="T74" fmla="*/ 288 w 459"/>
                  <a:gd name="T75" fmla="*/ 309 h 342"/>
                  <a:gd name="T76" fmla="*/ 277 w 459"/>
                  <a:gd name="T77" fmla="*/ 331 h 342"/>
                  <a:gd name="T78" fmla="*/ 234 w 459"/>
                  <a:gd name="T79" fmla="*/ 341 h 342"/>
                  <a:gd name="T80" fmla="*/ 213 w 459"/>
                  <a:gd name="T81" fmla="*/ 320 h 342"/>
                  <a:gd name="T82" fmla="*/ 181 w 459"/>
                  <a:gd name="T83" fmla="*/ 299 h 342"/>
                  <a:gd name="T84" fmla="*/ 160 w 459"/>
                  <a:gd name="T85" fmla="*/ 277 h 342"/>
                  <a:gd name="T86" fmla="*/ 138 w 459"/>
                  <a:gd name="T87" fmla="*/ 288 h 342"/>
                  <a:gd name="T88" fmla="*/ 128 w 459"/>
                  <a:gd name="T89" fmla="*/ 267 h 342"/>
                  <a:gd name="T90" fmla="*/ 106 w 459"/>
                  <a:gd name="T91" fmla="*/ 235 h 342"/>
                  <a:gd name="T92" fmla="*/ 85 w 459"/>
                  <a:gd name="T93" fmla="*/ 245 h 342"/>
                  <a:gd name="T94" fmla="*/ 74 w 459"/>
                  <a:gd name="T95" fmla="*/ 267 h 342"/>
                  <a:gd name="T96" fmla="*/ 53 w 459"/>
                  <a:gd name="T97" fmla="*/ 277 h 342"/>
                  <a:gd name="T98" fmla="*/ 53 w 459"/>
                  <a:gd name="T99" fmla="*/ 256 h 342"/>
                  <a:gd name="T100" fmla="*/ 32 w 459"/>
                  <a:gd name="T101" fmla="*/ 245 h 342"/>
                  <a:gd name="T102" fmla="*/ 21 w 459"/>
                  <a:gd name="T103" fmla="*/ 224 h 342"/>
                  <a:gd name="T104" fmla="*/ 10 w 459"/>
                  <a:gd name="T105" fmla="*/ 203 h 342"/>
                  <a:gd name="T106" fmla="*/ 10 w 459"/>
                  <a:gd name="T107" fmla="*/ 171 h 342"/>
                  <a:gd name="T108" fmla="*/ 0 w 459"/>
                  <a:gd name="T109" fmla="*/ 149 h 342"/>
                  <a:gd name="T110" fmla="*/ 21 w 459"/>
                  <a:gd name="T111" fmla="*/ 139 h 342"/>
                  <a:gd name="T112" fmla="*/ 53 w 459"/>
                  <a:gd name="T113" fmla="*/ 128 h 342"/>
                  <a:gd name="T114" fmla="*/ 53 w 459"/>
                  <a:gd name="T115" fmla="*/ 107 h 342"/>
                  <a:gd name="T116" fmla="*/ 42 w 459"/>
                  <a:gd name="T117" fmla="*/ 117 h 34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459" h="342">
                    <a:moveTo>
                      <a:pt x="42" y="117"/>
                    </a:moveTo>
                    <a:lnTo>
                      <a:pt x="64" y="64"/>
                    </a:lnTo>
                    <a:lnTo>
                      <a:pt x="64" y="43"/>
                    </a:lnTo>
                    <a:lnTo>
                      <a:pt x="74" y="21"/>
                    </a:lnTo>
                    <a:lnTo>
                      <a:pt x="96" y="11"/>
                    </a:lnTo>
                    <a:lnTo>
                      <a:pt x="117" y="0"/>
                    </a:lnTo>
                    <a:lnTo>
                      <a:pt x="138" y="11"/>
                    </a:lnTo>
                    <a:lnTo>
                      <a:pt x="160" y="11"/>
                    </a:lnTo>
                    <a:lnTo>
                      <a:pt x="170" y="32"/>
                    </a:lnTo>
                    <a:lnTo>
                      <a:pt x="192" y="43"/>
                    </a:lnTo>
                    <a:lnTo>
                      <a:pt x="213" y="43"/>
                    </a:lnTo>
                    <a:lnTo>
                      <a:pt x="213" y="21"/>
                    </a:lnTo>
                    <a:lnTo>
                      <a:pt x="234" y="11"/>
                    </a:lnTo>
                    <a:lnTo>
                      <a:pt x="256" y="11"/>
                    </a:lnTo>
                    <a:lnTo>
                      <a:pt x="277" y="32"/>
                    </a:lnTo>
                    <a:lnTo>
                      <a:pt x="309" y="43"/>
                    </a:lnTo>
                    <a:lnTo>
                      <a:pt x="309" y="64"/>
                    </a:lnTo>
                    <a:lnTo>
                      <a:pt x="352" y="32"/>
                    </a:lnTo>
                    <a:lnTo>
                      <a:pt x="373" y="21"/>
                    </a:lnTo>
                    <a:lnTo>
                      <a:pt x="394" y="43"/>
                    </a:lnTo>
                    <a:lnTo>
                      <a:pt x="394" y="64"/>
                    </a:lnTo>
                    <a:lnTo>
                      <a:pt x="394" y="85"/>
                    </a:lnTo>
                    <a:lnTo>
                      <a:pt x="394" y="107"/>
                    </a:lnTo>
                    <a:lnTo>
                      <a:pt x="416" y="117"/>
                    </a:lnTo>
                    <a:lnTo>
                      <a:pt x="437" y="117"/>
                    </a:lnTo>
                    <a:lnTo>
                      <a:pt x="448" y="149"/>
                    </a:lnTo>
                    <a:lnTo>
                      <a:pt x="448" y="171"/>
                    </a:lnTo>
                    <a:lnTo>
                      <a:pt x="458" y="235"/>
                    </a:lnTo>
                    <a:lnTo>
                      <a:pt x="458" y="256"/>
                    </a:lnTo>
                    <a:lnTo>
                      <a:pt x="448" y="277"/>
                    </a:lnTo>
                    <a:lnTo>
                      <a:pt x="437" y="256"/>
                    </a:lnTo>
                    <a:lnTo>
                      <a:pt x="394" y="267"/>
                    </a:lnTo>
                    <a:lnTo>
                      <a:pt x="362" y="277"/>
                    </a:lnTo>
                    <a:lnTo>
                      <a:pt x="341" y="277"/>
                    </a:lnTo>
                    <a:lnTo>
                      <a:pt x="320" y="299"/>
                    </a:lnTo>
                    <a:lnTo>
                      <a:pt x="320" y="277"/>
                    </a:lnTo>
                    <a:lnTo>
                      <a:pt x="309" y="299"/>
                    </a:lnTo>
                    <a:lnTo>
                      <a:pt x="288" y="309"/>
                    </a:lnTo>
                    <a:lnTo>
                      <a:pt x="277" y="331"/>
                    </a:lnTo>
                    <a:lnTo>
                      <a:pt x="234" y="341"/>
                    </a:lnTo>
                    <a:lnTo>
                      <a:pt x="213" y="320"/>
                    </a:lnTo>
                    <a:lnTo>
                      <a:pt x="181" y="299"/>
                    </a:lnTo>
                    <a:lnTo>
                      <a:pt x="160" y="277"/>
                    </a:lnTo>
                    <a:lnTo>
                      <a:pt x="138" y="288"/>
                    </a:lnTo>
                    <a:lnTo>
                      <a:pt x="128" y="267"/>
                    </a:lnTo>
                    <a:lnTo>
                      <a:pt x="106" y="235"/>
                    </a:lnTo>
                    <a:lnTo>
                      <a:pt x="85" y="245"/>
                    </a:lnTo>
                    <a:lnTo>
                      <a:pt x="74" y="267"/>
                    </a:lnTo>
                    <a:lnTo>
                      <a:pt x="53" y="277"/>
                    </a:lnTo>
                    <a:lnTo>
                      <a:pt x="53" y="256"/>
                    </a:lnTo>
                    <a:lnTo>
                      <a:pt x="32" y="245"/>
                    </a:lnTo>
                    <a:lnTo>
                      <a:pt x="21" y="224"/>
                    </a:lnTo>
                    <a:lnTo>
                      <a:pt x="10" y="203"/>
                    </a:lnTo>
                    <a:lnTo>
                      <a:pt x="10" y="171"/>
                    </a:lnTo>
                    <a:lnTo>
                      <a:pt x="0" y="149"/>
                    </a:lnTo>
                    <a:lnTo>
                      <a:pt x="21" y="139"/>
                    </a:lnTo>
                    <a:lnTo>
                      <a:pt x="53" y="128"/>
                    </a:lnTo>
                    <a:lnTo>
                      <a:pt x="53" y="107"/>
                    </a:lnTo>
                    <a:lnTo>
                      <a:pt x="42" y="117"/>
                    </a:lnTo>
                  </a:path>
                </a:pathLst>
              </a:custGeom>
              <a:solidFill>
                <a:srgbClr val="8CF4EA"/>
              </a:solidFill>
              <a:ln w="12700" cap="rnd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902" name="Rectangle 62">
                <a:extLst>
                  <a:ext uri="{FF2B5EF4-FFF2-40B4-BE49-F238E27FC236}">
                    <a16:creationId xmlns:a16="http://schemas.microsoft.com/office/drawing/2014/main" id="{DF826880-1D74-2546-A757-30A3A6D9EA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6" y="1857"/>
                <a:ext cx="47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zh-CN" i="1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bubble</a:t>
                </a:r>
              </a:p>
            </p:txBody>
          </p:sp>
        </p:grpSp>
      </p:grpSp>
      <p:sp>
        <p:nvSpPr>
          <p:cNvPr id="118897" name="Rectangle 177">
            <a:extLst>
              <a:ext uri="{FF2B5EF4-FFF2-40B4-BE49-F238E27FC236}">
                <a16:creationId xmlns:a16="http://schemas.microsoft.com/office/drawing/2014/main" id="{341551D9-0DBD-C848-A6A4-BC1F01AB9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" y="1938338"/>
            <a:ext cx="1841500" cy="454025"/>
          </a:xfrm>
          <a:prstGeom prst="rect">
            <a:avLst/>
          </a:prstGeom>
          <a:solidFill>
            <a:schemeClr val="hlink">
              <a:alpha val="4196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40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sub r4,</a:t>
            </a:r>
            <a:r>
              <a:rPr lang="en-US" altLang="zh-CN" sz="24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40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,r3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0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0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0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0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0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0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0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20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20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33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33E8B0FE-926E-F54A-B6CD-5A4A4F1482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1013" y="203200"/>
            <a:ext cx="8315325" cy="368300"/>
          </a:xfrm>
          <a:noFill/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Load-use Data Hazard</a:t>
            </a:r>
            <a:r>
              <a:rPr lang="zh-CN" altLang="en-US">
                <a:ea typeface="宋体" panose="02010600030101010101" pitchFamily="2" charset="-122"/>
              </a:rPr>
              <a:t>（硬件阻塞方式） </a:t>
            </a:r>
            <a:endParaRPr lang="zh-CN" altLang="en-US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sp>
        <p:nvSpPr>
          <p:cNvPr id="120835" name="Line 4">
            <a:extLst>
              <a:ext uri="{FF2B5EF4-FFF2-40B4-BE49-F238E27FC236}">
                <a16:creationId xmlns:a16="http://schemas.microsoft.com/office/drawing/2014/main" id="{40704E77-F3C1-4A44-8536-0514FC5970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4663" y="1095375"/>
            <a:ext cx="59467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36" name="Rectangle 5">
            <a:extLst>
              <a:ext uri="{FF2B5EF4-FFF2-40B4-BE49-F238E27FC236}">
                <a16:creationId xmlns:a16="http://schemas.microsoft.com/office/drawing/2014/main" id="{543EB819-6570-1E4B-9FCC-D75B5D9B8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4325" y="671513"/>
            <a:ext cx="2124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Time (clock cycles)</a:t>
            </a:r>
          </a:p>
        </p:txBody>
      </p:sp>
      <p:sp>
        <p:nvSpPr>
          <p:cNvPr id="120837" name="Freeform 6">
            <a:extLst>
              <a:ext uri="{FF2B5EF4-FFF2-40B4-BE49-F238E27FC236}">
                <a16:creationId xmlns:a16="http://schemas.microsoft.com/office/drawing/2014/main" id="{D0185DBA-6C62-ED4E-AF7D-B1BEB1D804E4}"/>
              </a:ext>
            </a:extLst>
          </p:cNvPr>
          <p:cNvSpPr>
            <a:spLocks/>
          </p:cNvSpPr>
          <p:nvPr/>
        </p:nvSpPr>
        <p:spPr bwMode="auto">
          <a:xfrm>
            <a:off x="5892800" y="1566863"/>
            <a:ext cx="225425" cy="458787"/>
          </a:xfrm>
          <a:custGeom>
            <a:avLst/>
            <a:gdLst>
              <a:gd name="T0" fmla="*/ 2147483646 w 142"/>
              <a:gd name="T1" fmla="*/ 0 h 289"/>
              <a:gd name="T2" fmla="*/ 0 w 142"/>
              <a:gd name="T3" fmla="*/ 0 h 289"/>
              <a:gd name="T4" fmla="*/ 0 w 142"/>
              <a:gd name="T5" fmla="*/ 2147483646 h 289"/>
              <a:gd name="T6" fmla="*/ 2147483646 w 14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2" h="289">
                <a:moveTo>
                  <a:pt x="141" y="0"/>
                </a:moveTo>
                <a:lnTo>
                  <a:pt x="0" y="0"/>
                </a:lnTo>
                <a:lnTo>
                  <a:pt x="0" y="288"/>
                </a:lnTo>
                <a:lnTo>
                  <a:pt x="141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38" name="Freeform 7">
            <a:extLst>
              <a:ext uri="{FF2B5EF4-FFF2-40B4-BE49-F238E27FC236}">
                <a16:creationId xmlns:a16="http://schemas.microsoft.com/office/drawing/2014/main" id="{9766FD0A-D2DB-5141-A0A3-B9F49D0A878C}"/>
              </a:ext>
            </a:extLst>
          </p:cNvPr>
          <p:cNvSpPr>
            <a:spLocks/>
          </p:cNvSpPr>
          <p:nvPr/>
        </p:nvSpPr>
        <p:spPr bwMode="auto">
          <a:xfrm>
            <a:off x="4714875" y="2278063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39" name="Freeform 8">
            <a:extLst>
              <a:ext uri="{FF2B5EF4-FFF2-40B4-BE49-F238E27FC236}">
                <a16:creationId xmlns:a16="http://schemas.microsoft.com/office/drawing/2014/main" id="{FB826C86-2685-6344-B59B-9E4E38D6CB85}"/>
              </a:ext>
            </a:extLst>
          </p:cNvPr>
          <p:cNvSpPr>
            <a:spLocks/>
          </p:cNvSpPr>
          <p:nvPr/>
        </p:nvSpPr>
        <p:spPr bwMode="auto">
          <a:xfrm>
            <a:off x="5392738" y="2989263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40" name="Freeform 9">
            <a:extLst>
              <a:ext uri="{FF2B5EF4-FFF2-40B4-BE49-F238E27FC236}">
                <a16:creationId xmlns:a16="http://schemas.microsoft.com/office/drawing/2014/main" id="{551C5F61-C907-864C-BE5C-679A76F68D47}"/>
              </a:ext>
            </a:extLst>
          </p:cNvPr>
          <p:cNvSpPr>
            <a:spLocks/>
          </p:cNvSpPr>
          <p:nvPr/>
        </p:nvSpPr>
        <p:spPr bwMode="auto">
          <a:xfrm>
            <a:off x="6070600" y="3700463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41" name="Rectangle 10">
            <a:extLst>
              <a:ext uri="{FF2B5EF4-FFF2-40B4-BE49-F238E27FC236}">
                <a16:creationId xmlns:a16="http://schemas.microsoft.com/office/drawing/2014/main" id="{E7E5575E-2ACB-CC40-A2DB-779A7A9AF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1089025"/>
            <a:ext cx="384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IF</a:t>
            </a:r>
          </a:p>
        </p:txBody>
      </p:sp>
      <p:sp>
        <p:nvSpPr>
          <p:cNvPr id="120842" name="Rectangle 11">
            <a:extLst>
              <a:ext uri="{FF2B5EF4-FFF2-40B4-BE49-F238E27FC236}">
                <a16:creationId xmlns:a16="http://schemas.microsoft.com/office/drawing/2014/main" id="{75BAE83D-0EEA-4F40-8705-005FBA742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0638" y="1089025"/>
            <a:ext cx="5302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ID</a:t>
            </a:r>
          </a:p>
        </p:txBody>
      </p:sp>
      <p:sp>
        <p:nvSpPr>
          <p:cNvPr id="120843" name="Rectangle 12">
            <a:extLst>
              <a:ext uri="{FF2B5EF4-FFF2-40B4-BE49-F238E27FC236}">
                <a16:creationId xmlns:a16="http://schemas.microsoft.com/office/drawing/2014/main" id="{47B4CAAC-BA53-6B48-932B-610C990C9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0238" y="1089025"/>
            <a:ext cx="485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EX</a:t>
            </a:r>
          </a:p>
        </p:txBody>
      </p:sp>
      <p:sp>
        <p:nvSpPr>
          <p:cNvPr id="120844" name="Rectangle 13">
            <a:extLst>
              <a:ext uri="{FF2B5EF4-FFF2-40B4-BE49-F238E27FC236}">
                <a16:creationId xmlns:a16="http://schemas.microsoft.com/office/drawing/2014/main" id="{9B626118-EE4B-8047-9C9B-CB52AC26D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188" y="1089025"/>
            <a:ext cx="7143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120845" name="Rectangle 14">
            <a:extLst>
              <a:ext uri="{FF2B5EF4-FFF2-40B4-BE49-F238E27FC236}">
                <a16:creationId xmlns:a16="http://schemas.microsoft.com/office/drawing/2014/main" id="{DAD45C4C-169F-8F4D-9C0E-14EBD76DC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8038" y="1089025"/>
            <a:ext cx="561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WB</a:t>
            </a:r>
          </a:p>
        </p:txBody>
      </p:sp>
      <p:grpSp>
        <p:nvGrpSpPr>
          <p:cNvPr id="120846" name="Group 15">
            <a:extLst>
              <a:ext uri="{FF2B5EF4-FFF2-40B4-BE49-F238E27FC236}">
                <a16:creationId xmlns:a16="http://schemas.microsoft.com/office/drawing/2014/main" id="{6E42349A-81F4-BA41-9D21-6E6B9566ADD9}"/>
              </a:ext>
            </a:extLst>
          </p:cNvPr>
          <p:cNvGrpSpPr>
            <a:grpSpLocks/>
          </p:cNvGrpSpPr>
          <p:nvPr/>
        </p:nvGrpSpPr>
        <p:grpSpPr bwMode="auto">
          <a:xfrm>
            <a:off x="3683000" y="1039813"/>
            <a:ext cx="4800600" cy="3708400"/>
            <a:chOff x="2320" y="783"/>
            <a:chExt cx="3024" cy="2824"/>
          </a:xfrm>
        </p:grpSpPr>
        <p:sp>
          <p:nvSpPr>
            <p:cNvPr id="120966" name="Line 16">
              <a:extLst>
                <a:ext uri="{FF2B5EF4-FFF2-40B4-BE49-F238E27FC236}">
                  <a16:creationId xmlns:a16="http://schemas.microsoft.com/office/drawing/2014/main" id="{82A24EA6-13DB-5B41-9D0B-0C6B4C2DE0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0" y="783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67" name="Line 17">
              <a:extLst>
                <a:ext uri="{FF2B5EF4-FFF2-40B4-BE49-F238E27FC236}">
                  <a16:creationId xmlns:a16="http://schemas.microsoft.com/office/drawing/2014/main" id="{ADB5BF81-3386-CA49-8CA1-2E3357B1D4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2" y="783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68" name="Line 18">
              <a:extLst>
                <a:ext uri="{FF2B5EF4-FFF2-40B4-BE49-F238E27FC236}">
                  <a16:creationId xmlns:a16="http://schemas.microsoft.com/office/drawing/2014/main" id="{6BCAA807-490A-784F-AA89-AEEAF2A916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4" y="783"/>
              <a:ext cx="0" cy="282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69" name="Line 19">
              <a:extLst>
                <a:ext uri="{FF2B5EF4-FFF2-40B4-BE49-F238E27FC236}">
                  <a16:creationId xmlns:a16="http://schemas.microsoft.com/office/drawing/2014/main" id="{F0300418-ECCC-F54D-9E10-7BAFAF6DCF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6" y="783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70" name="Line 20">
              <a:extLst>
                <a:ext uri="{FF2B5EF4-FFF2-40B4-BE49-F238E27FC236}">
                  <a16:creationId xmlns:a16="http://schemas.microsoft.com/office/drawing/2014/main" id="{170BCFB6-56AA-5949-B662-D8DC7B4B4B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8" y="783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71" name="Line 21">
              <a:extLst>
                <a:ext uri="{FF2B5EF4-FFF2-40B4-BE49-F238E27FC236}">
                  <a16:creationId xmlns:a16="http://schemas.microsoft.com/office/drawing/2014/main" id="{D8F8D681-1905-684B-8620-2A1A9CBAC1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0" y="783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72" name="Line 22">
              <a:extLst>
                <a:ext uri="{FF2B5EF4-FFF2-40B4-BE49-F238E27FC236}">
                  <a16:creationId xmlns:a16="http://schemas.microsoft.com/office/drawing/2014/main" id="{646D7092-86AC-B84B-8DA1-E44BCC03E4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2" y="783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73" name="Line 23">
              <a:extLst>
                <a:ext uri="{FF2B5EF4-FFF2-40B4-BE49-F238E27FC236}">
                  <a16:creationId xmlns:a16="http://schemas.microsoft.com/office/drawing/2014/main" id="{55DEBE3E-F754-9148-93B0-82ACE99FBA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44" y="783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847" name="Freeform 24">
            <a:extLst>
              <a:ext uri="{FF2B5EF4-FFF2-40B4-BE49-F238E27FC236}">
                <a16:creationId xmlns:a16="http://schemas.microsoft.com/office/drawing/2014/main" id="{FEE02BB7-01AB-BA46-8F43-EC8D861B36AF}"/>
              </a:ext>
            </a:extLst>
          </p:cNvPr>
          <p:cNvSpPr>
            <a:spLocks/>
          </p:cNvSpPr>
          <p:nvPr/>
        </p:nvSpPr>
        <p:spPr bwMode="auto">
          <a:xfrm>
            <a:off x="5149850" y="1566863"/>
            <a:ext cx="257175" cy="458787"/>
          </a:xfrm>
          <a:custGeom>
            <a:avLst/>
            <a:gdLst>
              <a:gd name="T0" fmla="*/ 2147483646 w 162"/>
              <a:gd name="T1" fmla="*/ 0 h 289"/>
              <a:gd name="T2" fmla="*/ 0 w 162"/>
              <a:gd name="T3" fmla="*/ 0 h 289"/>
              <a:gd name="T4" fmla="*/ 0 w 162"/>
              <a:gd name="T5" fmla="*/ 2147483646 h 289"/>
              <a:gd name="T6" fmla="*/ 2147483646 w 16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289">
                <a:moveTo>
                  <a:pt x="161" y="0"/>
                </a:moveTo>
                <a:lnTo>
                  <a:pt x="0" y="0"/>
                </a:lnTo>
                <a:lnTo>
                  <a:pt x="0" y="288"/>
                </a:lnTo>
                <a:lnTo>
                  <a:pt x="16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48" name="Freeform 25">
            <a:extLst>
              <a:ext uri="{FF2B5EF4-FFF2-40B4-BE49-F238E27FC236}">
                <a16:creationId xmlns:a16="http://schemas.microsoft.com/office/drawing/2014/main" id="{3778EC86-BBF2-6D46-A169-50505463B7E1}"/>
              </a:ext>
            </a:extLst>
          </p:cNvPr>
          <p:cNvSpPr>
            <a:spLocks/>
          </p:cNvSpPr>
          <p:nvPr/>
        </p:nvSpPr>
        <p:spPr bwMode="auto">
          <a:xfrm>
            <a:off x="5405438" y="1566863"/>
            <a:ext cx="260350" cy="458787"/>
          </a:xfrm>
          <a:custGeom>
            <a:avLst/>
            <a:gdLst>
              <a:gd name="T0" fmla="*/ 0 w 164"/>
              <a:gd name="T1" fmla="*/ 0 h 289"/>
              <a:gd name="T2" fmla="*/ 2147483646 w 164"/>
              <a:gd name="T3" fmla="*/ 0 h 289"/>
              <a:gd name="T4" fmla="*/ 2147483646 w 164"/>
              <a:gd name="T5" fmla="*/ 2147483646 h 289"/>
              <a:gd name="T6" fmla="*/ 0 w 164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4" h="289">
                <a:moveTo>
                  <a:pt x="0" y="0"/>
                </a:moveTo>
                <a:lnTo>
                  <a:pt x="163" y="0"/>
                </a:lnTo>
                <a:lnTo>
                  <a:pt x="163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49" name="Freeform 26">
            <a:extLst>
              <a:ext uri="{FF2B5EF4-FFF2-40B4-BE49-F238E27FC236}">
                <a16:creationId xmlns:a16="http://schemas.microsoft.com/office/drawing/2014/main" id="{3FB88EDF-7D8A-1647-BEF6-BE09A45ED426}"/>
              </a:ext>
            </a:extLst>
          </p:cNvPr>
          <p:cNvSpPr>
            <a:spLocks/>
          </p:cNvSpPr>
          <p:nvPr/>
        </p:nvSpPr>
        <p:spPr bwMode="auto">
          <a:xfrm>
            <a:off x="4541838" y="1414463"/>
            <a:ext cx="338137" cy="763587"/>
          </a:xfrm>
          <a:custGeom>
            <a:avLst/>
            <a:gdLst>
              <a:gd name="T0" fmla="*/ 0 w 213"/>
              <a:gd name="T1" fmla="*/ 2147483646 h 481"/>
              <a:gd name="T2" fmla="*/ 2147483646 w 213"/>
              <a:gd name="T3" fmla="*/ 2147483646 h 481"/>
              <a:gd name="T4" fmla="*/ 0 w 213"/>
              <a:gd name="T5" fmla="*/ 2147483646 h 481"/>
              <a:gd name="T6" fmla="*/ 0 w 213"/>
              <a:gd name="T7" fmla="*/ 0 h 481"/>
              <a:gd name="T8" fmla="*/ 2147483646 w 213"/>
              <a:gd name="T9" fmla="*/ 2147483646 h 481"/>
              <a:gd name="T10" fmla="*/ 2147483646 w 213"/>
              <a:gd name="T11" fmla="*/ 2147483646 h 481"/>
              <a:gd name="T12" fmla="*/ 0 w 213"/>
              <a:gd name="T13" fmla="*/ 2147483646 h 481"/>
              <a:gd name="T14" fmla="*/ 0 w 213"/>
              <a:gd name="T15" fmla="*/ 2147483646 h 4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3" h="481">
                <a:moveTo>
                  <a:pt x="0" y="320"/>
                </a:moveTo>
                <a:lnTo>
                  <a:pt x="71" y="240"/>
                </a:lnTo>
                <a:lnTo>
                  <a:pt x="0" y="160"/>
                </a:lnTo>
                <a:lnTo>
                  <a:pt x="0" y="0"/>
                </a:lnTo>
                <a:lnTo>
                  <a:pt x="212" y="160"/>
                </a:lnTo>
                <a:lnTo>
                  <a:pt x="212" y="320"/>
                </a:lnTo>
                <a:lnTo>
                  <a:pt x="0" y="480"/>
                </a:lnTo>
                <a:lnTo>
                  <a:pt x="0" y="32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50" name="Rectangle 27">
            <a:extLst>
              <a:ext uri="{FF2B5EF4-FFF2-40B4-BE49-F238E27FC236}">
                <a16:creationId xmlns:a16="http://schemas.microsoft.com/office/drawing/2014/main" id="{C2D174CC-9B8D-C84A-9B7C-95DB09E407A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90232" y="1608931"/>
            <a:ext cx="6080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120851" name="Rectangle 28">
            <a:extLst>
              <a:ext uri="{FF2B5EF4-FFF2-40B4-BE49-F238E27FC236}">
                <a16:creationId xmlns:a16="http://schemas.microsoft.com/office/drawing/2014/main" id="{B8658E9B-E0F8-7741-BABD-DF45AB001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725" y="1627188"/>
            <a:ext cx="4302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Im</a:t>
            </a:r>
          </a:p>
        </p:txBody>
      </p:sp>
      <p:grpSp>
        <p:nvGrpSpPr>
          <p:cNvPr id="120852" name="Group 29">
            <a:extLst>
              <a:ext uri="{FF2B5EF4-FFF2-40B4-BE49-F238E27FC236}">
                <a16:creationId xmlns:a16="http://schemas.microsoft.com/office/drawing/2014/main" id="{61AD5FE6-E619-B04A-8E89-A36D5F9F3208}"/>
              </a:ext>
            </a:extLst>
          </p:cNvPr>
          <p:cNvGrpSpPr>
            <a:grpSpLocks/>
          </p:cNvGrpSpPr>
          <p:nvPr/>
        </p:nvGrpSpPr>
        <p:grpSpPr bwMode="auto">
          <a:xfrm>
            <a:off x="3071813" y="1566863"/>
            <a:ext cx="539750" cy="458787"/>
            <a:chOff x="1935" y="1349"/>
            <a:chExt cx="340" cy="289"/>
          </a:xfrm>
        </p:grpSpPr>
        <p:sp>
          <p:nvSpPr>
            <p:cNvPr id="120964" name="Freeform 30">
              <a:extLst>
                <a:ext uri="{FF2B5EF4-FFF2-40B4-BE49-F238E27FC236}">
                  <a16:creationId xmlns:a16="http://schemas.microsoft.com/office/drawing/2014/main" id="{54E38D31-C9C2-764C-B644-F7A3812AF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349"/>
              <a:ext cx="170" cy="289"/>
            </a:xfrm>
            <a:custGeom>
              <a:avLst/>
              <a:gdLst>
                <a:gd name="T0" fmla="*/ 169 w 170"/>
                <a:gd name="T1" fmla="*/ 0 h 289"/>
                <a:gd name="T2" fmla="*/ 0 w 170"/>
                <a:gd name="T3" fmla="*/ 0 h 289"/>
                <a:gd name="T4" fmla="*/ 0 w 170"/>
                <a:gd name="T5" fmla="*/ 288 h 289"/>
                <a:gd name="T6" fmla="*/ 169 w 170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0" h="289">
                  <a:moveTo>
                    <a:pt x="169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9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965" name="Freeform 31">
              <a:extLst>
                <a:ext uri="{FF2B5EF4-FFF2-40B4-BE49-F238E27FC236}">
                  <a16:creationId xmlns:a16="http://schemas.microsoft.com/office/drawing/2014/main" id="{777B84EF-78C5-414E-AF04-C0C16AAA4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1349"/>
              <a:ext cx="171" cy="289"/>
            </a:xfrm>
            <a:custGeom>
              <a:avLst/>
              <a:gdLst>
                <a:gd name="T0" fmla="*/ 0 w 171"/>
                <a:gd name="T1" fmla="*/ 0 h 289"/>
                <a:gd name="T2" fmla="*/ 170 w 171"/>
                <a:gd name="T3" fmla="*/ 0 h 289"/>
                <a:gd name="T4" fmla="*/ 170 w 171"/>
                <a:gd name="T5" fmla="*/ 288 h 289"/>
                <a:gd name="T6" fmla="*/ 0 w 171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1" h="289">
                  <a:moveTo>
                    <a:pt x="0" y="0"/>
                  </a:moveTo>
                  <a:lnTo>
                    <a:pt x="170" y="0"/>
                  </a:lnTo>
                  <a:lnTo>
                    <a:pt x="170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0853" name="Rectangle 32">
            <a:extLst>
              <a:ext uri="{FF2B5EF4-FFF2-40B4-BE49-F238E27FC236}">
                <a16:creationId xmlns:a16="http://schemas.microsoft.com/office/drawing/2014/main" id="{8F4F04AA-E541-6243-B943-E5D551FE9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0" y="1584325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20854" name="Freeform 33">
            <a:extLst>
              <a:ext uri="{FF2B5EF4-FFF2-40B4-BE49-F238E27FC236}">
                <a16:creationId xmlns:a16="http://schemas.microsoft.com/office/drawing/2014/main" id="{16EB64C3-8644-9F4F-BB81-26F06F748BAE}"/>
              </a:ext>
            </a:extLst>
          </p:cNvPr>
          <p:cNvSpPr>
            <a:spLocks/>
          </p:cNvSpPr>
          <p:nvPr/>
        </p:nvSpPr>
        <p:spPr bwMode="auto">
          <a:xfrm>
            <a:off x="3802063" y="1566863"/>
            <a:ext cx="236537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55" name="Freeform 34">
            <a:extLst>
              <a:ext uri="{FF2B5EF4-FFF2-40B4-BE49-F238E27FC236}">
                <a16:creationId xmlns:a16="http://schemas.microsoft.com/office/drawing/2014/main" id="{249EEE42-0F64-4849-86E6-3A165C57CE38}"/>
              </a:ext>
            </a:extLst>
          </p:cNvPr>
          <p:cNvSpPr>
            <a:spLocks/>
          </p:cNvSpPr>
          <p:nvPr/>
        </p:nvSpPr>
        <p:spPr bwMode="auto">
          <a:xfrm>
            <a:off x="4037013" y="1566863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56" name="Line 35">
            <a:extLst>
              <a:ext uri="{FF2B5EF4-FFF2-40B4-BE49-F238E27FC236}">
                <a16:creationId xmlns:a16="http://schemas.microsoft.com/office/drawing/2014/main" id="{BC8E89B5-E40E-DA41-85A1-A84692AAE3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3150" y="1795463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57" name="Freeform 36">
            <a:extLst>
              <a:ext uri="{FF2B5EF4-FFF2-40B4-BE49-F238E27FC236}">
                <a16:creationId xmlns:a16="http://schemas.microsoft.com/office/drawing/2014/main" id="{DACE44A5-2A05-B040-80DA-A6AE3D62CC5B}"/>
              </a:ext>
            </a:extLst>
          </p:cNvPr>
          <p:cNvSpPr>
            <a:spLocks/>
          </p:cNvSpPr>
          <p:nvPr/>
        </p:nvSpPr>
        <p:spPr bwMode="auto">
          <a:xfrm>
            <a:off x="3717925" y="1643063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58" name="Line 37">
            <a:extLst>
              <a:ext uri="{FF2B5EF4-FFF2-40B4-BE49-F238E27FC236}">
                <a16:creationId xmlns:a16="http://schemas.microsoft.com/office/drawing/2014/main" id="{C290D798-3774-0647-8213-0AF316883B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550" y="1643063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59" name="Rectangle 38">
            <a:extLst>
              <a:ext uri="{FF2B5EF4-FFF2-40B4-BE49-F238E27FC236}">
                <a16:creationId xmlns:a16="http://schemas.microsoft.com/office/drawing/2014/main" id="{001614AF-4CC7-204D-AC99-EF21DA6ED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6038" y="1643063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sp>
        <p:nvSpPr>
          <p:cNvPr id="120860" name="Rectangle 39">
            <a:extLst>
              <a:ext uri="{FF2B5EF4-FFF2-40B4-BE49-F238E27FC236}">
                <a16:creationId xmlns:a16="http://schemas.microsoft.com/office/drawing/2014/main" id="{95BD39AC-27B5-5949-92DB-7C16CD9A8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6288" y="1576388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20861" name="Freeform 40">
            <a:extLst>
              <a:ext uri="{FF2B5EF4-FFF2-40B4-BE49-F238E27FC236}">
                <a16:creationId xmlns:a16="http://schemas.microsoft.com/office/drawing/2014/main" id="{975CF6C3-6D57-CC49-A9C4-F1407D225FAF}"/>
              </a:ext>
            </a:extLst>
          </p:cNvPr>
          <p:cNvSpPr>
            <a:spLocks/>
          </p:cNvSpPr>
          <p:nvPr/>
        </p:nvSpPr>
        <p:spPr bwMode="auto">
          <a:xfrm>
            <a:off x="6116638" y="1566863"/>
            <a:ext cx="227012" cy="458787"/>
          </a:xfrm>
          <a:custGeom>
            <a:avLst/>
            <a:gdLst>
              <a:gd name="T0" fmla="*/ 0 w 143"/>
              <a:gd name="T1" fmla="*/ 0 h 289"/>
              <a:gd name="T2" fmla="*/ 2147483646 w 143"/>
              <a:gd name="T3" fmla="*/ 0 h 289"/>
              <a:gd name="T4" fmla="*/ 2147483646 w 143"/>
              <a:gd name="T5" fmla="*/ 2147483646 h 289"/>
              <a:gd name="T6" fmla="*/ 0 w 143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3" h="289">
                <a:moveTo>
                  <a:pt x="0" y="0"/>
                </a:moveTo>
                <a:lnTo>
                  <a:pt x="142" y="0"/>
                </a:lnTo>
                <a:lnTo>
                  <a:pt x="142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62" name="Line 41">
            <a:extLst>
              <a:ext uri="{FF2B5EF4-FFF2-40B4-BE49-F238E27FC236}">
                <a16:creationId xmlns:a16="http://schemas.microsoft.com/office/drawing/2014/main" id="{F9ED5A59-B56D-9A42-9530-B9B42D5CB4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3088" y="1795463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63" name="Line 42">
            <a:extLst>
              <a:ext uri="{FF2B5EF4-FFF2-40B4-BE49-F238E27FC236}">
                <a16:creationId xmlns:a16="http://schemas.microsoft.com/office/drawing/2014/main" id="{953CF9E2-E541-724E-A566-B176CC8FBA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4738" y="1795463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64" name="Freeform 43">
            <a:extLst>
              <a:ext uri="{FF2B5EF4-FFF2-40B4-BE49-F238E27FC236}">
                <a16:creationId xmlns:a16="http://schemas.microsoft.com/office/drawing/2014/main" id="{2AFDA0D7-94C3-5A41-8516-02604ACEFBC9}"/>
              </a:ext>
            </a:extLst>
          </p:cNvPr>
          <p:cNvSpPr>
            <a:spLocks/>
          </p:cNvSpPr>
          <p:nvPr/>
        </p:nvSpPr>
        <p:spPr bwMode="auto">
          <a:xfrm>
            <a:off x="5083175" y="1795463"/>
            <a:ext cx="684213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65" name="Line 44">
            <a:extLst>
              <a:ext uri="{FF2B5EF4-FFF2-40B4-BE49-F238E27FC236}">
                <a16:creationId xmlns:a16="http://schemas.microsoft.com/office/drawing/2014/main" id="{F9FE52EE-8365-C94A-8374-2FB3C585B8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550" y="1947863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66" name="Freeform 45">
            <a:extLst>
              <a:ext uri="{FF2B5EF4-FFF2-40B4-BE49-F238E27FC236}">
                <a16:creationId xmlns:a16="http://schemas.microsoft.com/office/drawing/2014/main" id="{A9A31280-84AF-1144-806E-5AB290B2AB30}"/>
              </a:ext>
            </a:extLst>
          </p:cNvPr>
          <p:cNvSpPr>
            <a:spLocks/>
          </p:cNvSpPr>
          <p:nvPr/>
        </p:nvSpPr>
        <p:spPr bwMode="auto">
          <a:xfrm>
            <a:off x="4452938" y="1787525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0867" name="Group 46">
            <a:extLst>
              <a:ext uri="{FF2B5EF4-FFF2-40B4-BE49-F238E27FC236}">
                <a16:creationId xmlns:a16="http://schemas.microsoft.com/office/drawing/2014/main" id="{D3E33317-F070-5D47-8FB6-18FFAD17686E}"/>
              </a:ext>
            </a:extLst>
          </p:cNvPr>
          <p:cNvGrpSpPr>
            <a:grpSpLocks/>
          </p:cNvGrpSpPr>
          <p:nvPr/>
        </p:nvGrpSpPr>
        <p:grpSpPr bwMode="auto">
          <a:xfrm>
            <a:off x="5205413" y="2125663"/>
            <a:ext cx="352425" cy="763587"/>
            <a:chOff x="3279" y="1701"/>
            <a:chExt cx="222" cy="481"/>
          </a:xfrm>
        </p:grpSpPr>
        <p:sp>
          <p:nvSpPr>
            <p:cNvPr id="120962" name="Freeform 47">
              <a:extLst>
                <a:ext uri="{FF2B5EF4-FFF2-40B4-BE49-F238E27FC236}">
                  <a16:creationId xmlns:a16="http://schemas.microsoft.com/office/drawing/2014/main" id="{DFFCB642-9E16-BF4F-B7F9-AC658DF8BD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" y="1701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963" name="Rectangle 48">
              <a:extLst>
                <a:ext uri="{FF2B5EF4-FFF2-40B4-BE49-F238E27FC236}">
                  <a16:creationId xmlns:a16="http://schemas.microsoft.com/office/drawing/2014/main" id="{81FD3999-E854-C442-A84E-F5DAE1B82B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192" y="1824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120868" name="Group 49">
            <a:extLst>
              <a:ext uri="{FF2B5EF4-FFF2-40B4-BE49-F238E27FC236}">
                <a16:creationId xmlns:a16="http://schemas.microsoft.com/office/drawing/2014/main" id="{7D932BF5-C579-F44C-B1EA-9A7240C0CD37}"/>
              </a:ext>
            </a:extLst>
          </p:cNvPr>
          <p:cNvGrpSpPr>
            <a:grpSpLocks/>
          </p:cNvGrpSpPr>
          <p:nvPr/>
        </p:nvGrpSpPr>
        <p:grpSpPr bwMode="auto">
          <a:xfrm>
            <a:off x="3725863" y="2278063"/>
            <a:ext cx="563562" cy="458787"/>
            <a:chOff x="2347" y="1797"/>
            <a:chExt cx="355" cy="289"/>
          </a:xfrm>
        </p:grpSpPr>
        <p:sp>
          <p:nvSpPr>
            <p:cNvPr id="120958" name="Rectangle 50">
              <a:extLst>
                <a:ext uri="{FF2B5EF4-FFF2-40B4-BE49-F238E27FC236}">
                  <a16:creationId xmlns:a16="http://schemas.microsoft.com/office/drawing/2014/main" id="{FCD68E7E-E948-7A40-B85D-E112225FA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1803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120959" name="Group 51">
              <a:extLst>
                <a:ext uri="{FF2B5EF4-FFF2-40B4-BE49-F238E27FC236}">
                  <a16:creationId xmlns:a16="http://schemas.microsoft.com/office/drawing/2014/main" id="{A9EC2747-53F1-5A47-994D-F8C79866B6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2" y="1797"/>
              <a:ext cx="340" cy="289"/>
              <a:chOff x="2362" y="1797"/>
              <a:chExt cx="340" cy="289"/>
            </a:xfrm>
          </p:grpSpPr>
          <p:sp>
            <p:nvSpPr>
              <p:cNvPr id="120960" name="Freeform 52">
                <a:extLst>
                  <a:ext uri="{FF2B5EF4-FFF2-40B4-BE49-F238E27FC236}">
                    <a16:creationId xmlns:a16="http://schemas.microsoft.com/office/drawing/2014/main" id="{50758FF9-4D81-9740-B67C-13A050B4D1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2" y="1797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961" name="Freeform 53">
                <a:extLst>
                  <a:ext uri="{FF2B5EF4-FFF2-40B4-BE49-F238E27FC236}">
                    <a16:creationId xmlns:a16="http://schemas.microsoft.com/office/drawing/2014/main" id="{20FF9AE9-E5C9-AB47-970C-77F0BEDE5C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1" y="1797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20869" name="Rectangle 54">
            <a:extLst>
              <a:ext uri="{FF2B5EF4-FFF2-40B4-BE49-F238E27FC236}">
                <a16:creationId xmlns:a16="http://schemas.microsoft.com/office/drawing/2014/main" id="{DA2837A1-F82B-6D4B-8CE9-AEA52206D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113" y="2295525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20870" name="Freeform 55">
            <a:extLst>
              <a:ext uri="{FF2B5EF4-FFF2-40B4-BE49-F238E27FC236}">
                <a16:creationId xmlns:a16="http://schemas.microsoft.com/office/drawing/2014/main" id="{61C60579-564F-EA44-BEAE-7106B8150D45}"/>
              </a:ext>
            </a:extLst>
          </p:cNvPr>
          <p:cNvSpPr>
            <a:spLocks/>
          </p:cNvSpPr>
          <p:nvPr/>
        </p:nvSpPr>
        <p:spPr bwMode="auto">
          <a:xfrm>
            <a:off x="4479925" y="2278063"/>
            <a:ext cx="236538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71" name="Line 56">
            <a:extLst>
              <a:ext uri="{FF2B5EF4-FFF2-40B4-BE49-F238E27FC236}">
                <a16:creationId xmlns:a16="http://schemas.microsoft.com/office/drawing/2014/main" id="{4D0F738D-A885-D44C-B0E9-EE48B7EC92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1013" y="2506663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72" name="Freeform 57">
            <a:extLst>
              <a:ext uri="{FF2B5EF4-FFF2-40B4-BE49-F238E27FC236}">
                <a16:creationId xmlns:a16="http://schemas.microsoft.com/office/drawing/2014/main" id="{B1BBBC05-84A0-DE45-933C-E75732ED8454}"/>
              </a:ext>
            </a:extLst>
          </p:cNvPr>
          <p:cNvSpPr>
            <a:spLocks/>
          </p:cNvSpPr>
          <p:nvPr/>
        </p:nvSpPr>
        <p:spPr bwMode="auto">
          <a:xfrm>
            <a:off x="4395788" y="2354263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73" name="Line 58">
            <a:extLst>
              <a:ext uri="{FF2B5EF4-FFF2-40B4-BE49-F238E27FC236}">
                <a16:creationId xmlns:a16="http://schemas.microsoft.com/office/drawing/2014/main" id="{04DF474C-1BCB-6848-8EC6-D318DA752B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1413" y="2354263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74" name="Rectangle 59">
            <a:extLst>
              <a:ext uri="{FF2B5EF4-FFF2-40B4-BE49-F238E27FC236}">
                <a16:creationId xmlns:a16="http://schemas.microsoft.com/office/drawing/2014/main" id="{EF8861B3-D63C-0B49-89B8-072E40571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100" y="2287588"/>
            <a:ext cx="4968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120875" name="Group 60">
            <a:extLst>
              <a:ext uri="{FF2B5EF4-FFF2-40B4-BE49-F238E27FC236}">
                <a16:creationId xmlns:a16="http://schemas.microsoft.com/office/drawing/2014/main" id="{C7356B6A-8D3A-C04A-8D46-3DCCE555A98C}"/>
              </a:ext>
            </a:extLst>
          </p:cNvPr>
          <p:cNvGrpSpPr>
            <a:grpSpLocks/>
          </p:cNvGrpSpPr>
          <p:nvPr/>
        </p:nvGrpSpPr>
        <p:grpSpPr bwMode="auto">
          <a:xfrm>
            <a:off x="5827713" y="2278063"/>
            <a:ext cx="515937" cy="458787"/>
            <a:chOff x="3671" y="1797"/>
            <a:chExt cx="325" cy="289"/>
          </a:xfrm>
        </p:grpSpPr>
        <p:sp>
          <p:nvSpPr>
            <p:cNvPr id="120956" name="Freeform 61">
              <a:extLst>
                <a:ext uri="{FF2B5EF4-FFF2-40B4-BE49-F238E27FC236}">
                  <a16:creationId xmlns:a16="http://schemas.microsoft.com/office/drawing/2014/main" id="{179EE1FF-9528-6744-8D07-148211593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1797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957" name="Freeform 62">
              <a:extLst>
                <a:ext uri="{FF2B5EF4-FFF2-40B4-BE49-F238E27FC236}">
                  <a16:creationId xmlns:a16="http://schemas.microsoft.com/office/drawing/2014/main" id="{4C44CD91-BFDB-FC43-9D8A-99DF869CD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1797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0876" name="Rectangle 63">
            <a:extLst>
              <a:ext uri="{FF2B5EF4-FFF2-40B4-BE49-F238E27FC236}">
                <a16:creationId xmlns:a16="http://schemas.microsoft.com/office/drawing/2014/main" id="{7D491748-039D-D745-B0B7-4410FA87D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150" y="2287588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120877" name="Group 64">
            <a:extLst>
              <a:ext uri="{FF2B5EF4-FFF2-40B4-BE49-F238E27FC236}">
                <a16:creationId xmlns:a16="http://schemas.microsoft.com/office/drawing/2014/main" id="{EA50CE72-E596-844D-BDA9-6B23C070ED2B}"/>
              </a:ext>
            </a:extLst>
          </p:cNvPr>
          <p:cNvGrpSpPr>
            <a:grpSpLocks/>
          </p:cNvGrpSpPr>
          <p:nvPr/>
        </p:nvGrpSpPr>
        <p:grpSpPr bwMode="auto">
          <a:xfrm>
            <a:off x="6570663" y="2278063"/>
            <a:ext cx="450850" cy="458787"/>
            <a:chOff x="4139" y="1797"/>
            <a:chExt cx="284" cy="289"/>
          </a:xfrm>
        </p:grpSpPr>
        <p:sp>
          <p:nvSpPr>
            <p:cNvPr id="120954" name="Freeform 65">
              <a:extLst>
                <a:ext uri="{FF2B5EF4-FFF2-40B4-BE49-F238E27FC236}">
                  <a16:creationId xmlns:a16="http://schemas.microsoft.com/office/drawing/2014/main" id="{4D1228B4-3D8C-7449-B34B-A3F1E4C55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9" y="1797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955" name="Freeform 66">
              <a:extLst>
                <a:ext uri="{FF2B5EF4-FFF2-40B4-BE49-F238E27FC236}">
                  <a16:creationId xmlns:a16="http://schemas.microsoft.com/office/drawing/2014/main" id="{2F1243E8-D077-3140-96A0-7E61F4A82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0" y="1797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0878" name="Line 67">
            <a:extLst>
              <a:ext uri="{FF2B5EF4-FFF2-40B4-BE49-F238E27FC236}">
                <a16:creationId xmlns:a16="http://schemas.microsoft.com/office/drawing/2014/main" id="{8683CB2D-9DBB-7144-B5CC-D3B8896C192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0950" y="2506663"/>
            <a:ext cx="233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79" name="Line 68">
            <a:extLst>
              <a:ext uri="{FF2B5EF4-FFF2-40B4-BE49-F238E27FC236}">
                <a16:creationId xmlns:a16="http://schemas.microsoft.com/office/drawing/2014/main" id="{E6A34C4E-3174-3B4E-8374-FCC6AFBAAB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2506663"/>
            <a:ext cx="258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80" name="Freeform 69">
            <a:extLst>
              <a:ext uri="{FF2B5EF4-FFF2-40B4-BE49-F238E27FC236}">
                <a16:creationId xmlns:a16="http://schemas.microsoft.com/office/drawing/2014/main" id="{2A0D4625-53DA-F44E-AE70-57F569554030}"/>
              </a:ext>
            </a:extLst>
          </p:cNvPr>
          <p:cNvSpPr>
            <a:spLocks/>
          </p:cNvSpPr>
          <p:nvPr/>
        </p:nvSpPr>
        <p:spPr bwMode="auto">
          <a:xfrm>
            <a:off x="5761038" y="2506663"/>
            <a:ext cx="684212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81" name="Line 70">
            <a:extLst>
              <a:ext uri="{FF2B5EF4-FFF2-40B4-BE49-F238E27FC236}">
                <a16:creationId xmlns:a16="http://schemas.microsoft.com/office/drawing/2014/main" id="{C75CE754-3F01-1E48-A78D-17D8A53841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1413" y="2659063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82" name="Freeform 71">
            <a:extLst>
              <a:ext uri="{FF2B5EF4-FFF2-40B4-BE49-F238E27FC236}">
                <a16:creationId xmlns:a16="http://schemas.microsoft.com/office/drawing/2014/main" id="{7E9092DA-34DC-F74F-9CBB-2AA073A9EC40}"/>
              </a:ext>
            </a:extLst>
          </p:cNvPr>
          <p:cNvSpPr>
            <a:spLocks/>
          </p:cNvSpPr>
          <p:nvPr/>
        </p:nvSpPr>
        <p:spPr bwMode="auto">
          <a:xfrm>
            <a:off x="5130800" y="2498725"/>
            <a:ext cx="534988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83" name="Freeform 72">
            <a:extLst>
              <a:ext uri="{FF2B5EF4-FFF2-40B4-BE49-F238E27FC236}">
                <a16:creationId xmlns:a16="http://schemas.microsoft.com/office/drawing/2014/main" id="{B4C3D523-580C-004A-B8E6-36A6048926E5}"/>
              </a:ext>
            </a:extLst>
          </p:cNvPr>
          <p:cNvSpPr>
            <a:spLocks/>
          </p:cNvSpPr>
          <p:nvPr/>
        </p:nvSpPr>
        <p:spPr bwMode="auto">
          <a:xfrm>
            <a:off x="6438900" y="3217863"/>
            <a:ext cx="684213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0884" name="Group 73">
            <a:extLst>
              <a:ext uri="{FF2B5EF4-FFF2-40B4-BE49-F238E27FC236}">
                <a16:creationId xmlns:a16="http://schemas.microsoft.com/office/drawing/2014/main" id="{E4368AFB-7052-E94A-A1A5-F8C44DD459A7}"/>
              </a:ext>
            </a:extLst>
          </p:cNvPr>
          <p:cNvGrpSpPr>
            <a:grpSpLocks/>
          </p:cNvGrpSpPr>
          <p:nvPr/>
        </p:nvGrpSpPr>
        <p:grpSpPr bwMode="auto">
          <a:xfrm>
            <a:off x="5883275" y="2836863"/>
            <a:ext cx="352425" cy="763587"/>
            <a:chOff x="3706" y="2149"/>
            <a:chExt cx="222" cy="481"/>
          </a:xfrm>
        </p:grpSpPr>
        <p:sp>
          <p:nvSpPr>
            <p:cNvPr id="120952" name="Freeform 74">
              <a:extLst>
                <a:ext uri="{FF2B5EF4-FFF2-40B4-BE49-F238E27FC236}">
                  <a16:creationId xmlns:a16="http://schemas.microsoft.com/office/drawing/2014/main" id="{2D492795-6219-8843-98C2-527D86591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" y="2149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953" name="Rectangle 75">
              <a:extLst>
                <a:ext uri="{FF2B5EF4-FFF2-40B4-BE49-F238E27FC236}">
                  <a16:creationId xmlns:a16="http://schemas.microsoft.com/office/drawing/2014/main" id="{9FAE0856-37CE-F04C-A87B-46ABA0E6F9E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619" y="2272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120885" name="Group 76">
            <a:extLst>
              <a:ext uri="{FF2B5EF4-FFF2-40B4-BE49-F238E27FC236}">
                <a16:creationId xmlns:a16="http://schemas.microsoft.com/office/drawing/2014/main" id="{9DD76FCD-E509-4D4C-BFDD-DBBC8A388B46}"/>
              </a:ext>
            </a:extLst>
          </p:cNvPr>
          <p:cNvGrpSpPr>
            <a:grpSpLocks/>
          </p:cNvGrpSpPr>
          <p:nvPr/>
        </p:nvGrpSpPr>
        <p:grpSpPr bwMode="auto">
          <a:xfrm>
            <a:off x="4403725" y="2989263"/>
            <a:ext cx="563563" cy="458787"/>
            <a:chOff x="2774" y="2245"/>
            <a:chExt cx="355" cy="289"/>
          </a:xfrm>
        </p:grpSpPr>
        <p:sp>
          <p:nvSpPr>
            <p:cNvPr id="120948" name="Rectangle 77">
              <a:extLst>
                <a:ext uri="{FF2B5EF4-FFF2-40B4-BE49-F238E27FC236}">
                  <a16:creationId xmlns:a16="http://schemas.microsoft.com/office/drawing/2014/main" id="{E5F57946-F326-BB46-9191-408C6873D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" y="2251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120949" name="Group 78">
              <a:extLst>
                <a:ext uri="{FF2B5EF4-FFF2-40B4-BE49-F238E27FC236}">
                  <a16:creationId xmlns:a16="http://schemas.microsoft.com/office/drawing/2014/main" id="{C45C5CE7-542F-2E43-BD03-CB6161B2A9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9" y="2245"/>
              <a:ext cx="340" cy="289"/>
              <a:chOff x="2789" y="2245"/>
              <a:chExt cx="340" cy="289"/>
            </a:xfrm>
          </p:grpSpPr>
          <p:sp>
            <p:nvSpPr>
              <p:cNvPr id="120950" name="Freeform 79">
                <a:extLst>
                  <a:ext uri="{FF2B5EF4-FFF2-40B4-BE49-F238E27FC236}">
                    <a16:creationId xmlns:a16="http://schemas.microsoft.com/office/drawing/2014/main" id="{18B1B199-4717-0E4A-BE13-DC770B69B3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2245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951" name="Freeform 80">
                <a:extLst>
                  <a:ext uri="{FF2B5EF4-FFF2-40B4-BE49-F238E27FC236}">
                    <a16:creationId xmlns:a16="http://schemas.microsoft.com/office/drawing/2014/main" id="{F824F905-CBB5-504D-9916-FACD9B4B06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8" y="2245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20886" name="Rectangle 81">
            <a:extLst>
              <a:ext uri="{FF2B5EF4-FFF2-40B4-BE49-F238E27FC236}">
                <a16:creationId xmlns:a16="http://schemas.microsoft.com/office/drawing/2014/main" id="{0918D9D4-FFB1-6B40-AE5F-D56E10115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3006725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20887" name="Freeform 82">
            <a:extLst>
              <a:ext uri="{FF2B5EF4-FFF2-40B4-BE49-F238E27FC236}">
                <a16:creationId xmlns:a16="http://schemas.microsoft.com/office/drawing/2014/main" id="{EB23409F-78C8-EB4C-90E5-9EDB0D34A882}"/>
              </a:ext>
            </a:extLst>
          </p:cNvPr>
          <p:cNvSpPr>
            <a:spLocks/>
          </p:cNvSpPr>
          <p:nvPr/>
        </p:nvSpPr>
        <p:spPr bwMode="auto">
          <a:xfrm>
            <a:off x="5157788" y="2989263"/>
            <a:ext cx="236537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88" name="Line 83">
            <a:extLst>
              <a:ext uri="{FF2B5EF4-FFF2-40B4-BE49-F238E27FC236}">
                <a16:creationId xmlns:a16="http://schemas.microsoft.com/office/drawing/2014/main" id="{D0EA0212-6590-9D49-A402-8527F909EC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8875" y="3217863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89" name="Freeform 84">
            <a:extLst>
              <a:ext uri="{FF2B5EF4-FFF2-40B4-BE49-F238E27FC236}">
                <a16:creationId xmlns:a16="http://schemas.microsoft.com/office/drawing/2014/main" id="{A620CC3B-6355-414C-A609-F5DD29E5426C}"/>
              </a:ext>
            </a:extLst>
          </p:cNvPr>
          <p:cNvSpPr>
            <a:spLocks/>
          </p:cNvSpPr>
          <p:nvPr/>
        </p:nvSpPr>
        <p:spPr bwMode="auto">
          <a:xfrm>
            <a:off x="5073650" y="3065463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90" name="Line 85">
            <a:extLst>
              <a:ext uri="{FF2B5EF4-FFF2-40B4-BE49-F238E27FC236}">
                <a16:creationId xmlns:a16="http://schemas.microsoft.com/office/drawing/2014/main" id="{9CE8D684-A40C-5D4F-A627-20B3F64BD4BD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9275" y="3065463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91" name="Rectangle 86">
            <a:extLst>
              <a:ext uri="{FF2B5EF4-FFF2-40B4-BE49-F238E27FC236}">
                <a16:creationId xmlns:a16="http://schemas.microsoft.com/office/drawing/2014/main" id="{1CCCC5B1-7EA6-7144-AC98-6F4EDAD6D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0963" y="2998788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120892" name="Group 87">
            <a:extLst>
              <a:ext uri="{FF2B5EF4-FFF2-40B4-BE49-F238E27FC236}">
                <a16:creationId xmlns:a16="http://schemas.microsoft.com/office/drawing/2014/main" id="{C094B9BB-D660-934D-BF10-4F51887BF3D7}"/>
              </a:ext>
            </a:extLst>
          </p:cNvPr>
          <p:cNvGrpSpPr>
            <a:grpSpLocks/>
          </p:cNvGrpSpPr>
          <p:nvPr/>
        </p:nvGrpSpPr>
        <p:grpSpPr bwMode="auto">
          <a:xfrm>
            <a:off x="6505575" y="2989263"/>
            <a:ext cx="515938" cy="458787"/>
            <a:chOff x="4098" y="2245"/>
            <a:chExt cx="325" cy="289"/>
          </a:xfrm>
        </p:grpSpPr>
        <p:sp>
          <p:nvSpPr>
            <p:cNvPr id="120946" name="Freeform 88">
              <a:extLst>
                <a:ext uri="{FF2B5EF4-FFF2-40B4-BE49-F238E27FC236}">
                  <a16:creationId xmlns:a16="http://schemas.microsoft.com/office/drawing/2014/main" id="{09AB680E-E606-DC4E-9478-C96A53598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2245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947" name="Freeform 89">
              <a:extLst>
                <a:ext uri="{FF2B5EF4-FFF2-40B4-BE49-F238E27FC236}">
                  <a16:creationId xmlns:a16="http://schemas.microsoft.com/office/drawing/2014/main" id="{24CAA9BD-CE75-2940-9C70-D0E259F1A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9" y="2245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0893" name="Rectangle 90">
            <a:extLst>
              <a:ext uri="{FF2B5EF4-FFF2-40B4-BE49-F238E27FC236}">
                <a16:creationId xmlns:a16="http://schemas.microsoft.com/office/drawing/2014/main" id="{B4BEFFFD-194E-D046-82B9-F1F202386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013" y="2998788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120894" name="Group 91">
            <a:extLst>
              <a:ext uri="{FF2B5EF4-FFF2-40B4-BE49-F238E27FC236}">
                <a16:creationId xmlns:a16="http://schemas.microsoft.com/office/drawing/2014/main" id="{92F351FC-ED22-454F-B495-ACB8AF2C52CC}"/>
              </a:ext>
            </a:extLst>
          </p:cNvPr>
          <p:cNvGrpSpPr>
            <a:grpSpLocks/>
          </p:cNvGrpSpPr>
          <p:nvPr/>
        </p:nvGrpSpPr>
        <p:grpSpPr bwMode="auto">
          <a:xfrm>
            <a:off x="7248525" y="2989263"/>
            <a:ext cx="450850" cy="458787"/>
            <a:chOff x="4566" y="2245"/>
            <a:chExt cx="284" cy="289"/>
          </a:xfrm>
        </p:grpSpPr>
        <p:sp>
          <p:nvSpPr>
            <p:cNvPr id="120944" name="Freeform 92">
              <a:extLst>
                <a:ext uri="{FF2B5EF4-FFF2-40B4-BE49-F238E27FC236}">
                  <a16:creationId xmlns:a16="http://schemas.microsoft.com/office/drawing/2014/main" id="{960C1819-EF3E-0344-8778-F85A210D7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6" y="2245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945" name="Freeform 93">
              <a:extLst>
                <a:ext uri="{FF2B5EF4-FFF2-40B4-BE49-F238E27FC236}">
                  <a16:creationId xmlns:a16="http://schemas.microsoft.com/office/drawing/2014/main" id="{84E23EDF-B1BA-734D-8BE7-4E0F54BB8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7" y="2245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0895" name="Line 94">
            <a:extLst>
              <a:ext uri="{FF2B5EF4-FFF2-40B4-BE49-F238E27FC236}">
                <a16:creationId xmlns:a16="http://schemas.microsoft.com/office/drawing/2014/main" id="{B5BD61E0-1E41-6B46-B445-E5371EA64D8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8813" y="3217863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96" name="Line 95">
            <a:extLst>
              <a:ext uri="{FF2B5EF4-FFF2-40B4-BE49-F238E27FC236}">
                <a16:creationId xmlns:a16="http://schemas.microsoft.com/office/drawing/2014/main" id="{280C8992-B6DB-9A42-B453-3425674D9F1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0463" y="3217863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97" name="Line 96">
            <a:extLst>
              <a:ext uri="{FF2B5EF4-FFF2-40B4-BE49-F238E27FC236}">
                <a16:creationId xmlns:a16="http://schemas.microsoft.com/office/drawing/2014/main" id="{CFC1D8A2-36E0-7942-94F7-1358C457FA7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9275" y="3370263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98" name="Freeform 97">
            <a:extLst>
              <a:ext uri="{FF2B5EF4-FFF2-40B4-BE49-F238E27FC236}">
                <a16:creationId xmlns:a16="http://schemas.microsoft.com/office/drawing/2014/main" id="{48760170-0B67-984A-8675-9C349C46B963}"/>
              </a:ext>
            </a:extLst>
          </p:cNvPr>
          <p:cNvSpPr>
            <a:spLocks/>
          </p:cNvSpPr>
          <p:nvPr/>
        </p:nvSpPr>
        <p:spPr bwMode="auto">
          <a:xfrm>
            <a:off x="5808663" y="3209925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99" name="Freeform 98">
            <a:extLst>
              <a:ext uri="{FF2B5EF4-FFF2-40B4-BE49-F238E27FC236}">
                <a16:creationId xmlns:a16="http://schemas.microsoft.com/office/drawing/2014/main" id="{E52DB886-FC25-7B4D-AEB1-19ED42598E0F}"/>
              </a:ext>
            </a:extLst>
          </p:cNvPr>
          <p:cNvSpPr>
            <a:spLocks/>
          </p:cNvSpPr>
          <p:nvPr/>
        </p:nvSpPr>
        <p:spPr bwMode="auto">
          <a:xfrm>
            <a:off x="6575425" y="3548063"/>
            <a:ext cx="338138" cy="763587"/>
          </a:xfrm>
          <a:custGeom>
            <a:avLst/>
            <a:gdLst>
              <a:gd name="T0" fmla="*/ 0 w 213"/>
              <a:gd name="T1" fmla="*/ 2147483646 h 481"/>
              <a:gd name="T2" fmla="*/ 2147483646 w 213"/>
              <a:gd name="T3" fmla="*/ 2147483646 h 481"/>
              <a:gd name="T4" fmla="*/ 0 w 213"/>
              <a:gd name="T5" fmla="*/ 2147483646 h 481"/>
              <a:gd name="T6" fmla="*/ 0 w 213"/>
              <a:gd name="T7" fmla="*/ 0 h 481"/>
              <a:gd name="T8" fmla="*/ 2147483646 w 213"/>
              <a:gd name="T9" fmla="*/ 2147483646 h 481"/>
              <a:gd name="T10" fmla="*/ 2147483646 w 213"/>
              <a:gd name="T11" fmla="*/ 2147483646 h 481"/>
              <a:gd name="T12" fmla="*/ 0 w 213"/>
              <a:gd name="T13" fmla="*/ 2147483646 h 481"/>
              <a:gd name="T14" fmla="*/ 0 w 213"/>
              <a:gd name="T15" fmla="*/ 2147483646 h 4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3" h="481">
                <a:moveTo>
                  <a:pt x="0" y="320"/>
                </a:moveTo>
                <a:lnTo>
                  <a:pt x="71" y="240"/>
                </a:lnTo>
                <a:lnTo>
                  <a:pt x="0" y="160"/>
                </a:lnTo>
                <a:lnTo>
                  <a:pt x="0" y="0"/>
                </a:lnTo>
                <a:lnTo>
                  <a:pt x="212" y="160"/>
                </a:lnTo>
                <a:lnTo>
                  <a:pt x="212" y="320"/>
                </a:lnTo>
                <a:lnTo>
                  <a:pt x="0" y="480"/>
                </a:lnTo>
                <a:lnTo>
                  <a:pt x="0" y="32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900" name="Freeform 99">
            <a:extLst>
              <a:ext uri="{FF2B5EF4-FFF2-40B4-BE49-F238E27FC236}">
                <a16:creationId xmlns:a16="http://schemas.microsoft.com/office/drawing/2014/main" id="{44905A3D-19B5-9B48-ACA9-AA2F3F96E02E}"/>
              </a:ext>
            </a:extLst>
          </p:cNvPr>
          <p:cNvSpPr>
            <a:spLocks/>
          </p:cNvSpPr>
          <p:nvPr/>
        </p:nvSpPr>
        <p:spPr bwMode="auto">
          <a:xfrm>
            <a:off x="7116763" y="3929063"/>
            <a:ext cx="684212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901" name="Freeform 100">
            <a:extLst>
              <a:ext uri="{FF2B5EF4-FFF2-40B4-BE49-F238E27FC236}">
                <a16:creationId xmlns:a16="http://schemas.microsoft.com/office/drawing/2014/main" id="{2455B1C7-A1EA-7948-85B0-A1B328C5C111}"/>
              </a:ext>
            </a:extLst>
          </p:cNvPr>
          <p:cNvSpPr>
            <a:spLocks/>
          </p:cNvSpPr>
          <p:nvPr/>
        </p:nvSpPr>
        <p:spPr bwMode="auto">
          <a:xfrm>
            <a:off x="5105400" y="3700463"/>
            <a:ext cx="269875" cy="458787"/>
          </a:xfrm>
          <a:custGeom>
            <a:avLst/>
            <a:gdLst>
              <a:gd name="T0" fmla="*/ 2147483646 w 170"/>
              <a:gd name="T1" fmla="*/ 0 h 289"/>
              <a:gd name="T2" fmla="*/ 0 w 170"/>
              <a:gd name="T3" fmla="*/ 0 h 289"/>
              <a:gd name="T4" fmla="*/ 0 w 170"/>
              <a:gd name="T5" fmla="*/ 2147483646 h 289"/>
              <a:gd name="T6" fmla="*/ 2147483646 w 170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0" h="289">
                <a:moveTo>
                  <a:pt x="169" y="0"/>
                </a:moveTo>
                <a:lnTo>
                  <a:pt x="0" y="0"/>
                </a:lnTo>
                <a:lnTo>
                  <a:pt x="0" y="288"/>
                </a:lnTo>
                <a:lnTo>
                  <a:pt x="169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902" name="Freeform 101">
            <a:extLst>
              <a:ext uri="{FF2B5EF4-FFF2-40B4-BE49-F238E27FC236}">
                <a16:creationId xmlns:a16="http://schemas.microsoft.com/office/drawing/2014/main" id="{C67287E3-1DEE-E146-A603-71FD960E989E}"/>
              </a:ext>
            </a:extLst>
          </p:cNvPr>
          <p:cNvSpPr>
            <a:spLocks/>
          </p:cNvSpPr>
          <p:nvPr/>
        </p:nvSpPr>
        <p:spPr bwMode="auto">
          <a:xfrm>
            <a:off x="5373688" y="3700463"/>
            <a:ext cx="271462" cy="458787"/>
          </a:xfrm>
          <a:custGeom>
            <a:avLst/>
            <a:gdLst>
              <a:gd name="T0" fmla="*/ 0 w 171"/>
              <a:gd name="T1" fmla="*/ 0 h 289"/>
              <a:gd name="T2" fmla="*/ 2147483646 w 171"/>
              <a:gd name="T3" fmla="*/ 0 h 289"/>
              <a:gd name="T4" fmla="*/ 2147483646 w 171"/>
              <a:gd name="T5" fmla="*/ 2147483646 h 289"/>
              <a:gd name="T6" fmla="*/ 0 w 171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1" h="289">
                <a:moveTo>
                  <a:pt x="0" y="0"/>
                </a:moveTo>
                <a:lnTo>
                  <a:pt x="170" y="0"/>
                </a:lnTo>
                <a:lnTo>
                  <a:pt x="170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903" name="Rectangle 102">
            <a:extLst>
              <a:ext uri="{FF2B5EF4-FFF2-40B4-BE49-F238E27FC236}">
                <a16:creationId xmlns:a16="http://schemas.microsoft.com/office/drawing/2014/main" id="{629BA669-ACD1-FB44-B5C9-D62B65813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588" y="3709988"/>
            <a:ext cx="4302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Im</a:t>
            </a:r>
          </a:p>
        </p:txBody>
      </p:sp>
      <p:sp>
        <p:nvSpPr>
          <p:cNvPr id="120904" name="Rectangle 103">
            <a:extLst>
              <a:ext uri="{FF2B5EF4-FFF2-40B4-BE49-F238E27FC236}">
                <a16:creationId xmlns:a16="http://schemas.microsoft.com/office/drawing/2014/main" id="{08E346E5-5F21-504F-8DC1-70D13B905C9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23820" y="3742531"/>
            <a:ext cx="6080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120905" name="Rectangle 104">
            <a:extLst>
              <a:ext uri="{FF2B5EF4-FFF2-40B4-BE49-F238E27FC236}">
                <a16:creationId xmlns:a16="http://schemas.microsoft.com/office/drawing/2014/main" id="{580F9709-33EB-C248-8AF9-54955A0DF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838" y="3717925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20906" name="Freeform 105">
            <a:extLst>
              <a:ext uri="{FF2B5EF4-FFF2-40B4-BE49-F238E27FC236}">
                <a16:creationId xmlns:a16="http://schemas.microsoft.com/office/drawing/2014/main" id="{CC9A6FCB-A516-7E4F-AC22-A5152E07F722}"/>
              </a:ext>
            </a:extLst>
          </p:cNvPr>
          <p:cNvSpPr>
            <a:spLocks/>
          </p:cNvSpPr>
          <p:nvPr/>
        </p:nvSpPr>
        <p:spPr bwMode="auto">
          <a:xfrm>
            <a:off x="5835650" y="3700463"/>
            <a:ext cx="236538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907" name="Line 106">
            <a:extLst>
              <a:ext uri="{FF2B5EF4-FFF2-40B4-BE49-F238E27FC236}">
                <a16:creationId xmlns:a16="http://schemas.microsoft.com/office/drawing/2014/main" id="{AE6AE4FF-9698-F24C-A8A1-D6483185C6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6738" y="3929063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08" name="Freeform 107">
            <a:extLst>
              <a:ext uri="{FF2B5EF4-FFF2-40B4-BE49-F238E27FC236}">
                <a16:creationId xmlns:a16="http://schemas.microsoft.com/office/drawing/2014/main" id="{58997385-6C03-394F-834C-3DEB864A7AC4}"/>
              </a:ext>
            </a:extLst>
          </p:cNvPr>
          <p:cNvSpPr>
            <a:spLocks/>
          </p:cNvSpPr>
          <p:nvPr/>
        </p:nvSpPr>
        <p:spPr bwMode="auto">
          <a:xfrm>
            <a:off x="5751513" y="3776663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909" name="Line 108">
            <a:extLst>
              <a:ext uri="{FF2B5EF4-FFF2-40B4-BE49-F238E27FC236}">
                <a16:creationId xmlns:a16="http://schemas.microsoft.com/office/drawing/2014/main" id="{4355F30D-5F36-CE4E-A152-B12A8E52B4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7138" y="3776663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10" name="Rectangle 109">
            <a:extLst>
              <a:ext uri="{FF2B5EF4-FFF2-40B4-BE49-F238E27FC236}">
                <a16:creationId xmlns:a16="http://schemas.microsoft.com/office/drawing/2014/main" id="{783EDC63-BE4C-2E49-977C-19A8D16BA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8825" y="3709988"/>
            <a:ext cx="4968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sp>
        <p:nvSpPr>
          <p:cNvPr id="120911" name="Freeform 110">
            <a:extLst>
              <a:ext uri="{FF2B5EF4-FFF2-40B4-BE49-F238E27FC236}">
                <a16:creationId xmlns:a16="http://schemas.microsoft.com/office/drawing/2014/main" id="{117A94CF-5BB7-2A48-BC61-14DBE29B8B30}"/>
              </a:ext>
            </a:extLst>
          </p:cNvPr>
          <p:cNvSpPr>
            <a:spLocks/>
          </p:cNvSpPr>
          <p:nvPr/>
        </p:nvSpPr>
        <p:spPr bwMode="auto">
          <a:xfrm>
            <a:off x="7183438" y="3700463"/>
            <a:ext cx="257175" cy="458787"/>
          </a:xfrm>
          <a:custGeom>
            <a:avLst/>
            <a:gdLst>
              <a:gd name="T0" fmla="*/ 2147483646 w 162"/>
              <a:gd name="T1" fmla="*/ 0 h 289"/>
              <a:gd name="T2" fmla="*/ 0 w 162"/>
              <a:gd name="T3" fmla="*/ 0 h 289"/>
              <a:gd name="T4" fmla="*/ 0 w 162"/>
              <a:gd name="T5" fmla="*/ 2147483646 h 289"/>
              <a:gd name="T6" fmla="*/ 2147483646 w 16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289">
                <a:moveTo>
                  <a:pt x="161" y="0"/>
                </a:moveTo>
                <a:lnTo>
                  <a:pt x="0" y="0"/>
                </a:lnTo>
                <a:lnTo>
                  <a:pt x="0" y="288"/>
                </a:lnTo>
                <a:lnTo>
                  <a:pt x="16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912" name="Freeform 111">
            <a:extLst>
              <a:ext uri="{FF2B5EF4-FFF2-40B4-BE49-F238E27FC236}">
                <a16:creationId xmlns:a16="http://schemas.microsoft.com/office/drawing/2014/main" id="{59F75027-5283-C647-A4B3-99B227B56933}"/>
              </a:ext>
            </a:extLst>
          </p:cNvPr>
          <p:cNvSpPr>
            <a:spLocks/>
          </p:cNvSpPr>
          <p:nvPr/>
        </p:nvSpPr>
        <p:spPr bwMode="auto">
          <a:xfrm>
            <a:off x="7439025" y="3700463"/>
            <a:ext cx="260350" cy="458787"/>
          </a:xfrm>
          <a:custGeom>
            <a:avLst/>
            <a:gdLst>
              <a:gd name="T0" fmla="*/ 0 w 164"/>
              <a:gd name="T1" fmla="*/ 0 h 289"/>
              <a:gd name="T2" fmla="*/ 2147483646 w 164"/>
              <a:gd name="T3" fmla="*/ 0 h 289"/>
              <a:gd name="T4" fmla="*/ 2147483646 w 164"/>
              <a:gd name="T5" fmla="*/ 2147483646 h 289"/>
              <a:gd name="T6" fmla="*/ 0 w 164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4" h="289">
                <a:moveTo>
                  <a:pt x="0" y="0"/>
                </a:moveTo>
                <a:lnTo>
                  <a:pt x="163" y="0"/>
                </a:lnTo>
                <a:lnTo>
                  <a:pt x="163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913" name="Rectangle 112">
            <a:extLst>
              <a:ext uri="{FF2B5EF4-FFF2-40B4-BE49-F238E27FC236}">
                <a16:creationId xmlns:a16="http://schemas.microsoft.com/office/drawing/2014/main" id="{7AA80F7E-2A53-344A-ADB9-FE828D658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9875" y="3709988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20914" name="Freeform 113">
            <a:extLst>
              <a:ext uri="{FF2B5EF4-FFF2-40B4-BE49-F238E27FC236}">
                <a16:creationId xmlns:a16="http://schemas.microsoft.com/office/drawing/2014/main" id="{D85750B5-554B-E842-A67A-35354BACCE0F}"/>
              </a:ext>
            </a:extLst>
          </p:cNvPr>
          <p:cNvSpPr>
            <a:spLocks/>
          </p:cNvSpPr>
          <p:nvPr/>
        </p:nvSpPr>
        <p:spPr bwMode="auto">
          <a:xfrm>
            <a:off x="7926388" y="3700463"/>
            <a:ext cx="225425" cy="458787"/>
          </a:xfrm>
          <a:custGeom>
            <a:avLst/>
            <a:gdLst>
              <a:gd name="T0" fmla="*/ 2147483646 w 142"/>
              <a:gd name="T1" fmla="*/ 0 h 289"/>
              <a:gd name="T2" fmla="*/ 0 w 142"/>
              <a:gd name="T3" fmla="*/ 0 h 289"/>
              <a:gd name="T4" fmla="*/ 0 w 142"/>
              <a:gd name="T5" fmla="*/ 2147483646 h 289"/>
              <a:gd name="T6" fmla="*/ 2147483646 w 14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2" h="289">
                <a:moveTo>
                  <a:pt x="141" y="0"/>
                </a:moveTo>
                <a:lnTo>
                  <a:pt x="0" y="0"/>
                </a:lnTo>
                <a:lnTo>
                  <a:pt x="0" y="288"/>
                </a:lnTo>
                <a:lnTo>
                  <a:pt x="14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915" name="Freeform 114">
            <a:extLst>
              <a:ext uri="{FF2B5EF4-FFF2-40B4-BE49-F238E27FC236}">
                <a16:creationId xmlns:a16="http://schemas.microsoft.com/office/drawing/2014/main" id="{E6853519-4E54-9A4A-ACA5-8D3E8CBDD326}"/>
              </a:ext>
            </a:extLst>
          </p:cNvPr>
          <p:cNvSpPr>
            <a:spLocks/>
          </p:cNvSpPr>
          <p:nvPr/>
        </p:nvSpPr>
        <p:spPr bwMode="auto">
          <a:xfrm>
            <a:off x="8150225" y="3700463"/>
            <a:ext cx="227013" cy="458787"/>
          </a:xfrm>
          <a:custGeom>
            <a:avLst/>
            <a:gdLst>
              <a:gd name="T0" fmla="*/ 0 w 143"/>
              <a:gd name="T1" fmla="*/ 0 h 289"/>
              <a:gd name="T2" fmla="*/ 2147483646 w 143"/>
              <a:gd name="T3" fmla="*/ 0 h 289"/>
              <a:gd name="T4" fmla="*/ 2147483646 w 143"/>
              <a:gd name="T5" fmla="*/ 2147483646 h 289"/>
              <a:gd name="T6" fmla="*/ 0 w 143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3" h="289">
                <a:moveTo>
                  <a:pt x="0" y="0"/>
                </a:moveTo>
                <a:lnTo>
                  <a:pt x="142" y="0"/>
                </a:lnTo>
                <a:lnTo>
                  <a:pt x="142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916" name="Line 115">
            <a:extLst>
              <a:ext uri="{FF2B5EF4-FFF2-40B4-BE49-F238E27FC236}">
                <a16:creationId xmlns:a16="http://schemas.microsoft.com/office/drawing/2014/main" id="{6F07DF26-9D91-3B4B-96B1-BF6E9DEE69D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6675" y="3929063"/>
            <a:ext cx="233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17" name="Line 116">
            <a:extLst>
              <a:ext uri="{FF2B5EF4-FFF2-40B4-BE49-F238E27FC236}">
                <a16:creationId xmlns:a16="http://schemas.microsoft.com/office/drawing/2014/main" id="{0B70222B-C8A8-6E4C-ABE5-81E03A201A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8325" y="3929063"/>
            <a:ext cx="258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18" name="Line 117">
            <a:extLst>
              <a:ext uri="{FF2B5EF4-FFF2-40B4-BE49-F238E27FC236}">
                <a16:creationId xmlns:a16="http://schemas.microsoft.com/office/drawing/2014/main" id="{2E73C90B-262E-CA41-B06D-DF386A0D7A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7138" y="4081463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19" name="Freeform 118">
            <a:extLst>
              <a:ext uri="{FF2B5EF4-FFF2-40B4-BE49-F238E27FC236}">
                <a16:creationId xmlns:a16="http://schemas.microsoft.com/office/drawing/2014/main" id="{37AB1BAD-32D1-294C-8A1A-EC1E18D9B68A}"/>
              </a:ext>
            </a:extLst>
          </p:cNvPr>
          <p:cNvSpPr>
            <a:spLocks/>
          </p:cNvSpPr>
          <p:nvPr/>
        </p:nvSpPr>
        <p:spPr bwMode="auto">
          <a:xfrm>
            <a:off x="6486525" y="3921125"/>
            <a:ext cx="534988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920" name="Line 119">
            <a:extLst>
              <a:ext uri="{FF2B5EF4-FFF2-40B4-BE49-F238E27FC236}">
                <a16:creationId xmlns:a16="http://schemas.microsoft.com/office/drawing/2014/main" id="{D03232BD-00A1-D34D-B1BD-E03CD4C42B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3025" y="1828800"/>
            <a:ext cx="606425" cy="519113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21" name="Line 120">
            <a:extLst>
              <a:ext uri="{FF2B5EF4-FFF2-40B4-BE49-F238E27FC236}">
                <a16:creationId xmlns:a16="http://schemas.microsoft.com/office/drawing/2014/main" id="{B1BD90E5-31DF-1D45-8EE7-8E81AFA093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6275" y="1803400"/>
            <a:ext cx="57150" cy="12715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22" name="Line 121">
            <a:extLst>
              <a:ext uri="{FF2B5EF4-FFF2-40B4-BE49-F238E27FC236}">
                <a16:creationId xmlns:a16="http://schemas.microsoft.com/office/drawing/2014/main" id="{E3564377-7D22-1E47-8B74-9451E7950D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0763" y="1995488"/>
            <a:ext cx="34925" cy="17510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23" name="Rectangle 124">
            <a:extLst>
              <a:ext uri="{FF2B5EF4-FFF2-40B4-BE49-F238E27FC236}">
                <a16:creationId xmlns:a16="http://schemas.microsoft.com/office/drawing/2014/main" id="{FF7F0F65-17C5-3841-BBA1-F10BF14E7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3" y="1112838"/>
            <a:ext cx="358775" cy="3109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r.</a:t>
            </a:r>
          </a:p>
          <a:p>
            <a:pPr algn="ctr"/>
            <a:endParaRPr lang="en-US" altLang="zh-CN" sz="1800" b="0" i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O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120924" name="Line 125">
            <a:extLst>
              <a:ext uri="{FF2B5EF4-FFF2-40B4-BE49-F238E27FC236}">
                <a16:creationId xmlns:a16="http://schemas.microsoft.com/office/drawing/2014/main" id="{D6C7330E-DDFF-4B48-9C28-2598BAA8B1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000" y="1206500"/>
            <a:ext cx="0" cy="28495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25" name="Rectangle 126">
            <a:extLst>
              <a:ext uri="{FF2B5EF4-FFF2-40B4-BE49-F238E27FC236}">
                <a16:creationId xmlns:a16="http://schemas.microsoft.com/office/drawing/2014/main" id="{6CCD60E7-DA3A-9B46-8B95-1A9799ABB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1533525"/>
            <a:ext cx="170497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4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lw r1,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0(r2)</a:t>
            </a:r>
          </a:p>
        </p:txBody>
      </p:sp>
      <p:sp>
        <p:nvSpPr>
          <p:cNvPr id="120926" name="Rectangle 127">
            <a:extLst>
              <a:ext uri="{FF2B5EF4-FFF2-40B4-BE49-F238E27FC236}">
                <a16:creationId xmlns:a16="http://schemas.microsoft.com/office/drawing/2014/main" id="{E775CD1D-0CCD-EF4F-A50F-FDB150001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3" y="2205038"/>
            <a:ext cx="18415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sub r4,</a:t>
            </a:r>
            <a:r>
              <a:rPr lang="en-US" altLang="zh-CN" sz="2400" u="sng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,r3</a:t>
            </a:r>
          </a:p>
        </p:txBody>
      </p:sp>
      <p:sp>
        <p:nvSpPr>
          <p:cNvPr id="120927" name="Rectangle 128">
            <a:extLst>
              <a:ext uri="{FF2B5EF4-FFF2-40B4-BE49-F238E27FC236}">
                <a16:creationId xmlns:a16="http://schemas.microsoft.com/office/drawing/2014/main" id="{6C2927D4-E380-064E-888E-7F92E0D7C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13" y="2876550"/>
            <a:ext cx="18415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and r6,</a:t>
            </a:r>
            <a:r>
              <a:rPr lang="en-US" altLang="zh-CN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,r7</a:t>
            </a:r>
          </a:p>
        </p:txBody>
      </p:sp>
      <p:sp>
        <p:nvSpPr>
          <p:cNvPr id="120928" name="Rectangle 129">
            <a:extLst>
              <a:ext uri="{FF2B5EF4-FFF2-40B4-BE49-F238E27FC236}">
                <a16:creationId xmlns:a16="http://schemas.microsoft.com/office/drawing/2014/main" id="{CEA3C644-6F93-A341-A1E5-01A16FBA7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3548063"/>
            <a:ext cx="1773237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or   r8,</a:t>
            </a:r>
            <a:r>
              <a:rPr lang="en-US" altLang="zh-CN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,r9</a:t>
            </a:r>
          </a:p>
        </p:txBody>
      </p:sp>
      <p:sp>
        <p:nvSpPr>
          <p:cNvPr id="120929" name="Text Box 130">
            <a:extLst>
              <a:ext uri="{FF2B5EF4-FFF2-40B4-BE49-F238E27FC236}">
                <a16:creationId xmlns:a16="http://schemas.microsoft.com/office/drawing/2014/main" id="{DE92D447-DC88-6547-90A4-B64CD397B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88" y="695325"/>
            <a:ext cx="2441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008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lang="zh-CN" altLang="en-US" sz="1800">
              <a:solidFill>
                <a:srgbClr val="008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340100" name="Group 132">
            <a:extLst>
              <a:ext uri="{FF2B5EF4-FFF2-40B4-BE49-F238E27FC236}">
                <a16:creationId xmlns:a16="http://schemas.microsoft.com/office/drawing/2014/main" id="{B8318591-1D1F-7F46-9DD2-106A873A7FC2}"/>
              </a:ext>
            </a:extLst>
          </p:cNvPr>
          <p:cNvGrpSpPr>
            <a:grpSpLocks/>
          </p:cNvGrpSpPr>
          <p:nvPr/>
        </p:nvGrpSpPr>
        <p:grpSpPr bwMode="auto">
          <a:xfrm>
            <a:off x="2527300" y="2133600"/>
            <a:ext cx="2184400" cy="571500"/>
            <a:chOff x="1616" y="1384"/>
            <a:chExt cx="1224" cy="360"/>
          </a:xfrm>
        </p:grpSpPr>
        <p:sp>
          <p:nvSpPr>
            <p:cNvPr id="120942" name="Text Box 133">
              <a:extLst>
                <a:ext uri="{FF2B5EF4-FFF2-40B4-BE49-F238E27FC236}">
                  <a16:creationId xmlns:a16="http://schemas.microsoft.com/office/drawing/2014/main" id="{EFE774FC-1367-E54B-85A9-EE039B1D9C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6" y="1504"/>
              <a:ext cx="61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900">
                  <a:solidFill>
                    <a:schemeClr val="accent1"/>
                  </a:solidFill>
                  <a:ea typeface="黑体" panose="02010609060101010101" pitchFamily="49" charset="-122"/>
                </a:rPr>
                <a:t>检测点</a:t>
              </a:r>
            </a:p>
          </p:txBody>
        </p:sp>
        <p:sp>
          <p:nvSpPr>
            <p:cNvPr id="120943" name="Line 134">
              <a:extLst>
                <a:ext uri="{FF2B5EF4-FFF2-40B4-BE49-F238E27FC236}">
                  <a16:creationId xmlns:a16="http://schemas.microsoft.com/office/drawing/2014/main" id="{74FDC0A8-CAAE-9947-AA00-564F0ED2FC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0" y="1384"/>
              <a:ext cx="780" cy="21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40103" name="Group 135">
            <a:extLst>
              <a:ext uri="{FF2B5EF4-FFF2-40B4-BE49-F238E27FC236}">
                <a16:creationId xmlns:a16="http://schemas.microsoft.com/office/drawing/2014/main" id="{F095A5D8-2DB4-B74D-B680-A76C369EC7B1}"/>
              </a:ext>
            </a:extLst>
          </p:cNvPr>
          <p:cNvGrpSpPr>
            <a:grpSpLocks/>
          </p:cNvGrpSpPr>
          <p:nvPr/>
        </p:nvGrpSpPr>
        <p:grpSpPr bwMode="auto">
          <a:xfrm>
            <a:off x="2882900" y="2768600"/>
            <a:ext cx="2184400" cy="571500"/>
            <a:chOff x="1616" y="1384"/>
            <a:chExt cx="1224" cy="360"/>
          </a:xfrm>
        </p:grpSpPr>
        <p:sp>
          <p:nvSpPr>
            <p:cNvPr id="120940" name="Text Box 136">
              <a:extLst>
                <a:ext uri="{FF2B5EF4-FFF2-40B4-BE49-F238E27FC236}">
                  <a16:creationId xmlns:a16="http://schemas.microsoft.com/office/drawing/2014/main" id="{4AA68BA9-0CC5-8148-B090-7458BA3B8A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6" y="1504"/>
              <a:ext cx="61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900">
                  <a:solidFill>
                    <a:srgbClr val="008000"/>
                  </a:solidFill>
                  <a:ea typeface="黑体" panose="02010609060101010101" pitchFamily="49" charset="-122"/>
                </a:rPr>
                <a:t>阻塞点</a:t>
              </a:r>
            </a:p>
          </p:txBody>
        </p:sp>
        <p:sp>
          <p:nvSpPr>
            <p:cNvPr id="120941" name="Line 137">
              <a:extLst>
                <a:ext uri="{FF2B5EF4-FFF2-40B4-BE49-F238E27FC236}">
                  <a16:creationId xmlns:a16="http://schemas.microsoft.com/office/drawing/2014/main" id="{9452A3F8-29EB-D544-9C18-A6D8130CDC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0" y="1384"/>
              <a:ext cx="780" cy="21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0106" name="Rectangle 138">
            <a:extLst>
              <a:ext uri="{FF2B5EF4-FFF2-40B4-BE49-F238E27FC236}">
                <a16:creationId xmlns:a16="http://schemas.microsoft.com/office/drawing/2014/main" id="{B77D98EB-F0A0-9444-89A2-BFDF50981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38" y="4383088"/>
            <a:ext cx="8810625" cy="139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15000"/>
              </a:lnSpc>
              <a:spcBef>
                <a:spcPct val="15000"/>
              </a:spcBef>
              <a:buSzPct val="100000"/>
            </a:pPr>
            <a:r>
              <a:rPr lang="zh-CN" altLang="en-US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检测“阻塞”过程中：</a:t>
            </a:r>
          </a:p>
          <a:p>
            <a:pPr>
              <a:lnSpc>
                <a:spcPct val="115000"/>
              </a:lnSpc>
              <a:spcBef>
                <a:spcPct val="15000"/>
              </a:spcBef>
              <a:buSzPct val="100000"/>
            </a:pPr>
            <a:r>
              <a:rPr lang="en-US" altLang="zh-CN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1) sub</a:t>
            </a:r>
            <a:r>
              <a:rPr lang="zh-CN" altLang="en-US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指令在</a:t>
            </a:r>
            <a:r>
              <a:rPr lang="en-US" altLang="zh-CN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IF/ID</a:t>
            </a:r>
            <a:r>
              <a:rPr lang="zh-CN" altLang="en-US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寄存器中，</a:t>
            </a:r>
            <a:r>
              <a:rPr lang="zh-CN" altLang="en-US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并正被译码，</a:t>
            </a:r>
            <a:r>
              <a:rPr lang="zh-CN" altLang="en-US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控制信号和</a:t>
            </a:r>
            <a:r>
              <a:rPr lang="en-US" altLang="zh-CN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Rs/Rt</a:t>
            </a:r>
            <a:r>
              <a:rPr lang="zh-CN" altLang="en-US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的值</a:t>
            </a:r>
            <a:r>
              <a:rPr lang="zh-CN" altLang="en-US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将被写到</a:t>
            </a:r>
            <a:r>
              <a:rPr lang="en-US" altLang="zh-CN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ID/EX</a:t>
            </a:r>
            <a:r>
              <a:rPr lang="zh-CN" altLang="en-US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段寄存器</a:t>
            </a:r>
          </a:p>
          <a:p>
            <a:pPr>
              <a:lnSpc>
                <a:spcPct val="115000"/>
              </a:lnSpc>
              <a:spcBef>
                <a:spcPct val="15000"/>
              </a:spcBef>
              <a:buSzPct val="100000"/>
            </a:pPr>
            <a:r>
              <a:rPr lang="en-US" altLang="zh-CN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2) and</a:t>
            </a:r>
            <a:r>
              <a:rPr lang="zh-CN" altLang="en-US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指令地址在</a:t>
            </a:r>
            <a:r>
              <a:rPr lang="en-US" altLang="zh-CN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PC</a:t>
            </a:r>
            <a:r>
              <a:rPr lang="zh-CN" altLang="en-US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中，</a:t>
            </a:r>
            <a:r>
              <a:rPr lang="zh-CN" altLang="en-US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正被取出，</a:t>
            </a:r>
            <a:r>
              <a:rPr lang="zh-CN" altLang="en-US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取出的指令</a:t>
            </a:r>
            <a:r>
              <a:rPr lang="zh-CN" altLang="en-US" sz="17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将被写到</a:t>
            </a:r>
            <a:r>
              <a:rPr lang="en-US" altLang="zh-CN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IF/ID</a:t>
            </a:r>
            <a:r>
              <a:rPr lang="zh-CN" altLang="en-US" sz="17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段寄存器中</a:t>
            </a:r>
          </a:p>
          <a:p>
            <a:pPr>
              <a:lnSpc>
                <a:spcPct val="115000"/>
              </a:lnSpc>
              <a:spcBef>
                <a:spcPct val="15000"/>
              </a:spcBef>
              <a:buSzPct val="100000"/>
            </a:pPr>
            <a:r>
              <a:rPr lang="zh-CN" altLang="en-US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在阻塞点，必须将上述两条指令的执行结果清除，并延迟一个周期执行这两条指令</a:t>
            </a:r>
          </a:p>
        </p:txBody>
      </p:sp>
      <p:sp>
        <p:nvSpPr>
          <p:cNvPr id="120933" name="Text Box 141">
            <a:extLst>
              <a:ext uri="{FF2B5EF4-FFF2-40B4-BE49-F238E27FC236}">
                <a16:creationId xmlns:a16="http://schemas.microsoft.com/office/drawing/2014/main" id="{D9F88C40-EF81-1546-A56C-213D0FC2A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" y="711200"/>
            <a:ext cx="2082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阻塞前的情况：</a:t>
            </a:r>
          </a:p>
        </p:txBody>
      </p:sp>
      <p:sp>
        <p:nvSpPr>
          <p:cNvPr id="120934" name="Text Box 143">
            <a:extLst>
              <a:ext uri="{FF2B5EF4-FFF2-40B4-BE49-F238E27FC236}">
                <a16:creationId xmlns:a16="http://schemas.microsoft.com/office/drawing/2014/main" id="{B3CE5EBF-130C-6749-B024-850698AB5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5930900"/>
            <a:ext cx="31369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40112" name="Text Box 144">
            <a:extLst>
              <a:ext uri="{FF2B5EF4-FFF2-40B4-BE49-F238E27FC236}">
                <a16:creationId xmlns:a16="http://schemas.microsoft.com/office/drawing/2014/main" id="{50B33974-2146-3B49-8461-C3CD5723C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888" y="5802313"/>
            <a:ext cx="8650287" cy="696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1800">
                <a:latin typeface="Arial" panose="020B0604020202020204" pitchFamily="34" charset="0"/>
                <a:ea typeface="黑体" panose="02010609060101010101" pitchFamily="49" charset="-122"/>
              </a:rPr>
              <a:t>延迟一个周期执行后面指令，相当于把阻塞点前面一个周期的状态再保持一个周期</a:t>
            </a:r>
          </a:p>
          <a:p>
            <a:pPr>
              <a:spcBef>
                <a:spcPct val="20000"/>
              </a:spcBef>
            </a:pPr>
            <a:r>
              <a:rPr lang="en-US" altLang="zh-CN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lw</a:t>
            </a:r>
            <a:r>
              <a:rPr lang="zh-CN" altLang="en-US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指令还是继续正常执行下去</a:t>
            </a:r>
          </a:p>
        </p:txBody>
      </p:sp>
      <p:sp>
        <p:nvSpPr>
          <p:cNvPr id="340113" name="Rectangle 145">
            <a:extLst>
              <a:ext uri="{FF2B5EF4-FFF2-40B4-BE49-F238E27FC236}">
                <a16:creationId xmlns:a16="http://schemas.microsoft.com/office/drawing/2014/main" id="{4F5B81F5-8502-C54C-91C5-4EA775F57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4200" y="2235200"/>
            <a:ext cx="622300" cy="508000"/>
          </a:xfrm>
          <a:prstGeom prst="rect">
            <a:avLst/>
          </a:prstGeom>
          <a:solidFill>
            <a:srgbClr val="FF99CC">
              <a:alpha val="52156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40114" name="Rectangle 146">
            <a:extLst>
              <a:ext uri="{FF2B5EF4-FFF2-40B4-BE49-F238E27FC236}">
                <a16:creationId xmlns:a16="http://schemas.microsoft.com/office/drawing/2014/main" id="{F4F8A6AE-FB13-EF44-902D-D12FC3F3C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4200" y="2946400"/>
            <a:ext cx="622300" cy="508000"/>
          </a:xfrm>
          <a:prstGeom prst="rect">
            <a:avLst/>
          </a:prstGeom>
          <a:solidFill>
            <a:srgbClr val="339966">
              <a:alpha val="52156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40115" name="Text Box 147">
            <a:extLst>
              <a:ext uri="{FF2B5EF4-FFF2-40B4-BE49-F238E27FC236}">
                <a16:creationId xmlns:a16="http://schemas.microsoft.com/office/drawing/2014/main" id="{F9586415-5FCE-6E45-997A-CCB6171E6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9825" y="6189663"/>
            <a:ext cx="5332413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想想看，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lw</a:t>
            </a: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后面的指令如何做到继续保持状态？</a:t>
            </a:r>
          </a:p>
        </p:txBody>
      </p:sp>
      <p:sp>
        <p:nvSpPr>
          <p:cNvPr id="141" name="Text Box 147">
            <a:extLst>
              <a:ext uri="{FF2B5EF4-FFF2-40B4-BE49-F238E27FC236}">
                <a16:creationId xmlns:a16="http://schemas.microsoft.com/office/drawing/2014/main" id="{FD5095B7-0857-5C4C-93DB-81E35EAB7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6448425"/>
            <a:ext cx="5283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42EAE"/>
                </a:solidFill>
                <a:ea typeface="宋体" panose="02010600030101010101" pitchFamily="2" charset="-122"/>
              </a:rPr>
              <a:t>（清除：不写流水段寄存器；控制信号不写；</a:t>
            </a:r>
            <a:r>
              <a:rPr lang="en-US" altLang="zh-CN">
                <a:solidFill>
                  <a:srgbClr val="042EAE"/>
                </a:solidFill>
                <a:ea typeface="宋体" panose="02010600030101010101" pitchFamily="2" charset="-122"/>
              </a:rPr>
              <a:t>PC</a:t>
            </a:r>
            <a:r>
              <a:rPr lang="zh-CN" altLang="en-US">
                <a:solidFill>
                  <a:srgbClr val="042EAE"/>
                </a:solidFill>
                <a:ea typeface="宋体" panose="02010600030101010101" pitchFamily="2" charset="-122"/>
              </a:rPr>
              <a:t>不变）</a:t>
            </a:r>
            <a:endParaRPr lang="zh-CN" altLang="en-US">
              <a:solidFill>
                <a:srgbClr val="042EAE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0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0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0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0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0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40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4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40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40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40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4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112" grpId="0" build="allAtOnce"/>
      <p:bldP spid="340113" grpId="0" animBg="1"/>
      <p:bldP spid="3401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7EB81F91-7E58-DA44-B190-A721F9CBEA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1013" y="203200"/>
            <a:ext cx="8315325" cy="368300"/>
          </a:xfrm>
          <a:noFill/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Load-use Data Hazard</a:t>
            </a:r>
            <a:r>
              <a:rPr lang="zh-CN" altLang="en-US">
                <a:ea typeface="宋体" panose="02010600030101010101" pitchFamily="2" charset="-122"/>
              </a:rPr>
              <a:t>（硬件阻塞方式） </a:t>
            </a:r>
            <a:endParaRPr lang="zh-CN" altLang="en-US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sp>
        <p:nvSpPr>
          <p:cNvPr id="342151" name="Rectangle 135">
            <a:extLst>
              <a:ext uri="{FF2B5EF4-FFF2-40B4-BE49-F238E27FC236}">
                <a16:creationId xmlns:a16="http://schemas.microsoft.com/office/drawing/2014/main" id="{35D030B3-F8C8-BD45-93B1-EC3FE6C1C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4835525"/>
            <a:ext cx="8709025" cy="169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  <a:spcBef>
                <a:spcPct val="25000"/>
              </a:spcBef>
              <a:buSzPct val="100000"/>
            </a:pPr>
            <a:r>
              <a:rPr lang="zh-CN" altLang="en-US" sz="19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在阻塞点，将上述两条指令的执行结果清除，并延迟一个周期执行这两条指令</a:t>
            </a:r>
          </a:p>
          <a:p>
            <a:pPr>
              <a:lnSpc>
                <a:spcPct val="120000"/>
              </a:lnSpc>
              <a:spcBef>
                <a:spcPct val="25000"/>
              </a:spcBef>
              <a:buSzPct val="100000"/>
            </a:pP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① </a:t>
            </a: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将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ID/EX</a:t>
            </a: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段寄存器中所有控制信号清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 </a:t>
            </a: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，插入一个“气泡”  </a:t>
            </a:r>
          </a:p>
          <a:p>
            <a:pPr>
              <a:lnSpc>
                <a:spcPct val="120000"/>
              </a:lnSpc>
              <a:spcBef>
                <a:spcPct val="25000"/>
              </a:spcBef>
              <a:buSzPct val="100000"/>
            </a:pP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②</a:t>
            </a: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IF/ID</a:t>
            </a: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寄存器中的信息不变（还是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sub</a:t>
            </a: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指令），</a:t>
            </a:r>
            <a:r>
              <a:rPr lang="en-US" altLang="zh-CN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sub</a:t>
            </a:r>
            <a:r>
              <a:rPr lang="zh-CN" altLang="en-US" sz="19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指令重新译码执行</a:t>
            </a:r>
          </a:p>
          <a:p>
            <a:pPr>
              <a:lnSpc>
                <a:spcPct val="120000"/>
              </a:lnSpc>
              <a:spcBef>
                <a:spcPct val="25000"/>
              </a:spcBef>
              <a:buSzPct val="100000"/>
            </a:pPr>
            <a:r>
              <a:rPr lang="en-US" altLang="zh-CN" sz="19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③ PC</a:t>
            </a:r>
            <a:r>
              <a:rPr lang="zh-CN" altLang="en-US" sz="19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中的值不变（还是</a:t>
            </a:r>
            <a:r>
              <a:rPr lang="en-US" altLang="zh-CN" sz="19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and</a:t>
            </a:r>
            <a:r>
              <a:rPr lang="zh-CN" altLang="en-US" sz="19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指令地址），</a:t>
            </a:r>
            <a:r>
              <a:rPr lang="en-US" altLang="zh-CN" sz="19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and</a:t>
            </a:r>
            <a:r>
              <a:rPr lang="zh-CN" altLang="en-US" sz="19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指令重新被取出执行 </a:t>
            </a:r>
          </a:p>
        </p:txBody>
      </p:sp>
      <p:sp>
        <p:nvSpPr>
          <p:cNvPr id="122884" name="Freeform 137">
            <a:extLst>
              <a:ext uri="{FF2B5EF4-FFF2-40B4-BE49-F238E27FC236}">
                <a16:creationId xmlns:a16="http://schemas.microsoft.com/office/drawing/2014/main" id="{ADEF1BC5-C7DF-D94D-B4C9-60E185BA8009}"/>
              </a:ext>
            </a:extLst>
          </p:cNvPr>
          <p:cNvSpPr>
            <a:spLocks/>
          </p:cNvSpPr>
          <p:nvPr/>
        </p:nvSpPr>
        <p:spPr bwMode="auto">
          <a:xfrm>
            <a:off x="5892800" y="1265238"/>
            <a:ext cx="225425" cy="458787"/>
          </a:xfrm>
          <a:custGeom>
            <a:avLst/>
            <a:gdLst>
              <a:gd name="T0" fmla="*/ 2147483646 w 142"/>
              <a:gd name="T1" fmla="*/ 0 h 289"/>
              <a:gd name="T2" fmla="*/ 0 w 142"/>
              <a:gd name="T3" fmla="*/ 0 h 289"/>
              <a:gd name="T4" fmla="*/ 0 w 142"/>
              <a:gd name="T5" fmla="*/ 2147483646 h 289"/>
              <a:gd name="T6" fmla="*/ 2147483646 w 14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2" h="289">
                <a:moveTo>
                  <a:pt x="141" y="0"/>
                </a:moveTo>
                <a:lnTo>
                  <a:pt x="0" y="0"/>
                </a:lnTo>
                <a:lnTo>
                  <a:pt x="0" y="288"/>
                </a:lnTo>
                <a:lnTo>
                  <a:pt x="141" y="28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885" name="Rectangle 138">
            <a:extLst>
              <a:ext uri="{FF2B5EF4-FFF2-40B4-BE49-F238E27FC236}">
                <a16:creationId xmlns:a16="http://schemas.microsoft.com/office/drawing/2014/main" id="{E2C49A0A-73EC-8546-A242-A6D9D6CE6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3" y="1146175"/>
            <a:ext cx="358775" cy="3109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r.</a:t>
            </a:r>
          </a:p>
          <a:p>
            <a:pPr algn="ctr"/>
            <a:endParaRPr lang="en-US" altLang="zh-CN" sz="1800" b="0" i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O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</a:p>
          <a:p>
            <a:pPr algn="ctr"/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122886" name="Line 139">
            <a:extLst>
              <a:ext uri="{FF2B5EF4-FFF2-40B4-BE49-F238E27FC236}">
                <a16:creationId xmlns:a16="http://schemas.microsoft.com/office/drawing/2014/main" id="{E0C0992D-2976-2241-A08E-3047213BF44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400" y="1073150"/>
            <a:ext cx="0" cy="3238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887" name="Line 140">
            <a:extLst>
              <a:ext uri="{FF2B5EF4-FFF2-40B4-BE49-F238E27FC236}">
                <a16:creationId xmlns:a16="http://schemas.microsoft.com/office/drawing/2014/main" id="{59F8625A-CA97-4043-8F53-5E618545D9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3350" y="965200"/>
            <a:ext cx="6324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888" name="Rectangle 141">
            <a:extLst>
              <a:ext uri="{FF2B5EF4-FFF2-40B4-BE49-F238E27FC236}">
                <a16:creationId xmlns:a16="http://schemas.microsoft.com/office/drawing/2014/main" id="{6CEB43C4-64AF-6241-8794-175722E79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0113" y="536575"/>
            <a:ext cx="2124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 b="0" i="1">
                <a:latin typeface="Arial" panose="020B0604020202020204" pitchFamily="34" charset="0"/>
                <a:ea typeface="宋体" panose="02010600030101010101" pitchFamily="2" charset="-122"/>
              </a:rPr>
              <a:t>Time (clock cycles)</a:t>
            </a:r>
          </a:p>
        </p:txBody>
      </p:sp>
      <p:sp>
        <p:nvSpPr>
          <p:cNvPr id="122889" name="Rectangle 142">
            <a:extLst>
              <a:ext uri="{FF2B5EF4-FFF2-40B4-BE49-F238E27FC236}">
                <a16:creationId xmlns:a16="http://schemas.microsoft.com/office/drawing/2014/main" id="{677FB91C-BF75-3E44-8E18-3F787A39E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913" y="1184275"/>
            <a:ext cx="170497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4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lw r1,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0(r2)</a:t>
            </a:r>
          </a:p>
        </p:txBody>
      </p:sp>
      <p:sp>
        <p:nvSpPr>
          <p:cNvPr id="122890" name="Rectangle 143">
            <a:extLst>
              <a:ext uri="{FF2B5EF4-FFF2-40B4-BE49-F238E27FC236}">
                <a16:creationId xmlns:a16="http://schemas.microsoft.com/office/drawing/2014/main" id="{26DE43B7-A018-624E-A4C7-1918BFD63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" y="2522538"/>
            <a:ext cx="18415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sub r4,</a:t>
            </a:r>
            <a:r>
              <a:rPr lang="en-US" altLang="zh-CN" sz="2400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,r3</a:t>
            </a:r>
          </a:p>
        </p:txBody>
      </p:sp>
      <p:sp>
        <p:nvSpPr>
          <p:cNvPr id="122891" name="Rectangle 144">
            <a:extLst>
              <a:ext uri="{FF2B5EF4-FFF2-40B4-BE49-F238E27FC236}">
                <a16:creationId xmlns:a16="http://schemas.microsoft.com/office/drawing/2014/main" id="{D0338E01-5781-7B4C-A85B-C3359B646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313" y="944563"/>
            <a:ext cx="384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IF</a:t>
            </a:r>
          </a:p>
        </p:txBody>
      </p:sp>
      <p:sp>
        <p:nvSpPr>
          <p:cNvPr id="122892" name="Rectangle 145">
            <a:extLst>
              <a:ext uri="{FF2B5EF4-FFF2-40B4-BE49-F238E27FC236}">
                <a16:creationId xmlns:a16="http://schemas.microsoft.com/office/drawing/2014/main" id="{2BA5FAC9-7B21-DF46-9E86-0DA8554C8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8713" y="944563"/>
            <a:ext cx="777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ID/RF</a:t>
            </a:r>
          </a:p>
        </p:txBody>
      </p:sp>
      <p:sp>
        <p:nvSpPr>
          <p:cNvPr id="122893" name="Rectangle 146">
            <a:extLst>
              <a:ext uri="{FF2B5EF4-FFF2-40B4-BE49-F238E27FC236}">
                <a16:creationId xmlns:a16="http://schemas.microsoft.com/office/drawing/2014/main" id="{DBB2DBD6-87A1-F949-9FB8-D563D0A60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3" y="944563"/>
            <a:ext cx="485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EX</a:t>
            </a:r>
          </a:p>
        </p:txBody>
      </p:sp>
      <p:sp>
        <p:nvSpPr>
          <p:cNvPr id="122894" name="Rectangle 147">
            <a:extLst>
              <a:ext uri="{FF2B5EF4-FFF2-40B4-BE49-F238E27FC236}">
                <a16:creationId xmlns:a16="http://schemas.microsoft.com/office/drawing/2014/main" id="{1997A654-231A-984A-B041-AA8291632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8413" y="944563"/>
            <a:ext cx="7143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MEM</a:t>
            </a:r>
          </a:p>
        </p:txBody>
      </p:sp>
      <p:sp>
        <p:nvSpPr>
          <p:cNvPr id="122895" name="Rectangle 148">
            <a:extLst>
              <a:ext uri="{FF2B5EF4-FFF2-40B4-BE49-F238E27FC236}">
                <a16:creationId xmlns:a16="http://schemas.microsoft.com/office/drawing/2014/main" id="{B855B80E-8EE1-D74E-BFB8-7FFD70580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0413" y="944563"/>
            <a:ext cx="561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WB</a:t>
            </a:r>
          </a:p>
        </p:txBody>
      </p:sp>
      <p:grpSp>
        <p:nvGrpSpPr>
          <p:cNvPr id="122896" name="Group 149">
            <a:extLst>
              <a:ext uri="{FF2B5EF4-FFF2-40B4-BE49-F238E27FC236}">
                <a16:creationId xmlns:a16="http://schemas.microsoft.com/office/drawing/2014/main" id="{61056E5E-9FFE-904D-A40A-5051711CFC91}"/>
              </a:ext>
            </a:extLst>
          </p:cNvPr>
          <p:cNvGrpSpPr>
            <a:grpSpLocks/>
          </p:cNvGrpSpPr>
          <p:nvPr/>
        </p:nvGrpSpPr>
        <p:grpSpPr bwMode="auto">
          <a:xfrm>
            <a:off x="3683000" y="738188"/>
            <a:ext cx="4800600" cy="4064000"/>
            <a:chOff x="2320" y="753"/>
            <a:chExt cx="3024" cy="2824"/>
          </a:xfrm>
        </p:grpSpPr>
        <p:sp>
          <p:nvSpPr>
            <p:cNvPr id="123036" name="Line 150">
              <a:extLst>
                <a:ext uri="{FF2B5EF4-FFF2-40B4-BE49-F238E27FC236}">
                  <a16:creationId xmlns:a16="http://schemas.microsoft.com/office/drawing/2014/main" id="{D69BAB2B-F719-F142-9C9F-9656D54E35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0" y="753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37" name="Line 151">
              <a:extLst>
                <a:ext uri="{FF2B5EF4-FFF2-40B4-BE49-F238E27FC236}">
                  <a16:creationId xmlns:a16="http://schemas.microsoft.com/office/drawing/2014/main" id="{CE4FFBB0-B2FD-ED4F-ABC0-7B240C0FC1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2" y="753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38" name="Line 152">
              <a:extLst>
                <a:ext uri="{FF2B5EF4-FFF2-40B4-BE49-F238E27FC236}">
                  <a16:creationId xmlns:a16="http://schemas.microsoft.com/office/drawing/2014/main" id="{0A923C8A-9C66-9140-AF06-50028A1648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4" y="753"/>
              <a:ext cx="0" cy="282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39" name="Line 153">
              <a:extLst>
                <a:ext uri="{FF2B5EF4-FFF2-40B4-BE49-F238E27FC236}">
                  <a16:creationId xmlns:a16="http://schemas.microsoft.com/office/drawing/2014/main" id="{72263D85-7FE0-0547-A5A8-58A406DE7E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6" y="753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40" name="Line 154">
              <a:extLst>
                <a:ext uri="{FF2B5EF4-FFF2-40B4-BE49-F238E27FC236}">
                  <a16:creationId xmlns:a16="http://schemas.microsoft.com/office/drawing/2014/main" id="{16FF80ED-962B-2E47-9034-0665F95686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8" y="753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41" name="Line 155">
              <a:extLst>
                <a:ext uri="{FF2B5EF4-FFF2-40B4-BE49-F238E27FC236}">
                  <a16:creationId xmlns:a16="http://schemas.microsoft.com/office/drawing/2014/main" id="{D4F011DC-9056-2E4F-B0BD-7D65ABDD1A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0" y="753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42" name="Line 156">
              <a:extLst>
                <a:ext uri="{FF2B5EF4-FFF2-40B4-BE49-F238E27FC236}">
                  <a16:creationId xmlns:a16="http://schemas.microsoft.com/office/drawing/2014/main" id="{88F1F11E-B741-8A42-9715-2D00A0FAAB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2" y="753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43" name="Line 157">
              <a:extLst>
                <a:ext uri="{FF2B5EF4-FFF2-40B4-BE49-F238E27FC236}">
                  <a16:creationId xmlns:a16="http://schemas.microsoft.com/office/drawing/2014/main" id="{3125CE30-D69B-834E-B10C-4BEA86250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44" y="753"/>
              <a:ext cx="0" cy="2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2897" name="Freeform 158">
            <a:extLst>
              <a:ext uri="{FF2B5EF4-FFF2-40B4-BE49-F238E27FC236}">
                <a16:creationId xmlns:a16="http://schemas.microsoft.com/office/drawing/2014/main" id="{8DD5A65B-FCE5-E64B-B07B-125851FDD5A3}"/>
              </a:ext>
            </a:extLst>
          </p:cNvPr>
          <p:cNvSpPr>
            <a:spLocks/>
          </p:cNvSpPr>
          <p:nvPr/>
        </p:nvSpPr>
        <p:spPr bwMode="auto">
          <a:xfrm>
            <a:off x="5149850" y="1265238"/>
            <a:ext cx="257175" cy="458787"/>
          </a:xfrm>
          <a:custGeom>
            <a:avLst/>
            <a:gdLst>
              <a:gd name="T0" fmla="*/ 2147483646 w 162"/>
              <a:gd name="T1" fmla="*/ 0 h 289"/>
              <a:gd name="T2" fmla="*/ 0 w 162"/>
              <a:gd name="T3" fmla="*/ 0 h 289"/>
              <a:gd name="T4" fmla="*/ 0 w 162"/>
              <a:gd name="T5" fmla="*/ 2147483646 h 289"/>
              <a:gd name="T6" fmla="*/ 2147483646 w 16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289">
                <a:moveTo>
                  <a:pt x="161" y="0"/>
                </a:moveTo>
                <a:lnTo>
                  <a:pt x="0" y="0"/>
                </a:lnTo>
                <a:lnTo>
                  <a:pt x="0" y="288"/>
                </a:lnTo>
                <a:lnTo>
                  <a:pt x="16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898" name="Freeform 159">
            <a:extLst>
              <a:ext uri="{FF2B5EF4-FFF2-40B4-BE49-F238E27FC236}">
                <a16:creationId xmlns:a16="http://schemas.microsoft.com/office/drawing/2014/main" id="{245BD081-760A-5642-A973-701660B7935E}"/>
              </a:ext>
            </a:extLst>
          </p:cNvPr>
          <p:cNvSpPr>
            <a:spLocks/>
          </p:cNvSpPr>
          <p:nvPr/>
        </p:nvSpPr>
        <p:spPr bwMode="auto">
          <a:xfrm>
            <a:off x="5405438" y="1265238"/>
            <a:ext cx="260350" cy="458787"/>
          </a:xfrm>
          <a:custGeom>
            <a:avLst/>
            <a:gdLst>
              <a:gd name="T0" fmla="*/ 0 w 164"/>
              <a:gd name="T1" fmla="*/ 0 h 289"/>
              <a:gd name="T2" fmla="*/ 2147483646 w 164"/>
              <a:gd name="T3" fmla="*/ 0 h 289"/>
              <a:gd name="T4" fmla="*/ 2147483646 w 164"/>
              <a:gd name="T5" fmla="*/ 2147483646 h 289"/>
              <a:gd name="T6" fmla="*/ 0 w 164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4" h="289">
                <a:moveTo>
                  <a:pt x="0" y="0"/>
                </a:moveTo>
                <a:lnTo>
                  <a:pt x="163" y="0"/>
                </a:lnTo>
                <a:lnTo>
                  <a:pt x="163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899" name="Freeform 160">
            <a:extLst>
              <a:ext uri="{FF2B5EF4-FFF2-40B4-BE49-F238E27FC236}">
                <a16:creationId xmlns:a16="http://schemas.microsoft.com/office/drawing/2014/main" id="{F297AAF3-6B5A-924B-8CB0-7241B04EBB87}"/>
              </a:ext>
            </a:extLst>
          </p:cNvPr>
          <p:cNvSpPr>
            <a:spLocks/>
          </p:cNvSpPr>
          <p:nvPr/>
        </p:nvSpPr>
        <p:spPr bwMode="auto">
          <a:xfrm>
            <a:off x="4541838" y="1112838"/>
            <a:ext cx="338137" cy="763587"/>
          </a:xfrm>
          <a:custGeom>
            <a:avLst/>
            <a:gdLst>
              <a:gd name="T0" fmla="*/ 0 w 213"/>
              <a:gd name="T1" fmla="*/ 2147483646 h 481"/>
              <a:gd name="T2" fmla="*/ 2147483646 w 213"/>
              <a:gd name="T3" fmla="*/ 2147483646 h 481"/>
              <a:gd name="T4" fmla="*/ 0 w 213"/>
              <a:gd name="T5" fmla="*/ 2147483646 h 481"/>
              <a:gd name="T6" fmla="*/ 0 w 213"/>
              <a:gd name="T7" fmla="*/ 0 h 481"/>
              <a:gd name="T8" fmla="*/ 2147483646 w 213"/>
              <a:gd name="T9" fmla="*/ 2147483646 h 481"/>
              <a:gd name="T10" fmla="*/ 2147483646 w 213"/>
              <a:gd name="T11" fmla="*/ 2147483646 h 481"/>
              <a:gd name="T12" fmla="*/ 0 w 213"/>
              <a:gd name="T13" fmla="*/ 2147483646 h 481"/>
              <a:gd name="T14" fmla="*/ 0 w 213"/>
              <a:gd name="T15" fmla="*/ 2147483646 h 4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3" h="481">
                <a:moveTo>
                  <a:pt x="0" y="320"/>
                </a:moveTo>
                <a:lnTo>
                  <a:pt x="71" y="240"/>
                </a:lnTo>
                <a:lnTo>
                  <a:pt x="0" y="160"/>
                </a:lnTo>
                <a:lnTo>
                  <a:pt x="0" y="0"/>
                </a:lnTo>
                <a:lnTo>
                  <a:pt x="212" y="160"/>
                </a:lnTo>
                <a:lnTo>
                  <a:pt x="212" y="320"/>
                </a:lnTo>
                <a:lnTo>
                  <a:pt x="0" y="480"/>
                </a:lnTo>
                <a:lnTo>
                  <a:pt x="0" y="32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00" name="Rectangle 161">
            <a:extLst>
              <a:ext uri="{FF2B5EF4-FFF2-40B4-BE49-F238E27FC236}">
                <a16:creationId xmlns:a16="http://schemas.microsoft.com/office/drawing/2014/main" id="{01FF7EA6-0EFC-5846-BC95-83BABCEBCDA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90232" y="1307306"/>
            <a:ext cx="6080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122901" name="Rectangle 162">
            <a:extLst>
              <a:ext uri="{FF2B5EF4-FFF2-40B4-BE49-F238E27FC236}">
                <a16:creationId xmlns:a16="http://schemas.microsoft.com/office/drawing/2014/main" id="{499A98D5-DE8B-5A41-B49D-728E92FBE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725" y="1325563"/>
            <a:ext cx="4302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Im</a:t>
            </a:r>
          </a:p>
        </p:txBody>
      </p:sp>
      <p:grpSp>
        <p:nvGrpSpPr>
          <p:cNvPr id="122902" name="Group 163">
            <a:extLst>
              <a:ext uri="{FF2B5EF4-FFF2-40B4-BE49-F238E27FC236}">
                <a16:creationId xmlns:a16="http://schemas.microsoft.com/office/drawing/2014/main" id="{729980F3-20AB-264F-9DF1-5A720CC7DD64}"/>
              </a:ext>
            </a:extLst>
          </p:cNvPr>
          <p:cNvGrpSpPr>
            <a:grpSpLocks/>
          </p:cNvGrpSpPr>
          <p:nvPr/>
        </p:nvGrpSpPr>
        <p:grpSpPr bwMode="auto">
          <a:xfrm>
            <a:off x="3071813" y="1265238"/>
            <a:ext cx="539750" cy="458787"/>
            <a:chOff x="1935" y="1349"/>
            <a:chExt cx="340" cy="289"/>
          </a:xfrm>
        </p:grpSpPr>
        <p:sp>
          <p:nvSpPr>
            <p:cNvPr id="123034" name="Freeform 164">
              <a:extLst>
                <a:ext uri="{FF2B5EF4-FFF2-40B4-BE49-F238E27FC236}">
                  <a16:creationId xmlns:a16="http://schemas.microsoft.com/office/drawing/2014/main" id="{EA84F6BE-D711-B445-B031-9DF391DA9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349"/>
              <a:ext cx="170" cy="289"/>
            </a:xfrm>
            <a:custGeom>
              <a:avLst/>
              <a:gdLst>
                <a:gd name="T0" fmla="*/ 169 w 170"/>
                <a:gd name="T1" fmla="*/ 0 h 289"/>
                <a:gd name="T2" fmla="*/ 0 w 170"/>
                <a:gd name="T3" fmla="*/ 0 h 289"/>
                <a:gd name="T4" fmla="*/ 0 w 170"/>
                <a:gd name="T5" fmla="*/ 288 h 289"/>
                <a:gd name="T6" fmla="*/ 169 w 170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0" h="289">
                  <a:moveTo>
                    <a:pt x="169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9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35" name="Freeform 165">
              <a:extLst>
                <a:ext uri="{FF2B5EF4-FFF2-40B4-BE49-F238E27FC236}">
                  <a16:creationId xmlns:a16="http://schemas.microsoft.com/office/drawing/2014/main" id="{DAD10BBA-118E-EB40-B937-3D3D7E9B6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1349"/>
              <a:ext cx="171" cy="289"/>
            </a:xfrm>
            <a:custGeom>
              <a:avLst/>
              <a:gdLst>
                <a:gd name="T0" fmla="*/ 0 w 171"/>
                <a:gd name="T1" fmla="*/ 0 h 289"/>
                <a:gd name="T2" fmla="*/ 170 w 171"/>
                <a:gd name="T3" fmla="*/ 0 h 289"/>
                <a:gd name="T4" fmla="*/ 170 w 171"/>
                <a:gd name="T5" fmla="*/ 288 h 289"/>
                <a:gd name="T6" fmla="*/ 0 w 171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1" h="289">
                  <a:moveTo>
                    <a:pt x="0" y="0"/>
                  </a:moveTo>
                  <a:lnTo>
                    <a:pt x="170" y="0"/>
                  </a:lnTo>
                  <a:lnTo>
                    <a:pt x="170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2903" name="Rectangle 166">
            <a:extLst>
              <a:ext uri="{FF2B5EF4-FFF2-40B4-BE49-F238E27FC236}">
                <a16:creationId xmlns:a16="http://schemas.microsoft.com/office/drawing/2014/main" id="{FCEFA0BF-D2AC-C346-9289-C3BF10679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0" y="1282700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22904" name="Freeform 167">
            <a:extLst>
              <a:ext uri="{FF2B5EF4-FFF2-40B4-BE49-F238E27FC236}">
                <a16:creationId xmlns:a16="http://schemas.microsoft.com/office/drawing/2014/main" id="{67901001-FDE3-CB41-905A-3FE455785301}"/>
              </a:ext>
            </a:extLst>
          </p:cNvPr>
          <p:cNvSpPr>
            <a:spLocks/>
          </p:cNvSpPr>
          <p:nvPr/>
        </p:nvSpPr>
        <p:spPr bwMode="auto">
          <a:xfrm>
            <a:off x="3802063" y="1265238"/>
            <a:ext cx="236537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05" name="Freeform 168">
            <a:extLst>
              <a:ext uri="{FF2B5EF4-FFF2-40B4-BE49-F238E27FC236}">
                <a16:creationId xmlns:a16="http://schemas.microsoft.com/office/drawing/2014/main" id="{B3A8A993-D914-A547-9E95-5C918DB4A35F}"/>
              </a:ext>
            </a:extLst>
          </p:cNvPr>
          <p:cNvSpPr>
            <a:spLocks/>
          </p:cNvSpPr>
          <p:nvPr/>
        </p:nvSpPr>
        <p:spPr bwMode="auto">
          <a:xfrm>
            <a:off x="4037013" y="1265238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06" name="Line 169">
            <a:extLst>
              <a:ext uri="{FF2B5EF4-FFF2-40B4-BE49-F238E27FC236}">
                <a16:creationId xmlns:a16="http://schemas.microsoft.com/office/drawing/2014/main" id="{B4EECC61-C119-E343-B564-E6C197FCDAB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3150" y="1493838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07" name="Freeform 170">
            <a:extLst>
              <a:ext uri="{FF2B5EF4-FFF2-40B4-BE49-F238E27FC236}">
                <a16:creationId xmlns:a16="http://schemas.microsoft.com/office/drawing/2014/main" id="{C0B48AE6-68A4-3F4F-99D8-683C25F1E8AC}"/>
              </a:ext>
            </a:extLst>
          </p:cNvPr>
          <p:cNvSpPr>
            <a:spLocks/>
          </p:cNvSpPr>
          <p:nvPr/>
        </p:nvSpPr>
        <p:spPr bwMode="auto">
          <a:xfrm>
            <a:off x="3717925" y="13414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08" name="Line 171">
            <a:extLst>
              <a:ext uri="{FF2B5EF4-FFF2-40B4-BE49-F238E27FC236}">
                <a16:creationId xmlns:a16="http://schemas.microsoft.com/office/drawing/2014/main" id="{94503225-70A1-284A-BAB2-92842AF7DF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550" y="13414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09" name="Rectangle 172">
            <a:extLst>
              <a:ext uri="{FF2B5EF4-FFF2-40B4-BE49-F238E27FC236}">
                <a16:creationId xmlns:a16="http://schemas.microsoft.com/office/drawing/2014/main" id="{8630E6E5-2BC8-3A43-828E-33FFA77C5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6038" y="1341438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sp>
        <p:nvSpPr>
          <p:cNvPr id="122910" name="Rectangle 173">
            <a:extLst>
              <a:ext uri="{FF2B5EF4-FFF2-40B4-BE49-F238E27FC236}">
                <a16:creationId xmlns:a16="http://schemas.microsoft.com/office/drawing/2014/main" id="{92C60153-4C11-654B-858B-97E11D999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6288" y="127476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22911" name="Freeform 174">
            <a:extLst>
              <a:ext uri="{FF2B5EF4-FFF2-40B4-BE49-F238E27FC236}">
                <a16:creationId xmlns:a16="http://schemas.microsoft.com/office/drawing/2014/main" id="{B6709DED-7A43-FE4E-A360-2E48B73824E9}"/>
              </a:ext>
            </a:extLst>
          </p:cNvPr>
          <p:cNvSpPr>
            <a:spLocks/>
          </p:cNvSpPr>
          <p:nvPr/>
        </p:nvSpPr>
        <p:spPr bwMode="auto">
          <a:xfrm>
            <a:off x="6116638" y="1265238"/>
            <a:ext cx="227012" cy="458787"/>
          </a:xfrm>
          <a:custGeom>
            <a:avLst/>
            <a:gdLst>
              <a:gd name="T0" fmla="*/ 0 w 143"/>
              <a:gd name="T1" fmla="*/ 0 h 289"/>
              <a:gd name="T2" fmla="*/ 2147483646 w 143"/>
              <a:gd name="T3" fmla="*/ 0 h 289"/>
              <a:gd name="T4" fmla="*/ 2147483646 w 143"/>
              <a:gd name="T5" fmla="*/ 2147483646 h 289"/>
              <a:gd name="T6" fmla="*/ 0 w 143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3" h="289">
                <a:moveTo>
                  <a:pt x="0" y="0"/>
                </a:moveTo>
                <a:lnTo>
                  <a:pt x="142" y="0"/>
                </a:lnTo>
                <a:lnTo>
                  <a:pt x="142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12" name="Line 175">
            <a:extLst>
              <a:ext uri="{FF2B5EF4-FFF2-40B4-BE49-F238E27FC236}">
                <a16:creationId xmlns:a16="http://schemas.microsoft.com/office/drawing/2014/main" id="{EC8ECC38-0EB9-9843-BEAE-A62CA710549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3088" y="1493838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13" name="Line 176">
            <a:extLst>
              <a:ext uri="{FF2B5EF4-FFF2-40B4-BE49-F238E27FC236}">
                <a16:creationId xmlns:a16="http://schemas.microsoft.com/office/drawing/2014/main" id="{0B7B88CA-6BA6-A14A-9074-B8990054BF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4738" y="1493838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14" name="Freeform 177">
            <a:extLst>
              <a:ext uri="{FF2B5EF4-FFF2-40B4-BE49-F238E27FC236}">
                <a16:creationId xmlns:a16="http://schemas.microsoft.com/office/drawing/2014/main" id="{8ECDB3A5-0A54-9E4E-8C31-844A9F4072C9}"/>
              </a:ext>
            </a:extLst>
          </p:cNvPr>
          <p:cNvSpPr>
            <a:spLocks/>
          </p:cNvSpPr>
          <p:nvPr/>
        </p:nvSpPr>
        <p:spPr bwMode="auto">
          <a:xfrm>
            <a:off x="5083175" y="1493838"/>
            <a:ext cx="684213" cy="306387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15" name="Line 178">
            <a:extLst>
              <a:ext uri="{FF2B5EF4-FFF2-40B4-BE49-F238E27FC236}">
                <a16:creationId xmlns:a16="http://schemas.microsoft.com/office/drawing/2014/main" id="{44947F1F-6630-B747-AF26-B1E019126F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550" y="1646238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16" name="Freeform 179">
            <a:extLst>
              <a:ext uri="{FF2B5EF4-FFF2-40B4-BE49-F238E27FC236}">
                <a16:creationId xmlns:a16="http://schemas.microsoft.com/office/drawing/2014/main" id="{3F4536ED-3E24-784D-9D5E-2E90EF63E710}"/>
              </a:ext>
            </a:extLst>
          </p:cNvPr>
          <p:cNvSpPr>
            <a:spLocks/>
          </p:cNvSpPr>
          <p:nvPr/>
        </p:nvSpPr>
        <p:spPr bwMode="auto">
          <a:xfrm>
            <a:off x="4452938" y="1485900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2917" name="Group 180">
            <a:extLst>
              <a:ext uri="{FF2B5EF4-FFF2-40B4-BE49-F238E27FC236}">
                <a16:creationId xmlns:a16="http://schemas.microsoft.com/office/drawing/2014/main" id="{01E2B469-71B4-964E-9923-53F09DD14E54}"/>
              </a:ext>
            </a:extLst>
          </p:cNvPr>
          <p:cNvGrpSpPr>
            <a:grpSpLocks/>
          </p:cNvGrpSpPr>
          <p:nvPr/>
        </p:nvGrpSpPr>
        <p:grpSpPr bwMode="auto">
          <a:xfrm>
            <a:off x="3698875" y="1968500"/>
            <a:ext cx="539750" cy="458788"/>
            <a:chOff x="2330" y="1808"/>
            <a:chExt cx="340" cy="289"/>
          </a:xfrm>
        </p:grpSpPr>
        <p:sp>
          <p:nvSpPr>
            <p:cNvPr id="123032" name="Freeform 181">
              <a:extLst>
                <a:ext uri="{FF2B5EF4-FFF2-40B4-BE49-F238E27FC236}">
                  <a16:creationId xmlns:a16="http://schemas.microsoft.com/office/drawing/2014/main" id="{E305E573-C496-F74D-94F4-E9E0FD3C5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0" y="1808"/>
              <a:ext cx="170" cy="289"/>
            </a:xfrm>
            <a:custGeom>
              <a:avLst/>
              <a:gdLst>
                <a:gd name="T0" fmla="*/ 169 w 170"/>
                <a:gd name="T1" fmla="*/ 0 h 289"/>
                <a:gd name="T2" fmla="*/ 0 w 170"/>
                <a:gd name="T3" fmla="*/ 0 h 289"/>
                <a:gd name="T4" fmla="*/ 0 w 170"/>
                <a:gd name="T5" fmla="*/ 288 h 289"/>
                <a:gd name="T6" fmla="*/ 169 w 170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0" h="289">
                  <a:moveTo>
                    <a:pt x="169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9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33" name="Freeform 182">
              <a:extLst>
                <a:ext uri="{FF2B5EF4-FFF2-40B4-BE49-F238E27FC236}">
                  <a16:creationId xmlns:a16="http://schemas.microsoft.com/office/drawing/2014/main" id="{2E6E5D7D-2C2E-4E44-B036-46D5CE6FB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9" y="1808"/>
              <a:ext cx="171" cy="289"/>
            </a:xfrm>
            <a:custGeom>
              <a:avLst/>
              <a:gdLst>
                <a:gd name="T0" fmla="*/ 0 w 171"/>
                <a:gd name="T1" fmla="*/ 0 h 289"/>
                <a:gd name="T2" fmla="*/ 170 w 171"/>
                <a:gd name="T3" fmla="*/ 0 h 289"/>
                <a:gd name="T4" fmla="*/ 170 w 171"/>
                <a:gd name="T5" fmla="*/ 288 h 289"/>
                <a:gd name="T6" fmla="*/ 0 w 171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1" h="289">
                  <a:moveTo>
                    <a:pt x="0" y="0"/>
                  </a:moveTo>
                  <a:lnTo>
                    <a:pt x="170" y="0"/>
                  </a:lnTo>
                  <a:lnTo>
                    <a:pt x="170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2918" name="Line 183">
            <a:extLst>
              <a:ext uri="{FF2B5EF4-FFF2-40B4-BE49-F238E27FC236}">
                <a16:creationId xmlns:a16="http://schemas.microsoft.com/office/drawing/2014/main" id="{C5F0D129-7686-3246-B35F-697A9DFDD7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40213" y="22606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19" name="Rectangle 184">
            <a:extLst>
              <a:ext uri="{FF2B5EF4-FFF2-40B4-BE49-F238E27FC236}">
                <a16:creationId xmlns:a16="http://schemas.microsoft.com/office/drawing/2014/main" id="{513DFC4B-300F-6F4F-A22E-C6C432876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88" y="2028825"/>
            <a:ext cx="4302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Im</a:t>
            </a:r>
          </a:p>
        </p:txBody>
      </p:sp>
      <p:sp>
        <p:nvSpPr>
          <p:cNvPr id="122920" name="Rectangle 185">
            <a:extLst>
              <a:ext uri="{FF2B5EF4-FFF2-40B4-BE49-F238E27FC236}">
                <a16:creationId xmlns:a16="http://schemas.microsoft.com/office/drawing/2014/main" id="{72BDFA53-6207-1F42-B081-C43D3174A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13" y="3259138"/>
            <a:ext cx="18415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and r6,</a:t>
            </a:r>
            <a:r>
              <a:rPr lang="en-US" altLang="zh-CN" sz="2400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,r7</a:t>
            </a:r>
          </a:p>
        </p:txBody>
      </p:sp>
      <p:sp>
        <p:nvSpPr>
          <p:cNvPr id="122921" name="Rectangle 186">
            <a:extLst>
              <a:ext uri="{FF2B5EF4-FFF2-40B4-BE49-F238E27FC236}">
                <a16:creationId xmlns:a16="http://schemas.microsoft.com/office/drawing/2014/main" id="{0CA72F40-8412-034E-B3A4-7EB517D7C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3" y="3919538"/>
            <a:ext cx="1773237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or   r8,</a:t>
            </a:r>
            <a:r>
              <a:rPr lang="en-US" altLang="zh-CN" sz="2400" u="sng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r1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,r9</a:t>
            </a:r>
          </a:p>
        </p:txBody>
      </p:sp>
      <p:sp>
        <p:nvSpPr>
          <p:cNvPr id="122922" name="Freeform 187">
            <a:extLst>
              <a:ext uri="{FF2B5EF4-FFF2-40B4-BE49-F238E27FC236}">
                <a16:creationId xmlns:a16="http://schemas.microsoft.com/office/drawing/2014/main" id="{B98DBBA8-13ED-EE42-B0A4-3005D823367E}"/>
              </a:ext>
            </a:extLst>
          </p:cNvPr>
          <p:cNvSpPr>
            <a:spLocks/>
          </p:cNvSpPr>
          <p:nvPr/>
        </p:nvSpPr>
        <p:spPr bwMode="auto">
          <a:xfrm>
            <a:off x="5357813" y="2641600"/>
            <a:ext cx="234950" cy="458788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23" name="Freeform 188">
            <a:extLst>
              <a:ext uri="{FF2B5EF4-FFF2-40B4-BE49-F238E27FC236}">
                <a16:creationId xmlns:a16="http://schemas.microsoft.com/office/drawing/2014/main" id="{FD37CD29-F4B8-024F-981C-134E7F065527}"/>
              </a:ext>
            </a:extLst>
          </p:cNvPr>
          <p:cNvSpPr>
            <a:spLocks/>
          </p:cNvSpPr>
          <p:nvPr/>
        </p:nvSpPr>
        <p:spPr bwMode="auto">
          <a:xfrm>
            <a:off x="6035675" y="3352800"/>
            <a:ext cx="234950" cy="458788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solidFill>
            <a:schemeClr val="accent2">
              <a:alpha val="50980"/>
            </a:schemeClr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24" name="Freeform 189">
            <a:extLst>
              <a:ext uri="{FF2B5EF4-FFF2-40B4-BE49-F238E27FC236}">
                <a16:creationId xmlns:a16="http://schemas.microsoft.com/office/drawing/2014/main" id="{D4C79D4E-0CD7-A04A-8D9A-9B43871CC420}"/>
              </a:ext>
            </a:extLst>
          </p:cNvPr>
          <p:cNvSpPr>
            <a:spLocks/>
          </p:cNvSpPr>
          <p:nvPr/>
        </p:nvSpPr>
        <p:spPr bwMode="auto">
          <a:xfrm>
            <a:off x="6713538" y="4064000"/>
            <a:ext cx="234950" cy="458788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solidFill>
            <a:schemeClr val="accent2">
              <a:alpha val="41960"/>
            </a:schemeClr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25" name="Line 190">
            <a:extLst>
              <a:ext uri="{FF2B5EF4-FFF2-40B4-BE49-F238E27FC236}">
                <a16:creationId xmlns:a16="http://schemas.microsoft.com/office/drawing/2014/main" id="{BBFC4E24-6FD5-DB40-883C-69A45E0351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9825" y="2146300"/>
            <a:ext cx="233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26" name="Line 191">
            <a:extLst>
              <a:ext uri="{FF2B5EF4-FFF2-40B4-BE49-F238E27FC236}">
                <a16:creationId xmlns:a16="http://schemas.microsoft.com/office/drawing/2014/main" id="{355DDD30-0B05-3141-8376-003B4F4FE1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4588" y="2349500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2927" name="Group 192">
            <a:extLst>
              <a:ext uri="{FF2B5EF4-FFF2-40B4-BE49-F238E27FC236}">
                <a16:creationId xmlns:a16="http://schemas.microsoft.com/office/drawing/2014/main" id="{B45D749B-EE0D-284A-86C6-1B06B4ADDD3A}"/>
              </a:ext>
            </a:extLst>
          </p:cNvPr>
          <p:cNvGrpSpPr>
            <a:grpSpLocks/>
          </p:cNvGrpSpPr>
          <p:nvPr/>
        </p:nvGrpSpPr>
        <p:grpSpPr bwMode="auto">
          <a:xfrm>
            <a:off x="5848350" y="2489200"/>
            <a:ext cx="352425" cy="763588"/>
            <a:chOff x="3684" y="2192"/>
            <a:chExt cx="222" cy="481"/>
          </a:xfrm>
        </p:grpSpPr>
        <p:sp>
          <p:nvSpPr>
            <p:cNvPr id="123030" name="Freeform 193">
              <a:extLst>
                <a:ext uri="{FF2B5EF4-FFF2-40B4-BE49-F238E27FC236}">
                  <a16:creationId xmlns:a16="http://schemas.microsoft.com/office/drawing/2014/main" id="{23194772-9163-1E48-AF96-C770F5654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" y="2192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31" name="Rectangle 194">
              <a:extLst>
                <a:ext uri="{FF2B5EF4-FFF2-40B4-BE49-F238E27FC236}">
                  <a16:creationId xmlns:a16="http://schemas.microsoft.com/office/drawing/2014/main" id="{9A364180-0DB9-6B47-8F16-933819D0D28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597" y="2315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122928" name="Group 195">
            <a:extLst>
              <a:ext uri="{FF2B5EF4-FFF2-40B4-BE49-F238E27FC236}">
                <a16:creationId xmlns:a16="http://schemas.microsoft.com/office/drawing/2014/main" id="{84621F00-90D5-C949-9237-81A0ABD3081C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2641600"/>
            <a:ext cx="588963" cy="458788"/>
            <a:chOff x="2736" y="2288"/>
            <a:chExt cx="371" cy="289"/>
          </a:xfrm>
        </p:grpSpPr>
        <p:sp>
          <p:nvSpPr>
            <p:cNvPr id="123026" name="Rectangle 196">
              <a:extLst>
                <a:ext uri="{FF2B5EF4-FFF2-40B4-BE49-F238E27FC236}">
                  <a16:creationId xmlns:a16="http://schemas.microsoft.com/office/drawing/2014/main" id="{02B9E857-01E1-3D44-9066-C1BB09944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294"/>
              <a:ext cx="30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 Im</a:t>
              </a:r>
            </a:p>
          </p:txBody>
        </p:sp>
        <p:grpSp>
          <p:nvGrpSpPr>
            <p:cNvPr id="123027" name="Group 197">
              <a:extLst>
                <a:ext uri="{FF2B5EF4-FFF2-40B4-BE49-F238E27FC236}">
                  <a16:creationId xmlns:a16="http://schemas.microsoft.com/office/drawing/2014/main" id="{9E153230-4037-784D-B7D5-3FBED26193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67" y="2288"/>
              <a:ext cx="340" cy="289"/>
              <a:chOff x="2767" y="2288"/>
              <a:chExt cx="340" cy="289"/>
            </a:xfrm>
          </p:grpSpPr>
          <p:sp>
            <p:nvSpPr>
              <p:cNvPr id="123028" name="Freeform 198">
                <a:extLst>
                  <a:ext uri="{FF2B5EF4-FFF2-40B4-BE49-F238E27FC236}">
                    <a16:creationId xmlns:a16="http://schemas.microsoft.com/office/drawing/2014/main" id="{78F85179-08AA-394A-AA25-398D172498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7" y="2288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29" name="Freeform 199">
                <a:extLst>
                  <a:ext uri="{FF2B5EF4-FFF2-40B4-BE49-F238E27FC236}">
                    <a16:creationId xmlns:a16="http://schemas.microsoft.com/office/drawing/2014/main" id="{339BF1B7-F0CC-424E-9621-8D9F05FDF4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6" y="2288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22929" name="Rectangle 200">
            <a:extLst>
              <a:ext uri="{FF2B5EF4-FFF2-40B4-BE49-F238E27FC236}">
                <a16:creationId xmlns:a16="http://schemas.microsoft.com/office/drawing/2014/main" id="{3FD61604-712D-7A4B-A7B4-ED1BDE5BC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9050" y="2659063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22930" name="Freeform 201">
            <a:extLst>
              <a:ext uri="{FF2B5EF4-FFF2-40B4-BE49-F238E27FC236}">
                <a16:creationId xmlns:a16="http://schemas.microsoft.com/office/drawing/2014/main" id="{146CEB4D-6AE0-3440-9B21-DBCF72A192D5}"/>
              </a:ext>
            </a:extLst>
          </p:cNvPr>
          <p:cNvSpPr>
            <a:spLocks/>
          </p:cNvSpPr>
          <p:nvPr/>
        </p:nvSpPr>
        <p:spPr bwMode="auto">
          <a:xfrm>
            <a:off x="5122863" y="2641600"/>
            <a:ext cx="236537" cy="458788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31" name="Line 202">
            <a:extLst>
              <a:ext uri="{FF2B5EF4-FFF2-40B4-BE49-F238E27FC236}">
                <a16:creationId xmlns:a16="http://schemas.microsoft.com/office/drawing/2014/main" id="{9B294265-CA8B-3D45-B011-BFEC7B1572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3950" y="2870200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32" name="Freeform 203">
            <a:extLst>
              <a:ext uri="{FF2B5EF4-FFF2-40B4-BE49-F238E27FC236}">
                <a16:creationId xmlns:a16="http://schemas.microsoft.com/office/drawing/2014/main" id="{00E8F83C-3670-104B-92E3-B0EE7D984E94}"/>
              </a:ext>
            </a:extLst>
          </p:cNvPr>
          <p:cNvSpPr>
            <a:spLocks/>
          </p:cNvSpPr>
          <p:nvPr/>
        </p:nvSpPr>
        <p:spPr bwMode="auto">
          <a:xfrm>
            <a:off x="5038725" y="2717800"/>
            <a:ext cx="76200" cy="153988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33" name="Line 204">
            <a:extLst>
              <a:ext uri="{FF2B5EF4-FFF2-40B4-BE49-F238E27FC236}">
                <a16:creationId xmlns:a16="http://schemas.microsoft.com/office/drawing/2014/main" id="{31E32568-7442-464E-9676-0A9914EA476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4350" y="2717800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34" name="Rectangle 205">
            <a:extLst>
              <a:ext uri="{FF2B5EF4-FFF2-40B4-BE49-F238E27FC236}">
                <a16:creationId xmlns:a16="http://schemas.microsoft.com/office/drawing/2014/main" id="{E591E16D-ECF4-434B-B193-5563F6645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6038" y="2651125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122935" name="Group 206">
            <a:extLst>
              <a:ext uri="{FF2B5EF4-FFF2-40B4-BE49-F238E27FC236}">
                <a16:creationId xmlns:a16="http://schemas.microsoft.com/office/drawing/2014/main" id="{6AA41119-FEA9-D342-BF55-5355A82A1643}"/>
              </a:ext>
            </a:extLst>
          </p:cNvPr>
          <p:cNvGrpSpPr>
            <a:grpSpLocks/>
          </p:cNvGrpSpPr>
          <p:nvPr/>
        </p:nvGrpSpPr>
        <p:grpSpPr bwMode="auto">
          <a:xfrm>
            <a:off x="6470650" y="2641600"/>
            <a:ext cx="515938" cy="458788"/>
            <a:chOff x="4076" y="2288"/>
            <a:chExt cx="325" cy="289"/>
          </a:xfrm>
        </p:grpSpPr>
        <p:sp>
          <p:nvSpPr>
            <p:cNvPr id="123024" name="Freeform 207">
              <a:extLst>
                <a:ext uri="{FF2B5EF4-FFF2-40B4-BE49-F238E27FC236}">
                  <a16:creationId xmlns:a16="http://schemas.microsoft.com/office/drawing/2014/main" id="{6EAC3320-C751-9446-86E1-13FAB9AB6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6" y="2288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25" name="Freeform 208">
              <a:extLst>
                <a:ext uri="{FF2B5EF4-FFF2-40B4-BE49-F238E27FC236}">
                  <a16:creationId xmlns:a16="http://schemas.microsoft.com/office/drawing/2014/main" id="{F3349643-9986-2149-8EAD-117EA8BD6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7" y="2288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2936" name="Rectangle 209">
            <a:extLst>
              <a:ext uri="{FF2B5EF4-FFF2-40B4-BE49-F238E27FC236}">
                <a16:creationId xmlns:a16="http://schemas.microsoft.com/office/drawing/2014/main" id="{0D1D2CBD-3751-744C-9185-1B102A047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088" y="2651125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122937" name="Group 210">
            <a:extLst>
              <a:ext uri="{FF2B5EF4-FFF2-40B4-BE49-F238E27FC236}">
                <a16:creationId xmlns:a16="http://schemas.microsoft.com/office/drawing/2014/main" id="{34BDD49A-08BE-D74E-8252-C07326B01E62}"/>
              </a:ext>
            </a:extLst>
          </p:cNvPr>
          <p:cNvGrpSpPr>
            <a:grpSpLocks/>
          </p:cNvGrpSpPr>
          <p:nvPr/>
        </p:nvGrpSpPr>
        <p:grpSpPr bwMode="auto">
          <a:xfrm>
            <a:off x="7213600" y="2641600"/>
            <a:ext cx="450850" cy="458788"/>
            <a:chOff x="4544" y="2288"/>
            <a:chExt cx="284" cy="289"/>
          </a:xfrm>
        </p:grpSpPr>
        <p:sp>
          <p:nvSpPr>
            <p:cNvPr id="123022" name="Freeform 211">
              <a:extLst>
                <a:ext uri="{FF2B5EF4-FFF2-40B4-BE49-F238E27FC236}">
                  <a16:creationId xmlns:a16="http://schemas.microsoft.com/office/drawing/2014/main" id="{34F3993B-8F4A-A541-9BC2-DA601B3A4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4" y="2288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23" name="Freeform 212">
              <a:extLst>
                <a:ext uri="{FF2B5EF4-FFF2-40B4-BE49-F238E27FC236}">
                  <a16:creationId xmlns:a16="http://schemas.microsoft.com/office/drawing/2014/main" id="{F7E49E33-9A62-F549-B889-29DF31A2F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5" y="2288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2938" name="Line 213">
            <a:extLst>
              <a:ext uri="{FF2B5EF4-FFF2-40B4-BE49-F238E27FC236}">
                <a16:creationId xmlns:a16="http://schemas.microsoft.com/office/drawing/2014/main" id="{63C6AD43-7A89-3443-AC2F-76D21683B31A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3888" y="2870200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39" name="Line 214">
            <a:extLst>
              <a:ext uri="{FF2B5EF4-FFF2-40B4-BE49-F238E27FC236}">
                <a16:creationId xmlns:a16="http://schemas.microsoft.com/office/drawing/2014/main" id="{19F3A687-F480-D149-822D-C095092227F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5538" y="2870200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40" name="Freeform 215">
            <a:extLst>
              <a:ext uri="{FF2B5EF4-FFF2-40B4-BE49-F238E27FC236}">
                <a16:creationId xmlns:a16="http://schemas.microsoft.com/office/drawing/2014/main" id="{F4159C83-79B2-C04F-849A-B1D956E4F0D5}"/>
              </a:ext>
            </a:extLst>
          </p:cNvPr>
          <p:cNvSpPr>
            <a:spLocks/>
          </p:cNvSpPr>
          <p:nvPr/>
        </p:nvSpPr>
        <p:spPr bwMode="auto">
          <a:xfrm>
            <a:off x="6403975" y="2870200"/>
            <a:ext cx="684213" cy="306388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41" name="Line 216">
            <a:extLst>
              <a:ext uri="{FF2B5EF4-FFF2-40B4-BE49-F238E27FC236}">
                <a16:creationId xmlns:a16="http://schemas.microsoft.com/office/drawing/2014/main" id="{F57CFA56-9A6E-684E-BAA4-4D55BAA365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4350" y="3022600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42" name="Freeform 217">
            <a:extLst>
              <a:ext uri="{FF2B5EF4-FFF2-40B4-BE49-F238E27FC236}">
                <a16:creationId xmlns:a16="http://schemas.microsoft.com/office/drawing/2014/main" id="{1A0224F9-7C71-044A-8006-E86019D766B9}"/>
              </a:ext>
            </a:extLst>
          </p:cNvPr>
          <p:cNvSpPr>
            <a:spLocks/>
          </p:cNvSpPr>
          <p:nvPr/>
        </p:nvSpPr>
        <p:spPr bwMode="auto">
          <a:xfrm>
            <a:off x="5773738" y="2862263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43" name="Freeform 218">
            <a:extLst>
              <a:ext uri="{FF2B5EF4-FFF2-40B4-BE49-F238E27FC236}">
                <a16:creationId xmlns:a16="http://schemas.microsoft.com/office/drawing/2014/main" id="{FB9ECA4E-43C1-B947-B002-6C45E5798745}"/>
              </a:ext>
            </a:extLst>
          </p:cNvPr>
          <p:cNvSpPr>
            <a:spLocks/>
          </p:cNvSpPr>
          <p:nvPr/>
        </p:nvSpPr>
        <p:spPr bwMode="auto">
          <a:xfrm>
            <a:off x="7081838" y="3581400"/>
            <a:ext cx="684212" cy="306388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2944" name="Group 219">
            <a:extLst>
              <a:ext uri="{FF2B5EF4-FFF2-40B4-BE49-F238E27FC236}">
                <a16:creationId xmlns:a16="http://schemas.microsoft.com/office/drawing/2014/main" id="{F0402D1D-FED6-6A4B-B925-A2E4998A35CE}"/>
              </a:ext>
            </a:extLst>
          </p:cNvPr>
          <p:cNvGrpSpPr>
            <a:grpSpLocks/>
          </p:cNvGrpSpPr>
          <p:nvPr/>
        </p:nvGrpSpPr>
        <p:grpSpPr bwMode="auto">
          <a:xfrm>
            <a:off x="6526213" y="3200400"/>
            <a:ext cx="352425" cy="763588"/>
            <a:chOff x="4111" y="2640"/>
            <a:chExt cx="222" cy="481"/>
          </a:xfrm>
        </p:grpSpPr>
        <p:sp>
          <p:nvSpPr>
            <p:cNvPr id="123020" name="Freeform 220">
              <a:extLst>
                <a:ext uri="{FF2B5EF4-FFF2-40B4-BE49-F238E27FC236}">
                  <a16:creationId xmlns:a16="http://schemas.microsoft.com/office/drawing/2014/main" id="{BD755BCB-3801-AE41-A94D-58B5EEB0F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0" y="2640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21" name="Rectangle 221">
              <a:extLst>
                <a:ext uri="{FF2B5EF4-FFF2-40B4-BE49-F238E27FC236}">
                  <a16:creationId xmlns:a16="http://schemas.microsoft.com/office/drawing/2014/main" id="{1F76474F-F3F1-7644-8BC5-84C411967B1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024" y="2763"/>
              <a:ext cx="38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ALU</a:t>
              </a:r>
            </a:p>
          </p:txBody>
        </p:sp>
      </p:grpSp>
      <p:grpSp>
        <p:nvGrpSpPr>
          <p:cNvPr id="122945" name="Group 222">
            <a:extLst>
              <a:ext uri="{FF2B5EF4-FFF2-40B4-BE49-F238E27FC236}">
                <a16:creationId xmlns:a16="http://schemas.microsoft.com/office/drawing/2014/main" id="{EE92F5B8-FCAC-B24B-91C8-9F34DFA3DF84}"/>
              </a:ext>
            </a:extLst>
          </p:cNvPr>
          <p:cNvGrpSpPr>
            <a:grpSpLocks/>
          </p:cNvGrpSpPr>
          <p:nvPr/>
        </p:nvGrpSpPr>
        <p:grpSpPr bwMode="auto">
          <a:xfrm>
            <a:off x="5046663" y="3352800"/>
            <a:ext cx="563562" cy="458788"/>
            <a:chOff x="3179" y="2736"/>
            <a:chExt cx="355" cy="289"/>
          </a:xfrm>
        </p:grpSpPr>
        <p:sp>
          <p:nvSpPr>
            <p:cNvPr id="123016" name="Rectangle 223">
              <a:extLst>
                <a:ext uri="{FF2B5EF4-FFF2-40B4-BE49-F238E27FC236}">
                  <a16:creationId xmlns:a16="http://schemas.microsoft.com/office/drawing/2014/main" id="{25DDE495-3820-BF40-BC14-AD7843B38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9" y="2742"/>
              <a:ext cx="27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Im</a:t>
              </a:r>
            </a:p>
          </p:txBody>
        </p:sp>
        <p:grpSp>
          <p:nvGrpSpPr>
            <p:cNvPr id="123017" name="Group 224">
              <a:extLst>
                <a:ext uri="{FF2B5EF4-FFF2-40B4-BE49-F238E27FC236}">
                  <a16:creationId xmlns:a16="http://schemas.microsoft.com/office/drawing/2014/main" id="{9748BC66-BD69-A847-AD5B-199298685B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4" y="2736"/>
              <a:ext cx="340" cy="289"/>
              <a:chOff x="3194" y="2736"/>
              <a:chExt cx="340" cy="289"/>
            </a:xfrm>
          </p:grpSpPr>
          <p:sp>
            <p:nvSpPr>
              <p:cNvPr id="123018" name="Freeform 225">
                <a:extLst>
                  <a:ext uri="{FF2B5EF4-FFF2-40B4-BE49-F238E27FC236}">
                    <a16:creationId xmlns:a16="http://schemas.microsoft.com/office/drawing/2014/main" id="{7865A08F-A385-8044-B753-F921DA79F3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4" y="2736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19" name="Freeform 226">
                <a:extLst>
                  <a:ext uri="{FF2B5EF4-FFF2-40B4-BE49-F238E27FC236}">
                    <a16:creationId xmlns:a16="http://schemas.microsoft.com/office/drawing/2014/main" id="{0BAF6DB8-4CA1-0F4A-96CF-8CFCFF4B99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3" y="2736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22946" name="Rectangle 227">
            <a:extLst>
              <a:ext uri="{FF2B5EF4-FFF2-40B4-BE49-F238E27FC236}">
                <a16:creationId xmlns:a16="http://schemas.microsoft.com/office/drawing/2014/main" id="{151DAE9A-4EB8-4641-9C7D-5D3E00D45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3370263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22947" name="Freeform 228">
            <a:extLst>
              <a:ext uri="{FF2B5EF4-FFF2-40B4-BE49-F238E27FC236}">
                <a16:creationId xmlns:a16="http://schemas.microsoft.com/office/drawing/2014/main" id="{6E44FE9F-DCC8-9D45-853A-F2ADAC4FD8C6}"/>
              </a:ext>
            </a:extLst>
          </p:cNvPr>
          <p:cNvSpPr>
            <a:spLocks/>
          </p:cNvSpPr>
          <p:nvPr/>
        </p:nvSpPr>
        <p:spPr bwMode="auto">
          <a:xfrm>
            <a:off x="5800725" y="3352800"/>
            <a:ext cx="236538" cy="458788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48" name="Line 229">
            <a:extLst>
              <a:ext uri="{FF2B5EF4-FFF2-40B4-BE49-F238E27FC236}">
                <a16:creationId xmlns:a16="http://schemas.microsoft.com/office/drawing/2014/main" id="{8A6E7E37-69E1-8C42-B4FE-46CF4AB09C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1813" y="3581400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49" name="Freeform 230">
            <a:extLst>
              <a:ext uri="{FF2B5EF4-FFF2-40B4-BE49-F238E27FC236}">
                <a16:creationId xmlns:a16="http://schemas.microsoft.com/office/drawing/2014/main" id="{18CB40C1-10F9-B14B-A8D5-EFF5F1341F3B}"/>
              </a:ext>
            </a:extLst>
          </p:cNvPr>
          <p:cNvSpPr>
            <a:spLocks/>
          </p:cNvSpPr>
          <p:nvPr/>
        </p:nvSpPr>
        <p:spPr bwMode="auto">
          <a:xfrm>
            <a:off x="5716588" y="3429000"/>
            <a:ext cx="76200" cy="153988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50" name="Line 231">
            <a:extLst>
              <a:ext uri="{FF2B5EF4-FFF2-40B4-BE49-F238E27FC236}">
                <a16:creationId xmlns:a16="http://schemas.microsoft.com/office/drawing/2014/main" id="{FD1A96D3-1863-B347-A8BB-03A0866328A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2213" y="3429000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51" name="Rectangle 232">
            <a:extLst>
              <a:ext uri="{FF2B5EF4-FFF2-40B4-BE49-F238E27FC236}">
                <a16:creationId xmlns:a16="http://schemas.microsoft.com/office/drawing/2014/main" id="{EA896F31-595B-AF47-A48C-91F185DD8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3900" y="3362325"/>
            <a:ext cx="4968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grpSp>
        <p:nvGrpSpPr>
          <p:cNvPr id="122952" name="Group 233">
            <a:extLst>
              <a:ext uri="{FF2B5EF4-FFF2-40B4-BE49-F238E27FC236}">
                <a16:creationId xmlns:a16="http://schemas.microsoft.com/office/drawing/2014/main" id="{6D7BE8F4-FDDF-894C-A029-816380DA966D}"/>
              </a:ext>
            </a:extLst>
          </p:cNvPr>
          <p:cNvGrpSpPr>
            <a:grpSpLocks/>
          </p:cNvGrpSpPr>
          <p:nvPr/>
        </p:nvGrpSpPr>
        <p:grpSpPr bwMode="auto">
          <a:xfrm>
            <a:off x="7148513" y="3352800"/>
            <a:ext cx="515937" cy="458788"/>
            <a:chOff x="4503" y="2736"/>
            <a:chExt cx="325" cy="289"/>
          </a:xfrm>
        </p:grpSpPr>
        <p:sp>
          <p:nvSpPr>
            <p:cNvPr id="123014" name="Freeform 234">
              <a:extLst>
                <a:ext uri="{FF2B5EF4-FFF2-40B4-BE49-F238E27FC236}">
                  <a16:creationId xmlns:a16="http://schemas.microsoft.com/office/drawing/2014/main" id="{EA58C56D-F3E4-1144-B5A5-71C286810B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3" y="2736"/>
              <a:ext cx="162" cy="289"/>
            </a:xfrm>
            <a:custGeom>
              <a:avLst/>
              <a:gdLst>
                <a:gd name="T0" fmla="*/ 161 w 162"/>
                <a:gd name="T1" fmla="*/ 0 h 289"/>
                <a:gd name="T2" fmla="*/ 0 w 162"/>
                <a:gd name="T3" fmla="*/ 0 h 289"/>
                <a:gd name="T4" fmla="*/ 0 w 162"/>
                <a:gd name="T5" fmla="*/ 288 h 289"/>
                <a:gd name="T6" fmla="*/ 161 w 16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289">
                  <a:moveTo>
                    <a:pt x="16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6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15" name="Freeform 235">
              <a:extLst>
                <a:ext uri="{FF2B5EF4-FFF2-40B4-BE49-F238E27FC236}">
                  <a16:creationId xmlns:a16="http://schemas.microsoft.com/office/drawing/2014/main" id="{0AD72D23-8319-6344-A702-FA2FA0B04E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4" y="2736"/>
              <a:ext cx="164" cy="289"/>
            </a:xfrm>
            <a:custGeom>
              <a:avLst/>
              <a:gdLst>
                <a:gd name="T0" fmla="*/ 0 w 164"/>
                <a:gd name="T1" fmla="*/ 0 h 289"/>
                <a:gd name="T2" fmla="*/ 163 w 164"/>
                <a:gd name="T3" fmla="*/ 0 h 289"/>
                <a:gd name="T4" fmla="*/ 163 w 164"/>
                <a:gd name="T5" fmla="*/ 288 h 289"/>
                <a:gd name="T6" fmla="*/ 0 w 164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4" h="289">
                  <a:moveTo>
                    <a:pt x="0" y="0"/>
                  </a:moveTo>
                  <a:lnTo>
                    <a:pt x="163" y="0"/>
                  </a:lnTo>
                  <a:lnTo>
                    <a:pt x="163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2953" name="Rectangle 236">
            <a:extLst>
              <a:ext uri="{FF2B5EF4-FFF2-40B4-BE49-F238E27FC236}">
                <a16:creationId xmlns:a16="http://schemas.microsoft.com/office/drawing/2014/main" id="{6C04947C-CA75-8148-8065-9E377F13E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4950" y="3362325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grpSp>
        <p:nvGrpSpPr>
          <p:cNvPr id="122954" name="Group 237">
            <a:extLst>
              <a:ext uri="{FF2B5EF4-FFF2-40B4-BE49-F238E27FC236}">
                <a16:creationId xmlns:a16="http://schemas.microsoft.com/office/drawing/2014/main" id="{B2F2F57E-9F2A-204E-A086-3F81C95DF29F}"/>
              </a:ext>
            </a:extLst>
          </p:cNvPr>
          <p:cNvGrpSpPr>
            <a:grpSpLocks/>
          </p:cNvGrpSpPr>
          <p:nvPr/>
        </p:nvGrpSpPr>
        <p:grpSpPr bwMode="auto">
          <a:xfrm>
            <a:off x="7891463" y="3352800"/>
            <a:ext cx="450850" cy="458788"/>
            <a:chOff x="4971" y="2736"/>
            <a:chExt cx="284" cy="289"/>
          </a:xfrm>
        </p:grpSpPr>
        <p:sp>
          <p:nvSpPr>
            <p:cNvPr id="123012" name="Freeform 238">
              <a:extLst>
                <a:ext uri="{FF2B5EF4-FFF2-40B4-BE49-F238E27FC236}">
                  <a16:creationId xmlns:a16="http://schemas.microsoft.com/office/drawing/2014/main" id="{52CA733C-90ED-F74D-A016-B72C7B130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1" y="2736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13" name="Freeform 239">
              <a:extLst>
                <a:ext uri="{FF2B5EF4-FFF2-40B4-BE49-F238E27FC236}">
                  <a16:creationId xmlns:a16="http://schemas.microsoft.com/office/drawing/2014/main" id="{C12A4ACC-7D2C-2640-BA8F-E59B730F1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2" y="2736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2955" name="Line 240">
            <a:extLst>
              <a:ext uri="{FF2B5EF4-FFF2-40B4-BE49-F238E27FC236}">
                <a16:creationId xmlns:a16="http://schemas.microsoft.com/office/drawing/2014/main" id="{FF558AA7-99E4-4B44-8856-258CDA1DE4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651750" y="3581400"/>
            <a:ext cx="2333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56" name="Line 241">
            <a:extLst>
              <a:ext uri="{FF2B5EF4-FFF2-40B4-BE49-F238E27FC236}">
                <a16:creationId xmlns:a16="http://schemas.microsoft.com/office/drawing/2014/main" id="{51B9978F-07D7-384D-B717-7783DE8549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3400" y="3581400"/>
            <a:ext cx="258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57" name="Line 242">
            <a:extLst>
              <a:ext uri="{FF2B5EF4-FFF2-40B4-BE49-F238E27FC236}">
                <a16:creationId xmlns:a16="http://schemas.microsoft.com/office/drawing/2014/main" id="{E22F56E8-A6AC-934A-BB2F-5F7914557B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2213" y="3733800"/>
            <a:ext cx="2619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58" name="Freeform 243">
            <a:extLst>
              <a:ext uri="{FF2B5EF4-FFF2-40B4-BE49-F238E27FC236}">
                <a16:creationId xmlns:a16="http://schemas.microsoft.com/office/drawing/2014/main" id="{F90D2950-47A8-5046-8E2A-0A7359FF2264}"/>
              </a:ext>
            </a:extLst>
          </p:cNvPr>
          <p:cNvSpPr>
            <a:spLocks/>
          </p:cNvSpPr>
          <p:nvPr/>
        </p:nvSpPr>
        <p:spPr bwMode="auto">
          <a:xfrm>
            <a:off x="6464300" y="3573463"/>
            <a:ext cx="534988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59" name="Freeform 244">
            <a:extLst>
              <a:ext uri="{FF2B5EF4-FFF2-40B4-BE49-F238E27FC236}">
                <a16:creationId xmlns:a16="http://schemas.microsoft.com/office/drawing/2014/main" id="{DFF15230-CEC6-FB4C-B231-86E361818C26}"/>
              </a:ext>
            </a:extLst>
          </p:cNvPr>
          <p:cNvSpPr>
            <a:spLocks/>
          </p:cNvSpPr>
          <p:nvPr/>
        </p:nvSpPr>
        <p:spPr bwMode="auto">
          <a:xfrm>
            <a:off x="7218363" y="3911600"/>
            <a:ext cx="338137" cy="763588"/>
          </a:xfrm>
          <a:custGeom>
            <a:avLst/>
            <a:gdLst>
              <a:gd name="T0" fmla="*/ 0 w 213"/>
              <a:gd name="T1" fmla="*/ 2147483646 h 481"/>
              <a:gd name="T2" fmla="*/ 2147483646 w 213"/>
              <a:gd name="T3" fmla="*/ 2147483646 h 481"/>
              <a:gd name="T4" fmla="*/ 0 w 213"/>
              <a:gd name="T5" fmla="*/ 2147483646 h 481"/>
              <a:gd name="T6" fmla="*/ 0 w 213"/>
              <a:gd name="T7" fmla="*/ 0 h 481"/>
              <a:gd name="T8" fmla="*/ 2147483646 w 213"/>
              <a:gd name="T9" fmla="*/ 2147483646 h 481"/>
              <a:gd name="T10" fmla="*/ 2147483646 w 213"/>
              <a:gd name="T11" fmla="*/ 2147483646 h 481"/>
              <a:gd name="T12" fmla="*/ 0 w 213"/>
              <a:gd name="T13" fmla="*/ 2147483646 h 481"/>
              <a:gd name="T14" fmla="*/ 0 w 213"/>
              <a:gd name="T15" fmla="*/ 2147483646 h 4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3" h="481">
                <a:moveTo>
                  <a:pt x="0" y="320"/>
                </a:moveTo>
                <a:lnTo>
                  <a:pt x="71" y="240"/>
                </a:lnTo>
                <a:lnTo>
                  <a:pt x="0" y="160"/>
                </a:lnTo>
                <a:lnTo>
                  <a:pt x="0" y="0"/>
                </a:lnTo>
                <a:lnTo>
                  <a:pt x="212" y="160"/>
                </a:lnTo>
                <a:lnTo>
                  <a:pt x="212" y="320"/>
                </a:lnTo>
                <a:lnTo>
                  <a:pt x="0" y="480"/>
                </a:lnTo>
                <a:lnTo>
                  <a:pt x="0" y="32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60" name="Freeform 245">
            <a:extLst>
              <a:ext uri="{FF2B5EF4-FFF2-40B4-BE49-F238E27FC236}">
                <a16:creationId xmlns:a16="http://schemas.microsoft.com/office/drawing/2014/main" id="{7F49D9DD-37C5-2948-8DB2-556538B61C36}"/>
              </a:ext>
            </a:extLst>
          </p:cNvPr>
          <p:cNvSpPr>
            <a:spLocks/>
          </p:cNvSpPr>
          <p:nvPr/>
        </p:nvSpPr>
        <p:spPr bwMode="auto">
          <a:xfrm>
            <a:off x="7759700" y="4292600"/>
            <a:ext cx="684213" cy="306388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2147483646 h 193"/>
              <a:gd name="T4" fmla="*/ 2147483646 w 431"/>
              <a:gd name="T5" fmla="*/ 2147483646 h 193"/>
              <a:gd name="T6" fmla="*/ 2147483646 w 431"/>
              <a:gd name="T7" fmla="*/ 2147483646 h 193"/>
              <a:gd name="T8" fmla="*/ 2147483646 w 431"/>
              <a:gd name="T9" fmla="*/ 0 h 1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61" name="Freeform 246">
            <a:extLst>
              <a:ext uri="{FF2B5EF4-FFF2-40B4-BE49-F238E27FC236}">
                <a16:creationId xmlns:a16="http://schemas.microsoft.com/office/drawing/2014/main" id="{893AC049-F923-244A-8F45-8E44C68897FC}"/>
              </a:ext>
            </a:extLst>
          </p:cNvPr>
          <p:cNvSpPr>
            <a:spLocks/>
          </p:cNvSpPr>
          <p:nvPr/>
        </p:nvSpPr>
        <p:spPr bwMode="auto">
          <a:xfrm>
            <a:off x="5748338" y="4064000"/>
            <a:ext cx="269875" cy="458788"/>
          </a:xfrm>
          <a:custGeom>
            <a:avLst/>
            <a:gdLst>
              <a:gd name="T0" fmla="*/ 2147483646 w 170"/>
              <a:gd name="T1" fmla="*/ 0 h 289"/>
              <a:gd name="T2" fmla="*/ 0 w 170"/>
              <a:gd name="T3" fmla="*/ 0 h 289"/>
              <a:gd name="T4" fmla="*/ 0 w 170"/>
              <a:gd name="T5" fmla="*/ 2147483646 h 289"/>
              <a:gd name="T6" fmla="*/ 2147483646 w 170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0" h="289">
                <a:moveTo>
                  <a:pt x="169" y="0"/>
                </a:moveTo>
                <a:lnTo>
                  <a:pt x="0" y="0"/>
                </a:lnTo>
                <a:lnTo>
                  <a:pt x="0" y="288"/>
                </a:lnTo>
                <a:lnTo>
                  <a:pt x="169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62" name="Freeform 247">
            <a:extLst>
              <a:ext uri="{FF2B5EF4-FFF2-40B4-BE49-F238E27FC236}">
                <a16:creationId xmlns:a16="http://schemas.microsoft.com/office/drawing/2014/main" id="{DE925609-7716-8441-84EA-1779A34B9F85}"/>
              </a:ext>
            </a:extLst>
          </p:cNvPr>
          <p:cNvSpPr>
            <a:spLocks/>
          </p:cNvSpPr>
          <p:nvPr/>
        </p:nvSpPr>
        <p:spPr bwMode="auto">
          <a:xfrm>
            <a:off x="6016625" y="4064000"/>
            <a:ext cx="271463" cy="458788"/>
          </a:xfrm>
          <a:custGeom>
            <a:avLst/>
            <a:gdLst>
              <a:gd name="T0" fmla="*/ 0 w 171"/>
              <a:gd name="T1" fmla="*/ 0 h 289"/>
              <a:gd name="T2" fmla="*/ 2147483646 w 171"/>
              <a:gd name="T3" fmla="*/ 0 h 289"/>
              <a:gd name="T4" fmla="*/ 2147483646 w 171"/>
              <a:gd name="T5" fmla="*/ 2147483646 h 289"/>
              <a:gd name="T6" fmla="*/ 0 w 171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1" h="289">
                <a:moveTo>
                  <a:pt x="0" y="0"/>
                </a:moveTo>
                <a:lnTo>
                  <a:pt x="170" y="0"/>
                </a:lnTo>
                <a:lnTo>
                  <a:pt x="170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63" name="Rectangle 248">
            <a:extLst>
              <a:ext uri="{FF2B5EF4-FFF2-40B4-BE49-F238E27FC236}">
                <a16:creationId xmlns:a16="http://schemas.microsoft.com/office/drawing/2014/main" id="{EEEB4F2D-01F1-5046-9E14-7879A4B91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073525"/>
            <a:ext cx="4302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Im</a:t>
            </a:r>
          </a:p>
        </p:txBody>
      </p:sp>
      <p:sp>
        <p:nvSpPr>
          <p:cNvPr id="122964" name="Rectangle 249">
            <a:extLst>
              <a:ext uri="{FF2B5EF4-FFF2-40B4-BE49-F238E27FC236}">
                <a16:creationId xmlns:a16="http://schemas.microsoft.com/office/drawing/2014/main" id="{2F110C8E-1956-C543-846B-0BA48DEC9FC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066756" y="4106069"/>
            <a:ext cx="6080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122965" name="Rectangle 250">
            <a:extLst>
              <a:ext uri="{FF2B5EF4-FFF2-40B4-BE49-F238E27FC236}">
                <a16:creationId xmlns:a16="http://schemas.microsoft.com/office/drawing/2014/main" id="{65510FCD-67B2-3148-A69C-17E00848C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5" y="4081463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22966" name="Freeform 251">
            <a:extLst>
              <a:ext uri="{FF2B5EF4-FFF2-40B4-BE49-F238E27FC236}">
                <a16:creationId xmlns:a16="http://schemas.microsoft.com/office/drawing/2014/main" id="{DF284AF7-EB83-C44A-B3D8-B249F31AAFA0}"/>
              </a:ext>
            </a:extLst>
          </p:cNvPr>
          <p:cNvSpPr>
            <a:spLocks/>
          </p:cNvSpPr>
          <p:nvPr/>
        </p:nvSpPr>
        <p:spPr bwMode="auto">
          <a:xfrm>
            <a:off x="6478588" y="4064000"/>
            <a:ext cx="236537" cy="458788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67" name="Line 252">
            <a:extLst>
              <a:ext uri="{FF2B5EF4-FFF2-40B4-BE49-F238E27FC236}">
                <a16:creationId xmlns:a16="http://schemas.microsoft.com/office/drawing/2014/main" id="{F5DB4974-4EC4-C94F-9A2F-AA98ECE775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9675" y="4292600"/>
            <a:ext cx="165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68" name="Freeform 253">
            <a:extLst>
              <a:ext uri="{FF2B5EF4-FFF2-40B4-BE49-F238E27FC236}">
                <a16:creationId xmlns:a16="http://schemas.microsoft.com/office/drawing/2014/main" id="{489037BD-674A-8F49-B8A5-EE1D0DFF82FA}"/>
              </a:ext>
            </a:extLst>
          </p:cNvPr>
          <p:cNvSpPr>
            <a:spLocks/>
          </p:cNvSpPr>
          <p:nvPr/>
        </p:nvSpPr>
        <p:spPr bwMode="auto">
          <a:xfrm>
            <a:off x="6394450" y="4140200"/>
            <a:ext cx="76200" cy="153988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69" name="Line 254">
            <a:extLst>
              <a:ext uri="{FF2B5EF4-FFF2-40B4-BE49-F238E27FC236}">
                <a16:creationId xmlns:a16="http://schemas.microsoft.com/office/drawing/2014/main" id="{762C9AD9-22A7-C340-8EC2-8B8CBE6368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0075" y="4140200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70" name="Rectangle 255">
            <a:extLst>
              <a:ext uri="{FF2B5EF4-FFF2-40B4-BE49-F238E27FC236}">
                <a16:creationId xmlns:a16="http://schemas.microsoft.com/office/drawing/2014/main" id="{20B669A9-C65C-444E-BBC6-2EDB0D17F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1763" y="4073525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Dm</a:t>
            </a:r>
          </a:p>
        </p:txBody>
      </p:sp>
      <p:sp>
        <p:nvSpPr>
          <p:cNvPr id="122971" name="Freeform 256">
            <a:extLst>
              <a:ext uri="{FF2B5EF4-FFF2-40B4-BE49-F238E27FC236}">
                <a16:creationId xmlns:a16="http://schemas.microsoft.com/office/drawing/2014/main" id="{CF56C044-7BE0-644E-B619-1188853591C6}"/>
              </a:ext>
            </a:extLst>
          </p:cNvPr>
          <p:cNvSpPr>
            <a:spLocks/>
          </p:cNvSpPr>
          <p:nvPr/>
        </p:nvSpPr>
        <p:spPr bwMode="auto">
          <a:xfrm>
            <a:off x="7826375" y="4064000"/>
            <a:ext cx="257175" cy="458788"/>
          </a:xfrm>
          <a:custGeom>
            <a:avLst/>
            <a:gdLst>
              <a:gd name="T0" fmla="*/ 2147483646 w 162"/>
              <a:gd name="T1" fmla="*/ 0 h 289"/>
              <a:gd name="T2" fmla="*/ 0 w 162"/>
              <a:gd name="T3" fmla="*/ 0 h 289"/>
              <a:gd name="T4" fmla="*/ 0 w 162"/>
              <a:gd name="T5" fmla="*/ 2147483646 h 289"/>
              <a:gd name="T6" fmla="*/ 2147483646 w 16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289">
                <a:moveTo>
                  <a:pt x="161" y="0"/>
                </a:moveTo>
                <a:lnTo>
                  <a:pt x="0" y="0"/>
                </a:lnTo>
                <a:lnTo>
                  <a:pt x="0" y="288"/>
                </a:lnTo>
                <a:lnTo>
                  <a:pt x="16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72" name="Freeform 257">
            <a:extLst>
              <a:ext uri="{FF2B5EF4-FFF2-40B4-BE49-F238E27FC236}">
                <a16:creationId xmlns:a16="http://schemas.microsoft.com/office/drawing/2014/main" id="{CC140A0A-C2F0-1049-95E4-7E77C57BABDE}"/>
              </a:ext>
            </a:extLst>
          </p:cNvPr>
          <p:cNvSpPr>
            <a:spLocks/>
          </p:cNvSpPr>
          <p:nvPr/>
        </p:nvSpPr>
        <p:spPr bwMode="auto">
          <a:xfrm>
            <a:off x="8081963" y="4064000"/>
            <a:ext cx="260350" cy="458788"/>
          </a:xfrm>
          <a:custGeom>
            <a:avLst/>
            <a:gdLst>
              <a:gd name="T0" fmla="*/ 0 w 164"/>
              <a:gd name="T1" fmla="*/ 0 h 289"/>
              <a:gd name="T2" fmla="*/ 2147483646 w 164"/>
              <a:gd name="T3" fmla="*/ 0 h 289"/>
              <a:gd name="T4" fmla="*/ 2147483646 w 164"/>
              <a:gd name="T5" fmla="*/ 2147483646 h 289"/>
              <a:gd name="T6" fmla="*/ 0 w 164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4" h="289">
                <a:moveTo>
                  <a:pt x="0" y="0"/>
                </a:moveTo>
                <a:lnTo>
                  <a:pt x="163" y="0"/>
                </a:lnTo>
                <a:lnTo>
                  <a:pt x="163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73" name="Rectangle 258">
            <a:extLst>
              <a:ext uri="{FF2B5EF4-FFF2-40B4-BE49-F238E27FC236}">
                <a16:creationId xmlns:a16="http://schemas.microsoft.com/office/drawing/2014/main" id="{CA341130-73E6-ED4C-A101-DB33CD16D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073525"/>
            <a:ext cx="5191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22974" name="Freeform 259">
            <a:extLst>
              <a:ext uri="{FF2B5EF4-FFF2-40B4-BE49-F238E27FC236}">
                <a16:creationId xmlns:a16="http://schemas.microsoft.com/office/drawing/2014/main" id="{499F0A09-FD66-FC45-8685-0394EE22C34A}"/>
              </a:ext>
            </a:extLst>
          </p:cNvPr>
          <p:cNvSpPr>
            <a:spLocks/>
          </p:cNvSpPr>
          <p:nvPr/>
        </p:nvSpPr>
        <p:spPr bwMode="auto">
          <a:xfrm>
            <a:off x="8569325" y="4064000"/>
            <a:ext cx="225425" cy="458788"/>
          </a:xfrm>
          <a:custGeom>
            <a:avLst/>
            <a:gdLst>
              <a:gd name="T0" fmla="*/ 2147483646 w 142"/>
              <a:gd name="T1" fmla="*/ 0 h 289"/>
              <a:gd name="T2" fmla="*/ 0 w 142"/>
              <a:gd name="T3" fmla="*/ 0 h 289"/>
              <a:gd name="T4" fmla="*/ 0 w 142"/>
              <a:gd name="T5" fmla="*/ 2147483646 h 289"/>
              <a:gd name="T6" fmla="*/ 2147483646 w 142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2" h="289">
                <a:moveTo>
                  <a:pt x="141" y="0"/>
                </a:moveTo>
                <a:lnTo>
                  <a:pt x="0" y="0"/>
                </a:lnTo>
                <a:lnTo>
                  <a:pt x="0" y="288"/>
                </a:lnTo>
                <a:lnTo>
                  <a:pt x="141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75" name="Freeform 260">
            <a:extLst>
              <a:ext uri="{FF2B5EF4-FFF2-40B4-BE49-F238E27FC236}">
                <a16:creationId xmlns:a16="http://schemas.microsoft.com/office/drawing/2014/main" id="{98969B35-DA6D-5D47-B25B-E672266D974D}"/>
              </a:ext>
            </a:extLst>
          </p:cNvPr>
          <p:cNvSpPr>
            <a:spLocks/>
          </p:cNvSpPr>
          <p:nvPr/>
        </p:nvSpPr>
        <p:spPr bwMode="auto">
          <a:xfrm>
            <a:off x="8793163" y="4064000"/>
            <a:ext cx="227012" cy="458788"/>
          </a:xfrm>
          <a:custGeom>
            <a:avLst/>
            <a:gdLst>
              <a:gd name="T0" fmla="*/ 0 w 143"/>
              <a:gd name="T1" fmla="*/ 0 h 289"/>
              <a:gd name="T2" fmla="*/ 2147483646 w 143"/>
              <a:gd name="T3" fmla="*/ 0 h 289"/>
              <a:gd name="T4" fmla="*/ 2147483646 w 143"/>
              <a:gd name="T5" fmla="*/ 2147483646 h 289"/>
              <a:gd name="T6" fmla="*/ 0 w 143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3" h="289">
                <a:moveTo>
                  <a:pt x="0" y="0"/>
                </a:moveTo>
                <a:lnTo>
                  <a:pt x="142" y="0"/>
                </a:lnTo>
                <a:lnTo>
                  <a:pt x="142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76" name="Line 261">
            <a:extLst>
              <a:ext uri="{FF2B5EF4-FFF2-40B4-BE49-F238E27FC236}">
                <a16:creationId xmlns:a16="http://schemas.microsoft.com/office/drawing/2014/main" id="{A6477D20-B736-5D4D-9DAA-C25E9556FE22}"/>
              </a:ext>
            </a:extLst>
          </p:cNvPr>
          <p:cNvSpPr>
            <a:spLocks noChangeShapeType="1"/>
          </p:cNvSpPr>
          <p:nvPr/>
        </p:nvSpPr>
        <p:spPr bwMode="auto">
          <a:xfrm>
            <a:off x="8329613" y="4292600"/>
            <a:ext cx="233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77" name="Line 262">
            <a:extLst>
              <a:ext uri="{FF2B5EF4-FFF2-40B4-BE49-F238E27FC236}">
                <a16:creationId xmlns:a16="http://schemas.microsoft.com/office/drawing/2014/main" id="{F91B880F-7FC4-CD41-9069-AFE59C7ABCE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1263" y="4292600"/>
            <a:ext cx="2587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78" name="Line 263">
            <a:extLst>
              <a:ext uri="{FF2B5EF4-FFF2-40B4-BE49-F238E27FC236}">
                <a16:creationId xmlns:a16="http://schemas.microsoft.com/office/drawing/2014/main" id="{BC7DE51E-2844-B341-B055-865EFBB8FB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0075" y="4445000"/>
            <a:ext cx="261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79" name="Freeform 264">
            <a:extLst>
              <a:ext uri="{FF2B5EF4-FFF2-40B4-BE49-F238E27FC236}">
                <a16:creationId xmlns:a16="http://schemas.microsoft.com/office/drawing/2014/main" id="{353A741B-4AEE-954C-97E3-A3EAD1527C29}"/>
              </a:ext>
            </a:extLst>
          </p:cNvPr>
          <p:cNvSpPr>
            <a:spLocks/>
          </p:cNvSpPr>
          <p:nvPr/>
        </p:nvSpPr>
        <p:spPr bwMode="auto">
          <a:xfrm>
            <a:off x="7142163" y="4284663"/>
            <a:ext cx="534987" cy="441325"/>
          </a:xfrm>
          <a:custGeom>
            <a:avLst/>
            <a:gdLst>
              <a:gd name="T0" fmla="*/ 0 w 337"/>
              <a:gd name="T1" fmla="*/ 2147483646 h 278"/>
              <a:gd name="T2" fmla="*/ 0 w 337"/>
              <a:gd name="T3" fmla="*/ 2147483646 h 278"/>
              <a:gd name="T4" fmla="*/ 2147483646 w 337"/>
              <a:gd name="T5" fmla="*/ 2147483646 h 278"/>
              <a:gd name="T6" fmla="*/ 2147483646 w 337"/>
              <a:gd name="T7" fmla="*/ 2147483646 h 278"/>
              <a:gd name="T8" fmla="*/ 2147483646 w 337"/>
              <a:gd name="T9" fmla="*/ 0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2281" name="Line 265">
            <a:extLst>
              <a:ext uri="{FF2B5EF4-FFF2-40B4-BE49-F238E27FC236}">
                <a16:creationId xmlns:a16="http://schemas.microsoft.com/office/drawing/2014/main" id="{8702ED84-3780-0A41-809D-7656505BAC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1498600"/>
            <a:ext cx="15875" cy="16176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2282" name="Line 266">
            <a:extLst>
              <a:ext uri="{FF2B5EF4-FFF2-40B4-BE49-F238E27FC236}">
                <a16:creationId xmlns:a16="http://schemas.microsoft.com/office/drawing/2014/main" id="{275FC65C-9556-D949-A15F-6F0DD2E595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8538" y="1581150"/>
            <a:ext cx="7937" cy="19415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2283" name="Line 267">
            <a:extLst>
              <a:ext uri="{FF2B5EF4-FFF2-40B4-BE49-F238E27FC236}">
                <a16:creationId xmlns:a16="http://schemas.microsoft.com/office/drawing/2014/main" id="{92B6D559-B08A-584B-AA04-EB3472C0BAF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7913" y="1516063"/>
            <a:ext cx="555625" cy="27035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2983" name="Group 269">
            <a:extLst>
              <a:ext uri="{FF2B5EF4-FFF2-40B4-BE49-F238E27FC236}">
                <a16:creationId xmlns:a16="http://schemas.microsoft.com/office/drawing/2014/main" id="{1C4B9D79-140A-CE44-9537-A92C214D34DB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1676400"/>
            <a:ext cx="2184400" cy="557213"/>
            <a:chOff x="1616" y="1384"/>
            <a:chExt cx="1224" cy="351"/>
          </a:xfrm>
        </p:grpSpPr>
        <p:sp>
          <p:nvSpPr>
            <p:cNvPr id="123010" name="Text Box 270">
              <a:extLst>
                <a:ext uri="{FF2B5EF4-FFF2-40B4-BE49-F238E27FC236}">
                  <a16:creationId xmlns:a16="http://schemas.microsoft.com/office/drawing/2014/main" id="{2878D3FE-D036-5D4A-946A-699B33907F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6" y="1504"/>
              <a:ext cx="61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chemeClr val="accent1"/>
                  </a:solidFill>
                  <a:ea typeface="宋体" panose="02010600030101010101" pitchFamily="2" charset="-122"/>
                </a:rPr>
                <a:t>检测点</a:t>
              </a:r>
            </a:p>
          </p:txBody>
        </p:sp>
        <p:sp>
          <p:nvSpPr>
            <p:cNvPr id="123011" name="Line 271">
              <a:extLst>
                <a:ext uri="{FF2B5EF4-FFF2-40B4-BE49-F238E27FC236}">
                  <a16:creationId xmlns:a16="http://schemas.microsoft.com/office/drawing/2014/main" id="{659C7CB4-01D5-604F-8BA3-4EBA11A537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0" y="1384"/>
              <a:ext cx="780" cy="21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2984" name="Group 272">
            <a:extLst>
              <a:ext uri="{FF2B5EF4-FFF2-40B4-BE49-F238E27FC236}">
                <a16:creationId xmlns:a16="http://schemas.microsoft.com/office/drawing/2014/main" id="{75D39B6D-768A-7E48-B25B-A02FEAE9BE1D}"/>
              </a:ext>
            </a:extLst>
          </p:cNvPr>
          <p:cNvGrpSpPr>
            <a:grpSpLocks/>
          </p:cNvGrpSpPr>
          <p:nvPr/>
        </p:nvGrpSpPr>
        <p:grpSpPr bwMode="auto">
          <a:xfrm>
            <a:off x="2911475" y="2413000"/>
            <a:ext cx="2184400" cy="557213"/>
            <a:chOff x="1616" y="1384"/>
            <a:chExt cx="1224" cy="351"/>
          </a:xfrm>
        </p:grpSpPr>
        <p:sp>
          <p:nvSpPr>
            <p:cNvPr id="123008" name="Text Box 273">
              <a:extLst>
                <a:ext uri="{FF2B5EF4-FFF2-40B4-BE49-F238E27FC236}">
                  <a16:creationId xmlns:a16="http://schemas.microsoft.com/office/drawing/2014/main" id="{AE9E305C-EB77-0D43-89DA-5EC746BC89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6" y="1504"/>
              <a:ext cx="61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rgbClr val="008000"/>
                  </a:solidFill>
                  <a:ea typeface="宋体" panose="02010600030101010101" pitchFamily="2" charset="-122"/>
                </a:rPr>
                <a:t>阻塞点</a:t>
              </a:r>
            </a:p>
          </p:txBody>
        </p:sp>
        <p:sp>
          <p:nvSpPr>
            <p:cNvPr id="123009" name="Line 274">
              <a:extLst>
                <a:ext uri="{FF2B5EF4-FFF2-40B4-BE49-F238E27FC236}">
                  <a16:creationId xmlns:a16="http://schemas.microsoft.com/office/drawing/2014/main" id="{DE4AB7D3-9351-8B4E-92BB-0CEA356F3C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0" y="1384"/>
              <a:ext cx="780" cy="21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2985" name="Rectangle 275">
            <a:extLst>
              <a:ext uri="{FF2B5EF4-FFF2-40B4-BE49-F238E27FC236}">
                <a16:creationId xmlns:a16="http://schemas.microsoft.com/office/drawing/2014/main" id="{ED1CA088-02B8-2647-93B3-1D7517AEE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1350" y="2057400"/>
            <a:ext cx="5191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Reg</a:t>
            </a:r>
          </a:p>
        </p:txBody>
      </p:sp>
      <p:sp>
        <p:nvSpPr>
          <p:cNvPr id="122986" name="Freeform 276">
            <a:extLst>
              <a:ext uri="{FF2B5EF4-FFF2-40B4-BE49-F238E27FC236}">
                <a16:creationId xmlns:a16="http://schemas.microsoft.com/office/drawing/2014/main" id="{751A2621-D2AC-1947-9600-707FB9BDBF0F}"/>
              </a:ext>
            </a:extLst>
          </p:cNvPr>
          <p:cNvSpPr>
            <a:spLocks/>
          </p:cNvSpPr>
          <p:nvPr/>
        </p:nvSpPr>
        <p:spPr bwMode="auto">
          <a:xfrm>
            <a:off x="4475163" y="2039938"/>
            <a:ext cx="236537" cy="458787"/>
          </a:xfrm>
          <a:custGeom>
            <a:avLst/>
            <a:gdLst>
              <a:gd name="T0" fmla="*/ 2147483646 w 149"/>
              <a:gd name="T1" fmla="*/ 0 h 289"/>
              <a:gd name="T2" fmla="*/ 0 w 149"/>
              <a:gd name="T3" fmla="*/ 0 h 289"/>
              <a:gd name="T4" fmla="*/ 0 w 149"/>
              <a:gd name="T5" fmla="*/ 2147483646 h 289"/>
              <a:gd name="T6" fmla="*/ 2147483646 w 149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9" h="289">
                <a:moveTo>
                  <a:pt x="148" y="0"/>
                </a:moveTo>
                <a:lnTo>
                  <a:pt x="0" y="0"/>
                </a:lnTo>
                <a:lnTo>
                  <a:pt x="0" y="288"/>
                </a:lnTo>
                <a:lnTo>
                  <a:pt x="148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87" name="Freeform 277">
            <a:extLst>
              <a:ext uri="{FF2B5EF4-FFF2-40B4-BE49-F238E27FC236}">
                <a16:creationId xmlns:a16="http://schemas.microsoft.com/office/drawing/2014/main" id="{EC2CFE8B-9430-AF4F-8E3D-F8B4CDDDFC49}"/>
              </a:ext>
            </a:extLst>
          </p:cNvPr>
          <p:cNvSpPr>
            <a:spLocks/>
          </p:cNvSpPr>
          <p:nvPr/>
        </p:nvSpPr>
        <p:spPr bwMode="auto">
          <a:xfrm>
            <a:off x="4710113" y="2039938"/>
            <a:ext cx="234950" cy="458787"/>
          </a:xfrm>
          <a:custGeom>
            <a:avLst/>
            <a:gdLst>
              <a:gd name="T0" fmla="*/ 0 w 148"/>
              <a:gd name="T1" fmla="*/ 0 h 289"/>
              <a:gd name="T2" fmla="*/ 2147483646 w 148"/>
              <a:gd name="T3" fmla="*/ 0 h 289"/>
              <a:gd name="T4" fmla="*/ 2147483646 w 148"/>
              <a:gd name="T5" fmla="*/ 2147483646 h 289"/>
              <a:gd name="T6" fmla="*/ 0 w 148"/>
              <a:gd name="T7" fmla="*/ 2147483646 h 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" h="289">
                <a:moveTo>
                  <a:pt x="0" y="0"/>
                </a:moveTo>
                <a:lnTo>
                  <a:pt x="147" y="0"/>
                </a:lnTo>
                <a:lnTo>
                  <a:pt x="147" y="288"/>
                </a:lnTo>
                <a:lnTo>
                  <a:pt x="0" y="288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88" name="Freeform 278">
            <a:extLst>
              <a:ext uri="{FF2B5EF4-FFF2-40B4-BE49-F238E27FC236}">
                <a16:creationId xmlns:a16="http://schemas.microsoft.com/office/drawing/2014/main" id="{04BB6976-559E-6C4B-A64B-F6F2CDB37A59}"/>
              </a:ext>
            </a:extLst>
          </p:cNvPr>
          <p:cNvSpPr>
            <a:spLocks/>
          </p:cNvSpPr>
          <p:nvPr/>
        </p:nvSpPr>
        <p:spPr bwMode="auto">
          <a:xfrm>
            <a:off x="4403725" y="2103438"/>
            <a:ext cx="76200" cy="153987"/>
          </a:xfrm>
          <a:custGeom>
            <a:avLst/>
            <a:gdLst>
              <a:gd name="T0" fmla="*/ 0 w 48"/>
              <a:gd name="T1" fmla="*/ 2147483646 h 97"/>
              <a:gd name="T2" fmla="*/ 0 w 48"/>
              <a:gd name="T3" fmla="*/ 0 h 97"/>
              <a:gd name="T4" fmla="*/ 2147483646 w 48"/>
              <a:gd name="T5" fmla="*/ 0 h 97"/>
              <a:gd name="T6" fmla="*/ 2147483646 w 48"/>
              <a:gd name="T7" fmla="*/ 0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42313" name="Group 297">
            <a:extLst>
              <a:ext uri="{FF2B5EF4-FFF2-40B4-BE49-F238E27FC236}">
                <a16:creationId xmlns:a16="http://schemas.microsoft.com/office/drawing/2014/main" id="{64FE6077-69F6-E142-9C93-0E3D154CBD9F}"/>
              </a:ext>
            </a:extLst>
          </p:cNvPr>
          <p:cNvGrpSpPr>
            <a:grpSpLocks/>
          </p:cNvGrpSpPr>
          <p:nvPr/>
        </p:nvGrpSpPr>
        <p:grpSpPr bwMode="auto">
          <a:xfrm>
            <a:off x="730250" y="1912938"/>
            <a:ext cx="6430963" cy="565150"/>
            <a:chOff x="460" y="1205"/>
            <a:chExt cx="4051" cy="356"/>
          </a:xfrm>
        </p:grpSpPr>
        <p:grpSp>
          <p:nvGrpSpPr>
            <p:cNvPr id="122997" name="Group 279">
              <a:extLst>
                <a:ext uri="{FF2B5EF4-FFF2-40B4-BE49-F238E27FC236}">
                  <a16:creationId xmlns:a16="http://schemas.microsoft.com/office/drawing/2014/main" id="{3F7C7D41-6B6A-DE4F-8532-E0E5ED10EB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3" y="1219"/>
              <a:ext cx="1338" cy="342"/>
              <a:chOff x="3173" y="1235"/>
              <a:chExt cx="1338" cy="342"/>
            </a:xfrm>
          </p:grpSpPr>
          <p:grpSp>
            <p:nvGrpSpPr>
              <p:cNvPr id="122999" name="Group 280">
                <a:extLst>
                  <a:ext uri="{FF2B5EF4-FFF2-40B4-BE49-F238E27FC236}">
                    <a16:creationId xmlns:a16="http://schemas.microsoft.com/office/drawing/2014/main" id="{203904E3-2F18-2D47-B4BF-0B7E6ACB89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73" y="1235"/>
                <a:ext cx="485" cy="342"/>
                <a:chOff x="3173" y="1787"/>
                <a:chExt cx="485" cy="342"/>
              </a:xfrm>
            </p:grpSpPr>
            <p:sp>
              <p:nvSpPr>
                <p:cNvPr id="123006" name="Freeform 281">
                  <a:extLst>
                    <a:ext uri="{FF2B5EF4-FFF2-40B4-BE49-F238E27FC236}">
                      <a16:creationId xmlns:a16="http://schemas.microsoft.com/office/drawing/2014/main" id="{F67B4D3C-D422-004A-9E2C-A3E16039DA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99" y="1787"/>
                  <a:ext cx="459" cy="342"/>
                </a:xfrm>
                <a:custGeom>
                  <a:avLst/>
                  <a:gdLst>
                    <a:gd name="T0" fmla="*/ 42 w 459"/>
                    <a:gd name="T1" fmla="*/ 117 h 342"/>
                    <a:gd name="T2" fmla="*/ 64 w 459"/>
                    <a:gd name="T3" fmla="*/ 64 h 342"/>
                    <a:gd name="T4" fmla="*/ 64 w 459"/>
                    <a:gd name="T5" fmla="*/ 43 h 342"/>
                    <a:gd name="T6" fmla="*/ 74 w 459"/>
                    <a:gd name="T7" fmla="*/ 21 h 342"/>
                    <a:gd name="T8" fmla="*/ 96 w 459"/>
                    <a:gd name="T9" fmla="*/ 11 h 342"/>
                    <a:gd name="T10" fmla="*/ 117 w 459"/>
                    <a:gd name="T11" fmla="*/ 0 h 342"/>
                    <a:gd name="T12" fmla="*/ 138 w 459"/>
                    <a:gd name="T13" fmla="*/ 11 h 342"/>
                    <a:gd name="T14" fmla="*/ 160 w 459"/>
                    <a:gd name="T15" fmla="*/ 11 h 342"/>
                    <a:gd name="T16" fmla="*/ 170 w 459"/>
                    <a:gd name="T17" fmla="*/ 32 h 342"/>
                    <a:gd name="T18" fmla="*/ 192 w 459"/>
                    <a:gd name="T19" fmla="*/ 43 h 342"/>
                    <a:gd name="T20" fmla="*/ 213 w 459"/>
                    <a:gd name="T21" fmla="*/ 43 h 342"/>
                    <a:gd name="T22" fmla="*/ 213 w 459"/>
                    <a:gd name="T23" fmla="*/ 21 h 342"/>
                    <a:gd name="T24" fmla="*/ 234 w 459"/>
                    <a:gd name="T25" fmla="*/ 11 h 342"/>
                    <a:gd name="T26" fmla="*/ 256 w 459"/>
                    <a:gd name="T27" fmla="*/ 11 h 342"/>
                    <a:gd name="T28" fmla="*/ 277 w 459"/>
                    <a:gd name="T29" fmla="*/ 32 h 342"/>
                    <a:gd name="T30" fmla="*/ 309 w 459"/>
                    <a:gd name="T31" fmla="*/ 43 h 342"/>
                    <a:gd name="T32" fmla="*/ 309 w 459"/>
                    <a:gd name="T33" fmla="*/ 64 h 342"/>
                    <a:gd name="T34" fmla="*/ 352 w 459"/>
                    <a:gd name="T35" fmla="*/ 32 h 342"/>
                    <a:gd name="T36" fmla="*/ 373 w 459"/>
                    <a:gd name="T37" fmla="*/ 21 h 342"/>
                    <a:gd name="T38" fmla="*/ 394 w 459"/>
                    <a:gd name="T39" fmla="*/ 43 h 342"/>
                    <a:gd name="T40" fmla="*/ 394 w 459"/>
                    <a:gd name="T41" fmla="*/ 64 h 342"/>
                    <a:gd name="T42" fmla="*/ 394 w 459"/>
                    <a:gd name="T43" fmla="*/ 85 h 342"/>
                    <a:gd name="T44" fmla="*/ 394 w 459"/>
                    <a:gd name="T45" fmla="*/ 107 h 342"/>
                    <a:gd name="T46" fmla="*/ 416 w 459"/>
                    <a:gd name="T47" fmla="*/ 117 h 342"/>
                    <a:gd name="T48" fmla="*/ 437 w 459"/>
                    <a:gd name="T49" fmla="*/ 117 h 342"/>
                    <a:gd name="T50" fmla="*/ 448 w 459"/>
                    <a:gd name="T51" fmla="*/ 149 h 342"/>
                    <a:gd name="T52" fmla="*/ 448 w 459"/>
                    <a:gd name="T53" fmla="*/ 171 h 342"/>
                    <a:gd name="T54" fmla="*/ 458 w 459"/>
                    <a:gd name="T55" fmla="*/ 235 h 342"/>
                    <a:gd name="T56" fmla="*/ 458 w 459"/>
                    <a:gd name="T57" fmla="*/ 256 h 342"/>
                    <a:gd name="T58" fmla="*/ 448 w 459"/>
                    <a:gd name="T59" fmla="*/ 277 h 342"/>
                    <a:gd name="T60" fmla="*/ 437 w 459"/>
                    <a:gd name="T61" fmla="*/ 256 h 342"/>
                    <a:gd name="T62" fmla="*/ 394 w 459"/>
                    <a:gd name="T63" fmla="*/ 267 h 342"/>
                    <a:gd name="T64" fmla="*/ 362 w 459"/>
                    <a:gd name="T65" fmla="*/ 277 h 342"/>
                    <a:gd name="T66" fmla="*/ 341 w 459"/>
                    <a:gd name="T67" fmla="*/ 277 h 342"/>
                    <a:gd name="T68" fmla="*/ 320 w 459"/>
                    <a:gd name="T69" fmla="*/ 299 h 342"/>
                    <a:gd name="T70" fmla="*/ 320 w 459"/>
                    <a:gd name="T71" fmla="*/ 277 h 342"/>
                    <a:gd name="T72" fmla="*/ 309 w 459"/>
                    <a:gd name="T73" fmla="*/ 299 h 342"/>
                    <a:gd name="T74" fmla="*/ 288 w 459"/>
                    <a:gd name="T75" fmla="*/ 309 h 342"/>
                    <a:gd name="T76" fmla="*/ 277 w 459"/>
                    <a:gd name="T77" fmla="*/ 331 h 342"/>
                    <a:gd name="T78" fmla="*/ 234 w 459"/>
                    <a:gd name="T79" fmla="*/ 341 h 342"/>
                    <a:gd name="T80" fmla="*/ 213 w 459"/>
                    <a:gd name="T81" fmla="*/ 320 h 342"/>
                    <a:gd name="T82" fmla="*/ 181 w 459"/>
                    <a:gd name="T83" fmla="*/ 299 h 342"/>
                    <a:gd name="T84" fmla="*/ 160 w 459"/>
                    <a:gd name="T85" fmla="*/ 277 h 342"/>
                    <a:gd name="T86" fmla="*/ 138 w 459"/>
                    <a:gd name="T87" fmla="*/ 288 h 342"/>
                    <a:gd name="T88" fmla="*/ 128 w 459"/>
                    <a:gd name="T89" fmla="*/ 267 h 342"/>
                    <a:gd name="T90" fmla="*/ 106 w 459"/>
                    <a:gd name="T91" fmla="*/ 235 h 342"/>
                    <a:gd name="T92" fmla="*/ 85 w 459"/>
                    <a:gd name="T93" fmla="*/ 245 h 342"/>
                    <a:gd name="T94" fmla="*/ 74 w 459"/>
                    <a:gd name="T95" fmla="*/ 267 h 342"/>
                    <a:gd name="T96" fmla="*/ 53 w 459"/>
                    <a:gd name="T97" fmla="*/ 277 h 342"/>
                    <a:gd name="T98" fmla="*/ 53 w 459"/>
                    <a:gd name="T99" fmla="*/ 256 h 342"/>
                    <a:gd name="T100" fmla="*/ 32 w 459"/>
                    <a:gd name="T101" fmla="*/ 245 h 342"/>
                    <a:gd name="T102" fmla="*/ 21 w 459"/>
                    <a:gd name="T103" fmla="*/ 224 h 342"/>
                    <a:gd name="T104" fmla="*/ 10 w 459"/>
                    <a:gd name="T105" fmla="*/ 203 h 342"/>
                    <a:gd name="T106" fmla="*/ 10 w 459"/>
                    <a:gd name="T107" fmla="*/ 171 h 342"/>
                    <a:gd name="T108" fmla="*/ 0 w 459"/>
                    <a:gd name="T109" fmla="*/ 149 h 342"/>
                    <a:gd name="T110" fmla="*/ 21 w 459"/>
                    <a:gd name="T111" fmla="*/ 139 h 342"/>
                    <a:gd name="T112" fmla="*/ 53 w 459"/>
                    <a:gd name="T113" fmla="*/ 128 h 342"/>
                    <a:gd name="T114" fmla="*/ 53 w 459"/>
                    <a:gd name="T115" fmla="*/ 107 h 342"/>
                    <a:gd name="T116" fmla="*/ 42 w 459"/>
                    <a:gd name="T117" fmla="*/ 117 h 342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</a:gdLst>
                  <a:ahLst/>
                  <a:cxnLst>
                    <a:cxn ang="T118">
                      <a:pos x="T0" y="T1"/>
                    </a:cxn>
                    <a:cxn ang="T119">
                      <a:pos x="T2" y="T3"/>
                    </a:cxn>
                    <a:cxn ang="T120">
                      <a:pos x="T4" y="T5"/>
                    </a:cxn>
                    <a:cxn ang="T121">
                      <a:pos x="T6" y="T7"/>
                    </a:cxn>
                    <a:cxn ang="T122">
                      <a:pos x="T8" y="T9"/>
                    </a:cxn>
                    <a:cxn ang="T123">
                      <a:pos x="T10" y="T11"/>
                    </a:cxn>
                    <a:cxn ang="T124">
                      <a:pos x="T12" y="T13"/>
                    </a:cxn>
                    <a:cxn ang="T125">
                      <a:pos x="T14" y="T15"/>
                    </a:cxn>
                    <a:cxn ang="T126">
                      <a:pos x="T16" y="T17"/>
                    </a:cxn>
                    <a:cxn ang="T127">
                      <a:pos x="T18" y="T19"/>
                    </a:cxn>
                    <a:cxn ang="T128">
                      <a:pos x="T20" y="T21"/>
                    </a:cxn>
                    <a:cxn ang="T129">
                      <a:pos x="T22" y="T23"/>
                    </a:cxn>
                    <a:cxn ang="T130">
                      <a:pos x="T24" y="T25"/>
                    </a:cxn>
                    <a:cxn ang="T131">
                      <a:pos x="T26" y="T27"/>
                    </a:cxn>
                    <a:cxn ang="T132">
                      <a:pos x="T28" y="T29"/>
                    </a:cxn>
                    <a:cxn ang="T133">
                      <a:pos x="T30" y="T31"/>
                    </a:cxn>
                    <a:cxn ang="T134">
                      <a:pos x="T32" y="T33"/>
                    </a:cxn>
                    <a:cxn ang="T135">
                      <a:pos x="T34" y="T35"/>
                    </a:cxn>
                    <a:cxn ang="T136">
                      <a:pos x="T36" y="T37"/>
                    </a:cxn>
                    <a:cxn ang="T137">
                      <a:pos x="T38" y="T39"/>
                    </a:cxn>
                    <a:cxn ang="T138">
                      <a:pos x="T40" y="T41"/>
                    </a:cxn>
                    <a:cxn ang="T139">
                      <a:pos x="T42" y="T43"/>
                    </a:cxn>
                    <a:cxn ang="T140">
                      <a:pos x="T44" y="T45"/>
                    </a:cxn>
                    <a:cxn ang="T141">
                      <a:pos x="T46" y="T47"/>
                    </a:cxn>
                    <a:cxn ang="T142">
                      <a:pos x="T48" y="T49"/>
                    </a:cxn>
                    <a:cxn ang="T143">
                      <a:pos x="T50" y="T51"/>
                    </a:cxn>
                    <a:cxn ang="T144">
                      <a:pos x="T52" y="T53"/>
                    </a:cxn>
                    <a:cxn ang="T145">
                      <a:pos x="T54" y="T55"/>
                    </a:cxn>
                    <a:cxn ang="T146">
                      <a:pos x="T56" y="T57"/>
                    </a:cxn>
                    <a:cxn ang="T147">
                      <a:pos x="T58" y="T59"/>
                    </a:cxn>
                    <a:cxn ang="T148">
                      <a:pos x="T60" y="T61"/>
                    </a:cxn>
                    <a:cxn ang="T149">
                      <a:pos x="T62" y="T63"/>
                    </a:cxn>
                    <a:cxn ang="T150">
                      <a:pos x="T64" y="T65"/>
                    </a:cxn>
                    <a:cxn ang="T151">
                      <a:pos x="T66" y="T67"/>
                    </a:cxn>
                    <a:cxn ang="T152">
                      <a:pos x="T68" y="T69"/>
                    </a:cxn>
                    <a:cxn ang="T153">
                      <a:pos x="T70" y="T71"/>
                    </a:cxn>
                    <a:cxn ang="T154">
                      <a:pos x="T72" y="T73"/>
                    </a:cxn>
                    <a:cxn ang="T155">
                      <a:pos x="T74" y="T75"/>
                    </a:cxn>
                    <a:cxn ang="T156">
                      <a:pos x="T76" y="T77"/>
                    </a:cxn>
                    <a:cxn ang="T157">
                      <a:pos x="T78" y="T79"/>
                    </a:cxn>
                    <a:cxn ang="T158">
                      <a:pos x="T80" y="T81"/>
                    </a:cxn>
                    <a:cxn ang="T159">
                      <a:pos x="T82" y="T83"/>
                    </a:cxn>
                    <a:cxn ang="T160">
                      <a:pos x="T84" y="T85"/>
                    </a:cxn>
                    <a:cxn ang="T161">
                      <a:pos x="T86" y="T87"/>
                    </a:cxn>
                    <a:cxn ang="T162">
                      <a:pos x="T88" y="T89"/>
                    </a:cxn>
                    <a:cxn ang="T163">
                      <a:pos x="T90" y="T91"/>
                    </a:cxn>
                    <a:cxn ang="T164">
                      <a:pos x="T92" y="T93"/>
                    </a:cxn>
                    <a:cxn ang="T165">
                      <a:pos x="T94" y="T95"/>
                    </a:cxn>
                    <a:cxn ang="T166">
                      <a:pos x="T96" y="T97"/>
                    </a:cxn>
                    <a:cxn ang="T167">
                      <a:pos x="T98" y="T99"/>
                    </a:cxn>
                    <a:cxn ang="T168">
                      <a:pos x="T100" y="T101"/>
                    </a:cxn>
                    <a:cxn ang="T169">
                      <a:pos x="T102" y="T103"/>
                    </a:cxn>
                    <a:cxn ang="T170">
                      <a:pos x="T104" y="T105"/>
                    </a:cxn>
                    <a:cxn ang="T171">
                      <a:pos x="T106" y="T107"/>
                    </a:cxn>
                    <a:cxn ang="T172">
                      <a:pos x="T108" y="T109"/>
                    </a:cxn>
                    <a:cxn ang="T173">
                      <a:pos x="T110" y="T111"/>
                    </a:cxn>
                    <a:cxn ang="T174">
                      <a:pos x="T112" y="T113"/>
                    </a:cxn>
                    <a:cxn ang="T175">
                      <a:pos x="T114" y="T115"/>
                    </a:cxn>
                    <a:cxn ang="T176">
                      <a:pos x="T116" y="T117"/>
                    </a:cxn>
                  </a:cxnLst>
                  <a:rect l="0" t="0" r="r" b="b"/>
                  <a:pathLst>
                    <a:path w="459" h="342">
                      <a:moveTo>
                        <a:pt x="42" y="117"/>
                      </a:moveTo>
                      <a:lnTo>
                        <a:pt x="64" y="64"/>
                      </a:lnTo>
                      <a:lnTo>
                        <a:pt x="64" y="43"/>
                      </a:lnTo>
                      <a:lnTo>
                        <a:pt x="74" y="21"/>
                      </a:lnTo>
                      <a:lnTo>
                        <a:pt x="96" y="11"/>
                      </a:lnTo>
                      <a:lnTo>
                        <a:pt x="117" y="0"/>
                      </a:lnTo>
                      <a:lnTo>
                        <a:pt x="138" y="11"/>
                      </a:lnTo>
                      <a:lnTo>
                        <a:pt x="160" y="11"/>
                      </a:lnTo>
                      <a:lnTo>
                        <a:pt x="170" y="32"/>
                      </a:lnTo>
                      <a:lnTo>
                        <a:pt x="192" y="43"/>
                      </a:lnTo>
                      <a:lnTo>
                        <a:pt x="213" y="43"/>
                      </a:lnTo>
                      <a:lnTo>
                        <a:pt x="213" y="21"/>
                      </a:lnTo>
                      <a:lnTo>
                        <a:pt x="234" y="11"/>
                      </a:lnTo>
                      <a:lnTo>
                        <a:pt x="256" y="11"/>
                      </a:lnTo>
                      <a:lnTo>
                        <a:pt x="277" y="32"/>
                      </a:lnTo>
                      <a:lnTo>
                        <a:pt x="309" y="43"/>
                      </a:lnTo>
                      <a:lnTo>
                        <a:pt x="309" y="64"/>
                      </a:lnTo>
                      <a:lnTo>
                        <a:pt x="352" y="32"/>
                      </a:lnTo>
                      <a:lnTo>
                        <a:pt x="373" y="21"/>
                      </a:lnTo>
                      <a:lnTo>
                        <a:pt x="394" y="43"/>
                      </a:lnTo>
                      <a:lnTo>
                        <a:pt x="394" y="64"/>
                      </a:lnTo>
                      <a:lnTo>
                        <a:pt x="394" y="85"/>
                      </a:lnTo>
                      <a:lnTo>
                        <a:pt x="394" y="107"/>
                      </a:lnTo>
                      <a:lnTo>
                        <a:pt x="416" y="117"/>
                      </a:lnTo>
                      <a:lnTo>
                        <a:pt x="437" y="117"/>
                      </a:lnTo>
                      <a:lnTo>
                        <a:pt x="448" y="149"/>
                      </a:lnTo>
                      <a:lnTo>
                        <a:pt x="448" y="171"/>
                      </a:lnTo>
                      <a:lnTo>
                        <a:pt x="458" y="235"/>
                      </a:lnTo>
                      <a:lnTo>
                        <a:pt x="458" y="256"/>
                      </a:lnTo>
                      <a:lnTo>
                        <a:pt x="448" y="277"/>
                      </a:lnTo>
                      <a:lnTo>
                        <a:pt x="437" y="256"/>
                      </a:lnTo>
                      <a:lnTo>
                        <a:pt x="394" y="267"/>
                      </a:lnTo>
                      <a:lnTo>
                        <a:pt x="362" y="277"/>
                      </a:lnTo>
                      <a:lnTo>
                        <a:pt x="341" y="277"/>
                      </a:lnTo>
                      <a:lnTo>
                        <a:pt x="320" y="299"/>
                      </a:lnTo>
                      <a:lnTo>
                        <a:pt x="320" y="277"/>
                      </a:lnTo>
                      <a:lnTo>
                        <a:pt x="309" y="299"/>
                      </a:lnTo>
                      <a:lnTo>
                        <a:pt x="288" y="309"/>
                      </a:lnTo>
                      <a:lnTo>
                        <a:pt x="277" y="331"/>
                      </a:lnTo>
                      <a:lnTo>
                        <a:pt x="234" y="341"/>
                      </a:lnTo>
                      <a:lnTo>
                        <a:pt x="213" y="320"/>
                      </a:lnTo>
                      <a:lnTo>
                        <a:pt x="181" y="299"/>
                      </a:lnTo>
                      <a:lnTo>
                        <a:pt x="160" y="277"/>
                      </a:lnTo>
                      <a:lnTo>
                        <a:pt x="138" y="288"/>
                      </a:lnTo>
                      <a:lnTo>
                        <a:pt x="128" y="267"/>
                      </a:lnTo>
                      <a:lnTo>
                        <a:pt x="106" y="235"/>
                      </a:lnTo>
                      <a:lnTo>
                        <a:pt x="85" y="245"/>
                      </a:lnTo>
                      <a:lnTo>
                        <a:pt x="74" y="267"/>
                      </a:lnTo>
                      <a:lnTo>
                        <a:pt x="53" y="277"/>
                      </a:lnTo>
                      <a:lnTo>
                        <a:pt x="53" y="256"/>
                      </a:lnTo>
                      <a:lnTo>
                        <a:pt x="32" y="245"/>
                      </a:lnTo>
                      <a:lnTo>
                        <a:pt x="21" y="224"/>
                      </a:lnTo>
                      <a:lnTo>
                        <a:pt x="10" y="203"/>
                      </a:lnTo>
                      <a:lnTo>
                        <a:pt x="10" y="171"/>
                      </a:lnTo>
                      <a:lnTo>
                        <a:pt x="0" y="149"/>
                      </a:lnTo>
                      <a:lnTo>
                        <a:pt x="21" y="139"/>
                      </a:lnTo>
                      <a:lnTo>
                        <a:pt x="53" y="128"/>
                      </a:lnTo>
                      <a:lnTo>
                        <a:pt x="53" y="107"/>
                      </a:lnTo>
                      <a:lnTo>
                        <a:pt x="42" y="117"/>
                      </a:lnTo>
                    </a:path>
                  </a:pathLst>
                </a:custGeom>
                <a:solidFill>
                  <a:srgbClr val="8CF4EA"/>
                </a:solidFill>
                <a:ln w="12700" cap="rnd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007" name="Rectangle 282">
                  <a:extLst>
                    <a:ext uri="{FF2B5EF4-FFF2-40B4-BE49-F238E27FC236}">
                      <a16:creationId xmlns:a16="http://schemas.microsoft.com/office/drawing/2014/main" id="{832213B3-8508-624C-BD53-32B5D243DB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3" y="1857"/>
                  <a:ext cx="470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 i="1">
                      <a:solidFill>
                        <a:schemeClr val="accent1"/>
                      </a:solidFill>
                      <a:ea typeface="宋体" panose="02010600030101010101" pitchFamily="2" charset="-122"/>
                    </a:rPr>
                    <a:t>bubble</a:t>
                  </a:r>
                </a:p>
              </p:txBody>
            </p:sp>
          </p:grpSp>
          <p:grpSp>
            <p:nvGrpSpPr>
              <p:cNvPr id="123000" name="Group 283">
                <a:extLst>
                  <a:ext uri="{FF2B5EF4-FFF2-40B4-BE49-F238E27FC236}">
                    <a16:creationId xmlns:a16="http://schemas.microsoft.com/office/drawing/2014/main" id="{C2B13B00-1609-4045-9B1A-5EFC497B93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10" y="1235"/>
                <a:ext cx="485" cy="342"/>
                <a:chOff x="3610" y="1787"/>
                <a:chExt cx="485" cy="342"/>
              </a:xfrm>
            </p:grpSpPr>
            <p:sp>
              <p:nvSpPr>
                <p:cNvPr id="123004" name="Freeform 284">
                  <a:extLst>
                    <a:ext uri="{FF2B5EF4-FFF2-40B4-BE49-F238E27FC236}">
                      <a16:creationId xmlns:a16="http://schemas.microsoft.com/office/drawing/2014/main" id="{AC9E8D1D-7BFE-D74E-A320-A9C45D75AC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36" y="1787"/>
                  <a:ext cx="459" cy="342"/>
                </a:xfrm>
                <a:custGeom>
                  <a:avLst/>
                  <a:gdLst>
                    <a:gd name="T0" fmla="*/ 42 w 459"/>
                    <a:gd name="T1" fmla="*/ 117 h 342"/>
                    <a:gd name="T2" fmla="*/ 64 w 459"/>
                    <a:gd name="T3" fmla="*/ 64 h 342"/>
                    <a:gd name="T4" fmla="*/ 64 w 459"/>
                    <a:gd name="T5" fmla="*/ 43 h 342"/>
                    <a:gd name="T6" fmla="*/ 74 w 459"/>
                    <a:gd name="T7" fmla="*/ 21 h 342"/>
                    <a:gd name="T8" fmla="*/ 96 w 459"/>
                    <a:gd name="T9" fmla="*/ 11 h 342"/>
                    <a:gd name="T10" fmla="*/ 117 w 459"/>
                    <a:gd name="T11" fmla="*/ 0 h 342"/>
                    <a:gd name="T12" fmla="*/ 138 w 459"/>
                    <a:gd name="T13" fmla="*/ 11 h 342"/>
                    <a:gd name="T14" fmla="*/ 160 w 459"/>
                    <a:gd name="T15" fmla="*/ 11 h 342"/>
                    <a:gd name="T16" fmla="*/ 170 w 459"/>
                    <a:gd name="T17" fmla="*/ 32 h 342"/>
                    <a:gd name="T18" fmla="*/ 192 w 459"/>
                    <a:gd name="T19" fmla="*/ 43 h 342"/>
                    <a:gd name="T20" fmla="*/ 213 w 459"/>
                    <a:gd name="T21" fmla="*/ 43 h 342"/>
                    <a:gd name="T22" fmla="*/ 213 w 459"/>
                    <a:gd name="T23" fmla="*/ 21 h 342"/>
                    <a:gd name="T24" fmla="*/ 234 w 459"/>
                    <a:gd name="T25" fmla="*/ 11 h 342"/>
                    <a:gd name="T26" fmla="*/ 256 w 459"/>
                    <a:gd name="T27" fmla="*/ 11 h 342"/>
                    <a:gd name="T28" fmla="*/ 277 w 459"/>
                    <a:gd name="T29" fmla="*/ 32 h 342"/>
                    <a:gd name="T30" fmla="*/ 309 w 459"/>
                    <a:gd name="T31" fmla="*/ 43 h 342"/>
                    <a:gd name="T32" fmla="*/ 309 w 459"/>
                    <a:gd name="T33" fmla="*/ 64 h 342"/>
                    <a:gd name="T34" fmla="*/ 352 w 459"/>
                    <a:gd name="T35" fmla="*/ 32 h 342"/>
                    <a:gd name="T36" fmla="*/ 373 w 459"/>
                    <a:gd name="T37" fmla="*/ 21 h 342"/>
                    <a:gd name="T38" fmla="*/ 394 w 459"/>
                    <a:gd name="T39" fmla="*/ 43 h 342"/>
                    <a:gd name="T40" fmla="*/ 394 w 459"/>
                    <a:gd name="T41" fmla="*/ 64 h 342"/>
                    <a:gd name="T42" fmla="*/ 394 w 459"/>
                    <a:gd name="T43" fmla="*/ 85 h 342"/>
                    <a:gd name="T44" fmla="*/ 394 w 459"/>
                    <a:gd name="T45" fmla="*/ 107 h 342"/>
                    <a:gd name="T46" fmla="*/ 416 w 459"/>
                    <a:gd name="T47" fmla="*/ 117 h 342"/>
                    <a:gd name="T48" fmla="*/ 437 w 459"/>
                    <a:gd name="T49" fmla="*/ 117 h 342"/>
                    <a:gd name="T50" fmla="*/ 448 w 459"/>
                    <a:gd name="T51" fmla="*/ 149 h 342"/>
                    <a:gd name="T52" fmla="*/ 448 w 459"/>
                    <a:gd name="T53" fmla="*/ 171 h 342"/>
                    <a:gd name="T54" fmla="*/ 458 w 459"/>
                    <a:gd name="T55" fmla="*/ 235 h 342"/>
                    <a:gd name="T56" fmla="*/ 458 w 459"/>
                    <a:gd name="T57" fmla="*/ 256 h 342"/>
                    <a:gd name="T58" fmla="*/ 448 w 459"/>
                    <a:gd name="T59" fmla="*/ 277 h 342"/>
                    <a:gd name="T60" fmla="*/ 437 w 459"/>
                    <a:gd name="T61" fmla="*/ 256 h 342"/>
                    <a:gd name="T62" fmla="*/ 394 w 459"/>
                    <a:gd name="T63" fmla="*/ 267 h 342"/>
                    <a:gd name="T64" fmla="*/ 362 w 459"/>
                    <a:gd name="T65" fmla="*/ 277 h 342"/>
                    <a:gd name="T66" fmla="*/ 341 w 459"/>
                    <a:gd name="T67" fmla="*/ 277 h 342"/>
                    <a:gd name="T68" fmla="*/ 320 w 459"/>
                    <a:gd name="T69" fmla="*/ 299 h 342"/>
                    <a:gd name="T70" fmla="*/ 320 w 459"/>
                    <a:gd name="T71" fmla="*/ 277 h 342"/>
                    <a:gd name="T72" fmla="*/ 309 w 459"/>
                    <a:gd name="T73" fmla="*/ 299 h 342"/>
                    <a:gd name="T74" fmla="*/ 288 w 459"/>
                    <a:gd name="T75" fmla="*/ 309 h 342"/>
                    <a:gd name="T76" fmla="*/ 277 w 459"/>
                    <a:gd name="T77" fmla="*/ 331 h 342"/>
                    <a:gd name="T78" fmla="*/ 234 w 459"/>
                    <a:gd name="T79" fmla="*/ 341 h 342"/>
                    <a:gd name="T80" fmla="*/ 213 w 459"/>
                    <a:gd name="T81" fmla="*/ 320 h 342"/>
                    <a:gd name="T82" fmla="*/ 181 w 459"/>
                    <a:gd name="T83" fmla="*/ 299 h 342"/>
                    <a:gd name="T84" fmla="*/ 160 w 459"/>
                    <a:gd name="T85" fmla="*/ 277 h 342"/>
                    <a:gd name="T86" fmla="*/ 138 w 459"/>
                    <a:gd name="T87" fmla="*/ 288 h 342"/>
                    <a:gd name="T88" fmla="*/ 128 w 459"/>
                    <a:gd name="T89" fmla="*/ 267 h 342"/>
                    <a:gd name="T90" fmla="*/ 106 w 459"/>
                    <a:gd name="T91" fmla="*/ 235 h 342"/>
                    <a:gd name="T92" fmla="*/ 85 w 459"/>
                    <a:gd name="T93" fmla="*/ 245 h 342"/>
                    <a:gd name="T94" fmla="*/ 74 w 459"/>
                    <a:gd name="T95" fmla="*/ 267 h 342"/>
                    <a:gd name="T96" fmla="*/ 53 w 459"/>
                    <a:gd name="T97" fmla="*/ 277 h 342"/>
                    <a:gd name="T98" fmla="*/ 53 w 459"/>
                    <a:gd name="T99" fmla="*/ 256 h 342"/>
                    <a:gd name="T100" fmla="*/ 32 w 459"/>
                    <a:gd name="T101" fmla="*/ 245 h 342"/>
                    <a:gd name="T102" fmla="*/ 21 w 459"/>
                    <a:gd name="T103" fmla="*/ 224 h 342"/>
                    <a:gd name="T104" fmla="*/ 10 w 459"/>
                    <a:gd name="T105" fmla="*/ 203 h 342"/>
                    <a:gd name="T106" fmla="*/ 10 w 459"/>
                    <a:gd name="T107" fmla="*/ 171 h 342"/>
                    <a:gd name="T108" fmla="*/ 0 w 459"/>
                    <a:gd name="T109" fmla="*/ 149 h 342"/>
                    <a:gd name="T110" fmla="*/ 21 w 459"/>
                    <a:gd name="T111" fmla="*/ 139 h 342"/>
                    <a:gd name="T112" fmla="*/ 53 w 459"/>
                    <a:gd name="T113" fmla="*/ 128 h 342"/>
                    <a:gd name="T114" fmla="*/ 53 w 459"/>
                    <a:gd name="T115" fmla="*/ 107 h 342"/>
                    <a:gd name="T116" fmla="*/ 42 w 459"/>
                    <a:gd name="T117" fmla="*/ 117 h 342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</a:gdLst>
                  <a:ahLst/>
                  <a:cxnLst>
                    <a:cxn ang="T118">
                      <a:pos x="T0" y="T1"/>
                    </a:cxn>
                    <a:cxn ang="T119">
                      <a:pos x="T2" y="T3"/>
                    </a:cxn>
                    <a:cxn ang="T120">
                      <a:pos x="T4" y="T5"/>
                    </a:cxn>
                    <a:cxn ang="T121">
                      <a:pos x="T6" y="T7"/>
                    </a:cxn>
                    <a:cxn ang="T122">
                      <a:pos x="T8" y="T9"/>
                    </a:cxn>
                    <a:cxn ang="T123">
                      <a:pos x="T10" y="T11"/>
                    </a:cxn>
                    <a:cxn ang="T124">
                      <a:pos x="T12" y="T13"/>
                    </a:cxn>
                    <a:cxn ang="T125">
                      <a:pos x="T14" y="T15"/>
                    </a:cxn>
                    <a:cxn ang="T126">
                      <a:pos x="T16" y="T17"/>
                    </a:cxn>
                    <a:cxn ang="T127">
                      <a:pos x="T18" y="T19"/>
                    </a:cxn>
                    <a:cxn ang="T128">
                      <a:pos x="T20" y="T21"/>
                    </a:cxn>
                    <a:cxn ang="T129">
                      <a:pos x="T22" y="T23"/>
                    </a:cxn>
                    <a:cxn ang="T130">
                      <a:pos x="T24" y="T25"/>
                    </a:cxn>
                    <a:cxn ang="T131">
                      <a:pos x="T26" y="T27"/>
                    </a:cxn>
                    <a:cxn ang="T132">
                      <a:pos x="T28" y="T29"/>
                    </a:cxn>
                    <a:cxn ang="T133">
                      <a:pos x="T30" y="T31"/>
                    </a:cxn>
                    <a:cxn ang="T134">
                      <a:pos x="T32" y="T33"/>
                    </a:cxn>
                    <a:cxn ang="T135">
                      <a:pos x="T34" y="T35"/>
                    </a:cxn>
                    <a:cxn ang="T136">
                      <a:pos x="T36" y="T37"/>
                    </a:cxn>
                    <a:cxn ang="T137">
                      <a:pos x="T38" y="T39"/>
                    </a:cxn>
                    <a:cxn ang="T138">
                      <a:pos x="T40" y="T41"/>
                    </a:cxn>
                    <a:cxn ang="T139">
                      <a:pos x="T42" y="T43"/>
                    </a:cxn>
                    <a:cxn ang="T140">
                      <a:pos x="T44" y="T45"/>
                    </a:cxn>
                    <a:cxn ang="T141">
                      <a:pos x="T46" y="T47"/>
                    </a:cxn>
                    <a:cxn ang="T142">
                      <a:pos x="T48" y="T49"/>
                    </a:cxn>
                    <a:cxn ang="T143">
                      <a:pos x="T50" y="T51"/>
                    </a:cxn>
                    <a:cxn ang="T144">
                      <a:pos x="T52" y="T53"/>
                    </a:cxn>
                    <a:cxn ang="T145">
                      <a:pos x="T54" y="T55"/>
                    </a:cxn>
                    <a:cxn ang="T146">
                      <a:pos x="T56" y="T57"/>
                    </a:cxn>
                    <a:cxn ang="T147">
                      <a:pos x="T58" y="T59"/>
                    </a:cxn>
                    <a:cxn ang="T148">
                      <a:pos x="T60" y="T61"/>
                    </a:cxn>
                    <a:cxn ang="T149">
                      <a:pos x="T62" y="T63"/>
                    </a:cxn>
                    <a:cxn ang="T150">
                      <a:pos x="T64" y="T65"/>
                    </a:cxn>
                    <a:cxn ang="T151">
                      <a:pos x="T66" y="T67"/>
                    </a:cxn>
                    <a:cxn ang="T152">
                      <a:pos x="T68" y="T69"/>
                    </a:cxn>
                    <a:cxn ang="T153">
                      <a:pos x="T70" y="T71"/>
                    </a:cxn>
                    <a:cxn ang="T154">
                      <a:pos x="T72" y="T73"/>
                    </a:cxn>
                    <a:cxn ang="T155">
                      <a:pos x="T74" y="T75"/>
                    </a:cxn>
                    <a:cxn ang="T156">
                      <a:pos x="T76" y="T77"/>
                    </a:cxn>
                    <a:cxn ang="T157">
                      <a:pos x="T78" y="T79"/>
                    </a:cxn>
                    <a:cxn ang="T158">
                      <a:pos x="T80" y="T81"/>
                    </a:cxn>
                    <a:cxn ang="T159">
                      <a:pos x="T82" y="T83"/>
                    </a:cxn>
                    <a:cxn ang="T160">
                      <a:pos x="T84" y="T85"/>
                    </a:cxn>
                    <a:cxn ang="T161">
                      <a:pos x="T86" y="T87"/>
                    </a:cxn>
                    <a:cxn ang="T162">
                      <a:pos x="T88" y="T89"/>
                    </a:cxn>
                    <a:cxn ang="T163">
                      <a:pos x="T90" y="T91"/>
                    </a:cxn>
                    <a:cxn ang="T164">
                      <a:pos x="T92" y="T93"/>
                    </a:cxn>
                    <a:cxn ang="T165">
                      <a:pos x="T94" y="T95"/>
                    </a:cxn>
                    <a:cxn ang="T166">
                      <a:pos x="T96" y="T97"/>
                    </a:cxn>
                    <a:cxn ang="T167">
                      <a:pos x="T98" y="T99"/>
                    </a:cxn>
                    <a:cxn ang="T168">
                      <a:pos x="T100" y="T101"/>
                    </a:cxn>
                    <a:cxn ang="T169">
                      <a:pos x="T102" y="T103"/>
                    </a:cxn>
                    <a:cxn ang="T170">
                      <a:pos x="T104" y="T105"/>
                    </a:cxn>
                    <a:cxn ang="T171">
                      <a:pos x="T106" y="T107"/>
                    </a:cxn>
                    <a:cxn ang="T172">
                      <a:pos x="T108" y="T109"/>
                    </a:cxn>
                    <a:cxn ang="T173">
                      <a:pos x="T110" y="T111"/>
                    </a:cxn>
                    <a:cxn ang="T174">
                      <a:pos x="T112" y="T113"/>
                    </a:cxn>
                    <a:cxn ang="T175">
                      <a:pos x="T114" y="T115"/>
                    </a:cxn>
                    <a:cxn ang="T176">
                      <a:pos x="T116" y="T117"/>
                    </a:cxn>
                  </a:cxnLst>
                  <a:rect l="0" t="0" r="r" b="b"/>
                  <a:pathLst>
                    <a:path w="459" h="342">
                      <a:moveTo>
                        <a:pt x="42" y="117"/>
                      </a:moveTo>
                      <a:lnTo>
                        <a:pt x="64" y="64"/>
                      </a:lnTo>
                      <a:lnTo>
                        <a:pt x="64" y="43"/>
                      </a:lnTo>
                      <a:lnTo>
                        <a:pt x="74" y="21"/>
                      </a:lnTo>
                      <a:lnTo>
                        <a:pt x="96" y="11"/>
                      </a:lnTo>
                      <a:lnTo>
                        <a:pt x="117" y="0"/>
                      </a:lnTo>
                      <a:lnTo>
                        <a:pt x="138" y="11"/>
                      </a:lnTo>
                      <a:lnTo>
                        <a:pt x="160" y="11"/>
                      </a:lnTo>
                      <a:lnTo>
                        <a:pt x="170" y="32"/>
                      </a:lnTo>
                      <a:lnTo>
                        <a:pt x="192" y="43"/>
                      </a:lnTo>
                      <a:lnTo>
                        <a:pt x="213" y="43"/>
                      </a:lnTo>
                      <a:lnTo>
                        <a:pt x="213" y="21"/>
                      </a:lnTo>
                      <a:lnTo>
                        <a:pt x="234" y="11"/>
                      </a:lnTo>
                      <a:lnTo>
                        <a:pt x="256" y="11"/>
                      </a:lnTo>
                      <a:lnTo>
                        <a:pt x="277" y="32"/>
                      </a:lnTo>
                      <a:lnTo>
                        <a:pt x="309" y="43"/>
                      </a:lnTo>
                      <a:lnTo>
                        <a:pt x="309" y="64"/>
                      </a:lnTo>
                      <a:lnTo>
                        <a:pt x="352" y="32"/>
                      </a:lnTo>
                      <a:lnTo>
                        <a:pt x="373" y="21"/>
                      </a:lnTo>
                      <a:lnTo>
                        <a:pt x="394" y="43"/>
                      </a:lnTo>
                      <a:lnTo>
                        <a:pt x="394" y="64"/>
                      </a:lnTo>
                      <a:lnTo>
                        <a:pt x="394" y="85"/>
                      </a:lnTo>
                      <a:lnTo>
                        <a:pt x="394" y="107"/>
                      </a:lnTo>
                      <a:lnTo>
                        <a:pt x="416" y="117"/>
                      </a:lnTo>
                      <a:lnTo>
                        <a:pt x="437" y="117"/>
                      </a:lnTo>
                      <a:lnTo>
                        <a:pt x="448" y="149"/>
                      </a:lnTo>
                      <a:lnTo>
                        <a:pt x="448" y="171"/>
                      </a:lnTo>
                      <a:lnTo>
                        <a:pt x="458" y="235"/>
                      </a:lnTo>
                      <a:lnTo>
                        <a:pt x="458" y="256"/>
                      </a:lnTo>
                      <a:lnTo>
                        <a:pt x="448" y="277"/>
                      </a:lnTo>
                      <a:lnTo>
                        <a:pt x="437" y="256"/>
                      </a:lnTo>
                      <a:lnTo>
                        <a:pt x="394" y="267"/>
                      </a:lnTo>
                      <a:lnTo>
                        <a:pt x="362" y="277"/>
                      </a:lnTo>
                      <a:lnTo>
                        <a:pt x="341" y="277"/>
                      </a:lnTo>
                      <a:lnTo>
                        <a:pt x="320" y="299"/>
                      </a:lnTo>
                      <a:lnTo>
                        <a:pt x="320" y="277"/>
                      </a:lnTo>
                      <a:lnTo>
                        <a:pt x="309" y="299"/>
                      </a:lnTo>
                      <a:lnTo>
                        <a:pt x="288" y="309"/>
                      </a:lnTo>
                      <a:lnTo>
                        <a:pt x="277" y="331"/>
                      </a:lnTo>
                      <a:lnTo>
                        <a:pt x="234" y="341"/>
                      </a:lnTo>
                      <a:lnTo>
                        <a:pt x="213" y="320"/>
                      </a:lnTo>
                      <a:lnTo>
                        <a:pt x="181" y="299"/>
                      </a:lnTo>
                      <a:lnTo>
                        <a:pt x="160" y="277"/>
                      </a:lnTo>
                      <a:lnTo>
                        <a:pt x="138" y="288"/>
                      </a:lnTo>
                      <a:lnTo>
                        <a:pt x="128" y="267"/>
                      </a:lnTo>
                      <a:lnTo>
                        <a:pt x="106" y="235"/>
                      </a:lnTo>
                      <a:lnTo>
                        <a:pt x="85" y="245"/>
                      </a:lnTo>
                      <a:lnTo>
                        <a:pt x="74" y="267"/>
                      </a:lnTo>
                      <a:lnTo>
                        <a:pt x="53" y="277"/>
                      </a:lnTo>
                      <a:lnTo>
                        <a:pt x="53" y="256"/>
                      </a:lnTo>
                      <a:lnTo>
                        <a:pt x="32" y="245"/>
                      </a:lnTo>
                      <a:lnTo>
                        <a:pt x="21" y="224"/>
                      </a:lnTo>
                      <a:lnTo>
                        <a:pt x="10" y="203"/>
                      </a:lnTo>
                      <a:lnTo>
                        <a:pt x="10" y="171"/>
                      </a:lnTo>
                      <a:lnTo>
                        <a:pt x="0" y="149"/>
                      </a:lnTo>
                      <a:lnTo>
                        <a:pt x="21" y="139"/>
                      </a:lnTo>
                      <a:lnTo>
                        <a:pt x="53" y="128"/>
                      </a:lnTo>
                      <a:lnTo>
                        <a:pt x="53" y="107"/>
                      </a:lnTo>
                      <a:lnTo>
                        <a:pt x="42" y="117"/>
                      </a:lnTo>
                    </a:path>
                  </a:pathLst>
                </a:custGeom>
                <a:solidFill>
                  <a:srgbClr val="8CF4EA"/>
                </a:solidFill>
                <a:ln w="12700" cap="rnd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005" name="Rectangle 285">
                  <a:extLst>
                    <a:ext uri="{FF2B5EF4-FFF2-40B4-BE49-F238E27FC236}">
                      <a16:creationId xmlns:a16="http://schemas.microsoft.com/office/drawing/2014/main" id="{73C92C48-C12B-1A46-9633-D11109D9CF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10" y="1857"/>
                  <a:ext cx="470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 i="1">
                      <a:solidFill>
                        <a:schemeClr val="accent1"/>
                      </a:solidFill>
                      <a:ea typeface="宋体" panose="02010600030101010101" pitchFamily="2" charset="-122"/>
                    </a:rPr>
                    <a:t>bubble</a:t>
                  </a:r>
                </a:p>
              </p:txBody>
            </p:sp>
          </p:grpSp>
          <p:grpSp>
            <p:nvGrpSpPr>
              <p:cNvPr id="123001" name="Group 286">
                <a:extLst>
                  <a:ext uri="{FF2B5EF4-FFF2-40B4-BE49-F238E27FC236}">
                    <a16:creationId xmlns:a16="http://schemas.microsoft.com/office/drawing/2014/main" id="{5647DCA3-1972-804C-9D72-1A9E29B614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26" y="1235"/>
                <a:ext cx="485" cy="342"/>
                <a:chOff x="4026" y="1787"/>
                <a:chExt cx="485" cy="342"/>
              </a:xfrm>
            </p:grpSpPr>
            <p:sp>
              <p:nvSpPr>
                <p:cNvPr id="123002" name="Freeform 287">
                  <a:extLst>
                    <a:ext uri="{FF2B5EF4-FFF2-40B4-BE49-F238E27FC236}">
                      <a16:creationId xmlns:a16="http://schemas.microsoft.com/office/drawing/2014/main" id="{ED149D57-57E7-4241-A85D-48828AEB9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52" y="1787"/>
                  <a:ext cx="459" cy="342"/>
                </a:xfrm>
                <a:custGeom>
                  <a:avLst/>
                  <a:gdLst>
                    <a:gd name="T0" fmla="*/ 42 w 459"/>
                    <a:gd name="T1" fmla="*/ 117 h 342"/>
                    <a:gd name="T2" fmla="*/ 64 w 459"/>
                    <a:gd name="T3" fmla="*/ 64 h 342"/>
                    <a:gd name="T4" fmla="*/ 64 w 459"/>
                    <a:gd name="T5" fmla="*/ 43 h 342"/>
                    <a:gd name="T6" fmla="*/ 74 w 459"/>
                    <a:gd name="T7" fmla="*/ 21 h 342"/>
                    <a:gd name="T8" fmla="*/ 96 w 459"/>
                    <a:gd name="T9" fmla="*/ 11 h 342"/>
                    <a:gd name="T10" fmla="*/ 117 w 459"/>
                    <a:gd name="T11" fmla="*/ 0 h 342"/>
                    <a:gd name="T12" fmla="*/ 138 w 459"/>
                    <a:gd name="T13" fmla="*/ 11 h 342"/>
                    <a:gd name="T14" fmla="*/ 160 w 459"/>
                    <a:gd name="T15" fmla="*/ 11 h 342"/>
                    <a:gd name="T16" fmla="*/ 170 w 459"/>
                    <a:gd name="T17" fmla="*/ 32 h 342"/>
                    <a:gd name="T18" fmla="*/ 192 w 459"/>
                    <a:gd name="T19" fmla="*/ 43 h 342"/>
                    <a:gd name="T20" fmla="*/ 213 w 459"/>
                    <a:gd name="T21" fmla="*/ 43 h 342"/>
                    <a:gd name="T22" fmla="*/ 213 w 459"/>
                    <a:gd name="T23" fmla="*/ 21 h 342"/>
                    <a:gd name="T24" fmla="*/ 234 w 459"/>
                    <a:gd name="T25" fmla="*/ 11 h 342"/>
                    <a:gd name="T26" fmla="*/ 256 w 459"/>
                    <a:gd name="T27" fmla="*/ 11 h 342"/>
                    <a:gd name="T28" fmla="*/ 277 w 459"/>
                    <a:gd name="T29" fmla="*/ 32 h 342"/>
                    <a:gd name="T30" fmla="*/ 309 w 459"/>
                    <a:gd name="T31" fmla="*/ 43 h 342"/>
                    <a:gd name="T32" fmla="*/ 309 w 459"/>
                    <a:gd name="T33" fmla="*/ 64 h 342"/>
                    <a:gd name="T34" fmla="*/ 352 w 459"/>
                    <a:gd name="T35" fmla="*/ 32 h 342"/>
                    <a:gd name="T36" fmla="*/ 373 w 459"/>
                    <a:gd name="T37" fmla="*/ 21 h 342"/>
                    <a:gd name="T38" fmla="*/ 394 w 459"/>
                    <a:gd name="T39" fmla="*/ 43 h 342"/>
                    <a:gd name="T40" fmla="*/ 394 w 459"/>
                    <a:gd name="T41" fmla="*/ 64 h 342"/>
                    <a:gd name="T42" fmla="*/ 394 w 459"/>
                    <a:gd name="T43" fmla="*/ 85 h 342"/>
                    <a:gd name="T44" fmla="*/ 394 w 459"/>
                    <a:gd name="T45" fmla="*/ 107 h 342"/>
                    <a:gd name="T46" fmla="*/ 416 w 459"/>
                    <a:gd name="T47" fmla="*/ 117 h 342"/>
                    <a:gd name="T48" fmla="*/ 437 w 459"/>
                    <a:gd name="T49" fmla="*/ 117 h 342"/>
                    <a:gd name="T50" fmla="*/ 448 w 459"/>
                    <a:gd name="T51" fmla="*/ 149 h 342"/>
                    <a:gd name="T52" fmla="*/ 448 w 459"/>
                    <a:gd name="T53" fmla="*/ 171 h 342"/>
                    <a:gd name="T54" fmla="*/ 458 w 459"/>
                    <a:gd name="T55" fmla="*/ 235 h 342"/>
                    <a:gd name="T56" fmla="*/ 458 w 459"/>
                    <a:gd name="T57" fmla="*/ 256 h 342"/>
                    <a:gd name="T58" fmla="*/ 448 w 459"/>
                    <a:gd name="T59" fmla="*/ 277 h 342"/>
                    <a:gd name="T60" fmla="*/ 437 w 459"/>
                    <a:gd name="T61" fmla="*/ 256 h 342"/>
                    <a:gd name="T62" fmla="*/ 394 w 459"/>
                    <a:gd name="T63" fmla="*/ 267 h 342"/>
                    <a:gd name="T64" fmla="*/ 362 w 459"/>
                    <a:gd name="T65" fmla="*/ 277 h 342"/>
                    <a:gd name="T66" fmla="*/ 341 w 459"/>
                    <a:gd name="T67" fmla="*/ 277 h 342"/>
                    <a:gd name="T68" fmla="*/ 320 w 459"/>
                    <a:gd name="T69" fmla="*/ 299 h 342"/>
                    <a:gd name="T70" fmla="*/ 320 w 459"/>
                    <a:gd name="T71" fmla="*/ 277 h 342"/>
                    <a:gd name="T72" fmla="*/ 309 w 459"/>
                    <a:gd name="T73" fmla="*/ 299 h 342"/>
                    <a:gd name="T74" fmla="*/ 288 w 459"/>
                    <a:gd name="T75" fmla="*/ 309 h 342"/>
                    <a:gd name="T76" fmla="*/ 277 w 459"/>
                    <a:gd name="T77" fmla="*/ 331 h 342"/>
                    <a:gd name="T78" fmla="*/ 234 w 459"/>
                    <a:gd name="T79" fmla="*/ 341 h 342"/>
                    <a:gd name="T80" fmla="*/ 213 w 459"/>
                    <a:gd name="T81" fmla="*/ 320 h 342"/>
                    <a:gd name="T82" fmla="*/ 181 w 459"/>
                    <a:gd name="T83" fmla="*/ 299 h 342"/>
                    <a:gd name="T84" fmla="*/ 160 w 459"/>
                    <a:gd name="T85" fmla="*/ 277 h 342"/>
                    <a:gd name="T86" fmla="*/ 138 w 459"/>
                    <a:gd name="T87" fmla="*/ 288 h 342"/>
                    <a:gd name="T88" fmla="*/ 128 w 459"/>
                    <a:gd name="T89" fmla="*/ 267 h 342"/>
                    <a:gd name="T90" fmla="*/ 106 w 459"/>
                    <a:gd name="T91" fmla="*/ 235 h 342"/>
                    <a:gd name="T92" fmla="*/ 85 w 459"/>
                    <a:gd name="T93" fmla="*/ 245 h 342"/>
                    <a:gd name="T94" fmla="*/ 74 w 459"/>
                    <a:gd name="T95" fmla="*/ 267 h 342"/>
                    <a:gd name="T96" fmla="*/ 53 w 459"/>
                    <a:gd name="T97" fmla="*/ 277 h 342"/>
                    <a:gd name="T98" fmla="*/ 53 w 459"/>
                    <a:gd name="T99" fmla="*/ 256 h 342"/>
                    <a:gd name="T100" fmla="*/ 32 w 459"/>
                    <a:gd name="T101" fmla="*/ 245 h 342"/>
                    <a:gd name="T102" fmla="*/ 21 w 459"/>
                    <a:gd name="T103" fmla="*/ 224 h 342"/>
                    <a:gd name="T104" fmla="*/ 10 w 459"/>
                    <a:gd name="T105" fmla="*/ 203 h 342"/>
                    <a:gd name="T106" fmla="*/ 10 w 459"/>
                    <a:gd name="T107" fmla="*/ 171 h 342"/>
                    <a:gd name="T108" fmla="*/ 0 w 459"/>
                    <a:gd name="T109" fmla="*/ 149 h 342"/>
                    <a:gd name="T110" fmla="*/ 21 w 459"/>
                    <a:gd name="T111" fmla="*/ 139 h 342"/>
                    <a:gd name="T112" fmla="*/ 53 w 459"/>
                    <a:gd name="T113" fmla="*/ 128 h 342"/>
                    <a:gd name="T114" fmla="*/ 53 w 459"/>
                    <a:gd name="T115" fmla="*/ 107 h 342"/>
                    <a:gd name="T116" fmla="*/ 42 w 459"/>
                    <a:gd name="T117" fmla="*/ 117 h 342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</a:gdLst>
                  <a:ahLst/>
                  <a:cxnLst>
                    <a:cxn ang="T118">
                      <a:pos x="T0" y="T1"/>
                    </a:cxn>
                    <a:cxn ang="T119">
                      <a:pos x="T2" y="T3"/>
                    </a:cxn>
                    <a:cxn ang="T120">
                      <a:pos x="T4" y="T5"/>
                    </a:cxn>
                    <a:cxn ang="T121">
                      <a:pos x="T6" y="T7"/>
                    </a:cxn>
                    <a:cxn ang="T122">
                      <a:pos x="T8" y="T9"/>
                    </a:cxn>
                    <a:cxn ang="T123">
                      <a:pos x="T10" y="T11"/>
                    </a:cxn>
                    <a:cxn ang="T124">
                      <a:pos x="T12" y="T13"/>
                    </a:cxn>
                    <a:cxn ang="T125">
                      <a:pos x="T14" y="T15"/>
                    </a:cxn>
                    <a:cxn ang="T126">
                      <a:pos x="T16" y="T17"/>
                    </a:cxn>
                    <a:cxn ang="T127">
                      <a:pos x="T18" y="T19"/>
                    </a:cxn>
                    <a:cxn ang="T128">
                      <a:pos x="T20" y="T21"/>
                    </a:cxn>
                    <a:cxn ang="T129">
                      <a:pos x="T22" y="T23"/>
                    </a:cxn>
                    <a:cxn ang="T130">
                      <a:pos x="T24" y="T25"/>
                    </a:cxn>
                    <a:cxn ang="T131">
                      <a:pos x="T26" y="T27"/>
                    </a:cxn>
                    <a:cxn ang="T132">
                      <a:pos x="T28" y="T29"/>
                    </a:cxn>
                    <a:cxn ang="T133">
                      <a:pos x="T30" y="T31"/>
                    </a:cxn>
                    <a:cxn ang="T134">
                      <a:pos x="T32" y="T33"/>
                    </a:cxn>
                    <a:cxn ang="T135">
                      <a:pos x="T34" y="T35"/>
                    </a:cxn>
                    <a:cxn ang="T136">
                      <a:pos x="T36" y="T37"/>
                    </a:cxn>
                    <a:cxn ang="T137">
                      <a:pos x="T38" y="T39"/>
                    </a:cxn>
                    <a:cxn ang="T138">
                      <a:pos x="T40" y="T41"/>
                    </a:cxn>
                    <a:cxn ang="T139">
                      <a:pos x="T42" y="T43"/>
                    </a:cxn>
                    <a:cxn ang="T140">
                      <a:pos x="T44" y="T45"/>
                    </a:cxn>
                    <a:cxn ang="T141">
                      <a:pos x="T46" y="T47"/>
                    </a:cxn>
                    <a:cxn ang="T142">
                      <a:pos x="T48" y="T49"/>
                    </a:cxn>
                    <a:cxn ang="T143">
                      <a:pos x="T50" y="T51"/>
                    </a:cxn>
                    <a:cxn ang="T144">
                      <a:pos x="T52" y="T53"/>
                    </a:cxn>
                    <a:cxn ang="T145">
                      <a:pos x="T54" y="T55"/>
                    </a:cxn>
                    <a:cxn ang="T146">
                      <a:pos x="T56" y="T57"/>
                    </a:cxn>
                    <a:cxn ang="T147">
                      <a:pos x="T58" y="T59"/>
                    </a:cxn>
                    <a:cxn ang="T148">
                      <a:pos x="T60" y="T61"/>
                    </a:cxn>
                    <a:cxn ang="T149">
                      <a:pos x="T62" y="T63"/>
                    </a:cxn>
                    <a:cxn ang="T150">
                      <a:pos x="T64" y="T65"/>
                    </a:cxn>
                    <a:cxn ang="T151">
                      <a:pos x="T66" y="T67"/>
                    </a:cxn>
                    <a:cxn ang="T152">
                      <a:pos x="T68" y="T69"/>
                    </a:cxn>
                    <a:cxn ang="T153">
                      <a:pos x="T70" y="T71"/>
                    </a:cxn>
                    <a:cxn ang="T154">
                      <a:pos x="T72" y="T73"/>
                    </a:cxn>
                    <a:cxn ang="T155">
                      <a:pos x="T74" y="T75"/>
                    </a:cxn>
                    <a:cxn ang="T156">
                      <a:pos x="T76" y="T77"/>
                    </a:cxn>
                    <a:cxn ang="T157">
                      <a:pos x="T78" y="T79"/>
                    </a:cxn>
                    <a:cxn ang="T158">
                      <a:pos x="T80" y="T81"/>
                    </a:cxn>
                    <a:cxn ang="T159">
                      <a:pos x="T82" y="T83"/>
                    </a:cxn>
                    <a:cxn ang="T160">
                      <a:pos x="T84" y="T85"/>
                    </a:cxn>
                    <a:cxn ang="T161">
                      <a:pos x="T86" y="T87"/>
                    </a:cxn>
                    <a:cxn ang="T162">
                      <a:pos x="T88" y="T89"/>
                    </a:cxn>
                    <a:cxn ang="T163">
                      <a:pos x="T90" y="T91"/>
                    </a:cxn>
                    <a:cxn ang="T164">
                      <a:pos x="T92" y="T93"/>
                    </a:cxn>
                    <a:cxn ang="T165">
                      <a:pos x="T94" y="T95"/>
                    </a:cxn>
                    <a:cxn ang="T166">
                      <a:pos x="T96" y="T97"/>
                    </a:cxn>
                    <a:cxn ang="T167">
                      <a:pos x="T98" y="T99"/>
                    </a:cxn>
                    <a:cxn ang="T168">
                      <a:pos x="T100" y="T101"/>
                    </a:cxn>
                    <a:cxn ang="T169">
                      <a:pos x="T102" y="T103"/>
                    </a:cxn>
                    <a:cxn ang="T170">
                      <a:pos x="T104" y="T105"/>
                    </a:cxn>
                    <a:cxn ang="T171">
                      <a:pos x="T106" y="T107"/>
                    </a:cxn>
                    <a:cxn ang="T172">
                      <a:pos x="T108" y="T109"/>
                    </a:cxn>
                    <a:cxn ang="T173">
                      <a:pos x="T110" y="T111"/>
                    </a:cxn>
                    <a:cxn ang="T174">
                      <a:pos x="T112" y="T113"/>
                    </a:cxn>
                    <a:cxn ang="T175">
                      <a:pos x="T114" y="T115"/>
                    </a:cxn>
                    <a:cxn ang="T176">
                      <a:pos x="T116" y="T117"/>
                    </a:cxn>
                  </a:cxnLst>
                  <a:rect l="0" t="0" r="r" b="b"/>
                  <a:pathLst>
                    <a:path w="459" h="342">
                      <a:moveTo>
                        <a:pt x="42" y="117"/>
                      </a:moveTo>
                      <a:lnTo>
                        <a:pt x="64" y="64"/>
                      </a:lnTo>
                      <a:lnTo>
                        <a:pt x="64" y="43"/>
                      </a:lnTo>
                      <a:lnTo>
                        <a:pt x="74" y="21"/>
                      </a:lnTo>
                      <a:lnTo>
                        <a:pt x="96" y="11"/>
                      </a:lnTo>
                      <a:lnTo>
                        <a:pt x="117" y="0"/>
                      </a:lnTo>
                      <a:lnTo>
                        <a:pt x="138" y="11"/>
                      </a:lnTo>
                      <a:lnTo>
                        <a:pt x="160" y="11"/>
                      </a:lnTo>
                      <a:lnTo>
                        <a:pt x="170" y="32"/>
                      </a:lnTo>
                      <a:lnTo>
                        <a:pt x="192" y="43"/>
                      </a:lnTo>
                      <a:lnTo>
                        <a:pt x="213" y="43"/>
                      </a:lnTo>
                      <a:lnTo>
                        <a:pt x="213" y="21"/>
                      </a:lnTo>
                      <a:lnTo>
                        <a:pt x="234" y="11"/>
                      </a:lnTo>
                      <a:lnTo>
                        <a:pt x="256" y="11"/>
                      </a:lnTo>
                      <a:lnTo>
                        <a:pt x="277" y="32"/>
                      </a:lnTo>
                      <a:lnTo>
                        <a:pt x="309" y="43"/>
                      </a:lnTo>
                      <a:lnTo>
                        <a:pt x="309" y="64"/>
                      </a:lnTo>
                      <a:lnTo>
                        <a:pt x="352" y="32"/>
                      </a:lnTo>
                      <a:lnTo>
                        <a:pt x="373" y="21"/>
                      </a:lnTo>
                      <a:lnTo>
                        <a:pt x="394" y="43"/>
                      </a:lnTo>
                      <a:lnTo>
                        <a:pt x="394" y="64"/>
                      </a:lnTo>
                      <a:lnTo>
                        <a:pt x="394" y="85"/>
                      </a:lnTo>
                      <a:lnTo>
                        <a:pt x="394" y="107"/>
                      </a:lnTo>
                      <a:lnTo>
                        <a:pt x="416" y="117"/>
                      </a:lnTo>
                      <a:lnTo>
                        <a:pt x="437" y="117"/>
                      </a:lnTo>
                      <a:lnTo>
                        <a:pt x="448" y="149"/>
                      </a:lnTo>
                      <a:lnTo>
                        <a:pt x="448" y="171"/>
                      </a:lnTo>
                      <a:lnTo>
                        <a:pt x="458" y="235"/>
                      </a:lnTo>
                      <a:lnTo>
                        <a:pt x="458" y="256"/>
                      </a:lnTo>
                      <a:lnTo>
                        <a:pt x="448" y="277"/>
                      </a:lnTo>
                      <a:lnTo>
                        <a:pt x="437" y="256"/>
                      </a:lnTo>
                      <a:lnTo>
                        <a:pt x="394" y="267"/>
                      </a:lnTo>
                      <a:lnTo>
                        <a:pt x="362" y="277"/>
                      </a:lnTo>
                      <a:lnTo>
                        <a:pt x="341" y="277"/>
                      </a:lnTo>
                      <a:lnTo>
                        <a:pt x="320" y="299"/>
                      </a:lnTo>
                      <a:lnTo>
                        <a:pt x="320" y="277"/>
                      </a:lnTo>
                      <a:lnTo>
                        <a:pt x="309" y="299"/>
                      </a:lnTo>
                      <a:lnTo>
                        <a:pt x="288" y="309"/>
                      </a:lnTo>
                      <a:lnTo>
                        <a:pt x="277" y="331"/>
                      </a:lnTo>
                      <a:lnTo>
                        <a:pt x="234" y="341"/>
                      </a:lnTo>
                      <a:lnTo>
                        <a:pt x="213" y="320"/>
                      </a:lnTo>
                      <a:lnTo>
                        <a:pt x="181" y="299"/>
                      </a:lnTo>
                      <a:lnTo>
                        <a:pt x="160" y="277"/>
                      </a:lnTo>
                      <a:lnTo>
                        <a:pt x="138" y="288"/>
                      </a:lnTo>
                      <a:lnTo>
                        <a:pt x="128" y="267"/>
                      </a:lnTo>
                      <a:lnTo>
                        <a:pt x="106" y="235"/>
                      </a:lnTo>
                      <a:lnTo>
                        <a:pt x="85" y="245"/>
                      </a:lnTo>
                      <a:lnTo>
                        <a:pt x="74" y="267"/>
                      </a:lnTo>
                      <a:lnTo>
                        <a:pt x="53" y="277"/>
                      </a:lnTo>
                      <a:lnTo>
                        <a:pt x="53" y="256"/>
                      </a:lnTo>
                      <a:lnTo>
                        <a:pt x="32" y="245"/>
                      </a:lnTo>
                      <a:lnTo>
                        <a:pt x="21" y="224"/>
                      </a:lnTo>
                      <a:lnTo>
                        <a:pt x="10" y="203"/>
                      </a:lnTo>
                      <a:lnTo>
                        <a:pt x="10" y="171"/>
                      </a:lnTo>
                      <a:lnTo>
                        <a:pt x="0" y="149"/>
                      </a:lnTo>
                      <a:lnTo>
                        <a:pt x="21" y="139"/>
                      </a:lnTo>
                      <a:lnTo>
                        <a:pt x="53" y="128"/>
                      </a:lnTo>
                      <a:lnTo>
                        <a:pt x="53" y="107"/>
                      </a:lnTo>
                      <a:lnTo>
                        <a:pt x="42" y="117"/>
                      </a:lnTo>
                    </a:path>
                  </a:pathLst>
                </a:custGeom>
                <a:solidFill>
                  <a:srgbClr val="8CF4EA"/>
                </a:solidFill>
                <a:ln w="12700" cap="rnd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003" name="Rectangle 288">
                  <a:extLst>
                    <a:ext uri="{FF2B5EF4-FFF2-40B4-BE49-F238E27FC236}">
                      <a16:creationId xmlns:a16="http://schemas.microsoft.com/office/drawing/2014/main" id="{F1017C80-2E27-FC4C-B848-07BB3DB26F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26" y="1857"/>
                  <a:ext cx="470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zh-CN" i="1">
                      <a:solidFill>
                        <a:schemeClr val="accent1"/>
                      </a:solidFill>
                      <a:ea typeface="宋体" panose="02010600030101010101" pitchFamily="2" charset="-122"/>
                    </a:rPr>
                    <a:t>bubble</a:t>
                  </a:r>
                </a:p>
              </p:txBody>
            </p:sp>
          </p:grpSp>
        </p:grpSp>
        <p:sp>
          <p:nvSpPr>
            <p:cNvPr id="122998" name="Rectangle 289">
              <a:extLst>
                <a:ext uri="{FF2B5EF4-FFF2-40B4-BE49-F238E27FC236}">
                  <a16:creationId xmlns:a16="http://schemas.microsoft.com/office/drawing/2014/main" id="{D6904849-E1BA-4B4B-84AB-95FF7DE2F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" y="1205"/>
              <a:ext cx="1160" cy="286"/>
            </a:xfrm>
            <a:prstGeom prst="rect">
              <a:avLst/>
            </a:prstGeom>
            <a:solidFill>
              <a:schemeClr val="hlink">
                <a:alpha val="4196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400">
                  <a:solidFill>
                    <a:srgbClr val="008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sub r4,</a:t>
              </a:r>
              <a:r>
                <a:rPr lang="en-US" altLang="zh-CN" sz="2400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r1</a:t>
              </a:r>
              <a:r>
                <a:rPr lang="en-US" altLang="zh-CN" sz="2400">
                  <a:solidFill>
                    <a:srgbClr val="008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,r3</a:t>
              </a:r>
            </a:p>
          </p:txBody>
        </p:sp>
      </p:grpSp>
      <p:sp>
        <p:nvSpPr>
          <p:cNvPr id="122990" name="Text Box 290">
            <a:extLst>
              <a:ext uri="{FF2B5EF4-FFF2-40B4-BE49-F238E27FC236}">
                <a16:creationId xmlns:a16="http://schemas.microsoft.com/office/drawing/2014/main" id="{D39B6969-2FE2-D244-B671-5B48AF1BA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" y="711200"/>
            <a:ext cx="2082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CC0000"/>
                </a:solidFill>
                <a:ea typeface="黑体" panose="02010609060101010101" pitchFamily="49" charset="-122"/>
              </a:rPr>
              <a:t>阻塞后的情况：</a:t>
            </a:r>
          </a:p>
        </p:txBody>
      </p:sp>
      <p:grpSp>
        <p:nvGrpSpPr>
          <p:cNvPr id="342311" name="Group 295">
            <a:extLst>
              <a:ext uri="{FF2B5EF4-FFF2-40B4-BE49-F238E27FC236}">
                <a16:creationId xmlns:a16="http://schemas.microsoft.com/office/drawing/2014/main" id="{1771E5EB-C43F-BF45-9189-59A903803B64}"/>
              </a:ext>
            </a:extLst>
          </p:cNvPr>
          <p:cNvGrpSpPr>
            <a:grpSpLocks/>
          </p:cNvGrpSpPr>
          <p:nvPr/>
        </p:nvGrpSpPr>
        <p:grpSpPr bwMode="auto">
          <a:xfrm>
            <a:off x="4356100" y="2006600"/>
            <a:ext cx="1358900" cy="1117600"/>
            <a:chOff x="2744" y="1264"/>
            <a:chExt cx="856" cy="704"/>
          </a:xfrm>
        </p:grpSpPr>
        <p:sp>
          <p:nvSpPr>
            <p:cNvPr id="122995" name="Rectangle 291">
              <a:extLst>
                <a:ext uri="{FF2B5EF4-FFF2-40B4-BE49-F238E27FC236}">
                  <a16:creationId xmlns:a16="http://schemas.microsoft.com/office/drawing/2014/main" id="{F8D997F1-C312-DB4C-BF33-8099934AD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1264"/>
              <a:ext cx="424" cy="304"/>
            </a:xfrm>
            <a:prstGeom prst="rect">
              <a:avLst/>
            </a:prstGeom>
            <a:solidFill>
              <a:srgbClr val="FF99CC">
                <a:alpha val="52156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2996" name="Rectangle 292">
              <a:extLst>
                <a:ext uri="{FF2B5EF4-FFF2-40B4-BE49-F238E27FC236}">
                  <a16:creationId xmlns:a16="http://schemas.microsoft.com/office/drawing/2014/main" id="{A07BF8F2-FFF2-FF47-9897-7D80A7ECFE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" y="1664"/>
              <a:ext cx="424" cy="304"/>
            </a:xfrm>
            <a:prstGeom prst="rect">
              <a:avLst/>
            </a:prstGeom>
            <a:solidFill>
              <a:srgbClr val="FF99CC">
                <a:alpha val="52156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342312" name="Group 296">
            <a:extLst>
              <a:ext uri="{FF2B5EF4-FFF2-40B4-BE49-F238E27FC236}">
                <a16:creationId xmlns:a16="http://schemas.microsoft.com/office/drawing/2014/main" id="{6152F102-190F-AB42-A7CD-3BC9013DE293}"/>
              </a:ext>
            </a:extLst>
          </p:cNvPr>
          <p:cNvGrpSpPr>
            <a:grpSpLocks/>
          </p:cNvGrpSpPr>
          <p:nvPr/>
        </p:nvGrpSpPr>
        <p:grpSpPr bwMode="auto">
          <a:xfrm>
            <a:off x="4356100" y="2641600"/>
            <a:ext cx="1333500" cy="1155700"/>
            <a:chOff x="2744" y="1664"/>
            <a:chExt cx="840" cy="728"/>
          </a:xfrm>
        </p:grpSpPr>
        <p:sp>
          <p:nvSpPr>
            <p:cNvPr id="122993" name="Rectangle 293">
              <a:extLst>
                <a:ext uri="{FF2B5EF4-FFF2-40B4-BE49-F238E27FC236}">
                  <a16:creationId xmlns:a16="http://schemas.microsoft.com/office/drawing/2014/main" id="{888F4EA8-554C-E149-A34B-DCBB45762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1664"/>
              <a:ext cx="424" cy="304"/>
            </a:xfrm>
            <a:prstGeom prst="rect">
              <a:avLst/>
            </a:prstGeom>
            <a:solidFill>
              <a:srgbClr val="339966">
                <a:alpha val="52156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2994" name="Rectangle 294">
              <a:extLst>
                <a:ext uri="{FF2B5EF4-FFF2-40B4-BE49-F238E27FC236}">
                  <a16:creationId xmlns:a16="http://schemas.microsoft.com/office/drawing/2014/main" id="{051B2966-25E6-0B47-BB01-BB2653B69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8" y="2088"/>
              <a:ext cx="376" cy="304"/>
            </a:xfrm>
            <a:prstGeom prst="rect">
              <a:avLst/>
            </a:prstGeom>
            <a:solidFill>
              <a:srgbClr val="339966">
                <a:alpha val="52156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2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42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4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42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4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42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4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4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FE7D3DA8-5922-EC49-B895-4E8F133138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177800"/>
            <a:ext cx="7243763" cy="368300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带“转发”和“阻塞”检测的流水线数据通路</a:t>
            </a:r>
            <a:endParaRPr lang="zh-CN" altLang="en-US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pic>
        <p:nvPicPr>
          <p:cNvPr id="124931" name="Picture 7" descr="阻塞检测">
            <a:extLst>
              <a:ext uri="{FF2B5EF4-FFF2-40B4-BE49-F238E27FC236}">
                <a16:creationId xmlns:a16="http://schemas.microsoft.com/office/drawing/2014/main" id="{09FF50AD-C2C1-2248-B999-D751CD5806A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750" y="715963"/>
            <a:ext cx="8645525" cy="5965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22218" name="Group 10">
            <a:extLst>
              <a:ext uri="{FF2B5EF4-FFF2-40B4-BE49-F238E27FC236}">
                <a16:creationId xmlns:a16="http://schemas.microsoft.com/office/drawing/2014/main" id="{40E77D13-895E-2A41-AEE5-24AD0515C82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927100"/>
            <a:ext cx="1752600" cy="2692400"/>
            <a:chOff x="288" y="560"/>
            <a:chExt cx="1072" cy="1696"/>
          </a:xfrm>
        </p:grpSpPr>
        <p:sp>
          <p:nvSpPr>
            <p:cNvPr id="124965" name="Line 8">
              <a:extLst>
                <a:ext uri="{FF2B5EF4-FFF2-40B4-BE49-F238E27FC236}">
                  <a16:creationId xmlns:a16="http://schemas.microsoft.com/office/drawing/2014/main" id="{34664213-B39A-FE43-9046-F54506FC0B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" y="560"/>
              <a:ext cx="1072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66" name="Line 9">
              <a:extLst>
                <a:ext uri="{FF2B5EF4-FFF2-40B4-BE49-F238E27FC236}">
                  <a16:creationId xmlns:a16="http://schemas.microsoft.com/office/drawing/2014/main" id="{8BF2909E-9959-F24F-8636-FCE826791A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568"/>
              <a:ext cx="0" cy="168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2221" name="Group 13">
            <a:extLst>
              <a:ext uri="{FF2B5EF4-FFF2-40B4-BE49-F238E27FC236}">
                <a16:creationId xmlns:a16="http://schemas.microsoft.com/office/drawing/2014/main" id="{6ED6C514-C1F7-C84C-8FB6-E3F6E0B101DC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028700"/>
            <a:ext cx="508000" cy="1571625"/>
            <a:chOff x="1048" y="616"/>
            <a:chExt cx="320" cy="960"/>
          </a:xfrm>
        </p:grpSpPr>
        <p:sp>
          <p:nvSpPr>
            <p:cNvPr id="124963" name="Line 11">
              <a:extLst>
                <a:ext uri="{FF2B5EF4-FFF2-40B4-BE49-F238E27FC236}">
                  <a16:creationId xmlns:a16="http://schemas.microsoft.com/office/drawing/2014/main" id="{65C0ACEB-4F36-974C-B62C-5DA47DF14C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48" y="616"/>
              <a:ext cx="320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64" name="Line 12">
              <a:extLst>
                <a:ext uri="{FF2B5EF4-FFF2-40B4-BE49-F238E27FC236}">
                  <a16:creationId xmlns:a16="http://schemas.microsoft.com/office/drawing/2014/main" id="{20F422D8-80E7-7B43-AF2A-E21020E7DB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616"/>
              <a:ext cx="0" cy="96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2224" name="Group 16">
            <a:extLst>
              <a:ext uri="{FF2B5EF4-FFF2-40B4-BE49-F238E27FC236}">
                <a16:creationId xmlns:a16="http://schemas.microsoft.com/office/drawing/2014/main" id="{EB69CB7A-3F3C-4943-BFCD-90B6FFF0862C}"/>
              </a:ext>
            </a:extLst>
          </p:cNvPr>
          <p:cNvGrpSpPr>
            <a:grpSpLocks/>
          </p:cNvGrpSpPr>
          <p:nvPr/>
        </p:nvGrpSpPr>
        <p:grpSpPr bwMode="auto">
          <a:xfrm>
            <a:off x="3111500" y="1130300"/>
            <a:ext cx="1003300" cy="609600"/>
            <a:chOff x="1960" y="688"/>
            <a:chExt cx="632" cy="384"/>
          </a:xfrm>
        </p:grpSpPr>
        <p:sp>
          <p:nvSpPr>
            <p:cNvPr id="124961" name="Line 14">
              <a:extLst>
                <a:ext uri="{FF2B5EF4-FFF2-40B4-BE49-F238E27FC236}">
                  <a16:creationId xmlns:a16="http://schemas.microsoft.com/office/drawing/2014/main" id="{AECA49FE-BD86-DB45-BEF7-A05F72BDD7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0" y="688"/>
              <a:ext cx="632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62" name="Line 15">
              <a:extLst>
                <a:ext uri="{FF2B5EF4-FFF2-40B4-BE49-F238E27FC236}">
                  <a16:creationId xmlns:a16="http://schemas.microsoft.com/office/drawing/2014/main" id="{ADBE044E-431F-324C-8734-B1F1CE8920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688"/>
              <a:ext cx="0" cy="38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2226" name="Text Box 18">
            <a:extLst>
              <a:ext uri="{FF2B5EF4-FFF2-40B4-BE49-F238E27FC236}">
                <a16:creationId xmlns:a16="http://schemas.microsoft.com/office/drawing/2014/main" id="{529C012B-C5C7-5546-AF66-EBCF6E7AC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708650"/>
            <a:ext cx="2112963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至此，硬件处理数据冒险</a:t>
            </a:r>
            <a:r>
              <a:rPr lang="zh-CN" altLang="en-US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（转发</a:t>
            </a:r>
            <a:r>
              <a:rPr lang="en-US" altLang="zh-CN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+</a:t>
            </a:r>
            <a:r>
              <a:rPr lang="zh-CN" altLang="en-US" sz="18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阻塞）</a:t>
            </a:r>
            <a:r>
              <a:rPr lang="zh-CN" altLang="en-US" sz="18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全部完成！</a:t>
            </a:r>
          </a:p>
        </p:txBody>
      </p:sp>
      <p:sp>
        <p:nvSpPr>
          <p:cNvPr id="222228" name="Rectangle 20">
            <a:extLst>
              <a:ext uri="{FF2B5EF4-FFF2-40B4-BE49-F238E27FC236}">
                <a16:creationId xmlns:a16="http://schemas.microsoft.com/office/drawing/2014/main" id="{6020B34D-D244-A34B-B557-EF610ABB4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559300"/>
            <a:ext cx="1352550" cy="1816100"/>
          </a:xfrm>
          <a:prstGeom prst="rect">
            <a:avLst/>
          </a:prstGeom>
          <a:solidFill>
            <a:srgbClr val="FF99CC">
              <a:alpha val="5294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222231" name="Group 23">
            <a:extLst>
              <a:ext uri="{FF2B5EF4-FFF2-40B4-BE49-F238E27FC236}">
                <a16:creationId xmlns:a16="http://schemas.microsoft.com/office/drawing/2014/main" id="{6306C44E-EE98-FD45-8379-A578F44B6882}"/>
              </a:ext>
            </a:extLst>
          </p:cNvPr>
          <p:cNvGrpSpPr>
            <a:grpSpLocks/>
          </p:cNvGrpSpPr>
          <p:nvPr/>
        </p:nvGrpSpPr>
        <p:grpSpPr bwMode="auto">
          <a:xfrm>
            <a:off x="2959100" y="608013"/>
            <a:ext cx="6019800" cy="825500"/>
            <a:chOff x="1936" y="383"/>
            <a:chExt cx="3616" cy="520"/>
          </a:xfrm>
        </p:grpSpPr>
        <p:sp>
          <p:nvSpPr>
            <p:cNvPr id="124959" name="Rectangle 21">
              <a:extLst>
                <a:ext uri="{FF2B5EF4-FFF2-40B4-BE49-F238E27FC236}">
                  <a16:creationId xmlns:a16="http://schemas.microsoft.com/office/drawing/2014/main" id="{79635992-F4FF-5147-946F-99F4EDB82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1" y="383"/>
              <a:ext cx="2611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lvl="1"/>
              <a:r>
                <a:rPr lang="en-US" altLang="zh-CN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ID/EX.MemRead  </a:t>
              </a:r>
              <a:r>
                <a:rPr lang="en-US" altLang="zh-CN">
                  <a:solidFill>
                    <a:schemeClr val="accent2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and  (ID/EX.RegisterRt=IF/ID.RegisterRs  or   ID/EX.RegisterRt=IF/ID.RegisterRt)</a:t>
              </a:r>
              <a:endParaRPr lang="zh-CN" altLang="en-US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24960" name="Line 22">
              <a:extLst>
                <a:ext uri="{FF2B5EF4-FFF2-40B4-BE49-F238E27FC236}">
                  <a16:creationId xmlns:a16="http://schemas.microsoft.com/office/drawing/2014/main" id="{44DF5102-0789-174F-B0DF-FE9EA7221C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36" y="488"/>
              <a:ext cx="1312" cy="88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2232" name="Text Box 24">
            <a:extLst>
              <a:ext uri="{FF2B5EF4-FFF2-40B4-BE49-F238E27FC236}">
                <a16:creationId xmlns:a16="http://schemas.microsoft.com/office/drawing/2014/main" id="{468C64A5-D02A-D44F-B2DB-723A1C8D3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473200"/>
            <a:ext cx="1082675" cy="138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“写使能”信号为</a:t>
            </a:r>
            <a:r>
              <a:rPr lang="en-US" altLang="zh-CN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zh-CN" altLang="en-US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，使</a:t>
            </a:r>
            <a:r>
              <a:rPr lang="en-US" altLang="zh-CN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PC</a:t>
            </a:r>
            <a:r>
              <a:rPr lang="zh-CN" altLang="en-US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和</a:t>
            </a:r>
            <a:r>
              <a:rPr lang="en-US" altLang="zh-CN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IF/ID</a:t>
            </a:r>
            <a:r>
              <a:rPr lang="zh-CN" altLang="en-US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不变</a:t>
            </a:r>
          </a:p>
        </p:txBody>
      </p:sp>
      <p:sp>
        <p:nvSpPr>
          <p:cNvPr id="222233" name="Text Box 25">
            <a:extLst>
              <a:ext uri="{FF2B5EF4-FFF2-40B4-BE49-F238E27FC236}">
                <a16:creationId xmlns:a16="http://schemas.microsoft.com/office/drawing/2014/main" id="{BD1A0D20-8F9A-4A4C-81C8-8417F32AA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9738" y="1143000"/>
            <a:ext cx="1360487" cy="86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使控制信号清</a:t>
            </a:r>
            <a:r>
              <a:rPr lang="en-US" altLang="zh-CN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zh-CN" altLang="en-US" sz="1700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，阻塞指令执行</a:t>
            </a:r>
            <a:r>
              <a:rPr lang="zh-CN" altLang="en-US">
                <a:solidFill>
                  <a:schemeClr val="accent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！</a:t>
            </a:r>
          </a:p>
        </p:txBody>
      </p:sp>
      <p:sp>
        <p:nvSpPr>
          <p:cNvPr id="222234" name="Text Box 26">
            <a:extLst>
              <a:ext uri="{FF2B5EF4-FFF2-40B4-BE49-F238E27FC236}">
                <a16:creationId xmlns:a16="http://schemas.microsoft.com/office/drawing/2014/main" id="{24D81E52-F8C3-D140-BF8E-F0BEF487E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8925" y="1257300"/>
            <a:ext cx="438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①</a:t>
            </a:r>
          </a:p>
        </p:txBody>
      </p:sp>
      <p:sp>
        <p:nvSpPr>
          <p:cNvPr id="222235" name="Rectangle 27">
            <a:extLst>
              <a:ext uri="{FF2B5EF4-FFF2-40B4-BE49-F238E27FC236}">
                <a16:creationId xmlns:a16="http://schemas.microsoft.com/office/drawing/2014/main" id="{EC0A7A0C-86F0-A64B-B654-F3D3E2FA6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425" y="1914525"/>
            <a:ext cx="3873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②</a:t>
            </a:r>
            <a:endParaRPr lang="zh-CN" altLang="en-US">
              <a:solidFill>
                <a:srgbClr val="CC0000"/>
              </a:solidFill>
              <a:ea typeface="宋体" panose="02010600030101010101" pitchFamily="2" charset="-122"/>
            </a:endParaRPr>
          </a:p>
        </p:txBody>
      </p:sp>
      <p:sp>
        <p:nvSpPr>
          <p:cNvPr id="222236" name="Rectangle 28">
            <a:extLst>
              <a:ext uri="{FF2B5EF4-FFF2-40B4-BE49-F238E27FC236}">
                <a16:creationId xmlns:a16="http://schemas.microsoft.com/office/drawing/2014/main" id="{60AEFFAA-0BD8-9945-A1BE-654B95631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" y="2854325"/>
            <a:ext cx="3873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③</a:t>
            </a:r>
            <a:endParaRPr lang="zh-CN" altLang="en-US">
              <a:solidFill>
                <a:srgbClr val="CC0000"/>
              </a:solidFill>
              <a:ea typeface="宋体" panose="02010600030101010101" pitchFamily="2" charset="-122"/>
            </a:endParaRPr>
          </a:p>
        </p:txBody>
      </p:sp>
      <p:grpSp>
        <p:nvGrpSpPr>
          <p:cNvPr id="222241" name="Group 33">
            <a:extLst>
              <a:ext uri="{FF2B5EF4-FFF2-40B4-BE49-F238E27FC236}">
                <a16:creationId xmlns:a16="http://schemas.microsoft.com/office/drawing/2014/main" id="{A11220D7-E33C-F542-A9A5-8890181C6ECC}"/>
              </a:ext>
            </a:extLst>
          </p:cNvPr>
          <p:cNvGrpSpPr>
            <a:grpSpLocks/>
          </p:cNvGrpSpPr>
          <p:nvPr/>
        </p:nvGrpSpPr>
        <p:grpSpPr bwMode="auto">
          <a:xfrm>
            <a:off x="1803400" y="1079500"/>
            <a:ext cx="381000" cy="2806700"/>
            <a:chOff x="1136" y="680"/>
            <a:chExt cx="240" cy="1768"/>
          </a:xfrm>
        </p:grpSpPr>
        <p:sp>
          <p:nvSpPr>
            <p:cNvPr id="124955" name="Line 29">
              <a:extLst>
                <a:ext uri="{FF2B5EF4-FFF2-40B4-BE49-F238E27FC236}">
                  <a16:creationId xmlns:a16="http://schemas.microsoft.com/office/drawing/2014/main" id="{064558F0-12E0-8645-94E2-C7692D2A9E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6" y="2448"/>
              <a:ext cx="11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6" name="Line 30">
              <a:extLst>
                <a:ext uri="{FF2B5EF4-FFF2-40B4-BE49-F238E27FC236}">
                  <a16:creationId xmlns:a16="http://schemas.microsoft.com/office/drawing/2014/main" id="{B27168B8-BBD8-F541-9440-61E3133134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2" y="680"/>
              <a:ext cx="0" cy="176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7" name="Line 31">
              <a:extLst>
                <a:ext uri="{FF2B5EF4-FFF2-40B4-BE49-F238E27FC236}">
                  <a16:creationId xmlns:a16="http://schemas.microsoft.com/office/drawing/2014/main" id="{D7C60A7A-107C-7348-A9D8-4916077520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4" y="680"/>
              <a:ext cx="13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8" name="Line 32">
              <a:extLst>
                <a:ext uri="{FF2B5EF4-FFF2-40B4-BE49-F238E27FC236}">
                  <a16:creationId xmlns:a16="http://schemas.microsoft.com/office/drawing/2014/main" id="{944F2540-2CC4-D44E-B0A4-69CD5EB894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0" y="776"/>
              <a:ext cx="13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2245" name="Group 37">
            <a:extLst>
              <a:ext uri="{FF2B5EF4-FFF2-40B4-BE49-F238E27FC236}">
                <a16:creationId xmlns:a16="http://schemas.microsoft.com/office/drawing/2014/main" id="{C584B588-68F8-734A-9380-9B50C62692A3}"/>
              </a:ext>
            </a:extLst>
          </p:cNvPr>
          <p:cNvGrpSpPr>
            <a:grpSpLocks/>
          </p:cNvGrpSpPr>
          <p:nvPr/>
        </p:nvGrpSpPr>
        <p:grpSpPr bwMode="auto">
          <a:xfrm>
            <a:off x="2616200" y="1358900"/>
            <a:ext cx="2247900" cy="4381500"/>
            <a:chOff x="1648" y="856"/>
            <a:chExt cx="1416" cy="2760"/>
          </a:xfrm>
        </p:grpSpPr>
        <p:sp>
          <p:nvSpPr>
            <p:cNvPr id="124952" name="Line 34">
              <a:extLst>
                <a:ext uri="{FF2B5EF4-FFF2-40B4-BE49-F238E27FC236}">
                  <a16:creationId xmlns:a16="http://schemas.microsoft.com/office/drawing/2014/main" id="{CD4A3FD2-9185-4A45-9316-0F4E627EA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4" y="3352"/>
              <a:ext cx="0" cy="26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3" name="Line 35">
              <a:extLst>
                <a:ext uri="{FF2B5EF4-FFF2-40B4-BE49-F238E27FC236}">
                  <a16:creationId xmlns:a16="http://schemas.microsoft.com/office/drawing/2014/main" id="{2FE50846-5276-BC40-B58D-892153E68C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8" y="3600"/>
              <a:ext cx="1416" cy="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4" name="Line 36">
              <a:extLst>
                <a:ext uri="{FF2B5EF4-FFF2-40B4-BE49-F238E27FC236}">
                  <a16:creationId xmlns:a16="http://schemas.microsoft.com/office/drawing/2014/main" id="{59350542-FA8E-2C4E-B423-D9A2EEDD71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8" y="856"/>
              <a:ext cx="0" cy="275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2248" name="Group 40">
            <a:extLst>
              <a:ext uri="{FF2B5EF4-FFF2-40B4-BE49-F238E27FC236}">
                <a16:creationId xmlns:a16="http://schemas.microsoft.com/office/drawing/2014/main" id="{BF444F11-24F1-8C4A-B105-D1E6F83B887C}"/>
              </a:ext>
            </a:extLst>
          </p:cNvPr>
          <p:cNvGrpSpPr>
            <a:grpSpLocks/>
          </p:cNvGrpSpPr>
          <p:nvPr/>
        </p:nvGrpSpPr>
        <p:grpSpPr bwMode="auto">
          <a:xfrm>
            <a:off x="3098800" y="1066800"/>
            <a:ext cx="1955800" cy="1066800"/>
            <a:chOff x="1952" y="672"/>
            <a:chExt cx="1232" cy="672"/>
          </a:xfrm>
        </p:grpSpPr>
        <p:sp>
          <p:nvSpPr>
            <p:cNvPr id="124950" name="Line 38">
              <a:extLst>
                <a:ext uri="{FF2B5EF4-FFF2-40B4-BE49-F238E27FC236}">
                  <a16:creationId xmlns:a16="http://schemas.microsoft.com/office/drawing/2014/main" id="{73B47FEE-9C3B-0246-BC52-9BA22962CB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6" y="672"/>
              <a:ext cx="0" cy="672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1" name="Line 39">
              <a:extLst>
                <a:ext uri="{FF2B5EF4-FFF2-40B4-BE49-F238E27FC236}">
                  <a16:creationId xmlns:a16="http://schemas.microsoft.com/office/drawing/2014/main" id="{65CB4E59-CAD3-3448-B965-B3B916D962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52" y="672"/>
              <a:ext cx="1232" cy="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2251" name="Group 43">
            <a:extLst>
              <a:ext uri="{FF2B5EF4-FFF2-40B4-BE49-F238E27FC236}">
                <a16:creationId xmlns:a16="http://schemas.microsoft.com/office/drawing/2014/main" id="{7FC9A17A-25DA-C541-A9AE-72F959F0602E}"/>
              </a:ext>
            </a:extLst>
          </p:cNvPr>
          <p:cNvGrpSpPr>
            <a:grpSpLocks/>
          </p:cNvGrpSpPr>
          <p:nvPr/>
        </p:nvGrpSpPr>
        <p:grpSpPr bwMode="auto">
          <a:xfrm>
            <a:off x="3517900" y="2273300"/>
            <a:ext cx="482600" cy="336550"/>
            <a:chOff x="2216" y="1432"/>
            <a:chExt cx="304" cy="212"/>
          </a:xfrm>
        </p:grpSpPr>
        <p:sp>
          <p:nvSpPr>
            <p:cNvPr id="124948" name="Line 41">
              <a:extLst>
                <a:ext uri="{FF2B5EF4-FFF2-40B4-BE49-F238E27FC236}">
                  <a16:creationId xmlns:a16="http://schemas.microsoft.com/office/drawing/2014/main" id="{6DFF14D3-7BB8-734C-AA0D-C1258D4ADC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8" y="1536"/>
              <a:ext cx="152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9" name="Text Box 42">
              <a:extLst>
                <a:ext uri="{FF2B5EF4-FFF2-40B4-BE49-F238E27FC236}">
                  <a16:creationId xmlns:a16="http://schemas.microsoft.com/office/drawing/2014/main" id="{8A205032-4B40-8643-BCEC-0AB7AE327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6" y="1432"/>
              <a:ext cx="2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CC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124947" name="Text Box 44">
            <a:extLst>
              <a:ext uri="{FF2B5EF4-FFF2-40B4-BE49-F238E27FC236}">
                <a16:creationId xmlns:a16="http://schemas.microsoft.com/office/drawing/2014/main" id="{F41BD8B1-D58D-B64B-A742-EA2F7A014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0650" y="6343650"/>
            <a:ext cx="5810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zh-CN" altLang="en-US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2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2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2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2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2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2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22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2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22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2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2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2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2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28" grpId="0" animBg="1"/>
      <p:bldP spid="222232" grpId="0"/>
      <p:bldP spid="222233" grpId="0"/>
      <p:bldP spid="222234" grpId="0"/>
      <p:bldP spid="222235" grpId="0"/>
      <p:bldP spid="22223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CDEDD93A-4F8F-F241-9A83-CEEE3765D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" y="730250"/>
            <a:ext cx="7983538" cy="513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2857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43050" indent="-1714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00250" indent="-1714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57450" indent="-17145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71850" indent="-17145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29050" indent="-17145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以下源程序可生成两种不同的代码，优化的代码可避免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Load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阻塞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		a = b + c;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		d = e – f;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假定 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a, b, c, d ,e, f 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</a:rPr>
              <a:t>在内存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CE81B025-9F69-D245-9500-49BCAFD3D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4325" y="171450"/>
            <a:ext cx="7499350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方案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en-US">
                <a:ea typeface="宋体" panose="02010600030101010101" pitchFamily="2" charset="-122"/>
              </a:rPr>
              <a:t>：编译器进行指令顺序调整来解决数据冒险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38244" name="Rectangle 4">
            <a:extLst>
              <a:ext uri="{FF2B5EF4-FFF2-40B4-BE49-F238E27FC236}">
                <a16:creationId xmlns:a16="http://schemas.microsoft.com/office/drawing/2014/main" id="{A0CC8941-E91B-CC4A-8DB3-34085E8074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68888" y="2468563"/>
            <a:ext cx="3581400" cy="3309937"/>
          </a:xfrm>
          <a:noFill/>
        </p:spPr>
        <p:txBody>
          <a:bodyPr/>
          <a:lstStyle/>
          <a:p>
            <a:pPr>
              <a:lnSpc>
                <a:spcPct val="90000"/>
              </a:lnSpc>
              <a:buFont typeface="Times New Roman" panose="02020603050405020304" pitchFamily="18" charset="0"/>
              <a:buNone/>
            </a:pPr>
            <a:r>
              <a:rPr lang="en-US" altLang="zh-CN" sz="2200">
                <a:solidFill>
                  <a:schemeClr val="accent1"/>
                </a:solidFill>
                <a:ea typeface="宋体" panose="02010600030101010101" pitchFamily="2" charset="-122"/>
              </a:rPr>
              <a:t>Fast code:</a:t>
            </a:r>
            <a:endParaRPr lang="en-US" altLang="zh-CN" sz="2200"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Font typeface="Times New Roman" panose="02020603050405020304" pitchFamily="18" charset="0"/>
              <a:buNone/>
            </a:pPr>
            <a:r>
              <a:rPr lang="en-US" altLang="zh-CN" sz="2200">
                <a:ea typeface="宋体" panose="02010600030101010101" pitchFamily="2" charset="-122"/>
              </a:rPr>
              <a:t>		</a:t>
            </a:r>
            <a:r>
              <a:rPr lang="en-US" altLang="zh-CN" sz="2000">
                <a:ea typeface="宋体" panose="02010600030101010101" pitchFamily="2" charset="-122"/>
              </a:rPr>
              <a:t>lw 	$2, b</a:t>
            </a:r>
          </a:p>
          <a:p>
            <a:pPr>
              <a:spcBef>
                <a:spcPct val="20000"/>
              </a:spcBef>
              <a:buFont typeface="Times New Roman" panose="02020603050405020304" pitchFamily="18" charset="0"/>
              <a:buNone/>
            </a:pPr>
            <a:r>
              <a:rPr lang="en-US" altLang="zh-CN" sz="2000">
                <a:ea typeface="宋体" panose="02010600030101010101" pitchFamily="2" charset="-122"/>
              </a:rPr>
              <a:t>		lw 	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$3</a:t>
            </a:r>
            <a:r>
              <a:rPr lang="en-US" altLang="zh-CN" sz="2000">
                <a:ea typeface="宋体" panose="02010600030101010101" pitchFamily="2" charset="-122"/>
              </a:rPr>
              <a:t>, c</a:t>
            </a:r>
          </a:p>
          <a:p>
            <a:pPr>
              <a:spcBef>
                <a:spcPct val="20000"/>
              </a:spcBef>
              <a:buFont typeface="Times New Roman" panose="02020603050405020304" pitchFamily="18" charset="0"/>
              <a:buNone/>
            </a:pPr>
            <a:r>
              <a:rPr lang="en-US" altLang="zh-CN" sz="2000">
                <a:solidFill>
                  <a:schemeClr val="hlink"/>
                </a:solidFill>
                <a:ea typeface="宋体" panose="02010600030101010101" pitchFamily="2" charset="-122"/>
              </a:rPr>
              <a:t>		</a:t>
            </a:r>
            <a:r>
              <a:rPr lang="en-US" altLang="zh-CN" sz="2000" u="sng">
                <a:solidFill>
                  <a:schemeClr val="accent1"/>
                </a:solidFill>
                <a:ea typeface="宋体" panose="02010600030101010101" pitchFamily="2" charset="-122"/>
              </a:rPr>
              <a:t>lw 	$5, e </a:t>
            </a:r>
            <a:endParaRPr lang="en-US" altLang="zh-CN" sz="2000">
              <a:solidFill>
                <a:schemeClr val="hlink"/>
              </a:solidFill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Font typeface="Times New Roman" panose="02020603050405020304" pitchFamily="18" charset="0"/>
              <a:buNone/>
            </a:pPr>
            <a:r>
              <a:rPr lang="en-US" altLang="zh-CN" sz="2000">
                <a:ea typeface="宋体" panose="02010600030101010101" pitchFamily="2" charset="-122"/>
              </a:rPr>
              <a:t>		add 	$1, $2, 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$3</a:t>
            </a:r>
          </a:p>
          <a:p>
            <a:pPr>
              <a:spcBef>
                <a:spcPct val="20000"/>
              </a:spcBef>
              <a:buFont typeface="Times New Roman" panose="02020603050405020304" pitchFamily="18" charset="0"/>
              <a:buNone/>
            </a:pPr>
            <a:r>
              <a:rPr lang="en-US" altLang="zh-CN" sz="2000">
                <a:ea typeface="宋体" panose="02010600030101010101" pitchFamily="2" charset="-122"/>
              </a:rPr>
              <a:t>		lw 	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$6</a:t>
            </a:r>
            <a:r>
              <a:rPr lang="en-US" altLang="zh-CN" sz="2000">
                <a:ea typeface="宋体" panose="02010600030101010101" pitchFamily="2" charset="-122"/>
              </a:rPr>
              <a:t>, f</a:t>
            </a:r>
          </a:p>
          <a:p>
            <a:pPr>
              <a:spcBef>
                <a:spcPct val="20000"/>
              </a:spcBef>
              <a:buFont typeface="Times New Roman" panose="02020603050405020304" pitchFamily="18" charset="0"/>
              <a:buNone/>
            </a:pPr>
            <a:r>
              <a:rPr lang="en-US" altLang="zh-CN" sz="2000">
                <a:solidFill>
                  <a:schemeClr val="hlink"/>
                </a:solidFill>
                <a:ea typeface="宋体" panose="02010600030101010101" pitchFamily="2" charset="-122"/>
              </a:rPr>
              <a:t>		</a:t>
            </a:r>
            <a:r>
              <a:rPr lang="en-US" altLang="zh-CN" sz="2000" u="sng">
                <a:solidFill>
                  <a:schemeClr val="accent1"/>
                </a:solidFill>
                <a:ea typeface="宋体" panose="02010600030101010101" pitchFamily="2" charset="-122"/>
              </a:rPr>
              <a:t>sw 	$1, a</a:t>
            </a:r>
            <a:endParaRPr lang="en-US" altLang="zh-CN" sz="2000">
              <a:solidFill>
                <a:schemeClr val="hlink"/>
              </a:solidFill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Font typeface="Times New Roman" panose="02020603050405020304" pitchFamily="18" charset="0"/>
              <a:buNone/>
            </a:pPr>
            <a:r>
              <a:rPr lang="en-US" altLang="zh-CN" sz="2000">
                <a:ea typeface="宋体" panose="02010600030101010101" pitchFamily="2" charset="-122"/>
              </a:rPr>
              <a:t>		sub 	$4, $5, 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$6</a:t>
            </a:r>
          </a:p>
          <a:p>
            <a:pPr>
              <a:spcBef>
                <a:spcPct val="20000"/>
              </a:spcBef>
              <a:buFont typeface="Times New Roman" panose="02020603050405020304" pitchFamily="18" charset="0"/>
              <a:buNone/>
            </a:pPr>
            <a:r>
              <a:rPr lang="en-US" altLang="zh-CN" sz="2000">
                <a:ea typeface="宋体" panose="02010600030101010101" pitchFamily="2" charset="-122"/>
              </a:rPr>
              <a:t>		sw	$4, d</a:t>
            </a:r>
          </a:p>
        </p:txBody>
      </p:sp>
      <p:grpSp>
        <p:nvGrpSpPr>
          <p:cNvPr id="138246" name="Group 6">
            <a:extLst>
              <a:ext uri="{FF2B5EF4-FFF2-40B4-BE49-F238E27FC236}">
                <a16:creationId xmlns:a16="http://schemas.microsoft.com/office/drawing/2014/main" id="{C4858519-1BA9-884C-9B10-10E973140B0A}"/>
              </a:ext>
            </a:extLst>
          </p:cNvPr>
          <p:cNvGrpSpPr>
            <a:grpSpLocks/>
          </p:cNvGrpSpPr>
          <p:nvPr/>
        </p:nvGrpSpPr>
        <p:grpSpPr bwMode="auto">
          <a:xfrm>
            <a:off x="2549525" y="3582988"/>
            <a:ext cx="1344613" cy="1484312"/>
            <a:chOff x="1832" y="2597"/>
            <a:chExt cx="600" cy="947"/>
          </a:xfrm>
        </p:grpSpPr>
        <p:sp>
          <p:nvSpPr>
            <p:cNvPr id="125966" name="Freeform 7">
              <a:extLst>
                <a:ext uri="{FF2B5EF4-FFF2-40B4-BE49-F238E27FC236}">
                  <a16:creationId xmlns:a16="http://schemas.microsoft.com/office/drawing/2014/main" id="{D7392337-7670-FD41-BB26-F8034D1C6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2" y="2597"/>
              <a:ext cx="480" cy="635"/>
            </a:xfrm>
            <a:custGeom>
              <a:avLst/>
              <a:gdLst>
                <a:gd name="T0" fmla="*/ 0 w 480"/>
                <a:gd name="T1" fmla="*/ 635 h 635"/>
                <a:gd name="T2" fmla="*/ 408 w 480"/>
                <a:gd name="T3" fmla="*/ 451 h 635"/>
                <a:gd name="T4" fmla="*/ 432 w 480"/>
                <a:gd name="T5" fmla="*/ 131 h 635"/>
                <a:gd name="T6" fmla="*/ 224 w 480"/>
                <a:gd name="T7" fmla="*/ 19 h 635"/>
                <a:gd name="T8" fmla="*/ 16 w 480"/>
                <a:gd name="T9" fmla="*/ 19 h 6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0" h="635">
                  <a:moveTo>
                    <a:pt x="0" y="635"/>
                  </a:moveTo>
                  <a:cubicBezTo>
                    <a:pt x="168" y="585"/>
                    <a:pt x="336" y="535"/>
                    <a:pt x="408" y="451"/>
                  </a:cubicBezTo>
                  <a:cubicBezTo>
                    <a:pt x="480" y="367"/>
                    <a:pt x="463" y="203"/>
                    <a:pt x="432" y="131"/>
                  </a:cubicBezTo>
                  <a:cubicBezTo>
                    <a:pt x="401" y="59"/>
                    <a:pt x="293" y="38"/>
                    <a:pt x="224" y="19"/>
                  </a:cubicBezTo>
                  <a:cubicBezTo>
                    <a:pt x="155" y="0"/>
                    <a:pt x="85" y="9"/>
                    <a:pt x="16" y="19"/>
                  </a:cubicBez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67" name="Freeform 8">
              <a:extLst>
                <a:ext uri="{FF2B5EF4-FFF2-40B4-BE49-F238E27FC236}">
                  <a16:creationId xmlns:a16="http://schemas.microsoft.com/office/drawing/2014/main" id="{791D3F4A-BEC1-E140-9E12-13631E901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2" y="2984"/>
              <a:ext cx="309" cy="560"/>
            </a:xfrm>
            <a:custGeom>
              <a:avLst/>
              <a:gdLst>
                <a:gd name="T0" fmla="*/ 80 w 309"/>
                <a:gd name="T1" fmla="*/ 0 h 560"/>
                <a:gd name="T2" fmla="*/ 272 w 309"/>
                <a:gd name="T3" fmla="*/ 112 h 560"/>
                <a:gd name="T4" fmla="*/ 264 w 309"/>
                <a:gd name="T5" fmla="*/ 448 h 560"/>
                <a:gd name="T6" fmla="*/ 0 w 309"/>
                <a:gd name="T7" fmla="*/ 560 h 5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9" h="560">
                  <a:moveTo>
                    <a:pt x="80" y="0"/>
                  </a:moveTo>
                  <a:cubicBezTo>
                    <a:pt x="160" y="18"/>
                    <a:pt x="241" y="37"/>
                    <a:pt x="272" y="112"/>
                  </a:cubicBezTo>
                  <a:cubicBezTo>
                    <a:pt x="303" y="187"/>
                    <a:pt x="309" y="373"/>
                    <a:pt x="264" y="448"/>
                  </a:cubicBezTo>
                  <a:cubicBezTo>
                    <a:pt x="219" y="523"/>
                    <a:pt x="109" y="541"/>
                    <a:pt x="0" y="560"/>
                  </a:cubicBez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8251" name="Rectangle 11">
            <a:extLst>
              <a:ext uri="{FF2B5EF4-FFF2-40B4-BE49-F238E27FC236}">
                <a16:creationId xmlns:a16="http://schemas.microsoft.com/office/drawing/2014/main" id="{311E89CA-6E86-E74F-BA86-24FD67465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2427288"/>
            <a:ext cx="4108450" cy="338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sz="22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Slow code:</a:t>
            </a:r>
          </a:p>
          <a:p>
            <a:pPr>
              <a:spcBef>
                <a:spcPct val="20000"/>
              </a:spcBef>
            </a:pPr>
            <a:r>
              <a:rPr lang="en-US" altLang="zh-CN" sz="2200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lw	$2, b</a:t>
            </a:r>
          </a:p>
          <a:p>
            <a:pPr>
              <a:spcBef>
                <a:spcPct val="2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	lw 	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$3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, c</a:t>
            </a:r>
          </a:p>
          <a:p>
            <a:pPr>
              <a:spcBef>
                <a:spcPct val="2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	add 	$1, $2, 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$3</a:t>
            </a:r>
          </a:p>
          <a:p>
            <a:pPr>
              <a:spcBef>
                <a:spcPct val="2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en-US" altLang="zh-CN" sz="20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sw  	$1, a</a:t>
            </a:r>
          </a:p>
          <a:p>
            <a:pPr>
              <a:spcBef>
                <a:spcPct val="20000"/>
              </a:spcBef>
            </a:pPr>
            <a:r>
              <a:rPr lang="en-US" altLang="zh-CN" sz="20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	lw 	$5, e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2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	lw 	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$6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, f</a:t>
            </a:r>
          </a:p>
          <a:p>
            <a:pPr>
              <a:spcBef>
                <a:spcPct val="2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	sub 	$4, $5, </a:t>
            </a:r>
            <a:r>
              <a:rPr lang="en-US" altLang="zh-CN" sz="20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$6</a:t>
            </a:r>
          </a:p>
          <a:p>
            <a:pPr>
              <a:spcBef>
                <a:spcPct val="2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	sw	$4, d</a:t>
            </a:r>
          </a:p>
        </p:txBody>
      </p:sp>
      <p:grpSp>
        <p:nvGrpSpPr>
          <p:cNvPr id="138255" name="Group 15">
            <a:extLst>
              <a:ext uri="{FF2B5EF4-FFF2-40B4-BE49-F238E27FC236}">
                <a16:creationId xmlns:a16="http://schemas.microsoft.com/office/drawing/2014/main" id="{388567E4-FF50-6C43-9D32-5FAADC53EB2D}"/>
              </a:ext>
            </a:extLst>
          </p:cNvPr>
          <p:cNvGrpSpPr>
            <a:grpSpLocks/>
          </p:cNvGrpSpPr>
          <p:nvPr/>
        </p:nvGrpSpPr>
        <p:grpSpPr bwMode="auto">
          <a:xfrm>
            <a:off x="3716338" y="3814763"/>
            <a:ext cx="1957387" cy="841375"/>
            <a:chOff x="2341" y="2574"/>
            <a:chExt cx="1233" cy="530"/>
          </a:xfrm>
        </p:grpSpPr>
        <p:sp>
          <p:nvSpPr>
            <p:cNvPr id="125964" name="AutoShape 12">
              <a:extLst>
                <a:ext uri="{FF2B5EF4-FFF2-40B4-BE49-F238E27FC236}">
                  <a16:creationId xmlns:a16="http://schemas.microsoft.com/office/drawing/2014/main" id="{C8A9EBBD-68B2-AC40-A46A-1141A111A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1" y="2574"/>
              <a:ext cx="1233" cy="530"/>
            </a:xfrm>
            <a:prstGeom prst="rightArrow">
              <a:avLst>
                <a:gd name="adj1" fmla="val 50000"/>
                <a:gd name="adj2" fmla="val 5816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25965" name="Text Box 13">
              <a:extLst>
                <a:ext uri="{FF2B5EF4-FFF2-40B4-BE49-F238E27FC236}">
                  <a16:creationId xmlns:a16="http://schemas.microsoft.com/office/drawing/2014/main" id="{967C0BF7-C99E-B944-B025-43FCDD877C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2" y="2720"/>
              <a:ext cx="6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ea typeface="黑体" panose="02010609060101010101" pitchFamily="49" charset="-122"/>
                </a:rPr>
                <a:t>调整后</a:t>
              </a:r>
            </a:p>
          </p:txBody>
        </p:sp>
      </p:grpSp>
      <p:sp>
        <p:nvSpPr>
          <p:cNvPr id="138254" name="Text Box 14">
            <a:extLst>
              <a:ext uri="{FF2B5EF4-FFF2-40B4-BE49-F238E27FC236}">
                <a16:creationId xmlns:a16="http://schemas.microsoft.com/office/drawing/2014/main" id="{4EC5E292-6A17-0044-B6CA-4982B6722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7363" y="1703388"/>
            <a:ext cx="36877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编译器的优化很重要！</a:t>
            </a:r>
          </a:p>
        </p:txBody>
      </p:sp>
      <p:sp>
        <p:nvSpPr>
          <p:cNvPr id="138256" name="Rectangle 16">
            <a:extLst>
              <a:ext uri="{FF2B5EF4-FFF2-40B4-BE49-F238E27FC236}">
                <a16:creationId xmlns:a16="http://schemas.microsoft.com/office/drawing/2014/main" id="{660358CE-0DEC-3E47-99DB-F90FE9E58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3157538"/>
            <a:ext cx="2451100" cy="800100"/>
          </a:xfrm>
          <a:prstGeom prst="rect">
            <a:avLst/>
          </a:prstGeom>
          <a:solidFill>
            <a:srgbClr val="FF99CC">
              <a:alpha val="3803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8257" name="Rectangle 17">
            <a:extLst>
              <a:ext uri="{FF2B5EF4-FFF2-40B4-BE49-F238E27FC236}">
                <a16:creationId xmlns:a16="http://schemas.microsoft.com/office/drawing/2014/main" id="{CCD97A5A-8BAF-8942-9EC2-BDADF6BA2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" y="4719638"/>
            <a:ext cx="2451100" cy="711200"/>
          </a:xfrm>
          <a:prstGeom prst="rect">
            <a:avLst/>
          </a:prstGeom>
          <a:solidFill>
            <a:srgbClr val="FF99CC">
              <a:alpha val="3803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8261" name="Text Box 21">
            <a:extLst>
              <a:ext uri="{FF2B5EF4-FFF2-40B4-BE49-F238E27FC236}">
                <a16:creationId xmlns:a16="http://schemas.microsoft.com/office/drawing/2014/main" id="{BDE8BB63-2D1B-924F-BEF6-8E15A3FEC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6042025"/>
            <a:ext cx="83613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如果硬件不支持阻塞处理的话，则编译器可以将顺序调整和插入</a:t>
            </a:r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NOP</a:t>
            </a: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指令结合起来，在找不到可插入的指令时，插入</a:t>
            </a:r>
            <a:r>
              <a:rPr lang="en-US" altLang="zh-CN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NOP</a:t>
            </a:r>
            <a:r>
              <a:rPr lang="zh-CN" altLang="en-US" sz="200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指令！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8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8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8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38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38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4" grpId="0" autoUpdateAnimBg="0"/>
      <p:bldP spid="138251" grpId="0"/>
      <p:bldP spid="138256" grpId="0" animBg="1"/>
      <p:bldP spid="13825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2716D087-B498-9740-9920-82EFE7407D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2800" y="211138"/>
            <a:ext cx="5780088" cy="368300"/>
          </a:xfrm>
          <a:noFill/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编译器优化以避免阻塞的情况调查</a:t>
            </a:r>
            <a:r>
              <a:rPr lang="en-US" altLang="zh-CN"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128003" name="Object 3">
            <a:hlinkClick r:id="" action="ppaction://ole?verb=0"/>
            <a:extLst>
              <a:ext uri="{FF2B5EF4-FFF2-40B4-BE49-F238E27FC236}">
                <a16:creationId xmlns:a16="http://schemas.microsoft.com/office/drawing/2014/main" id="{434F041E-AB50-4A4E-9750-07C12C2F44C6}"/>
              </a:ext>
            </a:extLst>
          </p:cNvPr>
          <p:cNvGraphicFramePr>
            <a:graphicFrameLocks/>
          </p:cNvGraphicFramePr>
          <p:nvPr/>
        </p:nvGraphicFramePr>
        <p:xfrm>
          <a:off x="431800" y="798513"/>
          <a:ext cx="8270875" cy="502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59" name="图表" r:id="rId4" imgW="4787900" imgH="2692400" progId="Excel.Chart.8">
                  <p:embed followColorScheme="full"/>
                </p:oleObj>
              </mc:Choice>
              <mc:Fallback>
                <p:oleObj name="图表" r:id="rId4" imgW="4787900" imgH="2692400" progId="Excel.Chart.8">
                  <p:embed followColorScheme="full"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798513"/>
                        <a:ext cx="8270875" cy="5024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2" name="Text Box 4">
            <a:extLst>
              <a:ext uri="{FF2B5EF4-FFF2-40B4-BE49-F238E27FC236}">
                <a16:creationId xmlns:a16="http://schemas.microsoft.com/office/drawing/2014/main" id="{045D3F4B-2B5D-664F-8361-EAFB407B3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5761038"/>
            <a:ext cx="7408863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chemeClr val="accent2"/>
                </a:solidFill>
                <a:ea typeface="宋体" panose="02010600030101010101" pitchFamily="2" charset="-122"/>
              </a:rPr>
              <a:t>由此可见，优化调度后</a:t>
            </a:r>
            <a:r>
              <a:rPr lang="en-US" altLang="zh-CN" sz="2200">
                <a:solidFill>
                  <a:schemeClr val="accent2"/>
                </a:solidFill>
                <a:ea typeface="宋体" panose="02010600030101010101" pitchFamily="2" charset="-122"/>
              </a:rPr>
              <a:t>load</a:t>
            </a:r>
            <a:r>
              <a:rPr lang="zh-CN" altLang="en-US" sz="2200">
                <a:solidFill>
                  <a:schemeClr val="accent2"/>
                </a:solidFill>
                <a:ea typeface="宋体" panose="02010600030101010101" pitchFamily="2" charset="-122"/>
              </a:rPr>
              <a:t>阻塞现象大约降低了</a:t>
            </a:r>
            <a:r>
              <a:rPr lang="en-US" altLang="zh-CN" sz="2200">
                <a:solidFill>
                  <a:schemeClr val="accent2"/>
                </a:solidFill>
                <a:ea typeface="宋体" panose="02010600030101010101" pitchFamily="2" charset="-122"/>
              </a:rPr>
              <a:t>1/2</a:t>
            </a:r>
            <a:r>
              <a:rPr lang="en-US" altLang="zh-CN" sz="2200">
                <a:solidFill>
                  <a:schemeClr val="accent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2200">
                <a:solidFill>
                  <a:schemeClr val="accent2"/>
                </a:solidFill>
                <a:ea typeface="宋体" panose="02010600030101010101" pitchFamily="2" charset="-122"/>
              </a:rPr>
              <a:t>1/3</a:t>
            </a:r>
          </a:p>
        </p:txBody>
      </p:sp>
      <p:sp>
        <p:nvSpPr>
          <p:cNvPr id="140296" name="Text Box 8">
            <a:extLst>
              <a:ext uri="{FF2B5EF4-FFF2-40B4-BE49-F238E27FC236}">
                <a16:creationId xmlns:a16="http://schemas.microsoft.com/office/drawing/2014/main" id="{E77A7D54-93CE-E049-BADB-4BE935E59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6413" y="6300788"/>
            <a:ext cx="2584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ea typeface="宋体" panose="02010600030101010101" pitchFamily="2" charset="-122"/>
                <a:hlinkClick r:id="rId6" action="ppaction://hlinksldjump"/>
              </a:rPr>
              <a:t>BACK</a:t>
            </a:r>
            <a:endParaRPr lang="en-US" altLang="zh-CN" sz="20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0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6" grpId="0"/>
    </p:bldLst>
  </p:timing>
</p:sld>
</file>

<file path=ppt/theme/theme1.xml><?xml version="1.0" encoding="utf-8"?>
<a:theme xmlns:a="http://schemas.openxmlformats.org/drawingml/2006/main" name="lecture1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lecture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lecture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 Folder:C152 Spring95:lecture1</Template>
  <TotalTime>2184116829</TotalTime>
  <Pages>42</Pages>
  <Words>4024</Words>
  <Application>Microsoft Macintosh PowerPoint</Application>
  <PresentationFormat>全屏显示(4:3)</PresentationFormat>
  <Paragraphs>955</Paragraphs>
  <Slides>28</Slides>
  <Notes>25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黑体</vt:lpstr>
      <vt:lpstr>微软雅黑</vt:lpstr>
      <vt:lpstr>Arial</vt:lpstr>
      <vt:lpstr>Times New Roman</vt:lpstr>
      <vt:lpstr>lecture1</vt:lpstr>
      <vt:lpstr>位图图像</vt:lpstr>
      <vt:lpstr>图表</vt:lpstr>
      <vt:lpstr>第二讲 流水线冒险的处理</vt:lpstr>
      <vt:lpstr>PowerPoint 演示文稿</vt:lpstr>
      <vt:lpstr>Structural Hazard（结构冒险）现象</vt:lpstr>
      <vt:lpstr>Structural Hazard的解决方法</vt:lpstr>
      <vt:lpstr>Data Hazard现象</vt:lpstr>
      <vt:lpstr>Data Hazard on r1</vt:lpstr>
      <vt:lpstr>数据冒险的解决方法</vt:lpstr>
      <vt:lpstr>方案1: 在硬件上采取措施，使相关指令延迟执行</vt:lpstr>
      <vt:lpstr>方案 2: 软件上插入无关指令</vt:lpstr>
      <vt:lpstr>方案3:  同一周期内寄存器堆先写后读</vt:lpstr>
      <vt:lpstr>方案4:  利用DataPath中的中间数据：转发+阻塞</vt:lpstr>
      <vt:lpstr>第七周期结束时的状态：</vt:lpstr>
      <vt:lpstr>硬件上的改动以支持“转发”技术</vt:lpstr>
      <vt:lpstr>复习: Load指令引起的延迟现象</vt:lpstr>
      <vt:lpstr>“Forwarding”技术使Load-use冒险只需延迟一个周期 </vt:lpstr>
      <vt:lpstr>RAW（写后读）数据冒险的“转发”条件</vt:lpstr>
      <vt:lpstr>指令的回写（Write Back）阶段</vt:lpstr>
      <vt:lpstr>转发条件的进一步完善</vt:lpstr>
      <vt:lpstr>转发路径和转发条件</vt:lpstr>
      <vt:lpstr>转发路径和转发条件</vt:lpstr>
      <vt:lpstr>带转发的流水线数据通路</vt:lpstr>
      <vt:lpstr>更加复杂的数据冒险问题</vt:lpstr>
      <vt:lpstr>Load-use Data Hazard（硬件阻塞方式） </vt:lpstr>
      <vt:lpstr>Load-use Data Hazard（硬件阻塞方式） </vt:lpstr>
      <vt:lpstr>Load-use Data Hazard（硬件阻塞方式） </vt:lpstr>
      <vt:lpstr>带“转发”和“阻塞”检测的流水线数据通路</vt:lpstr>
      <vt:lpstr>方案5：编译器进行指令顺序调整来解决数据冒险</vt:lpstr>
      <vt:lpstr>编译器优化以避免阻塞的情况调查: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Designing a Pipeline Processor</dc:subject>
  <dc:creator>CFYUAN</dc:creator>
  <cp:keywords/>
  <dc:description/>
  <cp:lastModifiedBy>Sen Liu</cp:lastModifiedBy>
  <cp:revision>777</cp:revision>
  <cp:lastPrinted>1999-10-25T19:18:20Z</cp:lastPrinted>
  <dcterms:created xsi:type="dcterms:W3CDTF">1996-09-09T11:47:24Z</dcterms:created>
  <dcterms:modified xsi:type="dcterms:W3CDTF">2024-05-15T12:17:29Z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vipin@eng.wayne.edu</vt:lpwstr>
  </property>
  <property fmtid="{D5CDD505-2E9C-101B-9397-08002B2CF9AE}" pid="8" name="HomePage">
    <vt:lpwstr>http://www.pdcl.eng.wayne.edu/~vipin</vt:lpwstr>
  </property>
  <property fmtid="{D5CDD505-2E9C-101B-9397-08002B2CF9AE}" pid="9" name="Other">
    <vt:lpwstr>Vipin Chaudhary_x000d_
Dept. of Electrical &amp; Computer Engineering_x000d_
Wayne State University</vt:lpwstr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true</vt:bool>
  </property>
  <property fmtid="{D5CDD505-2E9C-101B-9397-08002B2CF9AE}" pid="20" name="NavBtnPos">
    <vt:i4>1</vt:i4>
  </property>
  <property fmtid="{D5CDD505-2E9C-101B-9397-08002B2CF9AE}" pid="21" name="OutputDir">
    <vt:lpwstr>C:\WINDOWS\Desktop\VIPIN\WSU\ACADEMIC\COURSES\ECE468\SLIDES\web</vt:lpwstr>
  </property>
</Properties>
</file>