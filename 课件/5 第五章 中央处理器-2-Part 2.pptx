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517" r:id="rId2"/>
    <p:sldId id="518" r:id="rId3"/>
    <p:sldId id="341" r:id="rId4"/>
    <p:sldId id="342" r:id="rId5"/>
    <p:sldId id="343" r:id="rId6"/>
    <p:sldId id="348" r:id="rId7"/>
    <p:sldId id="349" r:id="rId8"/>
    <p:sldId id="350" r:id="rId9"/>
    <p:sldId id="526" r:id="rId10"/>
    <p:sldId id="527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530" r:id="rId22"/>
    <p:sldId id="531" r:id="rId23"/>
    <p:sldId id="361" r:id="rId24"/>
    <p:sldId id="362" r:id="rId25"/>
    <p:sldId id="363" r:id="rId26"/>
    <p:sldId id="364" r:id="rId27"/>
    <p:sldId id="366" r:id="rId28"/>
    <p:sldId id="367" r:id="rId29"/>
    <p:sldId id="368" r:id="rId30"/>
    <p:sldId id="369" r:id="rId31"/>
    <p:sldId id="370" r:id="rId32"/>
    <p:sldId id="404" r:id="rId33"/>
    <p:sldId id="405" r:id="rId34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02" autoAdjust="0"/>
    <p:restoredTop sz="81470" autoAdjust="0"/>
  </p:normalViewPr>
  <p:slideViewPr>
    <p:cSldViewPr snapToGrid="0">
      <p:cViewPr varScale="1">
        <p:scale>
          <a:sx n="82" d="100"/>
          <a:sy n="82" d="100"/>
        </p:scale>
        <p:origin x="7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6177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530" y="-72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5A4F5BA-9A5E-6D40-9DF3-AE09CA8F7E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3A2F36-25E0-D64C-AACC-6C17C7F4CB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4259E19-167C-CF4B-91E7-533AF22EB3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649C445-9F52-3B46-8D85-8ECDAF920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35EA441-227B-7D4A-9077-DE23A3171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4C581B2-CB29-3D45-BA82-21B0F87ED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FA1409C-61FF-BE40-84CD-01873DC18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5444B23-5ED0-F64F-B633-1BCE12E5E3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E591734-93E5-2E40-829B-BA2CDCB4B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66E6375-BFC8-B642-8742-7C62D2763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40D7214-300E-3142-8A80-2C5861BCF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23E7771-E839-6C4A-8F27-7454A908BC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88C8670-B08F-F847-8732-A06EA54C6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2EEA17E-351A-3044-9A85-077F617F54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3FE849B-D0A2-3A4F-A1F7-A0B1711317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16D05C2-F41F-7F4A-87E5-93F5513FA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0F8EBE5-A215-384E-A0C7-4CFAB4403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A4BEC41-614F-B44B-9F84-EC8A2B58C9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E6579A9D-8B0C-1142-807E-C9A086A72E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B0777A09-FFA7-8D4A-91AF-CC6B36129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4860925"/>
            <a:ext cx="6118225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058" tIns="46695" rIns="95058" bIns="46695"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3956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EAEE00C-D26B-1843-B546-56ECF0B09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A9066FF6-6D43-9A41-A521-A378E151F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B2CD9E9-2B8B-E240-905C-D45176530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8A4193C9-39C0-9447-B302-C84DADFF86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3628710-E14A-9544-AE8D-AB5D7FAD1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60A69DE-C1AD-F54A-9A4A-DB2EC598E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567B7A6B-B74E-6C48-8274-8527CC3DC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4612972E-9BEB-4248-B350-B04C63911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D0F3B6E-C27A-0E46-A27A-F2BEEF24E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2A18C04-1F1C-2945-9EA2-0CE182A49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AF924FF-4788-D341-B4BB-821688F33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65C2F0E-67FA-2344-95C9-F47B980D5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D2885FE-8336-6942-9F52-30C36604A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338D643-767F-5746-99CD-C9BA6035B5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F28F2710-E7E4-4B49-83E3-01B7293E3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CF423F3A-BB33-A442-91ED-B4E132569F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00973F7F-8E85-3542-8A27-CA9E07626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7B91CE2-C651-5341-A504-D9E4E7C46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251EFD2-8E55-EA4A-9408-E0695C1B9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8B183B1-B201-E74A-B418-CF82763C5B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167AFA03-5309-2842-9130-22F6711727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3D405F6F-94E6-DA4D-921B-A3FA5AD7D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9C8A8832-B952-514E-9988-03E3027661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A22B4FF8-A498-924C-9CEB-2BDF706CDD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556D5D8-05C9-E944-B6A7-104D01DDD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038D51E-7203-3F42-838A-D63D9DEC5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622B0B86-E21C-9248-B140-F1B7F88FA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9247274-6FB6-F243-A6E7-C28137D02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A67F7616-89AA-5049-A604-07ED16E61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8086B32-8E5A-DE41-8547-5A4F8EFB74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502C0391-1B85-2F4C-AE8B-09F6CEDF3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8E472090-22E2-9F44-8847-4D4D3A82F6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4A51672-3E47-F147-B699-DB212880A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56978FB8-4DEF-9945-AFF2-3E55110093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392B6404-3A7A-1048-AC05-C55648ED5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6868C547-CC69-DA41-9D30-395E2A024A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228FDE0B-D36B-9C47-A9D1-ABB05EB99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B2B9150-EB8A-6A46-9227-6A240840BE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7811FF02-3B45-3C45-8D16-0E584C5A8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BFDF5D2D-4D45-F745-B67A-5FF85865BA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C8A7F72A-7266-CF4E-9B0B-FC88014EC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7ED39AE8-5EC8-684F-9F61-870FC503C8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AE4DCBA6-4D4B-C846-9741-A7DC9764C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094163"/>
            <a:ext cx="6118225" cy="5373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0753" tIns="49493" rIns="100753" bIns="49493"/>
          <a:lstStyle/>
          <a:p>
            <a:endParaRPr lang="en-US" altLang="zh-CN" dirty="0"/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57F4A8CA-F9C2-0A49-ABB0-49186DA67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7163" y="644525"/>
            <a:ext cx="4259262" cy="3194050"/>
          </a:xfr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9131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1580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89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949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304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270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38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94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4645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9561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7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203200"/>
            <a:ext cx="2060575" cy="32750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203200"/>
            <a:ext cx="6029325" cy="32750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11280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7250" y="1295400"/>
            <a:ext cx="4019550" cy="1014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7250" y="2462213"/>
            <a:ext cx="4019550" cy="101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33124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203200"/>
            <a:ext cx="7499350" cy="422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95300" y="1295400"/>
            <a:ext cx="8191500" cy="2182813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667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8D1772-028C-7F4F-AF0D-622CE6ED9E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203200"/>
            <a:ext cx="749935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F6EA149F-8210-1F42-A477-DF33EAA0D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7CA66598-929D-E048-97EC-97BDE98A566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596900"/>
            <a:ext cx="8651875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 kern="1200">
          <a:solidFill>
            <a:srgbClr val="A5002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rgbClr val="A50021"/>
          </a:solidFill>
          <a:latin typeface="Arial" panose="020B0604020202020204" pitchFamily="34" charset="0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CFEBABA-CA70-C543-B742-162BE27D3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75" y="203200"/>
            <a:ext cx="53244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第二讲 单周期数据通路的设计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3FD9ABA-5E6D-1C45-BED5-15088708D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2163" y="1304925"/>
            <a:ext cx="7597775" cy="359727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指令集的一个子集作为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的实现目标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下条指令地址计算与取指令部件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型指令的数据通路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访存指令的数据通路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立即数运算指令的数据通路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分支和跳转指令的数据通路</a:t>
            </a:r>
          </a:p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综合所有指令的数据通路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77AF1E25-D0BE-D448-BFBE-844C9EA91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1900" y="636588"/>
            <a:ext cx="328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 要 内 容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34E4322-29D9-234A-A415-CFC81C59F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4550" y="171450"/>
            <a:ext cx="574992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的三种指令类型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57F9BC70-D98E-FC4F-894A-30D606551C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688" y="1362075"/>
            <a:ext cx="8191500" cy="4441825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and SUBSTRACT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grpSp>
        <p:nvGrpSpPr>
          <p:cNvPr id="179204" name="Group 4">
            <a:extLst>
              <a:ext uri="{FF2B5EF4-FFF2-40B4-BE49-F238E27FC236}">
                <a16:creationId xmlns:a16="http://schemas.microsoft.com/office/drawing/2014/main" id="{01478567-7644-8A48-AF45-ABCCC99BF153}"/>
              </a:ext>
            </a:extLst>
          </p:cNvPr>
          <p:cNvGrpSpPr>
            <a:grpSpLocks/>
          </p:cNvGrpSpPr>
          <p:nvPr/>
        </p:nvGrpSpPr>
        <p:grpSpPr bwMode="auto">
          <a:xfrm>
            <a:off x="3017838" y="5645150"/>
            <a:ext cx="5975350" cy="1012825"/>
            <a:chOff x="1918" y="3360"/>
            <a:chExt cx="3764" cy="599"/>
          </a:xfrm>
        </p:grpSpPr>
        <p:sp>
          <p:nvSpPr>
            <p:cNvPr id="58434" name="Rectangle 5">
              <a:extLst>
                <a:ext uri="{FF2B5EF4-FFF2-40B4-BE49-F238E27FC236}">
                  <a16:creationId xmlns:a16="http://schemas.microsoft.com/office/drawing/2014/main" id="{5D6FFF74-4289-E14D-AF45-2667E7525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58435" name="Group 6">
              <a:extLst>
                <a:ext uri="{FF2B5EF4-FFF2-40B4-BE49-F238E27FC236}">
                  <a16:creationId xmlns:a16="http://schemas.microsoft.com/office/drawing/2014/main" id="{591A3C91-7404-1B4F-AEB8-4617C40083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58443" name="Rectangle 7">
                <a:extLst>
                  <a:ext uri="{FF2B5EF4-FFF2-40B4-BE49-F238E27FC236}">
                    <a16:creationId xmlns:a16="http://schemas.microsoft.com/office/drawing/2014/main" id="{1E00E225-6B97-D040-B9C1-C86FDD899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8444" name="Rectangle 8">
                <a:extLst>
                  <a:ext uri="{FF2B5EF4-FFF2-40B4-BE49-F238E27FC236}">
                    <a16:creationId xmlns:a16="http://schemas.microsoft.com/office/drawing/2014/main" id="{069C97FD-F0E6-A149-86C4-C6E73D02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58436" name="Rectangle 9">
              <a:extLst>
                <a:ext uri="{FF2B5EF4-FFF2-40B4-BE49-F238E27FC236}">
                  <a16:creationId xmlns:a16="http://schemas.microsoft.com/office/drawing/2014/main" id="{5ED3BB76-AA55-654F-B50F-D87E01967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8437" name="Rectangle 10">
              <a:extLst>
                <a:ext uri="{FF2B5EF4-FFF2-40B4-BE49-F238E27FC236}">
                  <a16:creationId xmlns:a16="http://schemas.microsoft.com/office/drawing/2014/main" id="{5D1FE1C5-2EFF-8A46-9B43-DD9136F46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596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58438" name="Rectangle 11">
              <a:extLst>
                <a:ext uri="{FF2B5EF4-FFF2-40B4-BE49-F238E27FC236}">
                  <a16:creationId xmlns:a16="http://schemas.microsoft.com/office/drawing/2014/main" id="{5AA579F6-EA64-744F-A18D-B9435665C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8439" name="Rectangle 12">
              <a:extLst>
                <a:ext uri="{FF2B5EF4-FFF2-40B4-BE49-F238E27FC236}">
                  <a16:creationId xmlns:a16="http://schemas.microsoft.com/office/drawing/2014/main" id="{1395A46B-77A5-934B-8CAE-130245E28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58440" name="Rectangle 13">
              <a:extLst>
                <a:ext uri="{FF2B5EF4-FFF2-40B4-BE49-F238E27FC236}">
                  <a16:creationId xmlns:a16="http://schemas.microsoft.com/office/drawing/2014/main" id="{9A8080A8-7C1E-004C-A940-41EEF06CA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58441" name="Rectangle 14">
              <a:extLst>
                <a:ext uri="{FF2B5EF4-FFF2-40B4-BE49-F238E27FC236}">
                  <a16:creationId xmlns:a16="http://schemas.microsoft.com/office/drawing/2014/main" id="{4BB2484E-7C13-4047-99D7-F9C548DDF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42" name="Rectangle 15">
              <a:extLst>
                <a:ext uri="{FF2B5EF4-FFF2-40B4-BE49-F238E27FC236}">
                  <a16:creationId xmlns:a16="http://schemas.microsoft.com/office/drawing/2014/main" id="{739DF788-27C7-E247-8FAD-F5E8E7347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79216" name="Group 16">
            <a:extLst>
              <a:ext uri="{FF2B5EF4-FFF2-40B4-BE49-F238E27FC236}">
                <a16:creationId xmlns:a16="http://schemas.microsoft.com/office/drawing/2014/main" id="{986A19A4-DDA4-9747-B90C-0706AC789644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1181100"/>
            <a:ext cx="5905500" cy="973138"/>
            <a:chOff x="1918" y="672"/>
            <a:chExt cx="3767" cy="613"/>
          </a:xfrm>
        </p:grpSpPr>
        <p:grpSp>
          <p:nvGrpSpPr>
            <p:cNvPr id="58399" name="Group 17">
              <a:extLst>
                <a:ext uri="{FF2B5EF4-FFF2-40B4-BE49-F238E27FC236}">
                  <a16:creationId xmlns:a16="http://schemas.microsoft.com/office/drawing/2014/main" id="{046AB06F-5486-7445-B7C3-4019FFD95C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58406" name="Group 18">
                <a:extLst>
                  <a:ext uri="{FF2B5EF4-FFF2-40B4-BE49-F238E27FC236}">
                    <a16:creationId xmlns:a16="http://schemas.microsoft.com/office/drawing/2014/main" id="{55985208-3ECC-2B49-9679-77B2BD763B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58414" name="Rectangle 19">
                  <a:extLst>
                    <a:ext uri="{FF2B5EF4-FFF2-40B4-BE49-F238E27FC236}">
                      <a16:creationId xmlns:a16="http://schemas.microsoft.com/office/drawing/2014/main" id="{E540D8CB-F06F-9840-BD63-347B06A2F0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58415" name="Group 20">
                  <a:extLst>
                    <a:ext uri="{FF2B5EF4-FFF2-40B4-BE49-F238E27FC236}">
                      <a16:creationId xmlns:a16="http://schemas.microsoft.com/office/drawing/2014/main" id="{505C6F86-0C88-BE49-8BFB-4CC362AD45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58416" name="Group 21">
                    <a:extLst>
                      <a:ext uri="{FF2B5EF4-FFF2-40B4-BE49-F238E27FC236}">
                        <a16:creationId xmlns:a16="http://schemas.microsoft.com/office/drawing/2014/main" id="{D486F729-F427-FA4B-AE26-30B55AE5C2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58432" name="Rectangle 22">
                      <a:extLst>
                        <a:ext uri="{FF2B5EF4-FFF2-40B4-BE49-F238E27FC236}">
                          <a16:creationId xmlns:a16="http://schemas.microsoft.com/office/drawing/2014/main" id="{F4AFE71F-88A2-0048-AB5F-82D7C33801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33" name="Rectangle 23">
                      <a:extLst>
                        <a:ext uri="{FF2B5EF4-FFF2-40B4-BE49-F238E27FC236}">
                          <a16:creationId xmlns:a16="http://schemas.microsoft.com/office/drawing/2014/main" id="{F18B631F-C275-854E-8C4B-4A4A25E4A1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58417" name="Group 24">
                    <a:extLst>
                      <a:ext uri="{FF2B5EF4-FFF2-40B4-BE49-F238E27FC236}">
                        <a16:creationId xmlns:a16="http://schemas.microsoft.com/office/drawing/2014/main" id="{95472A9A-2D4F-EF4D-904E-6C7F983E018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58430" name="Rectangle 25">
                      <a:extLst>
                        <a:ext uri="{FF2B5EF4-FFF2-40B4-BE49-F238E27FC236}">
                          <a16:creationId xmlns:a16="http://schemas.microsoft.com/office/drawing/2014/main" id="{D8DA8C99-F8CC-9341-BA85-5040C75D6AB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31" name="Rectangle 26">
                      <a:extLst>
                        <a:ext uri="{FF2B5EF4-FFF2-40B4-BE49-F238E27FC236}">
                          <a16:creationId xmlns:a16="http://schemas.microsoft.com/office/drawing/2014/main" id="{1E79BE93-CD81-CB49-A50D-B263B1FF5B5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58418" name="Group 27">
                    <a:extLst>
                      <a:ext uri="{FF2B5EF4-FFF2-40B4-BE49-F238E27FC236}">
                        <a16:creationId xmlns:a16="http://schemas.microsoft.com/office/drawing/2014/main" id="{EEE4011D-9B6B-F444-9D87-E49FF3B09D7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58428" name="Rectangle 28">
                      <a:extLst>
                        <a:ext uri="{FF2B5EF4-FFF2-40B4-BE49-F238E27FC236}">
                          <a16:creationId xmlns:a16="http://schemas.microsoft.com/office/drawing/2014/main" id="{69291755-D028-7B42-90DF-7DE77076094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29" name="Rectangle 29">
                      <a:extLst>
                        <a:ext uri="{FF2B5EF4-FFF2-40B4-BE49-F238E27FC236}">
                          <a16:creationId xmlns:a16="http://schemas.microsoft.com/office/drawing/2014/main" id="{C4B055F3-9EE1-4246-B53F-5A89F28A19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58419" name="Group 30">
                    <a:extLst>
                      <a:ext uri="{FF2B5EF4-FFF2-40B4-BE49-F238E27FC236}">
                        <a16:creationId xmlns:a16="http://schemas.microsoft.com/office/drawing/2014/main" id="{467C2FE2-A6B1-644A-B48F-96B163A810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58426" name="Rectangle 31">
                      <a:extLst>
                        <a:ext uri="{FF2B5EF4-FFF2-40B4-BE49-F238E27FC236}">
                          <a16:creationId xmlns:a16="http://schemas.microsoft.com/office/drawing/2014/main" id="{049A13A2-5B47-C248-982A-CB7AD9269F0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27" name="Rectangle 32">
                      <a:extLst>
                        <a:ext uri="{FF2B5EF4-FFF2-40B4-BE49-F238E27FC236}">
                          <a16:creationId xmlns:a16="http://schemas.microsoft.com/office/drawing/2014/main" id="{D25E811C-BBF7-1D44-83CA-C968FB577F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58420" name="Group 33">
                    <a:extLst>
                      <a:ext uri="{FF2B5EF4-FFF2-40B4-BE49-F238E27FC236}">
                        <a16:creationId xmlns:a16="http://schemas.microsoft.com/office/drawing/2014/main" id="{3AB41429-3DFC-6646-95E9-7F925E1C09E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58424" name="Rectangle 34">
                      <a:extLst>
                        <a:ext uri="{FF2B5EF4-FFF2-40B4-BE49-F238E27FC236}">
                          <a16:creationId xmlns:a16="http://schemas.microsoft.com/office/drawing/2014/main" id="{DD3C7686-D177-F441-89CA-4D91EF50269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25" name="Rectangle 35">
                      <a:extLst>
                        <a:ext uri="{FF2B5EF4-FFF2-40B4-BE49-F238E27FC236}">
                          <a16:creationId xmlns:a16="http://schemas.microsoft.com/office/drawing/2014/main" id="{9EA40450-6822-424E-AD52-5E73DA7C23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58421" name="Group 36">
                    <a:extLst>
                      <a:ext uri="{FF2B5EF4-FFF2-40B4-BE49-F238E27FC236}">
                        <a16:creationId xmlns:a16="http://schemas.microsoft.com/office/drawing/2014/main" id="{BE729B56-47F6-5049-A32E-C0ED0F8F0FD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58422" name="Rectangle 37">
                      <a:extLst>
                        <a:ext uri="{FF2B5EF4-FFF2-40B4-BE49-F238E27FC236}">
                          <a16:creationId xmlns:a16="http://schemas.microsoft.com/office/drawing/2014/main" id="{59E3327E-5484-5F45-88D3-8E2A09AC0A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58423" name="Rectangle 38">
                      <a:extLst>
                        <a:ext uri="{FF2B5EF4-FFF2-40B4-BE49-F238E27FC236}">
                          <a16:creationId xmlns:a16="http://schemas.microsoft.com/office/drawing/2014/main" id="{15264C01-E373-E141-8693-F4C8E44335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58407" name="Rectangle 39">
                <a:extLst>
                  <a:ext uri="{FF2B5EF4-FFF2-40B4-BE49-F238E27FC236}">
                    <a16:creationId xmlns:a16="http://schemas.microsoft.com/office/drawing/2014/main" id="{3C49BC44-A534-304A-B54D-4934CF84C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8408" name="Rectangle 40">
                <a:extLst>
                  <a:ext uri="{FF2B5EF4-FFF2-40B4-BE49-F238E27FC236}">
                    <a16:creationId xmlns:a16="http://schemas.microsoft.com/office/drawing/2014/main" id="{0632EF92-7C3F-DD4F-B997-C761596E9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58409" name="Rectangle 41">
                <a:extLst>
                  <a:ext uri="{FF2B5EF4-FFF2-40B4-BE49-F238E27FC236}">
                    <a16:creationId xmlns:a16="http://schemas.microsoft.com/office/drawing/2014/main" id="{FF98870B-51C5-DC41-B2ED-92D80F1DD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58410" name="Rectangle 42">
                <a:extLst>
                  <a:ext uri="{FF2B5EF4-FFF2-40B4-BE49-F238E27FC236}">
                    <a16:creationId xmlns:a16="http://schemas.microsoft.com/office/drawing/2014/main" id="{1B8D2A1C-0ABC-E043-97E1-0C33DF1E4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58411" name="Rectangle 43">
                <a:extLst>
                  <a:ext uri="{FF2B5EF4-FFF2-40B4-BE49-F238E27FC236}">
                    <a16:creationId xmlns:a16="http://schemas.microsoft.com/office/drawing/2014/main" id="{97582322-9F0A-3B41-B92B-5BFBF66ED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58412" name="Rectangle 44">
                <a:extLst>
                  <a:ext uri="{FF2B5EF4-FFF2-40B4-BE49-F238E27FC236}">
                    <a16:creationId xmlns:a16="http://schemas.microsoft.com/office/drawing/2014/main" id="{CA3E26CF-C26B-8B42-A367-F13F6D87D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58413" name="Rectangle 45">
                <a:extLst>
                  <a:ext uri="{FF2B5EF4-FFF2-40B4-BE49-F238E27FC236}">
                    <a16:creationId xmlns:a16="http://schemas.microsoft.com/office/drawing/2014/main" id="{81DECCD6-116D-294A-A89E-92F2F750E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58400" name="Rectangle 46">
              <a:extLst>
                <a:ext uri="{FF2B5EF4-FFF2-40B4-BE49-F238E27FC236}">
                  <a16:creationId xmlns:a16="http://schemas.microsoft.com/office/drawing/2014/main" id="{DB2716A8-5B1D-9546-92FD-489674794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01" name="Rectangle 47">
              <a:extLst>
                <a:ext uri="{FF2B5EF4-FFF2-40B4-BE49-F238E27FC236}">
                  <a16:creationId xmlns:a16="http://schemas.microsoft.com/office/drawing/2014/main" id="{D34973EB-4CE7-8A43-971B-FC73A1013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02" name="Rectangle 48">
              <a:extLst>
                <a:ext uri="{FF2B5EF4-FFF2-40B4-BE49-F238E27FC236}">
                  <a16:creationId xmlns:a16="http://schemas.microsoft.com/office/drawing/2014/main" id="{355B4D75-245F-3441-B241-98D4DB237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03" name="Rectangle 49">
              <a:extLst>
                <a:ext uri="{FF2B5EF4-FFF2-40B4-BE49-F238E27FC236}">
                  <a16:creationId xmlns:a16="http://schemas.microsoft.com/office/drawing/2014/main" id="{58907FCB-D94D-354D-A511-20AD75F07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04" name="Rectangle 50">
              <a:extLst>
                <a:ext uri="{FF2B5EF4-FFF2-40B4-BE49-F238E27FC236}">
                  <a16:creationId xmlns:a16="http://schemas.microsoft.com/office/drawing/2014/main" id="{78A3362C-A4EF-E34B-A5A4-8298E41D4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405" name="Rectangle 51">
              <a:extLst>
                <a:ext uri="{FF2B5EF4-FFF2-40B4-BE49-F238E27FC236}">
                  <a16:creationId xmlns:a16="http://schemas.microsoft.com/office/drawing/2014/main" id="{AB28EFE0-5A8C-1347-A4AF-0B734CA83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79252" name="Group 52">
            <a:extLst>
              <a:ext uri="{FF2B5EF4-FFF2-40B4-BE49-F238E27FC236}">
                <a16:creationId xmlns:a16="http://schemas.microsoft.com/office/drawing/2014/main" id="{FEAB0D28-F25B-AA46-8EE8-2B5005C2F219}"/>
              </a:ext>
            </a:extLst>
          </p:cNvPr>
          <p:cNvGrpSpPr>
            <a:grpSpLocks/>
          </p:cNvGrpSpPr>
          <p:nvPr/>
        </p:nvGrpSpPr>
        <p:grpSpPr bwMode="auto">
          <a:xfrm>
            <a:off x="3019425" y="2266950"/>
            <a:ext cx="5999163" cy="989013"/>
            <a:chOff x="1918" y="1392"/>
            <a:chExt cx="3763" cy="607"/>
          </a:xfrm>
        </p:grpSpPr>
        <p:sp>
          <p:nvSpPr>
            <p:cNvPr id="58378" name="Rectangle 53">
              <a:extLst>
                <a:ext uri="{FF2B5EF4-FFF2-40B4-BE49-F238E27FC236}">
                  <a16:creationId xmlns:a16="http://schemas.microsoft.com/office/drawing/2014/main" id="{E13B3414-1950-D044-A004-9DBB4C367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58379" name="Group 54">
              <a:extLst>
                <a:ext uri="{FF2B5EF4-FFF2-40B4-BE49-F238E27FC236}">
                  <a16:creationId xmlns:a16="http://schemas.microsoft.com/office/drawing/2014/main" id="{2A6353D9-98AE-2F48-AB20-D77F51CA8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58397" name="Rectangle 55">
                <a:extLst>
                  <a:ext uri="{FF2B5EF4-FFF2-40B4-BE49-F238E27FC236}">
                    <a16:creationId xmlns:a16="http://schemas.microsoft.com/office/drawing/2014/main" id="{DD8BEF8B-51A9-7A46-9D1F-6CD9EC361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8398" name="Rectangle 56">
                <a:extLst>
                  <a:ext uri="{FF2B5EF4-FFF2-40B4-BE49-F238E27FC236}">
                    <a16:creationId xmlns:a16="http://schemas.microsoft.com/office/drawing/2014/main" id="{4A8FE3A7-2E01-4843-8930-537BAAD0B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58380" name="Group 57">
              <a:extLst>
                <a:ext uri="{FF2B5EF4-FFF2-40B4-BE49-F238E27FC236}">
                  <a16:creationId xmlns:a16="http://schemas.microsoft.com/office/drawing/2014/main" id="{EB34CDC8-FE4F-9746-84B1-31CE147A1F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58395" name="Rectangle 58">
                <a:extLst>
                  <a:ext uri="{FF2B5EF4-FFF2-40B4-BE49-F238E27FC236}">
                    <a16:creationId xmlns:a16="http://schemas.microsoft.com/office/drawing/2014/main" id="{33C2F03B-9939-6E47-A603-5EB74A647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8396" name="Rectangle 59">
                <a:extLst>
                  <a:ext uri="{FF2B5EF4-FFF2-40B4-BE49-F238E27FC236}">
                    <a16:creationId xmlns:a16="http://schemas.microsoft.com/office/drawing/2014/main" id="{5690A355-B2DA-1943-A0C8-07E5F88D3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58381" name="Group 60">
              <a:extLst>
                <a:ext uri="{FF2B5EF4-FFF2-40B4-BE49-F238E27FC236}">
                  <a16:creationId xmlns:a16="http://schemas.microsoft.com/office/drawing/2014/main" id="{DA952FA3-C1CD-074A-9E01-CF266CD574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58393" name="Rectangle 61">
                <a:extLst>
                  <a:ext uri="{FF2B5EF4-FFF2-40B4-BE49-F238E27FC236}">
                    <a16:creationId xmlns:a16="http://schemas.microsoft.com/office/drawing/2014/main" id="{E847A17E-8A6F-C64C-B7E0-5BA990532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58394" name="Rectangle 62">
                <a:extLst>
                  <a:ext uri="{FF2B5EF4-FFF2-40B4-BE49-F238E27FC236}">
                    <a16:creationId xmlns:a16="http://schemas.microsoft.com/office/drawing/2014/main" id="{D3E107CA-AF79-B74B-9241-A4E891221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58382" name="Rectangle 63">
              <a:extLst>
                <a:ext uri="{FF2B5EF4-FFF2-40B4-BE49-F238E27FC236}">
                  <a16:creationId xmlns:a16="http://schemas.microsoft.com/office/drawing/2014/main" id="{A5D603C2-6FF7-D94E-B7C4-789060848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58383" name="Rectangle 64">
              <a:extLst>
                <a:ext uri="{FF2B5EF4-FFF2-40B4-BE49-F238E27FC236}">
                  <a16:creationId xmlns:a16="http://schemas.microsoft.com/office/drawing/2014/main" id="{259C1A9A-C764-E34D-98A6-990D4EDC6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58384" name="Rectangle 65">
              <a:extLst>
                <a:ext uri="{FF2B5EF4-FFF2-40B4-BE49-F238E27FC236}">
                  <a16:creationId xmlns:a16="http://schemas.microsoft.com/office/drawing/2014/main" id="{A48BD921-EE52-B94F-AE96-DFD5E1C76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8385" name="Rectangle 66">
              <a:extLst>
                <a:ext uri="{FF2B5EF4-FFF2-40B4-BE49-F238E27FC236}">
                  <a16:creationId xmlns:a16="http://schemas.microsoft.com/office/drawing/2014/main" id="{EE160172-DFE7-A84E-8994-CEC271170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58386" name="Rectangle 67">
              <a:extLst>
                <a:ext uri="{FF2B5EF4-FFF2-40B4-BE49-F238E27FC236}">
                  <a16:creationId xmlns:a16="http://schemas.microsoft.com/office/drawing/2014/main" id="{22EA2470-D2E0-BD4D-B4C8-2A767D7A6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58387" name="Rectangle 68">
              <a:extLst>
                <a:ext uri="{FF2B5EF4-FFF2-40B4-BE49-F238E27FC236}">
                  <a16:creationId xmlns:a16="http://schemas.microsoft.com/office/drawing/2014/main" id="{4E78E04E-1FB5-814D-8FD0-9BEA3792C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58388" name="Rectangle 69">
              <a:extLst>
                <a:ext uri="{FF2B5EF4-FFF2-40B4-BE49-F238E27FC236}">
                  <a16:creationId xmlns:a16="http://schemas.microsoft.com/office/drawing/2014/main" id="{335CD57F-C812-A243-946B-AE5543EE6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58389" name="Rectangle 70">
              <a:extLst>
                <a:ext uri="{FF2B5EF4-FFF2-40B4-BE49-F238E27FC236}">
                  <a16:creationId xmlns:a16="http://schemas.microsoft.com/office/drawing/2014/main" id="{C1A42412-E589-634F-8A73-06185F66C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390" name="Rectangle 71">
              <a:extLst>
                <a:ext uri="{FF2B5EF4-FFF2-40B4-BE49-F238E27FC236}">
                  <a16:creationId xmlns:a16="http://schemas.microsoft.com/office/drawing/2014/main" id="{390310F0-470F-6349-99B1-98832919F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391" name="Rectangle 72">
              <a:extLst>
                <a:ext uri="{FF2B5EF4-FFF2-40B4-BE49-F238E27FC236}">
                  <a16:creationId xmlns:a16="http://schemas.microsoft.com/office/drawing/2014/main" id="{8742D2FD-5D0E-5E42-9159-1A61C355D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58392" name="Rectangle 73">
              <a:extLst>
                <a:ext uri="{FF2B5EF4-FFF2-40B4-BE49-F238E27FC236}">
                  <a16:creationId xmlns:a16="http://schemas.microsoft.com/office/drawing/2014/main" id="{1FC809D6-46E6-D74A-A610-C723B873A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179274" name="Text Box 74">
            <a:extLst>
              <a:ext uri="{FF2B5EF4-FFF2-40B4-BE49-F238E27FC236}">
                <a16:creationId xmlns:a16="http://schemas.microsoft.com/office/drawing/2014/main" id="{4C979CA5-9358-814C-AC42-B06A61B7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88" y="3409950"/>
            <a:ext cx="5184775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这些指令具有代表性！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有算术运算、逻辑运算；有</a:t>
            </a:r>
            <a:r>
              <a:rPr lang="en-US" altLang="zh-CN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RR</a:t>
            </a: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型、</a:t>
            </a:r>
            <a:r>
              <a:rPr lang="en-US" altLang="zh-CN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型；有访存指令；有条件转移、无条件转移。</a:t>
            </a:r>
          </a:p>
        </p:txBody>
      </p:sp>
      <p:sp>
        <p:nvSpPr>
          <p:cNvPr id="179275" name="Rectangle 75">
            <a:extLst>
              <a:ext uri="{FF2B5EF4-FFF2-40B4-BE49-F238E27FC236}">
                <a16:creationId xmlns:a16="http://schemas.microsoft.com/office/drawing/2014/main" id="{7790B851-4E24-9346-AA76-91215F6FC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4646613"/>
            <a:ext cx="5562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本讲目标：实现以上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条指令对应数据通路！</a:t>
            </a:r>
          </a:p>
          <a:p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教材中实现了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条指令，可将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条指令和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条指令的数据通路进行对比，以深入理解设计原理。</a:t>
            </a:r>
          </a:p>
        </p:txBody>
      </p:sp>
      <p:sp>
        <p:nvSpPr>
          <p:cNvPr id="179277" name="Text Box 77">
            <a:extLst>
              <a:ext uri="{FF2B5EF4-FFF2-40B4-BE49-F238E27FC236}">
                <a16:creationId xmlns:a16="http://schemas.microsoft.com/office/drawing/2014/main" id="{E03D5CEB-0C59-AC46-9424-3126C2A4F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150" y="733425"/>
            <a:ext cx="412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I-Type</a:t>
            </a:r>
            <a:r>
              <a:rPr lang="zh-CN" altLang="en-US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J-Type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9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9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79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927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DA9A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74" grpId="0"/>
      <p:bldP spid="179275" grpId="0"/>
      <p:bldP spid="1792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DA64940-CD0A-9D4F-ABE6-635522A6C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2838" y="185738"/>
            <a:ext cx="7129462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设计处理器的步骤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2E6A01FB-87AB-9A45-852F-0060D4CB7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374775"/>
            <a:ext cx="8408988" cy="28829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第一步：分析每条指令的功能，并用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RTL(Register Transfer Language)  </a:t>
            </a: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来表示。</a:t>
            </a: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第二步：根据指令的功能给出所需的元件，并考虑如何将他们互连。</a:t>
            </a:r>
          </a:p>
          <a:p>
            <a:pPr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第三步：确定每个元件所需控制信号的取值。</a:t>
            </a:r>
          </a:p>
          <a:p>
            <a:pPr>
              <a:lnSpc>
                <a:spcPct val="11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第四步：汇总所有指令所涉及到的控制信号，生成一张反映指令与控制信    	  号之间关系的表。</a:t>
            </a:r>
          </a:p>
          <a:p>
            <a:pPr>
              <a:lnSpc>
                <a:spcPct val="11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第五步：根据表得到每个控制信号的逻辑表达式，据此设计控制器电路。</a:t>
            </a: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E4752BF6-6235-1F49-BCE4-145182BAA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538663"/>
            <a:ext cx="7532687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itchFamily="2" charset="2"/>
              <a:buChar char="u"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处理器设计涉及到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数据通路的设计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控制器的设计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itchFamily="2" charset="2"/>
              <a:buChar char="u"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数据通路中有两种元件</a:t>
            </a:r>
          </a:p>
          <a:p>
            <a:pPr lvl="1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操作元件：由组合逻辑电路实现</a:t>
            </a:r>
          </a:p>
          <a:p>
            <a:pPr lvl="1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zh-CN" altLang="en-US" sz="2000">
                <a:solidFill>
                  <a:srgbClr val="B701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存储（状态）元件：由时序逻辑电路实现</a:t>
            </a:r>
          </a:p>
        </p:txBody>
      </p:sp>
      <p:sp>
        <p:nvSpPr>
          <p:cNvPr id="60421" name="Text Box 7">
            <a:extLst>
              <a:ext uri="{FF2B5EF4-FFF2-40B4-BE49-F238E27FC236}">
                <a16:creationId xmlns:a16="http://schemas.microsoft.com/office/drawing/2014/main" id="{8B76F96A-ADD4-FA4A-B992-CAFEDCDF4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814388"/>
            <a:ext cx="78755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确定后，进行处理器设计的大致步骤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7EA3555-D6C2-A747-A6C8-6F47A93C8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203200"/>
            <a:ext cx="747077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RTL:  The ADD Instruction</a:t>
            </a:r>
            <a:r>
              <a:rPr lang="zh-CN" altLang="en-US">
                <a:ea typeface="宋体" panose="02010600030101010101" pitchFamily="2" charset="-122"/>
              </a:rPr>
              <a:t>（加法指令）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FAEA8CD-B030-444D-80C1-C3658A4C80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25" y="1946275"/>
            <a:ext cx="8328025" cy="3887788"/>
          </a:xfrm>
        </p:spPr>
        <p:txBody>
          <a:bodyPr/>
          <a:lstStyle/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	rd, rs, rt</a:t>
            </a:r>
          </a:p>
          <a:p>
            <a:pPr lvl="1">
              <a:lnSpc>
                <a:spcPct val="105000"/>
              </a:lnSpc>
              <a:spcBef>
                <a:spcPct val="45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M[PC]	   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所指的内存单元中取指令</a:t>
            </a:r>
            <a:endParaRPr lang="en-US" altLang="zh-CN" sz="20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  <a:spcBef>
                <a:spcPct val="45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R[rd]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R[rs] + R[rt]	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所指的寄存器中取数后</a:t>
            </a:r>
          </a:p>
          <a:p>
            <a:pPr lvl="1">
              <a:lnSpc>
                <a:spcPct val="105000"/>
              </a:lnSpc>
              <a:spcBef>
                <a:spcPct val="45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相加。若结果不溢出，则将结果送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  </a:t>
            </a:r>
          </a:p>
          <a:p>
            <a:pPr lvl="1">
              <a:lnSpc>
                <a:spcPct val="105000"/>
              </a:lnSpc>
              <a:spcBef>
                <a:spcPct val="45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指的寄存器中；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若结果溢出，则不送结</a:t>
            </a:r>
          </a:p>
          <a:p>
            <a:pPr lvl="1">
              <a:lnSpc>
                <a:spcPct val="105000"/>
              </a:lnSpc>
              <a:spcBef>
                <a:spcPct val="4500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果，并转到“溢出处理程序”执行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  <a:spcBef>
                <a:spcPct val="45000"/>
              </a:spcBef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 + 4    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指向下一条指令</a:t>
            </a:r>
          </a:p>
        </p:txBody>
      </p:sp>
      <p:grpSp>
        <p:nvGrpSpPr>
          <p:cNvPr id="62468" name="Group 35">
            <a:extLst>
              <a:ext uri="{FF2B5EF4-FFF2-40B4-BE49-F238E27FC236}">
                <a16:creationId xmlns:a16="http://schemas.microsoft.com/office/drawing/2014/main" id="{A60B4B46-E851-8C49-A3C2-6E161B3D5FA9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1249363"/>
            <a:ext cx="5905500" cy="973137"/>
            <a:chOff x="1918" y="672"/>
            <a:chExt cx="3767" cy="613"/>
          </a:xfrm>
        </p:grpSpPr>
        <p:grpSp>
          <p:nvGrpSpPr>
            <p:cNvPr id="62469" name="Group 36">
              <a:extLst>
                <a:ext uri="{FF2B5EF4-FFF2-40B4-BE49-F238E27FC236}">
                  <a16:creationId xmlns:a16="http://schemas.microsoft.com/office/drawing/2014/main" id="{66A2902B-E5B1-9641-B7E1-9B27BA82F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62476" name="Group 37">
                <a:extLst>
                  <a:ext uri="{FF2B5EF4-FFF2-40B4-BE49-F238E27FC236}">
                    <a16:creationId xmlns:a16="http://schemas.microsoft.com/office/drawing/2014/main" id="{BCB38124-1914-2747-AB7F-B53D8B93D0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62484" name="Rectangle 38">
                  <a:extLst>
                    <a:ext uri="{FF2B5EF4-FFF2-40B4-BE49-F238E27FC236}">
                      <a16:creationId xmlns:a16="http://schemas.microsoft.com/office/drawing/2014/main" id="{5DFFD381-72EF-DA46-A526-E72FD44658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2485" name="Group 39">
                  <a:extLst>
                    <a:ext uri="{FF2B5EF4-FFF2-40B4-BE49-F238E27FC236}">
                      <a16:creationId xmlns:a16="http://schemas.microsoft.com/office/drawing/2014/main" id="{D15A379B-A124-2A4F-A1E9-B4A0945C82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62486" name="Group 40">
                    <a:extLst>
                      <a:ext uri="{FF2B5EF4-FFF2-40B4-BE49-F238E27FC236}">
                        <a16:creationId xmlns:a16="http://schemas.microsoft.com/office/drawing/2014/main" id="{290EF879-3E37-9141-B23F-165F23649E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62502" name="Rectangle 41">
                      <a:extLst>
                        <a:ext uri="{FF2B5EF4-FFF2-40B4-BE49-F238E27FC236}">
                          <a16:creationId xmlns:a16="http://schemas.microsoft.com/office/drawing/2014/main" id="{12E48FBC-40F3-8C45-BE42-7CAE747DFE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503" name="Rectangle 42">
                      <a:extLst>
                        <a:ext uri="{FF2B5EF4-FFF2-40B4-BE49-F238E27FC236}">
                          <a16:creationId xmlns:a16="http://schemas.microsoft.com/office/drawing/2014/main" id="{08AE4E66-09DF-294E-A0F5-43596D2873E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62487" name="Group 43">
                    <a:extLst>
                      <a:ext uri="{FF2B5EF4-FFF2-40B4-BE49-F238E27FC236}">
                        <a16:creationId xmlns:a16="http://schemas.microsoft.com/office/drawing/2014/main" id="{235AE759-4A82-5343-8D07-9B0B2387DD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62500" name="Rectangle 44">
                      <a:extLst>
                        <a:ext uri="{FF2B5EF4-FFF2-40B4-BE49-F238E27FC236}">
                          <a16:creationId xmlns:a16="http://schemas.microsoft.com/office/drawing/2014/main" id="{777B25D8-BB53-DB4B-B110-13A4E814F6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501" name="Rectangle 45">
                      <a:extLst>
                        <a:ext uri="{FF2B5EF4-FFF2-40B4-BE49-F238E27FC236}">
                          <a16:creationId xmlns:a16="http://schemas.microsoft.com/office/drawing/2014/main" id="{BC16D039-8DC7-B942-8DDF-1F061E79537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62488" name="Group 46">
                    <a:extLst>
                      <a:ext uri="{FF2B5EF4-FFF2-40B4-BE49-F238E27FC236}">
                        <a16:creationId xmlns:a16="http://schemas.microsoft.com/office/drawing/2014/main" id="{F51FE3E0-6078-2745-9CEA-04A613F766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62498" name="Rectangle 47">
                      <a:extLst>
                        <a:ext uri="{FF2B5EF4-FFF2-40B4-BE49-F238E27FC236}">
                          <a16:creationId xmlns:a16="http://schemas.microsoft.com/office/drawing/2014/main" id="{6B7220AD-E916-074D-A3EB-C37C822C71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499" name="Rectangle 48">
                      <a:extLst>
                        <a:ext uri="{FF2B5EF4-FFF2-40B4-BE49-F238E27FC236}">
                          <a16:creationId xmlns:a16="http://schemas.microsoft.com/office/drawing/2014/main" id="{76C82796-01B9-A34F-96C0-EB1BB8116C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62489" name="Group 49">
                    <a:extLst>
                      <a:ext uri="{FF2B5EF4-FFF2-40B4-BE49-F238E27FC236}">
                        <a16:creationId xmlns:a16="http://schemas.microsoft.com/office/drawing/2014/main" id="{B7434FA8-F06D-A640-A074-81F442E0B9D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62496" name="Rectangle 50">
                      <a:extLst>
                        <a:ext uri="{FF2B5EF4-FFF2-40B4-BE49-F238E27FC236}">
                          <a16:creationId xmlns:a16="http://schemas.microsoft.com/office/drawing/2014/main" id="{81B9442C-3B86-B648-AEF8-44036E6B68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497" name="Rectangle 51">
                      <a:extLst>
                        <a:ext uri="{FF2B5EF4-FFF2-40B4-BE49-F238E27FC236}">
                          <a16:creationId xmlns:a16="http://schemas.microsoft.com/office/drawing/2014/main" id="{4D7606EC-7C19-5142-852C-D522DD92DAF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62490" name="Group 52">
                    <a:extLst>
                      <a:ext uri="{FF2B5EF4-FFF2-40B4-BE49-F238E27FC236}">
                        <a16:creationId xmlns:a16="http://schemas.microsoft.com/office/drawing/2014/main" id="{D193AF4C-C613-304D-8C9C-D7F87FBF76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62494" name="Rectangle 53">
                      <a:extLst>
                        <a:ext uri="{FF2B5EF4-FFF2-40B4-BE49-F238E27FC236}">
                          <a16:creationId xmlns:a16="http://schemas.microsoft.com/office/drawing/2014/main" id="{788C8924-D19B-D249-BC3C-8EF7C17BDF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495" name="Rectangle 54">
                      <a:extLst>
                        <a:ext uri="{FF2B5EF4-FFF2-40B4-BE49-F238E27FC236}">
                          <a16:creationId xmlns:a16="http://schemas.microsoft.com/office/drawing/2014/main" id="{1F7CA7E1-6C63-464F-ACA7-0D77A026E7F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62491" name="Group 55">
                    <a:extLst>
                      <a:ext uri="{FF2B5EF4-FFF2-40B4-BE49-F238E27FC236}">
                        <a16:creationId xmlns:a16="http://schemas.microsoft.com/office/drawing/2014/main" id="{FA95A8E9-87EB-C04A-A8F6-4664610725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62492" name="Rectangle 56">
                      <a:extLst>
                        <a:ext uri="{FF2B5EF4-FFF2-40B4-BE49-F238E27FC236}">
                          <a16:creationId xmlns:a16="http://schemas.microsoft.com/office/drawing/2014/main" id="{1AB39F02-3C3F-F246-AD3C-EFC35E19C4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2493" name="Rectangle 57">
                      <a:extLst>
                        <a:ext uri="{FF2B5EF4-FFF2-40B4-BE49-F238E27FC236}">
                          <a16:creationId xmlns:a16="http://schemas.microsoft.com/office/drawing/2014/main" id="{FD61AB0A-D1EC-1943-A6D9-6E2150D9DB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62477" name="Rectangle 58">
                <a:extLst>
                  <a:ext uri="{FF2B5EF4-FFF2-40B4-BE49-F238E27FC236}">
                    <a16:creationId xmlns:a16="http://schemas.microsoft.com/office/drawing/2014/main" id="{EB706276-B776-174E-9E84-70787659E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2478" name="Rectangle 59">
                <a:extLst>
                  <a:ext uri="{FF2B5EF4-FFF2-40B4-BE49-F238E27FC236}">
                    <a16:creationId xmlns:a16="http://schemas.microsoft.com/office/drawing/2014/main" id="{FF432D32-2730-7145-8868-61B9A9F6B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62479" name="Rectangle 60">
                <a:extLst>
                  <a:ext uri="{FF2B5EF4-FFF2-40B4-BE49-F238E27FC236}">
                    <a16:creationId xmlns:a16="http://schemas.microsoft.com/office/drawing/2014/main" id="{A66B8761-5485-7A43-B594-ED60AD27D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62480" name="Rectangle 61">
                <a:extLst>
                  <a:ext uri="{FF2B5EF4-FFF2-40B4-BE49-F238E27FC236}">
                    <a16:creationId xmlns:a16="http://schemas.microsoft.com/office/drawing/2014/main" id="{6DA14C20-BF7A-8946-812E-B50D86441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62481" name="Rectangle 62">
                <a:extLst>
                  <a:ext uri="{FF2B5EF4-FFF2-40B4-BE49-F238E27FC236}">
                    <a16:creationId xmlns:a16="http://schemas.microsoft.com/office/drawing/2014/main" id="{16757555-6587-E447-A966-D8C2A6220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62482" name="Rectangle 63">
                <a:extLst>
                  <a:ext uri="{FF2B5EF4-FFF2-40B4-BE49-F238E27FC236}">
                    <a16:creationId xmlns:a16="http://schemas.microsoft.com/office/drawing/2014/main" id="{61BD4EAA-8A25-1340-8C93-7D2B45D41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62483" name="Rectangle 64">
                <a:extLst>
                  <a:ext uri="{FF2B5EF4-FFF2-40B4-BE49-F238E27FC236}">
                    <a16:creationId xmlns:a16="http://schemas.microsoft.com/office/drawing/2014/main" id="{656DD213-7EA7-F247-A65C-8576C9096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62470" name="Rectangle 65">
              <a:extLst>
                <a:ext uri="{FF2B5EF4-FFF2-40B4-BE49-F238E27FC236}">
                  <a16:creationId xmlns:a16="http://schemas.microsoft.com/office/drawing/2014/main" id="{B3322640-B761-DF4B-B491-2169FD658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2471" name="Rectangle 66">
              <a:extLst>
                <a:ext uri="{FF2B5EF4-FFF2-40B4-BE49-F238E27FC236}">
                  <a16:creationId xmlns:a16="http://schemas.microsoft.com/office/drawing/2014/main" id="{D4B9EB34-15CE-9E4F-9050-BED6A76AE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2472" name="Rectangle 67">
              <a:extLst>
                <a:ext uri="{FF2B5EF4-FFF2-40B4-BE49-F238E27FC236}">
                  <a16:creationId xmlns:a16="http://schemas.microsoft.com/office/drawing/2014/main" id="{97360AFE-0957-914C-A385-1FB31C236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2473" name="Rectangle 68">
              <a:extLst>
                <a:ext uri="{FF2B5EF4-FFF2-40B4-BE49-F238E27FC236}">
                  <a16:creationId xmlns:a16="http://schemas.microsoft.com/office/drawing/2014/main" id="{4D58F850-CF30-8D43-B2EF-CD7BE9DF1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2474" name="Rectangle 69">
              <a:extLst>
                <a:ext uri="{FF2B5EF4-FFF2-40B4-BE49-F238E27FC236}">
                  <a16:creationId xmlns:a16="http://schemas.microsoft.com/office/drawing/2014/main" id="{9D56C601-0073-7F46-AA1C-262BC666D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2475" name="Rectangle 70">
              <a:extLst>
                <a:ext uri="{FF2B5EF4-FFF2-40B4-BE49-F238E27FC236}">
                  <a16:creationId xmlns:a16="http://schemas.microsoft.com/office/drawing/2014/main" id="{E911DD35-4035-464D-9ABB-893DEED3C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0715BAE-A0C3-C34E-96A6-CB156079DA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96850"/>
            <a:ext cx="834390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RTL: The Load Instruction</a:t>
            </a:r>
            <a:r>
              <a:rPr lang="zh-CN" altLang="en-US">
                <a:ea typeface="宋体" panose="02010600030101010101" pitchFamily="2" charset="-122"/>
              </a:rPr>
              <a:t>（装入指令）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868D0C0-B9EC-424D-B93D-8BEFB33167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2184400"/>
            <a:ext cx="8191500" cy="3132138"/>
          </a:xfrm>
        </p:spPr>
        <p:txBody>
          <a:bodyPr/>
          <a:lstStyle/>
          <a:p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lw	rt, rs, imm16</a:t>
            </a:r>
          </a:p>
          <a:p>
            <a:pPr lvl="1"/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M[PC]		   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同加法指令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2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 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R[rs] + SignExt(imm16)                                        </a:t>
            </a:r>
          </a:p>
          <a:p>
            <a:pPr lvl="1">
              <a:buFontTx/>
              <a:buNone/>
            </a:pP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计算数据地址 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立即数要进行符号扩展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2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R[rt] 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M[Addr]	</a:t>
            </a:r>
          </a:p>
          <a:p>
            <a:pPr lvl="1">
              <a:buFontTx/>
              <a:buNone/>
            </a:pP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从存储器中取出数据，装入到寄存器中</a:t>
            </a:r>
            <a:endParaRPr lang="en-US" altLang="zh-CN" sz="22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PC + 4	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同加法指令</a:t>
            </a:r>
            <a:r>
              <a:rPr lang="en-US" altLang="zh-CN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4516" name="Text Box 26">
            <a:extLst>
              <a:ext uri="{FF2B5EF4-FFF2-40B4-BE49-F238E27FC236}">
                <a16:creationId xmlns:a16="http://schemas.microsoft.com/office/drawing/2014/main" id="{D34111AE-75D2-1047-8F7D-3C934644C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5772150"/>
            <a:ext cx="68072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加法指令相比，更复杂！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其他指令的分析与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Load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指令类似</a:t>
            </a:r>
          </a:p>
        </p:txBody>
      </p:sp>
      <p:grpSp>
        <p:nvGrpSpPr>
          <p:cNvPr id="64517" name="Group 27">
            <a:extLst>
              <a:ext uri="{FF2B5EF4-FFF2-40B4-BE49-F238E27FC236}">
                <a16:creationId xmlns:a16="http://schemas.microsoft.com/office/drawing/2014/main" id="{808A63C6-CD1E-964F-B326-1B639388E8EF}"/>
              </a:ext>
            </a:extLst>
          </p:cNvPr>
          <p:cNvGrpSpPr>
            <a:grpSpLocks/>
          </p:cNvGrpSpPr>
          <p:nvPr/>
        </p:nvGrpSpPr>
        <p:grpSpPr bwMode="auto">
          <a:xfrm>
            <a:off x="1939925" y="895350"/>
            <a:ext cx="5999163" cy="989013"/>
            <a:chOff x="1918" y="1392"/>
            <a:chExt cx="3763" cy="607"/>
          </a:xfrm>
        </p:grpSpPr>
        <p:sp>
          <p:nvSpPr>
            <p:cNvPr id="64518" name="Rectangle 28">
              <a:extLst>
                <a:ext uri="{FF2B5EF4-FFF2-40B4-BE49-F238E27FC236}">
                  <a16:creationId xmlns:a16="http://schemas.microsoft.com/office/drawing/2014/main" id="{FDA34141-5B88-1246-999B-210202A99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64519" name="Group 29">
              <a:extLst>
                <a:ext uri="{FF2B5EF4-FFF2-40B4-BE49-F238E27FC236}">
                  <a16:creationId xmlns:a16="http://schemas.microsoft.com/office/drawing/2014/main" id="{23B79D48-C973-0247-A4CA-696C28B6CB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64537" name="Rectangle 30">
                <a:extLst>
                  <a:ext uri="{FF2B5EF4-FFF2-40B4-BE49-F238E27FC236}">
                    <a16:creationId xmlns:a16="http://schemas.microsoft.com/office/drawing/2014/main" id="{0720D062-E321-264F-BC4B-01A8CAD74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4538" name="Rectangle 31">
                <a:extLst>
                  <a:ext uri="{FF2B5EF4-FFF2-40B4-BE49-F238E27FC236}">
                    <a16:creationId xmlns:a16="http://schemas.microsoft.com/office/drawing/2014/main" id="{4B15B184-7DE5-0F47-BC7E-EF67094C8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64520" name="Group 32">
              <a:extLst>
                <a:ext uri="{FF2B5EF4-FFF2-40B4-BE49-F238E27FC236}">
                  <a16:creationId xmlns:a16="http://schemas.microsoft.com/office/drawing/2014/main" id="{68FECA18-461D-644B-804B-DE25028EAF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64535" name="Rectangle 33">
                <a:extLst>
                  <a:ext uri="{FF2B5EF4-FFF2-40B4-BE49-F238E27FC236}">
                    <a16:creationId xmlns:a16="http://schemas.microsoft.com/office/drawing/2014/main" id="{1A0E0C45-BE20-4A49-8838-A07F89E74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4536" name="Rectangle 34">
                <a:extLst>
                  <a:ext uri="{FF2B5EF4-FFF2-40B4-BE49-F238E27FC236}">
                    <a16:creationId xmlns:a16="http://schemas.microsoft.com/office/drawing/2014/main" id="{0C258A52-772F-3944-AAF4-B650A8F659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64521" name="Group 35">
              <a:extLst>
                <a:ext uri="{FF2B5EF4-FFF2-40B4-BE49-F238E27FC236}">
                  <a16:creationId xmlns:a16="http://schemas.microsoft.com/office/drawing/2014/main" id="{24B219F1-AB66-C945-AE35-CADFDABE39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64533" name="Rectangle 36">
                <a:extLst>
                  <a:ext uri="{FF2B5EF4-FFF2-40B4-BE49-F238E27FC236}">
                    <a16:creationId xmlns:a16="http://schemas.microsoft.com/office/drawing/2014/main" id="{8EDB55A3-3DE5-0642-8868-48F3FFC28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4534" name="Rectangle 37">
                <a:extLst>
                  <a:ext uri="{FF2B5EF4-FFF2-40B4-BE49-F238E27FC236}">
                    <a16:creationId xmlns:a16="http://schemas.microsoft.com/office/drawing/2014/main" id="{4C229404-E0D9-6E4D-A662-A447CDDC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64522" name="Rectangle 38">
              <a:extLst>
                <a:ext uri="{FF2B5EF4-FFF2-40B4-BE49-F238E27FC236}">
                  <a16:creationId xmlns:a16="http://schemas.microsoft.com/office/drawing/2014/main" id="{A02B3AD7-6AEE-6646-9344-7AAAEAD90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4523" name="Rectangle 39">
              <a:extLst>
                <a:ext uri="{FF2B5EF4-FFF2-40B4-BE49-F238E27FC236}">
                  <a16:creationId xmlns:a16="http://schemas.microsoft.com/office/drawing/2014/main" id="{75046829-05F1-E149-80C1-0094AC585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64524" name="Rectangle 40">
              <a:extLst>
                <a:ext uri="{FF2B5EF4-FFF2-40B4-BE49-F238E27FC236}">
                  <a16:creationId xmlns:a16="http://schemas.microsoft.com/office/drawing/2014/main" id="{5C4035CC-FBBA-E840-A5E5-F3BB53EDF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4525" name="Rectangle 41">
              <a:extLst>
                <a:ext uri="{FF2B5EF4-FFF2-40B4-BE49-F238E27FC236}">
                  <a16:creationId xmlns:a16="http://schemas.microsoft.com/office/drawing/2014/main" id="{74514BBD-D14F-5542-B702-9984E3ECE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64526" name="Rectangle 42">
              <a:extLst>
                <a:ext uri="{FF2B5EF4-FFF2-40B4-BE49-F238E27FC236}">
                  <a16:creationId xmlns:a16="http://schemas.microsoft.com/office/drawing/2014/main" id="{A3AA05D2-2DCD-D848-BCB3-70BA0E468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64527" name="Rectangle 43">
              <a:extLst>
                <a:ext uri="{FF2B5EF4-FFF2-40B4-BE49-F238E27FC236}">
                  <a16:creationId xmlns:a16="http://schemas.microsoft.com/office/drawing/2014/main" id="{14AA5B2F-FF26-D147-BEF8-B91699D81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64528" name="Rectangle 44">
              <a:extLst>
                <a:ext uri="{FF2B5EF4-FFF2-40B4-BE49-F238E27FC236}">
                  <a16:creationId xmlns:a16="http://schemas.microsoft.com/office/drawing/2014/main" id="{41D4B517-48A3-3F45-9892-D4027AC02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64529" name="Rectangle 45">
              <a:extLst>
                <a:ext uri="{FF2B5EF4-FFF2-40B4-BE49-F238E27FC236}">
                  <a16:creationId xmlns:a16="http://schemas.microsoft.com/office/drawing/2014/main" id="{DB6CDCD5-8FB0-8E47-86F0-C759274FD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4530" name="Rectangle 46">
              <a:extLst>
                <a:ext uri="{FF2B5EF4-FFF2-40B4-BE49-F238E27FC236}">
                  <a16:creationId xmlns:a16="http://schemas.microsoft.com/office/drawing/2014/main" id="{77E0F573-CEDB-194C-92B2-EE8335917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4531" name="Rectangle 47">
              <a:extLst>
                <a:ext uri="{FF2B5EF4-FFF2-40B4-BE49-F238E27FC236}">
                  <a16:creationId xmlns:a16="http://schemas.microsoft.com/office/drawing/2014/main" id="{D3E2E18E-18C6-EC48-8EF2-4D982C1B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4532" name="Rectangle 48">
              <a:extLst>
                <a:ext uri="{FF2B5EF4-FFF2-40B4-BE49-F238E27FC236}">
                  <a16:creationId xmlns:a16="http://schemas.microsoft.com/office/drawing/2014/main" id="{06E32616-7AD9-204D-8DBB-1120C498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63AEE0A-A687-8B4B-B076-8245EDE36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1688" y="207963"/>
            <a:ext cx="5921375" cy="422275"/>
          </a:xfrm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取指令部件</a:t>
            </a:r>
            <a:r>
              <a:rPr lang="en-US" altLang="zh-CN">
                <a:ea typeface="宋体" panose="02010600030101010101" pitchFamily="2" charset="-122"/>
              </a:rPr>
              <a:t>(Instruction Fetch Unit) 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60D5BD4F-A953-EB41-8842-C9AF409FC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63" y="758825"/>
            <a:ext cx="8867775" cy="20669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每条指令都有的公共操作：</a:t>
            </a: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M[PC]</a:t>
            </a: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 </a:t>
            </a:r>
          </a:p>
          <a:p>
            <a:pPr lvl="1">
              <a:lnSpc>
                <a:spcPct val="110000"/>
              </a:lnSpc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转移（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and Jump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内容再次被更新为 “转移目标地址”</a:t>
            </a:r>
          </a:p>
        </p:txBody>
      </p:sp>
      <p:sp>
        <p:nvSpPr>
          <p:cNvPr id="66564" name="Line 4">
            <a:extLst>
              <a:ext uri="{FF2B5EF4-FFF2-40B4-BE49-F238E27FC236}">
                <a16:creationId xmlns:a16="http://schemas.microsoft.com/office/drawing/2014/main" id="{6E73AC6C-2A31-9B44-A582-157BA5469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2513" y="5529263"/>
            <a:ext cx="259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565" name="Group 5">
            <a:extLst>
              <a:ext uri="{FF2B5EF4-FFF2-40B4-BE49-F238E27FC236}">
                <a16:creationId xmlns:a16="http://schemas.microsoft.com/office/drawing/2014/main" id="{0BCFD28A-B292-C642-B762-700325941539}"/>
              </a:ext>
            </a:extLst>
          </p:cNvPr>
          <p:cNvGrpSpPr>
            <a:grpSpLocks/>
          </p:cNvGrpSpPr>
          <p:nvPr/>
        </p:nvGrpSpPr>
        <p:grpSpPr bwMode="auto">
          <a:xfrm>
            <a:off x="0" y="3151188"/>
            <a:ext cx="4737100" cy="2938462"/>
            <a:chOff x="1928" y="1985"/>
            <a:chExt cx="2874" cy="1851"/>
          </a:xfrm>
        </p:grpSpPr>
        <p:sp>
          <p:nvSpPr>
            <p:cNvPr id="66575" name="Line 6">
              <a:extLst>
                <a:ext uri="{FF2B5EF4-FFF2-40B4-BE49-F238E27FC236}">
                  <a16:creationId xmlns:a16="http://schemas.microsoft.com/office/drawing/2014/main" id="{963162BB-CAEB-6648-851D-358C3F398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6" y="3364"/>
              <a:ext cx="152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6" name="Rectangle 7">
              <a:extLst>
                <a:ext uri="{FF2B5EF4-FFF2-40B4-BE49-F238E27FC236}">
                  <a16:creationId xmlns:a16="http://schemas.microsoft.com/office/drawing/2014/main" id="{9229DA4F-CABE-4345-BC0F-1D475D187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3456"/>
              <a:ext cx="26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66577" name="Rectangle 8">
              <a:extLst>
                <a:ext uri="{FF2B5EF4-FFF2-40B4-BE49-F238E27FC236}">
                  <a16:creationId xmlns:a16="http://schemas.microsoft.com/office/drawing/2014/main" id="{529F941E-A5C0-774E-86FA-9B6161CE6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1" y="3216"/>
              <a:ext cx="121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Instruction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Word</a:t>
              </a:r>
            </a:p>
          </p:txBody>
        </p:sp>
        <p:grpSp>
          <p:nvGrpSpPr>
            <p:cNvPr id="66578" name="Group 9">
              <a:extLst>
                <a:ext uri="{FF2B5EF4-FFF2-40B4-BE49-F238E27FC236}">
                  <a16:creationId xmlns:a16="http://schemas.microsoft.com/office/drawing/2014/main" id="{E3500DDD-2DE6-0F40-8711-5F00DEB52F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8" y="3088"/>
              <a:ext cx="889" cy="748"/>
              <a:chOff x="2458" y="3088"/>
              <a:chExt cx="889" cy="748"/>
            </a:xfrm>
          </p:grpSpPr>
          <p:sp>
            <p:nvSpPr>
              <p:cNvPr id="66594" name="Rectangle 10">
                <a:extLst>
                  <a:ext uri="{FF2B5EF4-FFF2-40B4-BE49-F238E27FC236}">
                    <a16:creationId xmlns:a16="http://schemas.microsoft.com/office/drawing/2014/main" id="{D721E223-953C-4B43-BD1B-3C78FD774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3088"/>
                <a:ext cx="886" cy="748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6595" name="Rectangle 11">
                <a:extLst>
                  <a:ext uri="{FF2B5EF4-FFF2-40B4-BE49-F238E27FC236}">
                    <a16:creationId xmlns:a16="http://schemas.microsoft.com/office/drawing/2014/main" id="{F0D1F6E4-FD30-A042-B4FA-AB09B71D1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1" y="3120"/>
                <a:ext cx="665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Address</a:t>
                </a:r>
              </a:p>
            </p:txBody>
          </p:sp>
          <p:sp>
            <p:nvSpPr>
              <p:cNvPr id="66596" name="Rectangle 12">
                <a:extLst>
                  <a:ext uri="{FF2B5EF4-FFF2-40B4-BE49-F238E27FC236}">
                    <a16:creationId xmlns:a16="http://schemas.microsoft.com/office/drawing/2014/main" id="{08F5EA8B-AEFF-4E4B-A0A4-9A3B82CDDD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1" y="3360"/>
                <a:ext cx="826" cy="4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zh-CN" sz="1800">
                    <a:ea typeface="宋体" panose="02010600030101010101" pitchFamily="2" charset="-122"/>
                  </a:rPr>
                  <a:t>Instruction</a:t>
                </a:r>
              </a:p>
              <a:p>
                <a:pPr algn="ctr"/>
                <a:r>
                  <a:rPr lang="en-US" altLang="zh-CN" sz="1800">
                    <a:ea typeface="宋体" panose="02010600030101010101" pitchFamily="2" charset="-122"/>
                  </a:rPr>
                  <a:t>Memory</a:t>
                </a:r>
              </a:p>
            </p:txBody>
          </p:sp>
        </p:grpSp>
        <p:sp>
          <p:nvSpPr>
            <p:cNvPr id="66579" name="Rectangle 13">
              <a:extLst>
                <a:ext uri="{FF2B5EF4-FFF2-40B4-BE49-F238E27FC236}">
                  <a16:creationId xmlns:a16="http://schemas.microsoft.com/office/drawing/2014/main" id="{788DEF82-A3AC-A449-AF10-3B44E557C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" y="2320"/>
              <a:ext cx="793" cy="203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80" name="Line 14">
              <a:extLst>
                <a:ext uri="{FF2B5EF4-FFF2-40B4-BE49-F238E27FC236}">
                  <a16:creationId xmlns:a16="http://schemas.microsoft.com/office/drawing/2014/main" id="{2203A17A-9A01-CD4E-ADA3-C4437A8D1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15" y="2387"/>
              <a:ext cx="130" cy="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1" name="Line 15">
              <a:extLst>
                <a:ext uri="{FF2B5EF4-FFF2-40B4-BE49-F238E27FC236}">
                  <a16:creationId xmlns:a16="http://schemas.microsoft.com/office/drawing/2014/main" id="{3BE745F3-601F-2949-BB23-80786C06E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6" y="2433"/>
              <a:ext cx="121" cy="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2" name="Oval 16">
              <a:extLst>
                <a:ext uri="{FF2B5EF4-FFF2-40B4-BE49-F238E27FC236}">
                  <a16:creationId xmlns:a16="http://schemas.microsoft.com/office/drawing/2014/main" id="{1DC6172C-80AA-884A-9B32-55B7382BC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239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83" name="Line 17">
              <a:extLst>
                <a:ext uri="{FF2B5EF4-FFF2-40B4-BE49-F238E27FC236}">
                  <a16:creationId xmlns:a16="http://schemas.microsoft.com/office/drawing/2014/main" id="{B763C9A8-5226-614C-8609-E325F69C54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9" y="2443"/>
              <a:ext cx="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4" name="Rectangle 18">
              <a:extLst>
                <a:ext uri="{FF2B5EF4-FFF2-40B4-BE49-F238E27FC236}">
                  <a16:creationId xmlns:a16="http://schemas.microsoft.com/office/drawing/2014/main" id="{F31C40C0-A04E-4246-BAC9-F7BC92BFF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2331"/>
              <a:ext cx="30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66585" name="Rectangle 19">
              <a:extLst>
                <a:ext uri="{FF2B5EF4-FFF2-40B4-BE49-F238E27FC236}">
                  <a16:creationId xmlns:a16="http://schemas.microsoft.com/office/drawing/2014/main" id="{007DFA63-C846-F94A-8781-6F223F50B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8" y="2336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>
                  <a:solidFill>
                    <a:schemeClr val="accent1"/>
                  </a:solidFill>
                  <a:ea typeface="黑体" panose="02010609060101010101" pitchFamily="49" charset="-122"/>
                </a:rPr>
                <a:t>Clk</a:t>
              </a:r>
            </a:p>
          </p:txBody>
        </p:sp>
        <p:grpSp>
          <p:nvGrpSpPr>
            <p:cNvPr id="66586" name="Group 20">
              <a:extLst>
                <a:ext uri="{FF2B5EF4-FFF2-40B4-BE49-F238E27FC236}">
                  <a16:creationId xmlns:a16="http://schemas.microsoft.com/office/drawing/2014/main" id="{DDE5204E-7301-EF4E-B359-378CEC0A0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2" y="2605"/>
              <a:ext cx="880" cy="368"/>
              <a:chOff x="3472" y="2605"/>
              <a:chExt cx="880" cy="368"/>
            </a:xfrm>
          </p:grpSpPr>
          <p:sp>
            <p:nvSpPr>
              <p:cNvPr id="66592" name="Rectangle 21">
                <a:extLst>
                  <a:ext uri="{FF2B5EF4-FFF2-40B4-BE49-F238E27FC236}">
                    <a16:creationId xmlns:a16="http://schemas.microsoft.com/office/drawing/2014/main" id="{0CEED96D-F7D4-1F43-A16D-B82E65AC3A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2" y="2608"/>
                <a:ext cx="880" cy="35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6593" name="Rectangle 22">
                <a:extLst>
                  <a:ext uri="{FF2B5EF4-FFF2-40B4-BE49-F238E27FC236}">
                    <a16:creationId xmlns:a16="http://schemas.microsoft.com/office/drawing/2014/main" id="{3F9C50D5-4885-4B4B-8290-9BA848253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1" y="2605"/>
                <a:ext cx="764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Next</a:t>
                </a:r>
                <a:r>
                  <a:rPr lang="en-US" altLang="zh-CN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Addr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Logic</a:t>
                </a:r>
              </a:p>
            </p:txBody>
          </p:sp>
        </p:grpSp>
        <p:sp>
          <p:nvSpPr>
            <p:cNvPr id="66587" name="Line 23">
              <a:extLst>
                <a:ext uri="{FF2B5EF4-FFF2-40B4-BE49-F238E27FC236}">
                  <a16:creationId xmlns:a16="http://schemas.microsoft.com/office/drawing/2014/main" id="{DE1A4817-A877-D74E-8A0D-9EB28D520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52"/>
              <a:ext cx="0" cy="5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8" name="Line 24">
              <a:extLst>
                <a:ext uri="{FF2B5EF4-FFF2-40B4-BE49-F238E27FC236}">
                  <a16:creationId xmlns:a16="http://schemas.microsoft.com/office/drawing/2014/main" id="{B54B56A5-8383-D848-A753-C865797E5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2784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9" name="Line 25">
              <a:extLst>
                <a:ext uri="{FF2B5EF4-FFF2-40B4-BE49-F238E27FC236}">
                  <a16:creationId xmlns:a16="http://schemas.microsoft.com/office/drawing/2014/main" id="{2230B521-E4C1-8A43-8EE3-4C2145076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985"/>
              <a:ext cx="0" cy="3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0" name="Line 26">
              <a:extLst>
                <a:ext uri="{FF2B5EF4-FFF2-40B4-BE49-F238E27FC236}">
                  <a16:creationId xmlns:a16="http://schemas.microsoft.com/office/drawing/2014/main" id="{0DFA9068-3A0F-A242-ACB1-FF72689D8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8" y="1986"/>
              <a:ext cx="9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1" name="Line 27">
              <a:extLst>
                <a:ext uri="{FF2B5EF4-FFF2-40B4-BE49-F238E27FC236}">
                  <a16:creationId xmlns:a16="http://schemas.microsoft.com/office/drawing/2014/main" id="{6F7C5A41-EC82-8948-907B-67BBEAC7F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85"/>
              <a:ext cx="0" cy="5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588" name="Text Box 28">
            <a:extLst>
              <a:ext uri="{FF2B5EF4-FFF2-40B4-BE49-F238E27FC236}">
                <a16:creationId xmlns:a16="http://schemas.microsoft.com/office/drawing/2014/main" id="{34A302D7-0E98-8643-83FE-4E112046F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2986088"/>
            <a:ext cx="3754437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顺序：先取指令，再改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的值（具体实现时，可以并行）</a:t>
            </a:r>
          </a:p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绝不能先改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的值，再取指令</a:t>
            </a:r>
          </a:p>
        </p:txBody>
      </p:sp>
      <p:grpSp>
        <p:nvGrpSpPr>
          <p:cNvPr id="194597" name="Group 37">
            <a:extLst>
              <a:ext uri="{FF2B5EF4-FFF2-40B4-BE49-F238E27FC236}">
                <a16:creationId xmlns:a16="http://schemas.microsoft.com/office/drawing/2014/main" id="{0787867E-8C89-0842-84E3-D24B0BF4C518}"/>
              </a:ext>
            </a:extLst>
          </p:cNvPr>
          <p:cNvGrpSpPr>
            <a:grpSpLocks/>
          </p:cNvGrpSpPr>
          <p:nvPr/>
        </p:nvGrpSpPr>
        <p:grpSpPr bwMode="auto">
          <a:xfrm>
            <a:off x="2522538" y="3265488"/>
            <a:ext cx="2197100" cy="1422400"/>
            <a:chOff x="1617" y="2057"/>
            <a:chExt cx="1360" cy="896"/>
          </a:xfrm>
        </p:grpSpPr>
        <p:sp>
          <p:nvSpPr>
            <p:cNvPr id="66572" name="Line 29">
              <a:extLst>
                <a:ext uri="{FF2B5EF4-FFF2-40B4-BE49-F238E27FC236}">
                  <a16:creationId xmlns:a16="http://schemas.microsoft.com/office/drawing/2014/main" id="{727DA63B-AAAA-0546-B517-668EC3125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8" y="2264"/>
              <a:ext cx="476" cy="2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3" name="Text Box 30">
              <a:extLst>
                <a:ext uri="{FF2B5EF4-FFF2-40B4-BE49-F238E27FC236}">
                  <a16:creationId xmlns:a16="http://schemas.microsoft.com/office/drawing/2014/main" id="{786522EA-78E9-E84E-ADC9-2BBCBB529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" y="2057"/>
              <a:ext cx="8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下地址逻辑</a:t>
              </a:r>
            </a:p>
          </p:txBody>
        </p:sp>
        <p:sp>
          <p:nvSpPr>
            <p:cNvPr id="66574" name="Rectangle 31">
              <a:extLst>
                <a:ext uri="{FF2B5EF4-FFF2-40B4-BE49-F238E27FC236}">
                  <a16:creationId xmlns:a16="http://schemas.microsoft.com/office/drawing/2014/main" id="{E736E7AF-5BEF-B541-91DA-557E0698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2586"/>
              <a:ext cx="924" cy="367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94593" name="Text Box 33">
            <a:extLst>
              <a:ext uri="{FF2B5EF4-FFF2-40B4-BE49-F238E27FC236}">
                <a16:creationId xmlns:a16="http://schemas.microsoft.com/office/drawing/2014/main" id="{62469267-6EAC-FC41-BAB8-73F50917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25" y="4354513"/>
            <a:ext cx="4079875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取指后，各指令功能不同，数据通路中信息流动过程也不同</a:t>
            </a:r>
          </a:p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下面分别对每条指令进行相应数据通路的设计</a:t>
            </a:r>
          </a:p>
        </p:txBody>
      </p:sp>
      <p:grpSp>
        <p:nvGrpSpPr>
          <p:cNvPr id="194596" name="Group 36">
            <a:extLst>
              <a:ext uri="{FF2B5EF4-FFF2-40B4-BE49-F238E27FC236}">
                <a16:creationId xmlns:a16="http://schemas.microsoft.com/office/drawing/2014/main" id="{38800D36-BF6E-C84C-A19F-AA5DFB546C23}"/>
              </a:ext>
            </a:extLst>
          </p:cNvPr>
          <p:cNvGrpSpPr>
            <a:grpSpLocks/>
          </p:cNvGrpSpPr>
          <p:nvPr/>
        </p:nvGrpSpPr>
        <p:grpSpPr bwMode="auto">
          <a:xfrm>
            <a:off x="631825" y="2922588"/>
            <a:ext cx="4151313" cy="3344862"/>
            <a:chOff x="631" y="1847"/>
            <a:chExt cx="2652" cy="2107"/>
          </a:xfrm>
        </p:grpSpPr>
        <p:sp>
          <p:nvSpPr>
            <p:cNvPr id="66570" name="Rectangle 34">
              <a:extLst>
                <a:ext uri="{FF2B5EF4-FFF2-40B4-BE49-F238E27FC236}">
                  <a16:creationId xmlns:a16="http://schemas.microsoft.com/office/drawing/2014/main" id="{E727E209-607C-D140-85BF-9D12ECDC4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" y="1847"/>
              <a:ext cx="2624" cy="2094"/>
            </a:xfrm>
            <a:prstGeom prst="rect">
              <a:avLst/>
            </a:prstGeom>
            <a:noFill/>
            <a:ln w="50800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6571" name="Text Box 35">
              <a:extLst>
                <a:ext uri="{FF2B5EF4-FFF2-40B4-BE49-F238E27FC236}">
                  <a16:creationId xmlns:a16="http://schemas.microsoft.com/office/drawing/2014/main" id="{BEF9B53C-E0E8-2B41-9088-18243EE1A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85"/>
              <a:ext cx="155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20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取指令部件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2DA9A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8" grpId="0"/>
      <p:bldP spid="19459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62978A8-DEDC-7240-8E58-1E55E7F1D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114300"/>
            <a:ext cx="76422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加法和减法指令</a:t>
            </a:r>
            <a:r>
              <a:rPr lang="en-US" altLang="zh-CN">
                <a:ea typeface="宋体" panose="02010600030101010101" pitchFamily="2" charset="-122"/>
              </a:rPr>
              <a:t>(R-type</a:t>
            </a:r>
            <a:r>
              <a:rPr lang="zh-CN" altLang="en-US">
                <a:ea typeface="宋体" panose="02010600030101010101" pitchFamily="2" charset="-122"/>
              </a:rPr>
              <a:t>类型）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87D2846-1C9B-3946-AAE2-91E5CB536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650" y="901700"/>
            <a:ext cx="3170238" cy="4783138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条指令）：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196683" name="Text Box 75">
            <a:extLst>
              <a:ext uri="{FF2B5EF4-FFF2-40B4-BE49-F238E27FC236}">
                <a16:creationId xmlns:a16="http://schemas.microsoft.com/office/drawing/2014/main" id="{0015B373-6A1E-BF4D-B940-126D58696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652463"/>
            <a:ext cx="5326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首先考虑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add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sub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指令（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R-Type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指令的代表）</a:t>
            </a:r>
          </a:p>
        </p:txBody>
      </p:sp>
      <p:grpSp>
        <p:nvGrpSpPr>
          <p:cNvPr id="196685" name="Group 77">
            <a:extLst>
              <a:ext uri="{FF2B5EF4-FFF2-40B4-BE49-F238E27FC236}">
                <a16:creationId xmlns:a16="http://schemas.microsoft.com/office/drawing/2014/main" id="{53682FA5-EB72-F649-9359-90773EA2366B}"/>
              </a:ext>
            </a:extLst>
          </p:cNvPr>
          <p:cNvGrpSpPr>
            <a:grpSpLocks/>
          </p:cNvGrpSpPr>
          <p:nvPr/>
        </p:nvGrpSpPr>
        <p:grpSpPr bwMode="auto">
          <a:xfrm>
            <a:off x="525463" y="1206500"/>
            <a:ext cx="8516937" cy="1360488"/>
            <a:chOff x="155" y="640"/>
            <a:chExt cx="5605" cy="857"/>
          </a:xfrm>
        </p:grpSpPr>
        <p:sp>
          <p:nvSpPr>
            <p:cNvPr id="68684" name="Text Box 74">
              <a:extLst>
                <a:ext uri="{FF2B5EF4-FFF2-40B4-BE49-F238E27FC236}">
                  <a16:creationId xmlns:a16="http://schemas.microsoft.com/office/drawing/2014/main" id="{ADF1B1FC-A9A4-1549-B28F-F2C3FC2B9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640"/>
              <a:ext cx="3849" cy="674"/>
            </a:xfrm>
            <a:prstGeom prst="rect">
              <a:avLst/>
            </a:prstGeom>
            <a:solidFill>
              <a:srgbClr val="FF8398">
                <a:alpha val="2313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8685" name="Text Box 76">
              <a:extLst>
                <a:ext uri="{FF2B5EF4-FFF2-40B4-BE49-F238E27FC236}">
                  <a16:creationId xmlns:a16="http://schemas.microsoft.com/office/drawing/2014/main" id="{D51D1CC1-1C21-894F-993E-46A6FAE43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" y="823"/>
              <a:ext cx="1664" cy="674"/>
            </a:xfrm>
            <a:prstGeom prst="rect">
              <a:avLst/>
            </a:prstGeom>
            <a:solidFill>
              <a:srgbClr val="FE9AAB">
                <a:alpha val="2901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8614" name="Group 78">
            <a:extLst>
              <a:ext uri="{FF2B5EF4-FFF2-40B4-BE49-F238E27FC236}">
                <a16:creationId xmlns:a16="http://schemas.microsoft.com/office/drawing/2014/main" id="{445B709A-9A2F-8D4C-9730-F0C17F73742C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1168400"/>
            <a:ext cx="5905500" cy="973138"/>
            <a:chOff x="1918" y="672"/>
            <a:chExt cx="3767" cy="613"/>
          </a:xfrm>
        </p:grpSpPr>
        <p:grpSp>
          <p:nvGrpSpPr>
            <p:cNvPr id="68649" name="Group 79">
              <a:extLst>
                <a:ext uri="{FF2B5EF4-FFF2-40B4-BE49-F238E27FC236}">
                  <a16:creationId xmlns:a16="http://schemas.microsoft.com/office/drawing/2014/main" id="{EB205506-808C-F347-BF30-44432CED9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68656" name="Group 80">
                <a:extLst>
                  <a:ext uri="{FF2B5EF4-FFF2-40B4-BE49-F238E27FC236}">
                    <a16:creationId xmlns:a16="http://schemas.microsoft.com/office/drawing/2014/main" id="{6C49BE3D-9A23-D240-B800-1A4EFC2315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68664" name="Rectangle 81">
                  <a:extLst>
                    <a:ext uri="{FF2B5EF4-FFF2-40B4-BE49-F238E27FC236}">
                      <a16:creationId xmlns:a16="http://schemas.microsoft.com/office/drawing/2014/main" id="{681BF6AD-DC5A-8848-8E2F-E6D6CFD28C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8665" name="Group 82">
                  <a:extLst>
                    <a:ext uri="{FF2B5EF4-FFF2-40B4-BE49-F238E27FC236}">
                      <a16:creationId xmlns:a16="http://schemas.microsoft.com/office/drawing/2014/main" id="{503CB7C7-BACE-4E4F-A0B7-5B7E261F3C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68666" name="Group 83">
                    <a:extLst>
                      <a:ext uri="{FF2B5EF4-FFF2-40B4-BE49-F238E27FC236}">
                        <a16:creationId xmlns:a16="http://schemas.microsoft.com/office/drawing/2014/main" id="{88B25E13-F8A7-274D-BE89-2E308D5B782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68682" name="Rectangle 84">
                      <a:extLst>
                        <a:ext uri="{FF2B5EF4-FFF2-40B4-BE49-F238E27FC236}">
                          <a16:creationId xmlns:a16="http://schemas.microsoft.com/office/drawing/2014/main" id="{D33CD976-6B3D-F94B-9E5E-831A28D926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83" name="Rectangle 85">
                      <a:extLst>
                        <a:ext uri="{FF2B5EF4-FFF2-40B4-BE49-F238E27FC236}">
                          <a16:creationId xmlns:a16="http://schemas.microsoft.com/office/drawing/2014/main" id="{28F9FC05-A979-AE47-98DD-F68CE35767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68667" name="Group 86">
                    <a:extLst>
                      <a:ext uri="{FF2B5EF4-FFF2-40B4-BE49-F238E27FC236}">
                        <a16:creationId xmlns:a16="http://schemas.microsoft.com/office/drawing/2014/main" id="{1A769366-5B05-CF40-AC45-E2BA30A4A1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68680" name="Rectangle 87">
                      <a:extLst>
                        <a:ext uri="{FF2B5EF4-FFF2-40B4-BE49-F238E27FC236}">
                          <a16:creationId xmlns:a16="http://schemas.microsoft.com/office/drawing/2014/main" id="{96328FC0-2CC8-094E-8346-530CF57941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81" name="Rectangle 88">
                      <a:extLst>
                        <a:ext uri="{FF2B5EF4-FFF2-40B4-BE49-F238E27FC236}">
                          <a16:creationId xmlns:a16="http://schemas.microsoft.com/office/drawing/2014/main" id="{7F78700C-1562-4C49-AF42-068D85DDBB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68668" name="Group 89">
                    <a:extLst>
                      <a:ext uri="{FF2B5EF4-FFF2-40B4-BE49-F238E27FC236}">
                        <a16:creationId xmlns:a16="http://schemas.microsoft.com/office/drawing/2014/main" id="{3F47438C-00F9-B94E-9625-513260E4C5B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68678" name="Rectangle 90">
                      <a:extLst>
                        <a:ext uri="{FF2B5EF4-FFF2-40B4-BE49-F238E27FC236}">
                          <a16:creationId xmlns:a16="http://schemas.microsoft.com/office/drawing/2014/main" id="{E642930B-F3C7-784C-830E-64AC140CA4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79" name="Rectangle 91">
                      <a:extLst>
                        <a:ext uri="{FF2B5EF4-FFF2-40B4-BE49-F238E27FC236}">
                          <a16:creationId xmlns:a16="http://schemas.microsoft.com/office/drawing/2014/main" id="{C987E270-827A-FE4B-B8FD-3A7AAD310E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68669" name="Group 92">
                    <a:extLst>
                      <a:ext uri="{FF2B5EF4-FFF2-40B4-BE49-F238E27FC236}">
                        <a16:creationId xmlns:a16="http://schemas.microsoft.com/office/drawing/2014/main" id="{83B3F6FF-8FCF-744C-A12A-CF88C46D43D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68676" name="Rectangle 93">
                      <a:extLst>
                        <a:ext uri="{FF2B5EF4-FFF2-40B4-BE49-F238E27FC236}">
                          <a16:creationId xmlns:a16="http://schemas.microsoft.com/office/drawing/2014/main" id="{2E668721-8117-8642-B606-245B32368AC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77" name="Rectangle 94">
                      <a:extLst>
                        <a:ext uri="{FF2B5EF4-FFF2-40B4-BE49-F238E27FC236}">
                          <a16:creationId xmlns:a16="http://schemas.microsoft.com/office/drawing/2014/main" id="{0A56A391-1FD8-A84C-A6A1-19865F2AA80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68670" name="Group 95">
                    <a:extLst>
                      <a:ext uri="{FF2B5EF4-FFF2-40B4-BE49-F238E27FC236}">
                        <a16:creationId xmlns:a16="http://schemas.microsoft.com/office/drawing/2014/main" id="{7C4A4713-D838-904D-9266-0C451DD28B7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68674" name="Rectangle 96">
                      <a:extLst>
                        <a:ext uri="{FF2B5EF4-FFF2-40B4-BE49-F238E27FC236}">
                          <a16:creationId xmlns:a16="http://schemas.microsoft.com/office/drawing/2014/main" id="{8839F26A-6B8B-0D4B-A198-DB27EBD56F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75" name="Rectangle 97">
                      <a:extLst>
                        <a:ext uri="{FF2B5EF4-FFF2-40B4-BE49-F238E27FC236}">
                          <a16:creationId xmlns:a16="http://schemas.microsoft.com/office/drawing/2014/main" id="{85C88332-D12E-6A40-858C-4EB3E2DC44B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68671" name="Group 98">
                    <a:extLst>
                      <a:ext uri="{FF2B5EF4-FFF2-40B4-BE49-F238E27FC236}">
                        <a16:creationId xmlns:a16="http://schemas.microsoft.com/office/drawing/2014/main" id="{BF5A06C3-8DDC-5B42-9A2B-60DE5743734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68672" name="Rectangle 99">
                      <a:extLst>
                        <a:ext uri="{FF2B5EF4-FFF2-40B4-BE49-F238E27FC236}">
                          <a16:creationId xmlns:a16="http://schemas.microsoft.com/office/drawing/2014/main" id="{5C312FB0-7B5E-9A49-A10D-A1CDA668C6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68673" name="Rectangle 100">
                      <a:extLst>
                        <a:ext uri="{FF2B5EF4-FFF2-40B4-BE49-F238E27FC236}">
                          <a16:creationId xmlns:a16="http://schemas.microsoft.com/office/drawing/2014/main" id="{CD0BDFD5-63DA-0F4C-B3A8-7BACDBD51B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68657" name="Rectangle 101">
                <a:extLst>
                  <a:ext uri="{FF2B5EF4-FFF2-40B4-BE49-F238E27FC236}">
                    <a16:creationId xmlns:a16="http://schemas.microsoft.com/office/drawing/2014/main" id="{FE2DB7CF-F800-594D-8D90-40B4FF88E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8658" name="Rectangle 102">
                <a:extLst>
                  <a:ext uri="{FF2B5EF4-FFF2-40B4-BE49-F238E27FC236}">
                    <a16:creationId xmlns:a16="http://schemas.microsoft.com/office/drawing/2014/main" id="{C74B15F3-F136-0747-B9F2-C6D33230D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68659" name="Rectangle 103">
                <a:extLst>
                  <a:ext uri="{FF2B5EF4-FFF2-40B4-BE49-F238E27FC236}">
                    <a16:creationId xmlns:a16="http://schemas.microsoft.com/office/drawing/2014/main" id="{4A1F3A38-E25E-8E42-9A48-15B278BF6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68660" name="Rectangle 104">
                <a:extLst>
                  <a:ext uri="{FF2B5EF4-FFF2-40B4-BE49-F238E27FC236}">
                    <a16:creationId xmlns:a16="http://schemas.microsoft.com/office/drawing/2014/main" id="{71F5A30E-F923-5A4B-9698-C271E5D50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68661" name="Rectangle 105">
                <a:extLst>
                  <a:ext uri="{FF2B5EF4-FFF2-40B4-BE49-F238E27FC236}">
                    <a16:creationId xmlns:a16="http://schemas.microsoft.com/office/drawing/2014/main" id="{17B8BEB5-D861-9C4D-ADE2-B5EA4B109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68662" name="Rectangle 106">
                <a:extLst>
                  <a:ext uri="{FF2B5EF4-FFF2-40B4-BE49-F238E27FC236}">
                    <a16:creationId xmlns:a16="http://schemas.microsoft.com/office/drawing/2014/main" id="{A5590802-A732-0E4D-84FE-2BDECA352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68663" name="Rectangle 107">
                <a:extLst>
                  <a:ext uri="{FF2B5EF4-FFF2-40B4-BE49-F238E27FC236}">
                    <a16:creationId xmlns:a16="http://schemas.microsoft.com/office/drawing/2014/main" id="{A74ED5F1-67A3-5945-B93E-FF5BC27E0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68650" name="Rectangle 108">
              <a:extLst>
                <a:ext uri="{FF2B5EF4-FFF2-40B4-BE49-F238E27FC236}">
                  <a16:creationId xmlns:a16="http://schemas.microsoft.com/office/drawing/2014/main" id="{3FA580FB-4361-F644-B195-64B105454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51" name="Rectangle 109">
              <a:extLst>
                <a:ext uri="{FF2B5EF4-FFF2-40B4-BE49-F238E27FC236}">
                  <a16:creationId xmlns:a16="http://schemas.microsoft.com/office/drawing/2014/main" id="{814DA45D-C600-874D-8F3B-9829F8D13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52" name="Rectangle 110">
              <a:extLst>
                <a:ext uri="{FF2B5EF4-FFF2-40B4-BE49-F238E27FC236}">
                  <a16:creationId xmlns:a16="http://schemas.microsoft.com/office/drawing/2014/main" id="{987F5EE6-4869-4A40-88D1-FAB9E458B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53" name="Rectangle 111">
              <a:extLst>
                <a:ext uri="{FF2B5EF4-FFF2-40B4-BE49-F238E27FC236}">
                  <a16:creationId xmlns:a16="http://schemas.microsoft.com/office/drawing/2014/main" id="{8C4B9F35-8AE8-BF43-A31F-D93904EE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54" name="Rectangle 112">
              <a:extLst>
                <a:ext uri="{FF2B5EF4-FFF2-40B4-BE49-F238E27FC236}">
                  <a16:creationId xmlns:a16="http://schemas.microsoft.com/office/drawing/2014/main" id="{11D39191-EA56-8442-A9BC-23493E63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55" name="Rectangle 113">
              <a:extLst>
                <a:ext uri="{FF2B5EF4-FFF2-40B4-BE49-F238E27FC236}">
                  <a16:creationId xmlns:a16="http://schemas.microsoft.com/office/drawing/2014/main" id="{FE835005-43D0-AE43-BA64-253912BCF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68615" name="Group 114">
            <a:extLst>
              <a:ext uri="{FF2B5EF4-FFF2-40B4-BE49-F238E27FC236}">
                <a16:creationId xmlns:a16="http://schemas.microsoft.com/office/drawing/2014/main" id="{C2218A07-80E3-3A4C-817A-C609EF3EE0C3}"/>
              </a:ext>
            </a:extLst>
          </p:cNvPr>
          <p:cNvGrpSpPr>
            <a:grpSpLocks/>
          </p:cNvGrpSpPr>
          <p:nvPr/>
        </p:nvGrpSpPr>
        <p:grpSpPr bwMode="auto">
          <a:xfrm>
            <a:off x="3144838" y="2914650"/>
            <a:ext cx="5999162" cy="989013"/>
            <a:chOff x="1918" y="1392"/>
            <a:chExt cx="3763" cy="607"/>
          </a:xfrm>
        </p:grpSpPr>
        <p:sp>
          <p:nvSpPr>
            <p:cNvPr id="68628" name="Rectangle 115">
              <a:extLst>
                <a:ext uri="{FF2B5EF4-FFF2-40B4-BE49-F238E27FC236}">
                  <a16:creationId xmlns:a16="http://schemas.microsoft.com/office/drawing/2014/main" id="{EB72AC0A-06B2-2640-AE8E-B176C7339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68629" name="Group 116">
              <a:extLst>
                <a:ext uri="{FF2B5EF4-FFF2-40B4-BE49-F238E27FC236}">
                  <a16:creationId xmlns:a16="http://schemas.microsoft.com/office/drawing/2014/main" id="{E4240036-045F-0C4C-9D36-16E11B17B0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68647" name="Rectangle 117">
                <a:extLst>
                  <a:ext uri="{FF2B5EF4-FFF2-40B4-BE49-F238E27FC236}">
                    <a16:creationId xmlns:a16="http://schemas.microsoft.com/office/drawing/2014/main" id="{D99F2A7D-AC52-324C-A3C2-1BA690CA3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8648" name="Rectangle 118">
                <a:extLst>
                  <a:ext uri="{FF2B5EF4-FFF2-40B4-BE49-F238E27FC236}">
                    <a16:creationId xmlns:a16="http://schemas.microsoft.com/office/drawing/2014/main" id="{1E5C759C-C5C9-4A43-9C7D-B8C5F97E4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68630" name="Group 119">
              <a:extLst>
                <a:ext uri="{FF2B5EF4-FFF2-40B4-BE49-F238E27FC236}">
                  <a16:creationId xmlns:a16="http://schemas.microsoft.com/office/drawing/2014/main" id="{1E0701AF-7799-9D45-A182-29C605F8B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68645" name="Rectangle 120">
                <a:extLst>
                  <a:ext uri="{FF2B5EF4-FFF2-40B4-BE49-F238E27FC236}">
                    <a16:creationId xmlns:a16="http://schemas.microsoft.com/office/drawing/2014/main" id="{939A74E3-4324-A346-A790-94736D362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8646" name="Rectangle 121">
                <a:extLst>
                  <a:ext uri="{FF2B5EF4-FFF2-40B4-BE49-F238E27FC236}">
                    <a16:creationId xmlns:a16="http://schemas.microsoft.com/office/drawing/2014/main" id="{4548244F-0EF3-2445-A3A4-6CE08A563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68631" name="Group 122">
              <a:extLst>
                <a:ext uri="{FF2B5EF4-FFF2-40B4-BE49-F238E27FC236}">
                  <a16:creationId xmlns:a16="http://schemas.microsoft.com/office/drawing/2014/main" id="{DF3BB5D8-738B-9246-BD6E-CA910C985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68643" name="Rectangle 123">
                <a:extLst>
                  <a:ext uri="{FF2B5EF4-FFF2-40B4-BE49-F238E27FC236}">
                    <a16:creationId xmlns:a16="http://schemas.microsoft.com/office/drawing/2014/main" id="{5B8F0ACB-ABDE-164F-B394-48BB28D1E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8644" name="Rectangle 124">
                <a:extLst>
                  <a:ext uri="{FF2B5EF4-FFF2-40B4-BE49-F238E27FC236}">
                    <a16:creationId xmlns:a16="http://schemas.microsoft.com/office/drawing/2014/main" id="{A582B967-681E-2C40-8408-5FF1249E6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68632" name="Rectangle 125">
              <a:extLst>
                <a:ext uri="{FF2B5EF4-FFF2-40B4-BE49-F238E27FC236}">
                  <a16:creationId xmlns:a16="http://schemas.microsoft.com/office/drawing/2014/main" id="{DFE18E26-80CC-0541-98FE-39E9550D7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33" name="Rectangle 126">
              <a:extLst>
                <a:ext uri="{FF2B5EF4-FFF2-40B4-BE49-F238E27FC236}">
                  <a16:creationId xmlns:a16="http://schemas.microsoft.com/office/drawing/2014/main" id="{5AB9BCD3-1C31-2B48-93CF-320DA6F0D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68634" name="Rectangle 127">
              <a:extLst>
                <a:ext uri="{FF2B5EF4-FFF2-40B4-BE49-F238E27FC236}">
                  <a16:creationId xmlns:a16="http://schemas.microsoft.com/office/drawing/2014/main" id="{963C5D4A-16A2-0543-8B7A-EE48957FD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8635" name="Rectangle 128">
              <a:extLst>
                <a:ext uri="{FF2B5EF4-FFF2-40B4-BE49-F238E27FC236}">
                  <a16:creationId xmlns:a16="http://schemas.microsoft.com/office/drawing/2014/main" id="{FC507994-7C88-7848-BC68-B6EB20D42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68636" name="Rectangle 129">
              <a:extLst>
                <a:ext uri="{FF2B5EF4-FFF2-40B4-BE49-F238E27FC236}">
                  <a16:creationId xmlns:a16="http://schemas.microsoft.com/office/drawing/2014/main" id="{DCA32FE9-61C8-4340-8DB1-25D0BE210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68637" name="Rectangle 130">
              <a:extLst>
                <a:ext uri="{FF2B5EF4-FFF2-40B4-BE49-F238E27FC236}">
                  <a16:creationId xmlns:a16="http://schemas.microsoft.com/office/drawing/2014/main" id="{8F9D8A9A-51C3-2449-9A8E-A33B0EEB8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68638" name="Rectangle 131">
              <a:extLst>
                <a:ext uri="{FF2B5EF4-FFF2-40B4-BE49-F238E27FC236}">
                  <a16:creationId xmlns:a16="http://schemas.microsoft.com/office/drawing/2014/main" id="{5F271192-7825-0843-9BE6-381E49129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68639" name="Rectangle 132">
              <a:extLst>
                <a:ext uri="{FF2B5EF4-FFF2-40B4-BE49-F238E27FC236}">
                  <a16:creationId xmlns:a16="http://schemas.microsoft.com/office/drawing/2014/main" id="{F979A756-1C05-9147-944C-C48EFF927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40" name="Rectangle 133">
              <a:extLst>
                <a:ext uri="{FF2B5EF4-FFF2-40B4-BE49-F238E27FC236}">
                  <a16:creationId xmlns:a16="http://schemas.microsoft.com/office/drawing/2014/main" id="{3C27775E-2AFA-1041-8519-C73129379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41" name="Rectangle 134">
              <a:extLst>
                <a:ext uri="{FF2B5EF4-FFF2-40B4-BE49-F238E27FC236}">
                  <a16:creationId xmlns:a16="http://schemas.microsoft.com/office/drawing/2014/main" id="{AAFF52FF-9980-FE44-B510-A1309B60C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42" name="Rectangle 135">
              <a:extLst>
                <a:ext uri="{FF2B5EF4-FFF2-40B4-BE49-F238E27FC236}">
                  <a16:creationId xmlns:a16="http://schemas.microsoft.com/office/drawing/2014/main" id="{2E58643E-8FF5-4745-A29D-2ED0EEA37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68616" name="Group 136">
            <a:extLst>
              <a:ext uri="{FF2B5EF4-FFF2-40B4-BE49-F238E27FC236}">
                <a16:creationId xmlns:a16="http://schemas.microsoft.com/office/drawing/2014/main" id="{3571CF3B-BECC-374A-AC02-40EE439839A3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68617" name="Rectangle 137">
              <a:extLst>
                <a:ext uri="{FF2B5EF4-FFF2-40B4-BE49-F238E27FC236}">
                  <a16:creationId xmlns:a16="http://schemas.microsoft.com/office/drawing/2014/main" id="{808F9E93-BA8E-2D49-8D65-D733A2091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68618" name="Group 138">
              <a:extLst>
                <a:ext uri="{FF2B5EF4-FFF2-40B4-BE49-F238E27FC236}">
                  <a16:creationId xmlns:a16="http://schemas.microsoft.com/office/drawing/2014/main" id="{538A412C-BBBE-B348-A872-515B75CE9A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68626" name="Rectangle 139">
                <a:extLst>
                  <a:ext uri="{FF2B5EF4-FFF2-40B4-BE49-F238E27FC236}">
                    <a16:creationId xmlns:a16="http://schemas.microsoft.com/office/drawing/2014/main" id="{180040EF-115D-A946-8630-B1DBBA893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68627" name="Rectangle 140">
                <a:extLst>
                  <a:ext uri="{FF2B5EF4-FFF2-40B4-BE49-F238E27FC236}">
                    <a16:creationId xmlns:a16="http://schemas.microsoft.com/office/drawing/2014/main" id="{4A763E8F-AB99-174B-A058-DAB693E09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68619" name="Rectangle 141">
              <a:extLst>
                <a:ext uri="{FF2B5EF4-FFF2-40B4-BE49-F238E27FC236}">
                  <a16:creationId xmlns:a16="http://schemas.microsoft.com/office/drawing/2014/main" id="{8054194B-A955-4B45-BBFF-90CF57429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68620" name="Rectangle 142">
              <a:extLst>
                <a:ext uri="{FF2B5EF4-FFF2-40B4-BE49-F238E27FC236}">
                  <a16:creationId xmlns:a16="http://schemas.microsoft.com/office/drawing/2014/main" id="{292D3A26-77E9-5841-90B6-5826FE2F2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345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68621" name="Rectangle 143">
              <a:extLst>
                <a:ext uri="{FF2B5EF4-FFF2-40B4-BE49-F238E27FC236}">
                  <a16:creationId xmlns:a16="http://schemas.microsoft.com/office/drawing/2014/main" id="{E501F23C-6CBD-5E41-B8AC-338D88454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8622" name="Rectangle 144">
              <a:extLst>
                <a:ext uri="{FF2B5EF4-FFF2-40B4-BE49-F238E27FC236}">
                  <a16:creationId xmlns:a16="http://schemas.microsoft.com/office/drawing/2014/main" id="{6762D1B7-EFE0-1E4F-858D-7E5224A2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68623" name="Rectangle 145">
              <a:extLst>
                <a:ext uri="{FF2B5EF4-FFF2-40B4-BE49-F238E27FC236}">
                  <a16:creationId xmlns:a16="http://schemas.microsoft.com/office/drawing/2014/main" id="{7A535539-B08F-3045-B391-7B50641AA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68624" name="Rectangle 146">
              <a:extLst>
                <a:ext uri="{FF2B5EF4-FFF2-40B4-BE49-F238E27FC236}">
                  <a16:creationId xmlns:a16="http://schemas.microsoft.com/office/drawing/2014/main" id="{D02C06C5-FDEA-ED4A-95D4-D42A07E9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68625" name="Rectangle 147">
              <a:extLst>
                <a:ext uri="{FF2B5EF4-FFF2-40B4-BE49-F238E27FC236}">
                  <a16:creationId xmlns:a16="http://schemas.microsoft.com/office/drawing/2014/main" id="{7841C23A-9224-6D45-AD8F-B0BA92F8D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687C2C00-D158-3641-AA5D-1C09F9AC2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886575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RR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R-type</a:t>
            </a:r>
            <a:r>
              <a:rPr lang="zh-CN" altLang="en-US">
                <a:ea typeface="宋体" panose="02010600030101010101" pitchFamily="2" charset="-122"/>
              </a:rPr>
              <a:t>）型指令的数据通路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91E7E4C-5472-214E-AAAD-783B4C239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75" y="1955800"/>
            <a:ext cx="8191500" cy="3349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功能：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R[rd]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R[rs] op R[rt]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，如：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   rd, rs, rt</a:t>
            </a:r>
          </a:p>
        </p:txBody>
      </p:sp>
      <p:sp>
        <p:nvSpPr>
          <p:cNvPr id="70660" name="Line 40">
            <a:extLst>
              <a:ext uri="{FF2B5EF4-FFF2-40B4-BE49-F238E27FC236}">
                <a16:creationId xmlns:a16="http://schemas.microsoft.com/office/drawing/2014/main" id="{5782897A-3CB3-F24B-884D-F851B7FF3E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9675" y="4521200"/>
            <a:ext cx="2041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1" name="Line 42">
            <a:extLst>
              <a:ext uri="{FF2B5EF4-FFF2-40B4-BE49-F238E27FC236}">
                <a16:creationId xmlns:a16="http://schemas.microsoft.com/office/drawing/2014/main" id="{5BEE223B-9397-5E45-AAF3-1F5985B5C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488" y="390207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Line 43">
            <a:extLst>
              <a:ext uri="{FF2B5EF4-FFF2-40B4-BE49-F238E27FC236}">
                <a16:creationId xmlns:a16="http://schemas.microsoft.com/office/drawing/2014/main" id="{6CE757C2-180F-C948-AA2F-030E55CD0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5" y="3902075"/>
            <a:ext cx="474663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Line 44">
            <a:extLst>
              <a:ext uri="{FF2B5EF4-FFF2-40B4-BE49-F238E27FC236}">
                <a16:creationId xmlns:a16="http://schemas.microsoft.com/office/drawing/2014/main" id="{D5EF3AD7-C5A5-8546-8383-DE93C55AF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613" y="4178300"/>
            <a:ext cx="269875" cy="184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Line 45">
            <a:extLst>
              <a:ext uri="{FF2B5EF4-FFF2-40B4-BE49-F238E27FC236}">
                <a16:creationId xmlns:a16="http://schemas.microsoft.com/office/drawing/2014/main" id="{4E04398A-9C7F-D64B-9302-D9CC66FA0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900" y="4359275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5" name="Line 46">
            <a:extLst>
              <a:ext uri="{FF2B5EF4-FFF2-40B4-BE49-F238E27FC236}">
                <a16:creationId xmlns:a16="http://schemas.microsoft.com/office/drawing/2014/main" id="{B7E68270-8912-4F49-88AB-D0452BC32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8725" y="4206875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6" name="Line 47">
            <a:extLst>
              <a:ext uri="{FF2B5EF4-FFF2-40B4-BE49-F238E27FC236}">
                <a16:creationId xmlns:a16="http://schemas.microsoft.com/office/drawing/2014/main" id="{F9CFA74B-D437-7146-A7B8-1EE7BE1B66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9775" y="4624388"/>
            <a:ext cx="255588" cy="192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7" name="Line 48">
            <a:extLst>
              <a:ext uri="{FF2B5EF4-FFF2-40B4-BE49-F238E27FC236}">
                <a16:creationId xmlns:a16="http://schemas.microsoft.com/office/drawing/2014/main" id="{D1505D71-B0D9-254D-A881-13516F0C19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488" y="4816475"/>
            <a:ext cx="0" cy="309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8" name="Line 49">
            <a:extLst>
              <a:ext uri="{FF2B5EF4-FFF2-40B4-BE49-F238E27FC236}">
                <a16:creationId xmlns:a16="http://schemas.microsoft.com/office/drawing/2014/main" id="{16D906D6-567C-F245-9D65-160000DF33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9775" y="4791075"/>
            <a:ext cx="474663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9" name="Line 50">
            <a:extLst>
              <a:ext uri="{FF2B5EF4-FFF2-40B4-BE49-F238E27FC236}">
                <a16:creationId xmlns:a16="http://schemas.microsoft.com/office/drawing/2014/main" id="{7358FAC9-CA21-994B-9314-CD5A85ECE0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05613" y="4352925"/>
            <a:ext cx="180975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0" name="Rectangle 51">
            <a:extLst>
              <a:ext uri="{FF2B5EF4-FFF2-40B4-BE49-F238E27FC236}">
                <a16:creationId xmlns:a16="http://schemas.microsoft.com/office/drawing/2014/main" id="{1616D7BA-F187-B047-BE5D-6EA73AB7B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5" y="4498975"/>
            <a:ext cx="4333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0671" name="Rectangle 52">
            <a:extLst>
              <a:ext uri="{FF2B5EF4-FFF2-40B4-BE49-F238E27FC236}">
                <a16:creationId xmlns:a16="http://schemas.microsoft.com/office/drawing/2014/main" id="{A0570411-F030-B248-A19F-F8B72BF5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4194175"/>
            <a:ext cx="879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Result</a:t>
            </a:r>
          </a:p>
        </p:txBody>
      </p:sp>
      <p:sp>
        <p:nvSpPr>
          <p:cNvPr id="70672" name="Line 53">
            <a:extLst>
              <a:ext uri="{FF2B5EF4-FFF2-40B4-BE49-F238E27FC236}">
                <a16:creationId xmlns:a16="http://schemas.microsoft.com/office/drawing/2014/main" id="{F16E36A9-9C15-B949-8C63-43DE4ABF1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900" y="3721100"/>
            <a:ext cx="0" cy="307975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3" name="Rectangle 54">
            <a:extLst>
              <a:ext uri="{FF2B5EF4-FFF2-40B4-BE49-F238E27FC236}">
                <a16:creationId xmlns:a16="http://schemas.microsoft.com/office/drawing/2014/main" id="{8E3587E9-6824-BD43-B00A-A61A86F3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3455988"/>
            <a:ext cx="9874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70674" name="Rectangle 55">
            <a:extLst>
              <a:ext uri="{FF2B5EF4-FFF2-40B4-BE49-F238E27FC236}">
                <a16:creationId xmlns:a16="http://schemas.microsoft.com/office/drawing/2014/main" id="{AB6B2DF3-3E60-BA43-A393-FA19C3CC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688" y="46609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70675" name="Rectangle 56">
            <a:extLst>
              <a:ext uri="{FF2B5EF4-FFF2-40B4-BE49-F238E27FC236}">
                <a16:creationId xmlns:a16="http://schemas.microsoft.com/office/drawing/2014/main" id="{B2D7545A-676A-7340-84B8-075FB9C1A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4117975"/>
            <a:ext cx="8016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70676" name="Rectangle 57">
            <a:extLst>
              <a:ext uri="{FF2B5EF4-FFF2-40B4-BE49-F238E27FC236}">
                <a16:creationId xmlns:a16="http://schemas.microsoft.com/office/drawing/2014/main" id="{46ED1A38-33DB-884A-B6EE-D05FA672B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3902075"/>
            <a:ext cx="1577975" cy="1212850"/>
          </a:xfrm>
          <a:prstGeom prst="rect">
            <a:avLst/>
          </a:prstGeom>
          <a:solidFill>
            <a:srgbClr val="FF9900">
              <a:alpha val="32156"/>
            </a:srgb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77" name="Line 58">
            <a:extLst>
              <a:ext uri="{FF2B5EF4-FFF2-40B4-BE49-F238E27FC236}">
                <a16:creationId xmlns:a16="http://schemas.microsoft.com/office/drawing/2014/main" id="{BE48E63E-657A-8A4D-B255-DC48EE138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4873625"/>
            <a:ext cx="276225" cy="6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8" name="Line 59">
            <a:extLst>
              <a:ext uri="{FF2B5EF4-FFF2-40B4-BE49-F238E27FC236}">
                <a16:creationId xmlns:a16="http://schemas.microsoft.com/office/drawing/2014/main" id="{49777C8B-EE90-8744-A01A-54947C3185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4563" y="4968875"/>
            <a:ext cx="331787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9" name="Oval 60">
            <a:extLst>
              <a:ext uri="{FF2B5EF4-FFF2-40B4-BE49-F238E27FC236}">
                <a16:creationId xmlns:a16="http://schemas.microsoft.com/office/drawing/2014/main" id="{EB8B0A4E-F518-4045-ACED-A17B69E78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4911725"/>
            <a:ext cx="141288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80" name="Rectangle 61">
            <a:extLst>
              <a:ext uri="{FF2B5EF4-FFF2-40B4-BE49-F238E27FC236}">
                <a16:creationId xmlns:a16="http://schemas.microsoft.com/office/drawing/2014/main" id="{AABE27A4-41F2-BC42-8CC8-DD4F674B0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2874963"/>
            <a:ext cx="917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70681" name="Line 62">
            <a:extLst>
              <a:ext uri="{FF2B5EF4-FFF2-40B4-BE49-F238E27FC236}">
                <a16:creationId xmlns:a16="http://schemas.microsoft.com/office/drawing/2014/main" id="{B8CF23CA-E48C-9C45-80C5-2CE0C8FFB4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2200" y="4422775"/>
            <a:ext cx="11191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2" name="Line 63">
            <a:extLst>
              <a:ext uri="{FF2B5EF4-FFF2-40B4-BE49-F238E27FC236}">
                <a16:creationId xmlns:a16="http://schemas.microsoft.com/office/drawing/2014/main" id="{1715BB5F-8F16-D644-B2FB-60DB12C852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3375" y="4276725"/>
            <a:ext cx="180975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3" name="Rectangle 64">
            <a:extLst>
              <a:ext uri="{FF2B5EF4-FFF2-40B4-BE49-F238E27FC236}">
                <a16:creationId xmlns:a16="http://schemas.microsoft.com/office/drawing/2014/main" id="{850A28C8-78B4-624E-A336-0210CAA45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422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0684" name="Line 65">
            <a:extLst>
              <a:ext uri="{FF2B5EF4-FFF2-40B4-BE49-F238E27FC236}">
                <a16:creationId xmlns:a16="http://schemas.microsoft.com/office/drawing/2014/main" id="{51228D0D-F3EA-B443-9A5A-BDB31489D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4041775"/>
            <a:ext cx="19859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5" name="Line 66">
            <a:extLst>
              <a:ext uri="{FF2B5EF4-FFF2-40B4-BE49-F238E27FC236}">
                <a16:creationId xmlns:a16="http://schemas.microsoft.com/office/drawing/2014/main" id="{9401EADF-10EA-F44F-990A-C1B6211A61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5213" y="3895725"/>
            <a:ext cx="182562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6" name="Rectangle 67">
            <a:extLst>
              <a:ext uri="{FF2B5EF4-FFF2-40B4-BE49-F238E27FC236}">
                <a16:creationId xmlns:a16="http://schemas.microsoft.com/office/drawing/2014/main" id="{53493148-478A-A541-91CB-0923E791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41179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0687" name="Rectangle 68">
            <a:extLst>
              <a:ext uri="{FF2B5EF4-FFF2-40B4-BE49-F238E27FC236}">
                <a16:creationId xmlns:a16="http://schemas.microsoft.com/office/drawing/2014/main" id="{C755E70C-B42A-4C40-88F7-22142D176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373697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70688" name="Line 69">
            <a:extLst>
              <a:ext uri="{FF2B5EF4-FFF2-40B4-BE49-F238E27FC236}">
                <a16:creationId xmlns:a16="http://schemas.microsoft.com/office/drawing/2014/main" id="{A4744C78-119D-6C4D-B759-46C06EC566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1088" y="3702050"/>
            <a:ext cx="0" cy="200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9" name="Line 70">
            <a:extLst>
              <a:ext uri="{FF2B5EF4-FFF2-40B4-BE49-F238E27FC236}">
                <a16:creationId xmlns:a16="http://schemas.microsoft.com/office/drawing/2014/main" id="{A50B8771-90DA-FB43-994F-0E73E64CB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4956175"/>
            <a:ext cx="19859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0" name="Line 71">
            <a:extLst>
              <a:ext uri="{FF2B5EF4-FFF2-40B4-BE49-F238E27FC236}">
                <a16:creationId xmlns:a16="http://schemas.microsoft.com/office/drawing/2014/main" id="{B7F1B9CC-3DFA-964C-AE50-3A864915E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5213" y="4810125"/>
            <a:ext cx="182562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1" name="Rectangle 72">
            <a:extLst>
              <a:ext uri="{FF2B5EF4-FFF2-40B4-BE49-F238E27FC236}">
                <a16:creationId xmlns:a16="http://schemas.microsoft.com/office/drawing/2014/main" id="{F520AF29-0D1F-3641-A9A2-6A833E09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49561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0692" name="Rectangle 73">
            <a:extLst>
              <a:ext uri="{FF2B5EF4-FFF2-40B4-BE49-F238E27FC236}">
                <a16:creationId xmlns:a16="http://schemas.microsoft.com/office/drawing/2014/main" id="{91E0B24F-598B-0B45-BDF6-0828D924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175" y="465137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70693" name="Line 74">
            <a:extLst>
              <a:ext uri="{FF2B5EF4-FFF2-40B4-BE49-F238E27FC236}">
                <a16:creationId xmlns:a16="http://schemas.microsoft.com/office/drawing/2014/main" id="{103C2CE9-41F5-3641-8696-9A464AC86E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4970463"/>
            <a:ext cx="5318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4" name="Line 75">
            <a:extLst>
              <a:ext uri="{FF2B5EF4-FFF2-40B4-BE49-F238E27FC236}">
                <a16:creationId xmlns:a16="http://schemas.microsoft.com/office/drawing/2014/main" id="{286748BD-AC75-0840-B141-53EC120E2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344487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5" name="Line 76">
            <a:extLst>
              <a:ext uri="{FF2B5EF4-FFF2-40B4-BE49-F238E27FC236}">
                <a16:creationId xmlns:a16="http://schemas.microsoft.com/office/drawing/2014/main" id="{2F530867-970D-AF49-B55D-BBE72ADB28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3578225"/>
            <a:ext cx="153987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6" name="Rectangle 77">
            <a:extLst>
              <a:ext uri="{FF2B5EF4-FFF2-40B4-BE49-F238E27FC236}">
                <a16:creationId xmlns:a16="http://schemas.microsoft.com/office/drawing/2014/main" id="{98E75BF4-3AE8-6241-A8D0-5F210EDB8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34321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0697" name="Line 78">
            <a:extLst>
              <a:ext uri="{FF2B5EF4-FFF2-40B4-BE49-F238E27FC236}">
                <a16:creationId xmlns:a16="http://schemas.microsoft.com/office/drawing/2014/main" id="{EF16E92C-7D2F-E04C-8CD5-6B556E5E5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9438" y="344487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8" name="Line 79">
            <a:extLst>
              <a:ext uri="{FF2B5EF4-FFF2-40B4-BE49-F238E27FC236}">
                <a16:creationId xmlns:a16="http://schemas.microsoft.com/office/drawing/2014/main" id="{9F5EE593-C800-BD43-85F5-C92CDF834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3238" y="3578225"/>
            <a:ext cx="153987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9" name="Rectangle 80">
            <a:extLst>
              <a:ext uri="{FF2B5EF4-FFF2-40B4-BE49-F238E27FC236}">
                <a16:creationId xmlns:a16="http://schemas.microsoft.com/office/drawing/2014/main" id="{00B54115-160E-4C48-A23C-332DF825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4321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0700" name="Line 81">
            <a:extLst>
              <a:ext uri="{FF2B5EF4-FFF2-40B4-BE49-F238E27FC236}">
                <a16:creationId xmlns:a16="http://schemas.microsoft.com/office/drawing/2014/main" id="{FE183CC5-BF7E-0D46-98DB-26C65B88B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4263" y="3444875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1" name="Line 82">
            <a:extLst>
              <a:ext uri="{FF2B5EF4-FFF2-40B4-BE49-F238E27FC236}">
                <a16:creationId xmlns:a16="http://schemas.microsoft.com/office/drawing/2014/main" id="{E73C0E15-96CA-D44F-A7AB-48E142DF92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46475" y="3578225"/>
            <a:ext cx="153988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2" name="Rectangle 83">
            <a:extLst>
              <a:ext uri="{FF2B5EF4-FFF2-40B4-BE49-F238E27FC236}">
                <a16:creationId xmlns:a16="http://schemas.microsoft.com/office/drawing/2014/main" id="{041A04EE-FA7E-2C41-B407-961D57985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4321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0703" name="Rectangle 84">
            <a:extLst>
              <a:ext uri="{FF2B5EF4-FFF2-40B4-BE49-F238E27FC236}">
                <a16:creationId xmlns:a16="http://schemas.microsoft.com/office/drawing/2014/main" id="{307126F8-C4C8-8D4D-BE64-7ED336886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3889375"/>
            <a:ext cx="523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0704" name="Rectangle 85">
            <a:extLst>
              <a:ext uri="{FF2B5EF4-FFF2-40B4-BE49-F238E27FC236}">
                <a16:creationId xmlns:a16="http://schemas.microsoft.com/office/drawing/2014/main" id="{6DB43256-B138-224D-BD8F-AF05B38D2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3889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0705" name="Rectangle 86">
            <a:extLst>
              <a:ext uri="{FF2B5EF4-FFF2-40B4-BE49-F238E27FC236}">
                <a16:creationId xmlns:a16="http://schemas.microsoft.com/office/drawing/2014/main" id="{DE43C7BB-4759-DA42-A062-2363C8094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388937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70706" name="Rectangle 87">
            <a:extLst>
              <a:ext uri="{FF2B5EF4-FFF2-40B4-BE49-F238E27FC236}">
                <a16:creationId xmlns:a16="http://schemas.microsoft.com/office/drawing/2014/main" id="{049AB973-77B1-344B-81A5-354C322FA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4194175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70707" name="Line 88">
            <a:extLst>
              <a:ext uri="{FF2B5EF4-FFF2-40B4-BE49-F238E27FC236}">
                <a16:creationId xmlns:a16="http://schemas.microsoft.com/office/drawing/2014/main" id="{F7F9CD4D-41EB-BE46-AE54-8482F1385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3475" y="4511675"/>
            <a:ext cx="0" cy="1193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8" name="Line 89">
            <a:extLst>
              <a:ext uri="{FF2B5EF4-FFF2-40B4-BE49-F238E27FC236}">
                <a16:creationId xmlns:a16="http://schemas.microsoft.com/office/drawing/2014/main" id="{1C8195ED-D522-DD4C-A7BD-E3728F696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2200" y="5718175"/>
            <a:ext cx="6405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9" name="Line 90">
            <a:extLst>
              <a:ext uri="{FF2B5EF4-FFF2-40B4-BE49-F238E27FC236}">
                <a16:creationId xmlns:a16="http://schemas.microsoft.com/office/drawing/2014/main" id="{3B9DD4D1-77D2-F743-8724-88D533BBF3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6488" y="4410075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10" name="Rectangle 91">
            <a:extLst>
              <a:ext uri="{FF2B5EF4-FFF2-40B4-BE49-F238E27FC236}">
                <a16:creationId xmlns:a16="http://schemas.microsoft.com/office/drawing/2014/main" id="{F9223809-D2EC-634E-B357-6CC95C417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5" y="3127375"/>
            <a:ext cx="396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70711" name="Rectangle 92">
            <a:extLst>
              <a:ext uri="{FF2B5EF4-FFF2-40B4-BE49-F238E27FC236}">
                <a16:creationId xmlns:a16="http://schemas.microsoft.com/office/drawing/2014/main" id="{FA3F5F10-8790-434A-ADA3-1A09510C9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113" y="3127375"/>
            <a:ext cx="346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70712" name="Rectangle 93">
            <a:extLst>
              <a:ext uri="{FF2B5EF4-FFF2-40B4-BE49-F238E27FC236}">
                <a16:creationId xmlns:a16="http://schemas.microsoft.com/office/drawing/2014/main" id="{A84A2C71-8C6A-3D4C-AC1F-E3F2262DE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775" y="3127375"/>
            <a:ext cx="407988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70713" name="Rectangle 94">
            <a:extLst>
              <a:ext uri="{FF2B5EF4-FFF2-40B4-BE49-F238E27FC236}">
                <a16:creationId xmlns:a16="http://schemas.microsoft.com/office/drawing/2014/main" id="{83DC42DB-6A8F-EA4D-B257-FD7AE7E397F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874544" y="4337844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70714" name="Rectangle 95">
            <a:extLst>
              <a:ext uri="{FF2B5EF4-FFF2-40B4-BE49-F238E27FC236}">
                <a16:creationId xmlns:a16="http://schemas.microsoft.com/office/drawing/2014/main" id="{AFED851B-A3E2-CB4D-B710-7042E9325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2473325"/>
            <a:ext cx="7523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不考虑公共操作，仅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R-Type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指令执行阶段的数据通路如下：</a:t>
            </a:r>
          </a:p>
        </p:txBody>
      </p:sp>
      <p:sp>
        <p:nvSpPr>
          <p:cNvPr id="198752" name="Rectangle 96">
            <a:extLst>
              <a:ext uri="{FF2B5EF4-FFF2-40B4-BE49-F238E27FC236}">
                <a16:creationId xmlns:a16="http://schemas.microsoft.com/office/drawing/2014/main" id="{5954E34B-4FB8-354F-9424-CD4B08BA8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6224588"/>
            <a:ext cx="567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ALUctr, RegWr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指令译码后产生的控制信号</a:t>
            </a:r>
          </a:p>
        </p:txBody>
      </p:sp>
      <p:sp>
        <p:nvSpPr>
          <p:cNvPr id="198753" name="Rectangle 97">
            <a:extLst>
              <a:ext uri="{FF2B5EF4-FFF2-40B4-BE49-F238E27FC236}">
                <a16:creationId xmlns:a16="http://schemas.microsoft.com/office/drawing/2014/main" id="{71A55864-D7E1-A64E-9CB4-6731785E5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2313"/>
            <a:ext cx="49704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10000"/>
              </a:lnSpc>
              <a:spcBef>
                <a:spcPct val="40000"/>
              </a:spcBef>
              <a:buSzPct val="100000"/>
            </a:pP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Ra, Rb, Rw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分别对应指令的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rs, rt, rd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754" name="Rectangle 98">
            <a:extLst>
              <a:ext uri="{FF2B5EF4-FFF2-40B4-BE49-F238E27FC236}">
                <a16:creationId xmlns:a16="http://schemas.microsoft.com/office/drawing/2014/main" id="{1F3DE125-1457-A846-8607-E6BA2184D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5843588"/>
            <a:ext cx="329247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5000"/>
              </a:spcBef>
            </a:pP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rt”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控制信号？</a:t>
            </a:r>
          </a:p>
          <a:p>
            <a:pPr>
              <a:spcBef>
                <a:spcPct val="45000"/>
              </a:spcBef>
            </a:pP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ALUctr=add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RegWr=1</a:t>
            </a:r>
          </a:p>
        </p:txBody>
      </p:sp>
      <p:grpSp>
        <p:nvGrpSpPr>
          <p:cNvPr id="70718" name="Group 99">
            <a:extLst>
              <a:ext uri="{FF2B5EF4-FFF2-40B4-BE49-F238E27FC236}">
                <a16:creationId xmlns:a16="http://schemas.microsoft.com/office/drawing/2014/main" id="{A133B761-BA26-A64E-BA0D-6810327E961E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711200"/>
            <a:ext cx="5905500" cy="973138"/>
            <a:chOff x="1918" y="672"/>
            <a:chExt cx="3767" cy="613"/>
          </a:xfrm>
        </p:grpSpPr>
        <p:grpSp>
          <p:nvGrpSpPr>
            <p:cNvPr id="70733" name="Group 100">
              <a:extLst>
                <a:ext uri="{FF2B5EF4-FFF2-40B4-BE49-F238E27FC236}">
                  <a16:creationId xmlns:a16="http://schemas.microsoft.com/office/drawing/2014/main" id="{7C3D0451-8ADC-C34D-807F-2E4BDCDE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70740" name="Group 101">
                <a:extLst>
                  <a:ext uri="{FF2B5EF4-FFF2-40B4-BE49-F238E27FC236}">
                    <a16:creationId xmlns:a16="http://schemas.microsoft.com/office/drawing/2014/main" id="{C717332A-57A4-B84E-BF8E-BE1E3F168D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70748" name="Rectangle 102">
                  <a:extLst>
                    <a:ext uri="{FF2B5EF4-FFF2-40B4-BE49-F238E27FC236}">
                      <a16:creationId xmlns:a16="http://schemas.microsoft.com/office/drawing/2014/main" id="{BA01C1DB-C494-594E-BFFC-9DC1738B40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0749" name="Group 103">
                  <a:extLst>
                    <a:ext uri="{FF2B5EF4-FFF2-40B4-BE49-F238E27FC236}">
                      <a16:creationId xmlns:a16="http://schemas.microsoft.com/office/drawing/2014/main" id="{267E5DDA-6FEC-1140-8048-9B467C3879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70750" name="Group 104">
                    <a:extLst>
                      <a:ext uri="{FF2B5EF4-FFF2-40B4-BE49-F238E27FC236}">
                        <a16:creationId xmlns:a16="http://schemas.microsoft.com/office/drawing/2014/main" id="{E55DA5EB-4CBB-8D42-8EDD-72F6D44725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70766" name="Rectangle 105">
                      <a:extLst>
                        <a:ext uri="{FF2B5EF4-FFF2-40B4-BE49-F238E27FC236}">
                          <a16:creationId xmlns:a16="http://schemas.microsoft.com/office/drawing/2014/main" id="{E2254F7A-2258-D04F-A121-A3EEA700813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67" name="Rectangle 106">
                      <a:extLst>
                        <a:ext uri="{FF2B5EF4-FFF2-40B4-BE49-F238E27FC236}">
                          <a16:creationId xmlns:a16="http://schemas.microsoft.com/office/drawing/2014/main" id="{DDE713A1-87EC-DC44-B455-E17161F002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70751" name="Group 107">
                    <a:extLst>
                      <a:ext uri="{FF2B5EF4-FFF2-40B4-BE49-F238E27FC236}">
                        <a16:creationId xmlns:a16="http://schemas.microsoft.com/office/drawing/2014/main" id="{0BF3CED5-71AD-6243-9509-94C39D8699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70764" name="Rectangle 108">
                      <a:extLst>
                        <a:ext uri="{FF2B5EF4-FFF2-40B4-BE49-F238E27FC236}">
                          <a16:creationId xmlns:a16="http://schemas.microsoft.com/office/drawing/2014/main" id="{5A957EFE-C1D9-9940-B11B-79BB2E9B93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65" name="Rectangle 109">
                      <a:extLst>
                        <a:ext uri="{FF2B5EF4-FFF2-40B4-BE49-F238E27FC236}">
                          <a16:creationId xmlns:a16="http://schemas.microsoft.com/office/drawing/2014/main" id="{1C10AAA8-08D8-FB4C-80CA-B9B4D307209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70752" name="Group 110">
                    <a:extLst>
                      <a:ext uri="{FF2B5EF4-FFF2-40B4-BE49-F238E27FC236}">
                        <a16:creationId xmlns:a16="http://schemas.microsoft.com/office/drawing/2014/main" id="{E0E05B81-51E7-8F47-AE99-046512D020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70762" name="Rectangle 111">
                      <a:extLst>
                        <a:ext uri="{FF2B5EF4-FFF2-40B4-BE49-F238E27FC236}">
                          <a16:creationId xmlns:a16="http://schemas.microsoft.com/office/drawing/2014/main" id="{2AD32543-187D-9D4E-A7B9-EE6F3E4EE1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63" name="Rectangle 112">
                      <a:extLst>
                        <a:ext uri="{FF2B5EF4-FFF2-40B4-BE49-F238E27FC236}">
                          <a16:creationId xmlns:a16="http://schemas.microsoft.com/office/drawing/2014/main" id="{54B7E739-5DD9-974A-B845-F20A257035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70753" name="Group 113">
                    <a:extLst>
                      <a:ext uri="{FF2B5EF4-FFF2-40B4-BE49-F238E27FC236}">
                        <a16:creationId xmlns:a16="http://schemas.microsoft.com/office/drawing/2014/main" id="{1F26F6AA-A63D-B144-947C-47A2E72BEA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70760" name="Rectangle 114">
                      <a:extLst>
                        <a:ext uri="{FF2B5EF4-FFF2-40B4-BE49-F238E27FC236}">
                          <a16:creationId xmlns:a16="http://schemas.microsoft.com/office/drawing/2014/main" id="{7A0F3B4E-CE71-7249-A7DF-0442712781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61" name="Rectangle 115">
                      <a:extLst>
                        <a:ext uri="{FF2B5EF4-FFF2-40B4-BE49-F238E27FC236}">
                          <a16:creationId xmlns:a16="http://schemas.microsoft.com/office/drawing/2014/main" id="{9552CE75-B0C4-B145-ACD3-4D73EC28C5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70754" name="Group 116">
                    <a:extLst>
                      <a:ext uri="{FF2B5EF4-FFF2-40B4-BE49-F238E27FC236}">
                        <a16:creationId xmlns:a16="http://schemas.microsoft.com/office/drawing/2014/main" id="{E4CA7377-14CF-574B-BE34-FF8C81CB374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70758" name="Rectangle 117">
                      <a:extLst>
                        <a:ext uri="{FF2B5EF4-FFF2-40B4-BE49-F238E27FC236}">
                          <a16:creationId xmlns:a16="http://schemas.microsoft.com/office/drawing/2014/main" id="{4232624A-ED23-304F-8C7E-ED760B9124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59" name="Rectangle 118">
                      <a:extLst>
                        <a:ext uri="{FF2B5EF4-FFF2-40B4-BE49-F238E27FC236}">
                          <a16:creationId xmlns:a16="http://schemas.microsoft.com/office/drawing/2014/main" id="{111B6C8C-AA29-264D-8CA2-68492E7B67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70755" name="Group 119">
                    <a:extLst>
                      <a:ext uri="{FF2B5EF4-FFF2-40B4-BE49-F238E27FC236}">
                        <a16:creationId xmlns:a16="http://schemas.microsoft.com/office/drawing/2014/main" id="{AAED2CB1-3C0B-0440-AA21-0C0E3DB9D3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70756" name="Rectangle 120">
                      <a:extLst>
                        <a:ext uri="{FF2B5EF4-FFF2-40B4-BE49-F238E27FC236}">
                          <a16:creationId xmlns:a16="http://schemas.microsoft.com/office/drawing/2014/main" id="{DF4D4CA2-877F-3541-92EC-DD6C334105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0757" name="Rectangle 121">
                      <a:extLst>
                        <a:ext uri="{FF2B5EF4-FFF2-40B4-BE49-F238E27FC236}">
                          <a16:creationId xmlns:a16="http://schemas.microsoft.com/office/drawing/2014/main" id="{977F6237-C330-2B40-B48A-C3A1318100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70741" name="Rectangle 122">
                <a:extLst>
                  <a:ext uri="{FF2B5EF4-FFF2-40B4-BE49-F238E27FC236}">
                    <a16:creationId xmlns:a16="http://schemas.microsoft.com/office/drawing/2014/main" id="{2BC0AB41-D754-7345-B17F-C1E512C9D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0742" name="Rectangle 123">
                <a:extLst>
                  <a:ext uri="{FF2B5EF4-FFF2-40B4-BE49-F238E27FC236}">
                    <a16:creationId xmlns:a16="http://schemas.microsoft.com/office/drawing/2014/main" id="{6E9C67B7-5924-CC48-80CC-5E3A0E2D70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70743" name="Rectangle 124">
                <a:extLst>
                  <a:ext uri="{FF2B5EF4-FFF2-40B4-BE49-F238E27FC236}">
                    <a16:creationId xmlns:a16="http://schemas.microsoft.com/office/drawing/2014/main" id="{2FDC8439-F141-0D46-B31E-0485444CA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70744" name="Rectangle 125">
                <a:extLst>
                  <a:ext uri="{FF2B5EF4-FFF2-40B4-BE49-F238E27FC236}">
                    <a16:creationId xmlns:a16="http://schemas.microsoft.com/office/drawing/2014/main" id="{B96DAB2E-127F-7349-8014-A38245E2C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70745" name="Rectangle 126">
                <a:extLst>
                  <a:ext uri="{FF2B5EF4-FFF2-40B4-BE49-F238E27FC236}">
                    <a16:creationId xmlns:a16="http://schemas.microsoft.com/office/drawing/2014/main" id="{2791D99E-76F9-E644-9B10-925FCE6CC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70746" name="Rectangle 127">
                <a:extLst>
                  <a:ext uri="{FF2B5EF4-FFF2-40B4-BE49-F238E27FC236}">
                    <a16:creationId xmlns:a16="http://schemas.microsoft.com/office/drawing/2014/main" id="{7BCE62CA-5DC1-6345-AB18-D3CE4384D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70747" name="Rectangle 128">
                <a:extLst>
                  <a:ext uri="{FF2B5EF4-FFF2-40B4-BE49-F238E27FC236}">
                    <a16:creationId xmlns:a16="http://schemas.microsoft.com/office/drawing/2014/main" id="{44B65AF5-E951-064D-A7A6-5F5BFA001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70734" name="Rectangle 129">
              <a:extLst>
                <a:ext uri="{FF2B5EF4-FFF2-40B4-BE49-F238E27FC236}">
                  <a16:creationId xmlns:a16="http://schemas.microsoft.com/office/drawing/2014/main" id="{DDBC7B45-9753-5A4F-9BE4-37C0C329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0735" name="Rectangle 130">
              <a:extLst>
                <a:ext uri="{FF2B5EF4-FFF2-40B4-BE49-F238E27FC236}">
                  <a16:creationId xmlns:a16="http://schemas.microsoft.com/office/drawing/2014/main" id="{4C4942CC-B8B6-C241-B19A-F84597D4D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0736" name="Rectangle 131">
              <a:extLst>
                <a:ext uri="{FF2B5EF4-FFF2-40B4-BE49-F238E27FC236}">
                  <a16:creationId xmlns:a16="http://schemas.microsoft.com/office/drawing/2014/main" id="{9B9AF8AF-A711-E543-87E5-E883C0DF0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0737" name="Rectangle 132">
              <a:extLst>
                <a:ext uri="{FF2B5EF4-FFF2-40B4-BE49-F238E27FC236}">
                  <a16:creationId xmlns:a16="http://schemas.microsoft.com/office/drawing/2014/main" id="{7B5AC602-0F96-6742-B7FB-ECFD19FAF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0738" name="Rectangle 133">
              <a:extLst>
                <a:ext uri="{FF2B5EF4-FFF2-40B4-BE49-F238E27FC236}">
                  <a16:creationId xmlns:a16="http://schemas.microsoft.com/office/drawing/2014/main" id="{5CEA0F88-77DF-DC4B-ABBA-227B6BC6E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0739" name="Rectangle 134">
              <a:extLst>
                <a:ext uri="{FF2B5EF4-FFF2-40B4-BE49-F238E27FC236}">
                  <a16:creationId xmlns:a16="http://schemas.microsoft.com/office/drawing/2014/main" id="{77AA5E8F-6CB0-DD48-A2F6-90DF508DD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70719" name="Text Box 135">
            <a:extLst>
              <a:ext uri="{FF2B5EF4-FFF2-40B4-BE49-F238E27FC236}">
                <a16:creationId xmlns:a16="http://schemas.microsoft.com/office/drawing/2014/main" id="{AC0DDB4C-AB8D-2D4D-836E-C3F84BB45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787525"/>
            <a:ext cx="2295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溢出时，不写结果并需转异常处理程序</a:t>
            </a:r>
          </a:p>
        </p:txBody>
      </p:sp>
      <p:sp>
        <p:nvSpPr>
          <p:cNvPr id="70720" name="Text Box 137">
            <a:extLst>
              <a:ext uri="{FF2B5EF4-FFF2-40B4-BE49-F238E27FC236}">
                <a16:creationId xmlns:a16="http://schemas.microsoft.com/office/drawing/2014/main" id="{190F44A8-C4FC-FB40-93E1-6B287A2CB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213" y="4024313"/>
            <a:ext cx="765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FF839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</a:p>
        </p:txBody>
      </p:sp>
      <p:sp>
        <p:nvSpPr>
          <p:cNvPr id="70721" name="Line 144">
            <a:extLst>
              <a:ext uri="{FF2B5EF4-FFF2-40B4-BE49-F238E27FC236}">
                <a16:creationId xmlns:a16="http://schemas.microsoft.com/office/drawing/2014/main" id="{23DE32AA-883E-604E-AA22-E6E1D46186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3300" y="3084513"/>
            <a:ext cx="0" cy="307975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722" name="Group 147">
            <a:extLst>
              <a:ext uri="{FF2B5EF4-FFF2-40B4-BE49-F238E27FC236}">
                <a16:creationId xmlns:a16="http://schemas.microsoft.com/office/drawing/2014/main" id="{5920982C-3388-494A-99F9-A20D0D8BF4AE}"/>
              </a:ext>
            </a:extLst>
          </p:cNvPr>
          <p:cNvGrpSpPr>
            <a:grpSpLocks/>
          </p:cNvGrpSpPr>
          <p:nvPr/>
        </p:nvGrpSpPr>
        <p:grpSpPr bwMode="auto">
          <a:xfrm>
            <a:off x="2217738" y="2994025"/>
            <a:ext cx="5902325" cy="1247775"/>
            <a:chOff x="1397" y="1886"/>
            <a:chExt cx="3718" cy="786"/>
          </a:xfrm>
        </p:grpSpPr>
        <p:sp>
          <p:nvSpPr>
            <p:cNvPr id="70725" name="Line 136">
              <a:extLst>
                <a:ext uri="{FF2B5EF4-FFF2-40B4-BE49-F238E27FC236}">
                  <a16:creationId xmlns:a16="http://schemas.microsoft.com/office/drawing/2014/main" id="{413554A7-6F27-3A4C-8B8A-4847BE725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2" y="2672"/>
              <a:ext cx="1143" cy="0"/>
            </a:xfrm>
            <a:prstGeom prst="line">
              <a:avLst/>
            </a:prstGeom>
            <a:noFill/>
            <a:ln w="28575">
              <a:solidFill>
                <a:srgbClr val="FF839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6" name="AutoShape 138">
              <a:extLst>
                <a:ext uri="{FF2B5EF4-FFF2-40B4-BE49-F238E27FC236}">
                  <a16:creationId xmlns:a16="http://schemas.microsoft.com/office/drawing/2014/main" id="{3310F65B-00D9-8741-8289-AC5E917BA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2380"/>
              <a:ext cx="142" cy="138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0727" name="Oval 139">
              <a:extLst>
                <a:ext uri="{FF2B5EF4-FFF2-40B4-BE49-F238E27FC236}">
                  <a16:creationId xmlns:a16="http://schemas.microsoft.com/office/drawing/2014/main" id="{8325FCCA-C6D3-AD4A-8A1D-2E8E62B1F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" y="2320"/>
              <a:ext cx="56" cy="56"/>
            </a:xfrm>
            <a:prstGeom prst="ellips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0728" name="Line 140">
              <a:extLst>
                <a:ext uri="{FF2B5EF4-FFF2-40B4-BE49-F238E27FC236}">
                  <a16:creationId xmlns:a16="http://schemas.microsoft.com/office/drawing/2014/main" id="{76A39C84-8F91-8849-AE30-D6AC2905C8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1" y="2514"/>
              <a:ext cx="1" cy="154"/>
            </a:xfrm>
            <a:prstGeom prst="line">
              <a:avLst/>
            </a:prstGeom>
            <a:noFill/>
            <a:ln w="381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9" name="Line 141">
              <a:extLst>
                <a:ext uri="{FF2B5EF4-FFF2-40B4-BE49-F238E27FC236}">
                  <a16:creationId xmlns:a16="http://schemas.microsoft.com/office/drawing/2014/main" id="{9B90ED77-C45C-D348-8106-84BD8D205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" y="1903"/>
              <a:ext cx="2820" cy="0"/>
            </a:xfrm>
            <a:prstGeom prst="lin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0" name="Line 142">
              <a:extLst>
                <a:ext uri="{FF2B5EF4-FFF2-40B4-BE49-F238E27FC236}">
                  <a16:creationId xmlns:a16="http://schemas.microsoft.com/office/drawing/2014/main" id="{1E896C18-A6BA-4B4A-9057-E3EDBECA8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" y="1886"/>
              <a:ext cx="0" cy="430"/>
            </a:xfrm>
            <a:prstGeom prst="line">
              <a:avLst/>
            </a:prstGeom>
            <a:noFill/>
            <a:ln w="38100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1" name="AutoShape 143">
              <a:extLst>
                <a:ext uri="{FF2B5EF4-FFF2-40B4-BE49-F238E27FC236}">
                  <a16:creationId xmlns:a16="http://schemas.microsoft.com/office/drawing/2014/main" id="{F42E73F8-8107-7546-A09E-6F64C8F9106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84" y="2139"/>
              <a:ext cx="189" cy="163"/>
            </a:xfrm>
            <a:prstGeom prst="flowChartDelay">
              <a:avLst/>
            </a:prstGeom>
            <a:noFill/>
            <a:ln w="28575">
              <a:solidFill>
                <a:srgbClr val="FE9AAB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0732" name="Line 145">
              <a:extLst>
                <a:ext uri="{FF2B5EF4-FFF2-40B4-BE49-F238E27FC236}">
                  <a16:creationId xmlns:a16="http://schemas.microsoft.com/office/drawing/2014/main" id="{255C77C8-7457-7942-8C38-46E2BDFC0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1" y="1895"/>
              <a:ext cx="0" cy="223"/>
            </a:xfrm>
            <a:prstGeom prst="line">
              <a:avLst/>
            </a:prstGeom>
            <a:noFill/>
            <a:ln w="28575">
              <a:solidFill>
                <a:srgbClr val="FE9AA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802" name="Text Box 146">
            <a:extLst>
              <a:ext uri="{FF2B5EF4-FFF2-40B4-BE49-F238E27FC236}">
                <a16:creationId xmlns:a16="http://schemas.microsoft.com/office/drawing/2014/main" id="{BD337E44-4598-1349-B2CC-C274EA7FC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" y="3656013"/>
            <a:ext cx="18272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寄存器组结构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 Box 135">
            <a:extLst>
              <a:ext uri="{FF2B5EF4-FFF2-40B4-BE49-F238E27FC236}">
                <a16:creationId xmlns:a16="http://schemas.microsoft.com/office/drawing/2014/main" id="{AFDF6B06-09ED-294D-8574-66E627B49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163" y="3271838"/>
            <a:ext cx="121126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如何实现呢？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9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8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52" grpId="0"/>
      <p:bldP spid="198753" grpId="0"/>
      <p:bldP spid="198802" grpId="0"/>
      <p:bldP spid="1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F7317399-CA43-A240-84AC-8F86F40E25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52450" y="123825"/>
            <a:ext cx="8264525" cy="474663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例：实现某</a:t>
            </a:r>
            <a:r>
              <a:rPr lang="en-US" altLang="zh-CN">
                <a:ea typeface="宋体" panose="02010600030101010101" pitchFamily="2" charset="-122"/>
              </a:rPr>
              <a:t>11</a:t>
            </a:r>
            <a:r>
              <a:rPr lang="zh-CN" altLang="en-US">
                <a:ea typeface="宋体" panose="02010600030101010101" pitchFamily="2" charset="-122"/>
              </a:rPr>
              <a:t>条</a:t>
            </a:r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指令的</a:t>
            </a:r>
            <a:r>
              <a:rPr lang="en-US" altLang="zh-CN">
                <a:ea typeface="宋体" panose="02010600030101010101" pitchFamily="2" charset="-122"/>
              </a:rPr>
              <a:t>ALU</a:t>
            </a:r>
          </a:p>
        </p:txBody>
      </p:sp>
      <p:pic>
        <p:nvPicPr>
          <p:cNvPr id="72707" name="Picture 174">
            <a:extLst>
              <a:ext uri="{FF2B5EF4-FFF2-40B4-BE49-F238E27FC236}">
                <a16:creationId xmlns:a16="http://schemas.microsoft.com/office/drawing/2014/main" id="{DCE52119-26F0-794A-A39D-D3203BD1F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7225"/>
            <a:ext cx="8583612" cy="6200775"/>
          </a:xfrm>
          <a:prstGeom prst="rect">
            <a:avLst/>
          </a:prstGeom>
          <a:solidFill>
            <a:srgbClr val="FFFF99">
              <a:alpha val="3294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7839" name="Rectangle 175">
            <a:extLst>
              <a:ext uri="{FF2B5EF4-FFF2-40B4-BE49-F238E27FC236}">
                <a16:creationId xmlns:a16="http://schemas.microsoft.com/office/drawing/2014/main" id="{19879139-E25B-AF44-8FD5-8462C3FF9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550" y="5295900"/>
            <a:ext cx="2286000" cy="581025"/>
          </a:xfrm>
          <a:prstGeom prst="rect">
            <a:avLst/>
          </a:prstGeom>
          <a:solidFill>
            <a:schemeClr val="accent1">
              <a:alpha val="30980"/>
            </a:scheme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7841" name="Rectangle 177">
            <a:extLst>
              <a:ext uri="{FF2B5EF4-FFF2-40B4-BE49-F238E27FC236}">
                <a16:creationId xmlns:a16="http://schemas.microsoft.com/office/drawing/2014/main" id="{88845FB9-258E-B84F-BFC4-8978B3E20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1035050"/>
            <a:ext cx="752475" cy="2219325"/>
          </a:xfrm>
          <a:prstGeom prst="rect">
            <a:avLst/>
          </a:prstGeom>
          <a:solidFill>
            <a:srgbClr val="0000FF">
              <a:alpha val="12157"/>
            </a:srgb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7842" name="Text Box 178">
            <a:extLst>
              <a:ext uri="{FF2B5EF4-FFF2-40B4-BE49-F238E27FC236}">
                <a16:creationId xmlns:a16="http://schemas.microsoft.com/office/drawing/2014/main" id="{DB9530E5-D043-814A-875B-D072F70A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650" y="5249863"/>
            <a:ext cx="36941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能实现哪些运算？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add,sub,addu,subu,or,slt,sltu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lw/sw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指令应是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add/addu?</a:t>
            </a:r>
          </a:p>
          <a:p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beq</a:t>
            </a:r>
            <a:r>
              <a:rPr lang="zh-CN" altLang="en-US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指令应是</a:t>
            </a:r>
            <a:r>
              <a:rPr lang="en-US" altLang="zh-CN" sz="20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sub/subu?</a:t>
            </a:r>
            <a:endParaRPr lang="zh-CN" altLang="en-US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11" name="Rectangle 179">
            <a:extLst>
              <a:ext uri="{FF2B5EF4-FFF2-40B4-BE49-F238E27FC236}">
                <a16:creationId xmlns:a16="http://schemas.microsoft.com/office/drawing/2014/main" id="{F7A0E212-8724-3C4A-9A78-04030BC69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" y="747713"/>
            <a:ext cx="7620000" cy="547687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2" name="Text Box 178">
            <a:extLst>
              <a:ext uri="{FF2B5EF4-FFF2-40B4-BE49-F238E27FC236}">
                <a16:creationId xmlns:a16="http://schemas.microsoft.com/office/drawing/2014/main" id="{CAB84411-12FA-9A4B-96FC-C0D61E45D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6273800"/>
            <a:ext cx="24145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定点整数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4" name="Text Box 178">
            <a:extLst>
              <a:ext uri="{FF2B5EF4-FFF2-40B4-BE49-F238E27FC236}">
                <a16:creationId xmlns:a16="http://schemas.microsoft.com/office/drawing/2014/main" id="{71727AD8-3C6D-FE4A-BD2C-C745C1136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752475"/>
            <a:ext cx="3730625" cy="646113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ALUctr=add/sub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OVctr=1</a:t>
            </a:r>
          </a:p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其余运算时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OVctr=0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1355" name="Text Box 11">
            <a:extLst>
              <a:ext uri="{FF2B5EF4-FFF2-40B4-BE49-F238E27FC236}">
                <a16:creationId xmlns:a16="http://schemas.microsoft.com/office/drawing/2014/main" id="{F539F934-F031-D247-9ADA-F8050D9A1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5838825"/>
            <a:ext cx="887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add</a:t>
            </a:r>
          </a:p>
        </p:txBody>
      </p:sp>
      <p:sp>
        <p:nvSpPr>
          <p:cNvPr id="441356" name="Text Box 12">
            <a:extLst>
              <a:ext uri="{FF2B5EF4-FFF2-40B4-BE49-F238E27FC236}">
                <a16:creationId xmlns:a16="http://schemas.microsoft.com/office/drawing/2014/main" id="{18718C4D-3ADF-E244-8B7A-4311C81B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725" y="6154738"/>
            <a:ext cx="887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accent1"/>
                </a:solidFill>
                <a:ea typeface="宋体" panose="02010600030101010101" pitchFamily="2" charset="-122"/>
              </a:rPr>
              <a:t>sub</a:t>
            </a:r>
          </a:p>
        </p:txBody>
      </p:sp>
      <p:sp>
        <p:nvSpPr>
          <p:cNvPr id="2" name="Text Box 178">
            <a:extLst>
              <a:ext uri="{FF2B5EF4-FFF2-40B4-BE49-F238E27FC236}">
                <a16:creationId xmlns:a16="http://schemas.microsoft.com/office/drawing/2014/main" id="{271F8034-0974-A240-BACC-6DBB2C68C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88" y="1525588"/>
            <a:ext cx="3289300" cy="646112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ALUctr=sub/subu/slt/sltu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SUBctr=1</a:t>
            </a:r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，其余</a:t>
            </a:r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SUBctr=0</a:t>
            </a:r>
            <a:endParaRPr lang="en-US" altLang="zh-CN" sz="20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178">
            <a:extLst>
              <a:ext uri="{FF2B5EF4-FFF2-40B4-BE49-F238E27FC236}">
                <a16:creationId xmlns:a16="http://schemas.microsoft.com/office/drawing/2014/main" id="{03F5DC6C-B118-C14E-B6A7-A366E8E11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8" y="2251075"/>
            <a:ext cx="2633662" cy="923925"/>
          </a:xfrm>
          <a:prstGeom prst="rect">
            <a:avLst/>
          </a:prstGeom>
          <a:solidFill>
            <a:srgbClr val="FFFF00">
              <a:alpha val="2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ALUctr=slt, SIGctr=1</a:t>
            </a:r>
            <a:endParaRPr lang="zh-CN" altLang="en-US" sz="18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ALUctr=sltu, SIGctr=0</a:t>
            </a:r>
            <a:endParaRPr lang="zh-CN" altLang="en-US" sz="18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其余情况，任意</a:t>
            </a:r>
          </a:p>
        </p:txBody>
      </p:sp>
      <p:sp>
        <p:nvSpPr>
          <p:cNvPr id="72718" name="Text Box 15">
            <a:extLst>
              <a:ext uri="{FF2B5EF4-FFF2-40B4-BE49-F238E27FC236}">
                <a16:creationId xmlns:a16="http://schemas.microsoft.com/office/drawing/2014/main" id="{A4C9C2EB-CE4C-8F45-90CF-B154D1F4A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5" y="5413375"/>
            <a:ext cx="19272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SUBctr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OPctr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等由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ALUctr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</a:p>
        </p:txBody>
      </p:sp>
      <p:sp>
        <p:nvSpPr>
          <p:cNvPr id="72719" name="Text Box 178">
            <a:extLst>
              <a:ext uri="{FF2B5EF4-FFF2-40B4-BE49-F238E27FC236}">
                <a16:creationId xmlns:a16="http://schemas.microsoft.com/office/drawing/2014/main" id="{134E51DF-20F0-9541-BC66-ACFCF8A5A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82550"/>
            <a:ext cx="2201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P. 136 </a:t>
            </a:r>
            <a:r>
              <a:rPr lang="zh-CN" altLang="en-US" sz="2400">
                <a:solidFill>
                  <a:schemeClr val="accent2"/>
                </a:solidFill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accent2"/>
                </a:solidFill>
                <a:ea typeface="宋体" panose="02010600030101010101" pitchFamily="2" charset="-122"/>
              </a:rPr>
              <a:t>5.7</a:t>
            </a:r>
            <a:endParaRPr lang="zh-CN" altLang="en-US" sz="24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7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7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7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4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7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841" grpId="0" animBg="1"/>
      <p:bldP spid="14" grpId="0" animBg="1"/>
      <p:bldP spid="441355" grpId="0"/>
      <p:bldP spid="441356" grpId="0"/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8680CFA0-986F-4C4A-AA25-1454CE9FC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60338"/>
            <a:ext cx="74993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ALUctr</a:t>
            </a:r>
            <a:r>
              <a:rPr lang="zh-CN" altLang="en-US">
                <a:ea typeface="宋体" panose="02010600030101010101" pitchFamily="2" charset="-122"/>
              </a:rPr>
              <a:t>与</a:t>
            </a:r>
            <a:r>
              <a:rPr lang="en-US" altLang="zh-CN">
                <a:ea typeface="宋体" panose="02010600030101010101" pitchFamily="2" charset="-122"/>
              </a:rPr>
              <a:t>ALU</a:t>
            </a:r>
            <a:r>
              <a:rPr lang="zh-CN" altLang="en-US">
                <a:ea typeface="宋体" panose="02010600030101010101" pitchFamily="2" charset="-122"/>
              </a:rPr>
              <a:t>内部控制信号的关系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E7106570-D117-2D49-8814-62019B3F7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4756" name="Rectangle 5">
            <a:extLst>
              <a:ext uri="{FF2B5EF4-FFF2-40B4-BE49-F238E27FC236}">
                <a16:creationId xmlns:a16="http://schemas.microsoft.com/office/drawing/2014/main" id="{36103B68-DD59-2F4F-A592-1E20EB37B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4757738"/>
            <a:ext cx="7512050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</a:pPr>
            <a:r>
              <a:rPr lang="pt-BR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SUBctr = ALUctr&lt;2&gt;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0000"/>
              </a:spcBef>
            </a:pPr>
            <a:r>
              <a:rPr lang="pt-BR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OVctr =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pt-BR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ALUctr&lt;1&gt;&amp;ALUctr&lt;0&gt;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0000"/>
              </a:spcBef>
            </a:pPr>
            <a:r>
              <a:rPr lang="pt-BR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SIGctr = ALUctr&lt;0&gt;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0000"/>
              </a:spcBef>
            </a:pPr>
            <a:r>
              <a:rPr lang="pt-BR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OPctr&lt;1&gt; = ALUctr&lt;2&gt; &amp; ALUctr&lt;1&gt;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40000"/>
              </a:spcBef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OPctr&lt;0&gt; = !ALUctr&lt;2&gt; </a:t>
            </a:r>
            <a:r>
              <a:rPr lang="pt-BR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ALUctr&lt;1&gt; &amp; !ALUctr&lt;0&gt;</a:t>
            </a:r>
          </a:p>
        </p:txBody>
      </p:sp>
      <p:pic>
        <p:nvPicPr>
          <p:cNvPr id="74757" name="图片 1">
            <a:extLst>
              <a:ext uri="{FF2B5EF4-FFF2-40B4-BE49-F238E27FC236}">
                <a16:creationId xmlns:a16="http://schemas.microsoft.com/office/drawing/2014/main" id="{1C705FDE-0A12-EB40-94AA-9D6E21A01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8663"/>
            <a:ext cx="90868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0904003-E114-0E4A-A47E-88F39CF8E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63721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带立即数的逻辑指令（</a:t>
            </a:r>
            <a:r>
              <a:rPr lang="en-US" altLang="zh-CN">
                <a:ea typeface="宋体" panose="02010600030101010101" pitchFamily="2" charset="-122"/>
              </a:rPr>
              <a:t>ori</a:t>
            </a:r>
            <a:r>
              <a:rPr lang="zh-CN" altLang="en-US">
                <a:ea typeface="宋体" panose="02010600030101010101" pitchFamily="2" charset="-122"/>
              </a:rPr>
              <a:t>指令）</a:t>
            </a:r>
          </a:p>
        </p:txBody>
      </p:sp>
      <p:sp>
        <p:nvSpPr>
          <p:cNvPr id="75779" name="Rectangle 75">
            <a:extLst>
              <a:ext uri="{FF2B5EF4-FFF2-40B4-BE49-F238E27FC236}">
                <a16:creationId xmlns:a16="http://schemas.microsoft.com/office/drawing/2014/main" id="{052A1B34-9726-194B-A5AE-B6A3E22A2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1938" y="919163"/>
            <a:ext cx="3170237" cy="4783137"/>
          </a:xfrm>
        </p:spPr>
        <p:txBody>
          <a:bodyPr/>
          <a:lstStyle/>
          <a:p>
            <a:pPr marL="342900" indent="-342900"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</a:t>
            </a:r>
            <a:r>
              <a:rPr lang="zh-CN" altLang="en-US" b="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grpSp>
        <p:nvGrpSpPr>
          <p:cNvPr id="200782" name="Group 78">
            <a:extLst>
              <a:ext uri="{FF2B5EF4-FFF2-40B4-BE49-F238E27FC236}">
                <a16:creationId xmlns:a16="http://schemas.microsoft.com/office/drawing/2014/main" id="{5CE471EB-6092-9F4E-9A5D-CDF691A89B0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22500"/>
            <a:ext cx="8534400" cy="1069975"/>
            <a:chOff x="384" y="1408"/>
            <a:chExt cx="5376" cy="674"/>
          </a:xfrm>
        </p:grpSpPr>
        <p:sp>
          <p:nvSpPr>
            <p:cNvPr id="75852" name="Text Box 76">
              <a:extLst>
                <a:ext uri="{FF2B5EF4-FFF2-40B4-BE49-F238E27FC236}">
                  <a16:creationId xmlns:a16="http://schemas.microsoft.com/office/drawing/2014/main" id="{850CF489-8EC2-8F47-8FF8-7044177C1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509"/>
              <a:ext cx="1526" cy="443"/>
            </a:xfrm>
            <a:prstGeom prst="rect">
              <a:avLst/>
            </a:prstGeom>
            <a:solidFill>
              <a:srgbClr val="FF99CC">
                <a:alpha val="3098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853" name="Text Box 77">
              <a:extLst>
                <a:ext uri="{FF2B5EF4-FFF2-40B4-BE49-F238E27FC236}">
                  <a16:creationId xmlns:a16="http://schemas.microsoft.com/office/drawing/2014/main" id="{491C86DA-920F-2248-A139-C229B10982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5" y="1408"/>
              <a:ext cx="3795" cy="674"/>
            </a:xfrm>
            <a:prstGeom prst="rect">
              <a:avLst/>
            </a:prstGeom>
            <a:solidFill>
              <a:srgbClr val="FF99CC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0783" name="Text Box 79">
            <a:extLst>
              <a:ext uri="{FF2B5EF4-FFF2-40B4-BE49-F238E27FC236}">
                <a16:creationId xmlns:a16="http://schemas.microsoft.com/office/drawing/2014/main" id="{62A118AB-C641-9144-8354-5DC9540FB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3697288"/>
            <a:ext cx="48228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考虑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ori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指令（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I-Type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指令和逻辑运算指令的代表）</a:t>
            </a:r>
          </a:p>
        </p:txBody>
      </p:sp>
      <p:grpSp>
        <p:nvGrpSpPr>
          <p:cNvPr id="75782" name="Group 80">
            <a:extLst>
              <a:ext uri="{FF2B5EF4-FFF2-40B4-BE49-F238E27FC236}">
                <a16:creationId xmlns:a16="http://schemas.microsoft.com/office/drawing/2014/main" id="{375C9BDA-2DE3-8845-8FAD-09F73FDC05C2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75817" name="Group 81">
              <a:extLst>
                <a:ext uri="{FF2B5EF4-FFF2-40B4-BE49-F238E27FC236}">
                  <a16:creationId xmlns:a16="http://schemas.microsoft.com/office/drawing/2014/main" id="{4B394659-77C4-604A-8799-FE3C44ACD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75824" name="Group 82">
                <a:extLst>
                  <a:ext uri="{FF2B5EF4-FFF2-40B4-BE49-F238E27FC236}">
                    <a16:creationId xmlns:a16="http://schemas.microsoft.com/office/drawing/2014/main" id="{8F8374A1-A6D7-344C-A6C2-3C19EE5E46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75832" name="Rectangle 83">
                  <a:extLst>
                    <a:ext uri="{FF2B5EF4-FFF2-40B4-BE49-F238E27FC236}">
                      <a16:creationId xmlns:a16="http://schemas.microsoft.com/office/drawing/2014/main" id="{8D22C21A-5138-0F4B-8838-CC10AA37A9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75833" name="Group 84">
                  <a:extLst>
                    <a:ext uri="{FF2B5EF4-FFF2-40B4-BE49-F238E27FC236}">
                      <a16:creationId xmlns:a16="http://schemas.microsoft.com/office/drawing/2014/main" id="{C90A07DE-0556-A045-9E68-174070181D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75834" name="Group 85">
                    <a:extLst>
                      <a:ext uri="{FF2B5EF4-FFF2-40B4-BE49-F238E27FC236}">
                        <a16:creationId xmlns:a16="http://schemas.microsoft.com/office/drawing/2014/main" id="{1B9CC6B3-9FAF-2F49-A946-7252835044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75850" name="Rectangle 86">
                      <a:extLst>
                        <a:ext uri="{FF2B5EF4-FFF2-40B4-BE49-F238E27FC236}">
                          <a16:creationId xmlns:a16="http://schemas.microsoft.com/office/drawing/2014/main" id="{2A44DC7F-D786-0A4F-87EF-8C0C91D5CC6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51" name="Rectangle 87">
                      <a:extLst>
                        <a:ext uri="{FF2B5EF4-FFF2-40B4-BE49-F238E27FC236}">
                          <a16:creationId xmlns:a16="http://schemas.microsoft.com/office/drawing/2014/main" id="{8C001B83-E13C-3B44-BD8B-0053C392BC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75835" name="Group 88">
                    <a:extLst>
                      <a:ext uri="{FF2B5EF4-FFF2-40B4-BE49-F238E27FC236}">
                        <a16:creationId xmlns:a16="http://schemas.microsoft.com/office/drawing/2014/main" id="{B5C65AE4-5DFC-FB48-B61E-CD3E23AC58F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75848" name="Rectangle 89">
                      <a:extLst>
                        <a:ext uri="{FF2B5EF4-FFF2-40B4-BE49-F238E27FC236}">
                          <a16:creationId xmlns:a16="http://schemas.microsoft.com/office/drawing/2014/main" id="{A21BA105-802B-7E4B-BD39-65389BF2B2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49" name="Rectangle 90">
                      <a:extLst>
                        <a:ext uri="{FF2B5EF4-FFF2-40B4-BE49-F238E27FC236}">
                          <a16:creationId xmlns:a16="http://schemas.microsoft.com/office/drawing/2014/main" id="{7F8FCC82-2219-194F-AE6C-7078BAAFEA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75836" name="Group 91">
                    <a:extLst>
                      <a:ext uri="{FF2B5EF4-FFF2-40B4-BE49-F238E27FC236}">
                        <a16:creationId xmlns:a16="http://schemas.microsoft.com/office/drawing/2014/main" id="{A221DFFA-AF8D-524E-88A1-8AC418F793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75846" name="Rectangle 92">
                      <a:extLst>
                        <a:ext uri="{FF2B5EF4-FFF2-40B4-BE49-F238E27FC236}">
                          <a16:creationId xmlns:a16="http://schemas.microsoft.com/office/drawing/2014/main" id="{DFC54C8C-22F6-A84A-A4ED-B19734D89E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47" name="Rectangle 93">
                      <a:extLst>
                        <a:ext uri="{FF2B5EF4-FFF2-40B4-BE49-F238E27FC236}">
                          <a16:creationId xmlns:a16="http://schemas.microsoft.com/office/drawing/2014/main" id="{8E63477D-DFB4-F643-8480-C4DB5E2D74B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75837" name="Group 94">
                    <a:extLst>
                      <a:ext uri="{FF2B5EF4-FFF2-40B4-BE49-F238E27FC236}">
                        <a16:creationId xmlns:a16="http://schemas.microsoft.com/office/drawing/2014/main" id="{259A35BF-F5C1-174B-A2B6-5A49BF869C8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75844" name="Rectangle 95">
                      <a:extLst>
                        <a:ext uri="{FF2B5EF4-FFF2-40B4-BE49-F238E27FC236}">
                          <a16:creationId xmlns:a16="http://schemas.microsoft.com/office/drawing/2014/main" id="{9C88CD2C-67B3-4543-B5F9-F775875F3F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45" name="Rectangle 96">
                      <a:extLst>
                        <a:ext uri="{FF2B5EF4-FFF2-40B4-BE49-F238E27FC236}">
                          <a16:creationId xmlns:a16="http://schemas.microsoft.com/office/drawing/2014/main" id="{76DC783B-5530-564B-92F8-9B37B281AE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75838" name="Group 97">
                    <a:extLst>
                      <a:ext uri="{FF2B5EF4-FFF2-40B4-BE49-F238E27FC236}">
                        <a16:creationId xmlns:a16="http://schemas.microsoft.com/office/drawing/2014/main" id="{EF45E1ED-CD16-A54E-8EDF-051FD099B6C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75842" name="Rectangle 98">
                      <a:extLst>
                        <a:ext uri="{FF2B5EF4-FFF2-40B4-BE49-F238E27FC236}">
                          <a16:creationId xmlns:a16="http://schemas.microsoft.com/office/drawing/2014/main" id="{D3F0CF3F-84AF-B946-8650-233B09BF06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43" name="Rectangle 99">
                      <a:extLst>
                        <a:ext uri="{FF2B5EF4-FFF2-40B4-BE49-F238E27FC236}">
                          <a16:creationId xmlns:a16="http://schemas.microsoft.com/office/drawing/2014/main" id="{A6DE5E62-413D-9647-8CA3-14E8F66F55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75839" name="Group 100">
                    <a:extLst>
                      <a:ext uri="{FF2B5EF4-FFF2-40B4-BE49-F238E27FC236}">
                        <a16:creationId xmlns:a16="http://schemas.microsoft.com/office/drawing/2014/main" id="{B3B82D8A-FAA7-2A44-8764-D5C577846F3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75840" name="Rectangle 101">
                      <a:extLst>
                        <a:ext uri="{FF2B5EF4-FFF2-40B4-BE49-F238E27FC236}">
                          <a16:creationId xmlns:a16="http://schemas.microsoft.com/office/drawing/2014/main" id="{74756795-7115-3F4C-84B8-CA45893F89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75841" name="Rectangle 102">
                      <a:extLst>
                        <a:ext uri="{FF2B5EF4-FFF2-40B4-BE49-F238E27FC236}">
                          <a16:creationId xmlns:a16="http://schemas.microsoft.com/office/drawing/2014/main" id="{F301692E-512D-6E47-877B-0F1BFB08A69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75825" name="Rectangle 103">
                <a:extLst>
                  <a:ext uri="{FF2B5EF4-FFF2-40B4-BE49-F238E27FC236}">
                    <a16:creationId xmlns:a16="http://schemas.microsoft.com/office/drawing/2014/main" id="{90ED4DA0-C164-094E-A6EA-A4289409A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5826" name="Rectangle 104">
                <a:extLst>
                  <a:ext uri="{FF2B5EF4-FFF2-40B4-BE49-F238E27FC236}">
                    <a16:creationId xmlns:a16="http://schemas.microsoft.com/office/drawing/2014/main" id="{71171173-153B-DF4A-A123-A1603E8D4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75827" name="Rectangle 105">
                <a:extLst>
                  <a:ext uri="{FF2B5EF4-FFF2-40B4-BE49-F238E27FC236}">
                    <a16:creationId xmlns:a16="http://schemas.microsoft.com/office/drawing/2014/main" id="{A0ECCCC8-158E-5D44-9E9A-4D487D5FB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75828" name="Rectangle 106">
                <a:extLst>
                  <a:ext uri="{FF2B5EF4-FFF2-40B4-BE49-F238E27FC236}">
                    <a16:creationId xmlns:a16="http://schemas.microsoft.com/office/drawing/2014/main" id="{0363807F-24A8-DD4D-8B98-95FC5648CC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75829" name="Rectangle 107">
                <a:extLst>
                  <a:ext uri="{FF2B5EF4-FFF2-40B4-BE49-F238E27FC236}">
                    <a16:creationId xmlns:a16="http://schemas.microsoft.com/office/drawing/2014/main" id="{F8618680-F58E-014D-9306-39C992264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75830" name="Rectangle 108">
                <a:extLst>
                  <a:ext uri="{FF2B5EF4-FFF2-40B4-BE49-F238E27FC236}">
                    <a16:creationId xmlns:a16="http://schemas.microsoft.com/office/drawing/2014/main" id="{9B17BE87-C107-F64C-B799-49879E338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75831" name="Rectangle 109">
                <a:extLst>
                  <a:ext uri="{FF2B5EF4-FFF2-40B4-BE49-F238E27FC236}">
                    <a16:creationId xmlns:a16="http://schemas.microsoft.com/office/drawing/2014/main" id="{0BF27240-5F18-C64E-81B8-9CA778BD4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75818" name="Rectangle 110">
              <a:extLst>
                <a:ext uri="{FF2B5EF4-FFF2-40B4-BE49-F238E27FC236}">
                  <a16:creationId xmlns:a16="http://schemas.microsoft.com/office/drawing/2014/main" id="{11A99C0F-BADD-724F-85C5-BDEBCA64E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19" name="Rectangle 111">
              <a:extLst>
                <a:ext uri="{FF2B5EF4-FFF2-40B4-BE49-F238E27FC236}">
                  <a16:creationId xmlns:a16="http://schemas.microsoft.com/office/drawing/2014/main" id="{B4965B61-16F6-D24C-A7C8-67614B628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20" name="Rectangle 112">
              <a:extLst>
                <a:ext uri="{FF2B5EF4-FFF2-40B4-BE49-F238E27FC236}">
                  <a16:creationId xmlns:a16="http://schemas.microsoft.com/office/drawing/2014/main" id="{4D223758-1120-BD4A-A253-647C6A845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21" name="Rectangle 113">
              <a:extLst>
                <a:ext uri="{FF2B5EF4-FFF2-40B4-BE49-F238E27FC236}">
                  <a16:creationId xmlns:a16="http://schemas.microsoft.com/office/drawing/2014/main" id="{EF1999EF-63E0-024C-8C94-91FE90584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22" name="Rectangle 114">
              <a:extLst>
                <a:ext uri="{FF2B5EF4-FFF2-40B4-BE49-F238E27FC236}">
                  <a16:creationId xmlns:a16="http://schemas.microsoft.com/office/drawing/2014/main" id="{A5C9FAC0-5CA1-544A-A616-704BE09CE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23" name="Rectangle 115">
              <a:extLst>
                <a:ext uri="{FF2B5EF4-FFF2-40B4-BE49-F238E27FC236}">
                  <a16:creationId xmlns:a16="http://schemas.microsoft.com/office/drawing/2014/main" id="{4DA60447-7D7C-4A42-9061-2083A7582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75783" name="Group 116">
            <a:extLst>
              <a:ext uri="{FF2B5EF4-FFF2-40B4-BE49-F238E27FC236}">
                <a16:creationId xmlns:a16="http://schemas.microsoft.com/office/drawing/2014/main" id="{568E871B-141A-DD47-B642-EC502FE6F133}"/>
              </a:ext>
            </a:extLst>
          </p:cNvPr>
          <p:cNvGrpSpPr>
            <a:grpSpLocks/>
          </p:cNvGrpSpPr>
          <p:nvPr/>
        </p:nvGrpSpPr>
        <p:grpSpPr bwMode="auto">
          <a:xfrm>
            <a:off x="3144838" y="2330450"/>
            <a:ext cx="5999162" cy="989013"/>
            <a:chOff x="1918" y="1392"/>
            <a:chExt cx="3763" cy="607"/>
          </a:xfrm>
        </p:grpSpPr>
        <p:sp>
          <p:nvSpPr>
            <p:cNvPr id="75796" name="Rectangle 117">
              <a:extLst>
                <a:ext uri="{FF2B5EF4-FFF2-40B4-BE49-F238E27FC236}">
                  <a16:creationId xmlns:a16="http://schemas.microsoft.com/office/drawing/2014/main" id="{8484B729-8616-9A4C-9918-F930C49B3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75797" name="Group 118">
              <a:extLst>
                <a:ext uri="{FF2B5EF4-FFF2-40B4-BE49-F238E27FC236}">
                  <a16:creationId xmlns:a16="http://schemas.microsoft.com/office/drawing/2014/main" id="{CCF5ED8B-31D7-274F-85E4-138D6B14B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75815" name="Rectangle 119">
                <a:extLst>
                  <a:ext uri="{FF2B5EF4-FFF2-40B4-BE49-F238E27FC236}">
                    <a16:creationId xmlns:a16="http://schemas.microsoft.com/office/drawing/2014/main" id="{FC166BCE-A26F-0C4C-84AD-88A20F8E2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16" name="Rectangle 120">
                <a:extLst>
                  <a:ext uri="{FF2B5EF4-FFF2-40B4-BE49-F238E27FC236}">
                    <a16:creationId xmlns:a16="http://schemas.microsoft.com/office/drawing/2014/main" id="{3F367394-8738-A343-B0BF-1AED54519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75798" name="Group 121">
              <a:extLst>
                <a:ext uri="{FF2B5EF4-FFF2-40B4-BE49-F238E27FC236}">
                  <a16:creationId xmlns:a16="http://schemas.microsoft.com/office/drawing/2014/main" id="{F48C5C69-C032-3D4B-B457-C0A30E076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75813" name="Rectangle 122">
                <a:extLst>
                  <a:ext uri="{FF2B5EF4-FFF2-40B4-BE49-F238E27FC236}">
                    <a16:creationId xmlns:a16="http://schemas.microsoft.com/office/drawing/2014/main" id="{EED1B00F-CA9B-AA47-BE54-81485CD1E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14" name="Rectangle 123">
                <a:extLst>
                  <a:ext uri="{FF2B5EF4-FFF2-40B4-BE49-F238E27FC236}">
                    <a16:creationId xmlns:a16="http://schemas.microsoft.com/office/drawing/2014/main" id="{A24CDBAF-753F-BE4F-82BE-04CEE6A9D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75799" name="Group 124">
              <a:extLst>
                <a:ext uri="{FF2B5EF4-FFF2-40B4-BE49-F238E27FC236}">
                  <a16:creationId xmlns:a16="http://schemas.microsoft.com/office/drawing/2014/main" id="{B1355717-DFE3-D54F-A5FC-9BB151CAD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75811" name="Rectangle 125">
                <a:extLst>
                  <a:ext uri="{FF2B5EF4-FFF2-40B4-BE49-F238E27FC236}">
                    <a16:creationId xmlns:a16="http://schemas.microsoft.com/office/drawing/2014/main" id="{B3683E69-286D-B741-A1A5-85B7514A9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812" name="Rectangle 126">
                <a:extLst>
                  <a:ext uri="{FF2B5EF4-FFF2-40B4-BE49-F238E27FC236}">
                    <a16:creationId xmlns:a16="http://schemas.microsoft.com/office/drawing/2014/main" id="{80CFC315-E5B7-5645-A85C-9AF43C0D2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75800" name="Rectangle 127">
              <a:extLst>
                <a:ext uri="{FF2B5EF4-FFF2-40B4-BE49-F238E27FC236}">
                  <a16:creationId xmlns:a16="http://schemas.microsoft.com/office/drawing/2014/main" id="{4B0BBBEF-8C93-824C-8D3F-1FD669981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5801" name="Rectangle 128">
              <a:extLst>
                <a:ext uri="{FF2B5EF4-FFF2-40B4-BE49-F238E27FC236}">
                  <a16:creationId xmlns:a16="http://schemas.microsoft.com/office/drawing/2014/main" id="{C05C9D07-0E34-9249-92D5-6646C2104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75802" name="Rectangle 129">
              <a:extLst>
                <a:ext uri="{FF2B5EF4-FFF2-40B4-BE49-F238E27FC236}">
                  <a16:creationId xmlns:a16="http://schemas.microsoft.com/office/drawing/2014/main" id="{0E502257-0704-7847-B28A-B65F63E12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5803" name="Rectangle 130">
              <a:extLst>
                <a:ext uri="{FF2B5EF4-FFF2-40B4-BE49-F238E27FC236}">
                  <a16:creationId xmlns:a16="http://schemas.microsoft.com/office/drawing/2014/main" id="{38BB4B61-5851-3C41-A569-BAD8EE4DC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75804" name="Rectangle 131">
              <a:extLst>
                <a:ext uri="{FF2B5EF4-FFF2-40B4-BE49-F238E27FC236}">
                  <a16:creationId xmlns:a16="http://schemas.microsoft.com/office/drawing/2014/main" id="{3FFB867A-CADF-3946-B8EA-4B09BDFA5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75805" name="Rectangle 132">
              <a:extLst>
                <a:ext uri="{FF2B5EF4-FFF2-40B4-BE49-F238E27FC236}">
                  <a16:creationId xmlns:a16="http://schemas.microsoft.com/office/drawing/2014/main" id="{AFB4B033-01B1-064F-AA2D-91089305A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75806" name="Rectangle 133">
              <a:extLst>
                <a:ext uri="{FF2B5EF4-FFF2-40B4-BE49-F238E27FC236}">
                  <a16:creationId xmlns:a16="http://schemas.microsoft.com/office/drawing/2014/main" id="{0FCF9FE7-13F4-5A4D-9420-2C7DE2F48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75807" name="Rectangle 134">
              <a:extLst>
                <a:ext uri="{FF2B5EF4-FFF2-40B4-BE49-F238E27FC236}">
                  <a16:creationId xmlns:a16="http://schemas.microsoft.com/office/drawing/2014/main" id="{BB598475-7377-E044-886F-ADBC4A039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08" name="Rectangle 135">
              <a:extLst>
                <a:ext uri="{FF2B5EF4-FFF2-40B4-BE49-F238E27FC236}">
                  <a16:creationId xmlns:a16="http://schemas.microsoft.com/office/drawing/2014/main" id="{6F1F1C5A-42E4-4A44-AC97-CB825FD4B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09" name="Rectangle 136">
              <a:extLst>
                <a:ext uri="{FF2B5EF4-FFF2-40B4-BE49-F238E27FC236}">
                  <a16:creationId xmlns:a16="http://schemas.microsoft.com/office/drawing/2014/main" id="{26487E73-D881-8747-8E2D-4FC9CC5A1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810" name="Rectangle 137">
              <a:extLst>
                <a:ext uri="{FF2B5EF4-FFF2-40B4-BE49-F238E27FC236}">
                  <a16:creationId xmlns:a16="http://schemas.microsoft.com/office/drawing/2014/main" id="{2B031E1E-E558-004D-AD0A-ED813A07E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75784" name="Group 138">
            <a:extLst>
              <a:ext uri="{FF2B5EF4-FFF2-40B4-BE49-F238E27FC236}">
                <a16:creationId xmlns:a16="http://schemas.microsoft.com/office/drawing/2014/main" id="{B66040EE-B3D8-8347-B0F0-C791D9466546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75785" name="Rectangle 139">
              <a:extLst>
                <a:ext uri="{FF2B5EF4-FFF2-40B4-BE49-F238E27FC236}">
                  <a16:creationId xmlns:a16="http://schemas.microsoft.com/office/drawing/2014/main" id="{A6F83D02-5E90-D849-9CAD-40892C29A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75786" name="Group 140">
              <a:extLst>
                <a:ext uri="{FF2B5EF4-FFF2-40B4-BE49-F238E27FC236}">
                  <a16:creationId xmlns:a16="http://schemas.microsoft.com/office/drawing/2014/main" id="{54004529-7AB5-294A-9079-005757F21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75794" name="Rectangle 141">
                <a:extLst>
                  <a:ext uri="{FF2B5EF4-FFF2-40B4-BE49-F238E27FC236}">
                    <a16:creationId xmlns:a16="http://schemas.microsoft.com/office/drawing/2014/main" id="{A27615C3-160E-5741-8203-CEF7284E2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5795" name="Rectangle 142">
                <a:extLst>
                  <a:ext uri="{FF2B5EF4-FFF2-40B4-BE49-F238E27FC236}">
                    <a16:creationId xmlns:a16="http://schemas.microsoft.com/office/drawing/2014/main" id="{ACBB4DE4-ABE9-D14E-BC15-6346D9DF1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75787" name="Rectangle 143">
              <a:extLst>
                <a:ext uri="{FF2B5EF4-FFF2-40B4-BE49-F238E27FC236}">
                  <a16:creationId xmlns:a16="http://schemas.microsoft.com/office/drawing/2014/main" id="{2359DF9A-67DB-D448-8AEF-4A81396D3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5788" name="Rectangle 144">
              <a:extLst>
                <a:ext uri="{FF2B5EF4-FFF2-40B4-BE49-F238E27FC236}">
                  <a16:creationId xmlns:a16="http://schemas.microsoft.com/office/drawing/2014/main" id="{737D9A78-909A-024B-B50A-BAE117F2D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429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75789" name="Rectangle 145">
              <a:extLst>
                <a:ext uri="{FF2B5EF4-FFF2-40B4-BE49-F238E27FC236}">
                  <a16:creationId xmlns:a16="http://schemas.microsoft.com/office/drawing/2014/main" id="{7E5B60F0-87B6-2342-A228-5179C228A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5790" name="Rectangle 146">
              <a:extLst>
                <a:ext uri="{FF2B5EF4-FFF2-40B4-BE49-F238E27FC236}">
                  <a16:creationId xmlns:a16="http://schemas.microsoft.com/office/drawing/2014/main" id="{14523CE3-1A45-F14E-9E14-CDA552ECB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75791" name="Rectangle 147">
              <a:extLst>
                <a:ext uri="{FF2B5EF4-FFF2-40B4-BE49-F238E27FC236}">
                  <a16:creationId xmlns:a16="http://schemas.microsoft.com/office/drawing/2014/main" id="{0D726A45-526E-5D44-B83E-5FF3A4F85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75792" name="Rectangle 148">
              <a:extLst>
                <a:ext uri="{FF2B5EF4-FFF2-40B4-BE49-F238E27FC236}">
                  <a16:creationId xmlns:a16="http://schemas.microsoft.com/office/drawing/2014/main" id="{4DAAD399-3269-2F4C-861B-013F13E8B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5793" name="Rectangle 149">
              <a:extLst>
                <a:ext uri="{FF2B5EF4-FFF2-40B4-BE49-F238E27FC236}">
                  <a16:creationId xmlns:a16="http://schemas.microsoft.com/office/drawing/2014/main" id="{A230F565-90B2-EA44-A4C8-E6A129F20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552ABCE-B079-6743-88CD-12CA5C9EF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72465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RTL: The OR Immediate Instruction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899C541C-6828-C249-82C0-8BBEC27BE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981200"/>
            <a:ext cx="8191500" cy="207962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ori	rt, rs, imm16</a:t>
            </a:r>
          </a:p>
          <a:p>
            <a:pPr lvl="1">
              <a:lnSpc>
                <a:spcPct val="10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M[PC]		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20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R[rt]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R[rs] or ZeroExt(imm16)</a:t>
            </a:r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立即数零扩展，并与</a:t>
            </a: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内容做“或”运算</a:t>
            </a:r>
            <a:endParaRPr lang="en-US" altLang="zh-CN" sz="20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            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计算下地址（公共操作，取指部件完成）</a:t>
            </a:r>
          </a:p>
        </p:txBody>
      </p:sp>
      <p:grpSp>
        <p:nvGrpSpPr>
          <p:cNvPr id="202778" name="Group 26">
            <a:extLst>
              <a:ext uri="{FF2B5EF4-FFF2-40B4-BE49-F238E27FC236}">
                <a16:creationId xmlns:a16="http://schemas.microsoft.com/office/drawing/2014/main" id="{931C6377-8DDE-4949-84F3-5233F485F43B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4244975"/>
            <a:ext cx="8108950" cy="1385888"/>
            <a:chOff x="-160" y="2506"/>
            <a:chExt cx="5438" cy="873"/>
          </a:xfrm>
        </p:grpSpPr>
        <p:grpSp>
          <p:nvGrpSpPr>
            <p:cNvPr id="77853" name="Group 27">
              <a:extLst>
                <a:ext uri="{FF2B5EF4-FFF2-40B4-BE49-F238E27FC236}">
                  <a16:creationId xmlns:a16="http://schemas.microsoft.com/office/drawing/2014/main" id="{35B9E21F-3395-C049-A558-050632373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9" y="2766"/>
              <a:ext cx="3729" cy="613"/>
              <a:chOff x="1091" y="3194"/>
              <a:chExt cx="3729" cy="613"/>
            </a:xfrm>
          </p:grpSpPr>
          <p:sp>
            <p:nvSpPr>
              <p:cNvPr id="77855" name="Rectangle 28">
                <a:extLst>
                  <a:ext uri="{FF2B5EF4-FFF2-40B4-BE49-F238E27FC236}">
                    <a16:creationId xmlns:a16="http://schemas.microsoft.com/office/drawing/2014/main" id="{BBA38476-FCA8-814B-ABD5-780A19752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3394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56" name="Rectangle 29">
                <a:extLst>
                  <a:ext uri="{FF2B5EF4-FFF2-40B4-BE49-F238E27FC236}">
                    <a16:creationId xmlns:a16="http://schemas.microsoft.com/office/drawing/2014/main" id="{B372CF5D-23E9-8944-91CA-E30E77562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1" y="3390"/>
                <a:ext cx="180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57" name="Rectangle 30">
                <a:extLst>
                  <a:ext uri="{FF2B5EF4-FFF2-40B4-BE49-F238E27FC236}">
                    <a16:creationId xmlns:a16="http://schemas.microsoft.com/office/drawing/2014/main" id="{9A231708-15A8-2446-8522-63AA173B0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386"/>
                <a:ext cx="606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imm16</a:t>
                </a:r>
              </a:p>
            </p:txBody>
          </p:sp>
          <p:sp>
            <p:nvSpPr>
              <p:cNvPr id="77858" name="Rectangle 31">
                <a:extLst>
                  <a:ext uri="{FF2B5EF4-FFF2-40B4-BE49-F238E27FC236}">
                    <a16:creationId xmlns:a16="http://schemas.microsoft.com/office/drawing/2014/main" id="{D36F930D-F260-6044-B488-F4C67E499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" y="3194"/>
                <a:ext cx="206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7859" name="Rectangle 32">
                <a:extLst>
                  <a:ext uri="{FF2B5EF4-FFF2-40B4-BE49-F238E27FC236}">
                    <a16:creationId xmlns:a16="http://schemas.microsoft.com/office/drawing/2014/main" id="{0E87937A-8410-7D49-935F-650093BD3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3194"/>
                <a:ext cx="29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77860" name="Rectangle 33">
                <a:extLst>
                  <a:ext uri="{FF2B5EF4-FFF2-40B4-BE49-F238E27FC236}">
                    <a16:creationId xmlns:a16="http://schemas.microsoft.com/office/drawing/2014/main" id="{7E2B29F4-FDFD-3F43-AD2D-78C85091D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3194"/>
                <a:ext cx="29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77861" name="Rectangle 34">
                <a:extLst>
                  <a:ext uri="{FF2B5EF4-FFF2-40B4-BE49-F238E27FC236}">
                    <a16:creationId xmlns:a16="http://schemas.microsoft.com/office/drawing/2014/main" id="{891EDD18-F3BC-8C4B-8FA2-21B394E12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1" y="3194"/>
                <a:ext cx="29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77862" name="Rectangle 35">
                <a:extLst>
                  <a:ext uri="{FF2B5EF4-FFF2-40B4-BE49-F238E27FC236}">
                    <a16:creationId xmlns:a16="http://schemas.microsoft.com/office/drawing/2014/main" id="{C9DA8B2A-90E6-D440-BB08-426E8D249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3" y="3578"/>
                <a:ext cx="599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77863" name="Rectangle 36">
                <a:extLst>
                  <a:ext uri="{FF2B5EF4-FFF2-40B4-BE49-F238E27FC236}">
                    <a16:creationId xmlns:a16="http://schemas.microsoft.com/office/drawing/2014/main" id="{5B360DFF-3ADF-DA4C-80FC-5904A5FCB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9" y="3578"/>
                <a:ext cx="60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77864" name="Rectangle 37">
                <a:extLst>
                  <a:ext uri="{FF2B5EF4-FFF2-40B4-BE49-F238E27FC236}">
                    <a16:creationId xmlns:a16="http://schemas.microsoft.com/office/drawing/2014/main" id="{99E02F8E-1026-7B40-8104-450A7B54C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3" y="3392"/>
                <a:ext cx="1611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0000 0000 0000 0000</a:t>
                </a:r>
              </a:p>
            </p:txBody>
          </p:sp>
        </p:grpSp>
        <p:sp>
          <p:nvSpPr>
            <p:cNvPr id="77854" name="Rectangle 38">
              <a:extLst>
                <a:ext uri="{FF2B5EF4-FFF2-40B4-BE49-F238E27FC236}">
                  <a16:creationId xmlns:a16="http://schemas.microsoft.com/office/drawing/2014/main" id="{E9887126-B6EE-DB48-A4CC-83255465C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0" y="2506"/>
              <a:ext cx="229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22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零扩展 </a:t>
              </a:r>
              <a:r>
                <a:rPr lang="en-US" altLang="zh-CN" sz="22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ZeroExt(imm16)</a:t>
              </a:r>
              <a:endPara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02791" name="Text Box 39">
            <a:extLst>
              <a:ext uri="{FF2B5EF4-FFF2-40B4-BE49-F238E27FC236}">
                <a16:creationId xmlns:a16="http://schemas.microsoft.com/office/drawing/2014/main" id="{0E706343-3B21-9140-9A39-98D5D161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" y="5830888"/>
            <a:ext cx="81216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思考：应在前面数据通路上加哪些元件和连线？用何控制信号？</a:t>
            </a:r>
          </a:p>
        </p:txBody>
      </p:sp>
      <p:sp>
        <p:nvSpPr>
          <p:cNvPr id="77830" name="Text Box 40">
            <a:extLst>
              <a:ext uri="{FF2B5EF4-FFF2-40B4-BE49-F238E27FC236}">
                <a16:creationId xmlns:a16="http://schemas.microsoft.com/office/drawing/2014/main" id="{81E14A55-6489-FE46-890D-10BB6A36D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675" y="1789113"/>
            <a:ext cx="37258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逻辑运算，立即数为逻辑数</a:t>
            </a:r>
          </a:p>
        </p:txBody>
      </p:sp>
      <p:grpSp>
        <p:nvGrpSpPr>
          <p:cNvPr id="77831" name="Group 41">
            <a:extLst>
              <a:ext uri="{FF2B5EF4-FFF2-40B4-BE49-F238E27FC236}">
                <a16:creationId xmlns:a16="http://schemas.microsoft.com/office/drawing/2014/main" id="{87074B91-D6CF-454A-A663-DDAAC473E8CC}"/>
              </a:ext>
            </a:extLst>
          </p:cNvPr>
          <p:cNvGrpSpPr>
            <a:grpSpLocks/>
          </p:cNvGrpSpPr>
          <p:nvPr/>
        </p:nvGrpSpPr>
        <p:grpSpPr bwMode="auto">
          <a:xfrm>
            <a:off x="2014538" y="717550"/>
            <a:ext cx="5999162" cy="989013"/>
            <a:chOff x="1918" y="1392"/>
            <a:chExt cx="3763" cy="607"/>
          </a:xfrm>
        </p:grpSpPr>
        <p:sp>
          <p:nvSpPr>
            <p:cNvPr id="77832" name="Rectangle 42">
              <a:extLst>
                <a:ext uri="{FF2B5EF4-FFF2-40B4-BE49-F238E27FC236}">
                  <a16:creationId xmlns:a16="http://schemas.microsoft.com/office/drawing/2014/main" id="{891BD62B-F8FD-0B46-B119-E22F2C320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77833" name="Group 43">
              <a:extLst>
                <a:ext uri="{FF2B5EF4-FFF2-40B4-BE49-F238E27FC236}">
                  <a16:creationId xmlns:a16="http://schemas.microsoft.com/office/drawing/2014/main" id="{2A93BDE8-CA9F-6141-9116-17736486F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77851" name="Rectangle 44">
                <a:extLst>
                  <a:ext uri="{FF2B5EF4-FFF2-40B4-BE49-F238E27FC236}">
                    <a16:creationId xmlns:a16="http://schemas.microsoft.com/office/drawing/2014/main" id="{3F3DECE3-0437-CF40-96ED-9EBAC1B19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52" name="Rectangle 45">
                <a:extLst>
                  <a:ext uri="{FF2B5EF4-FFF2-40B4-BE49-F238E27FC236}">
                    <a16:creationId xmlns:a16="http://schemas.microsoft.com/office/drawing/2014/main" id="{0EF918F4-0433-E04F-8208-23ECB9689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77834" name="Group 46">
              <a:extLst>
                <a:ext uri="{FF2B5EF4-FFF2-40B4-BE49-F238E27FC236}">
                  <a16:creationId xmlns:a16="http://schemas.microsoft.com/office/drawing/2014/main" id="{6945EC30-0919-6142-8A43-0D607CD13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77849" name="Rectangle 47">
                <a:extLst>
                  <a:ext uri="{FF2B5EF4-FFF2-40B4-BE49-F238E27FC236}">
                    <a16:creationId xmlns:a16="http://schemas.microsoft.com/office/drawing/2014/main" id="{2247B979-6FC8-8A43-B1C9-33C2C925DB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50" name="Rectangle 48">
                <a:extLst>
                  <a:ext uri="{FF2B5EF4-FFF2-40B4-BE49-F238E27FC236}">
                    <a16:creationId xmlns:a16="http://schemas.microsoft.com/office/drawing/2014/main" id="{4E0732C0-25D3-B34A-8FF4-92B63C2D9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77835" name="Group 49">
              <a:extLst>
                <a:ext uri="{FF2B5EF4-FFF2-40B4-BE49-F238E27FC236}">
                  <a16:creationId xmlns:a16="http://schemas.microsoft.com/office/drawing/2014/main" id="{51D18C3C-D24A-794E-BBB1-CD14BA1A4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77847" name="Rectangle 50">
                <a:extLst>
                  <a:ext uri="{FF2B5EF4-FFF2-40B4-BE49-F238E27FC236}">
                    <a16:creationId xmlns:a16="http://schemas.microsoft.com/office/drawing/2014/main" id="{06FF3794-244C-274E-8D2A-445F761E2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7848" name="Rectangle 51">
                <a:extLst>
                  <a:ext uri="{FF2B5EF4-FFF2-40B4-BE49-F238E27FC236}">
                    <a16:creationId xmlns:a16="http://schemas.microsoft.com/office/drawing/2014/main" id="{4FC37B30-0177-064E-896C-7528652B3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77836" name="Rectangle 52">
              <a:extLst>
                <a:ext uri="{FF2B5EF4-FFF2-40B4-BE49-F238E27FC236}">
                  <a16:creationId xmlns:a16="http://schemas.microsoft.com/office/drawing/2014/main" id="{28A0A6C4-1EBD-4F4B-B9B3-6603EBEA3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7837" name="Rectangle 53">
              <a:extLst>
                <a:ext uri="{FF2B5EF4-FFF2-40B4-BE49-F238E27FC236}">
                  <a16:creationId xmlns:a16="http://schemas.microsoft.com/office/drawing/2014/main" id="{61A46776-3CEF-BA47-AC1F-141E2919B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77838" name="Rectangle 54">
              <a:extLst>
                <a:ext uri="{FF2B5EF4-FFF2-40B4-BE49-F238E27FC236}">
                  <a16:creationId xmlns:a16="http://schemas.microsoft.com/office/drawing/2014/main" id="{1A4C0F11-1193-574C-BCF8-EAC8C349F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7839" name="Rectangle 55">
              <a:extLst>
                <a:ext uri="{FF2B5EF4-FFF2-40B4-BE49-F238E27FC236}">
                  <a16:creationId xmlns:a16="http://schemas.microsoft.com/office/drawing/2014/main" id="{E26BCE3C-0C4C-8740-88CE-DE9AD8D93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77840" name="Rectangle 56">
              <a:extLst>
                <a:ext uri="{FF2B5EF4-FFF2-40B4-BE49-F238E27FC236}">
                  <a16:creationId xmlns:a16="http://schemas.microsoft.com/office/drawing/2014/main" id="{135F640A-70E6-AD46-B3D9-BE3965575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77841" name="Rectangle 57">
              <a:extLst>
                <a:ext uri="{FF2B5EF4-FFF2-40B4-BE49-F238E27FC236}">
                  <a16:creationId xmlns:a16="http://schemas.microsoft.com/office/drawing/2014/main" id="{E8100F01-2AAA-934A-8A31-56D17231D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77842" name="Rectangle 58">
              <a:extLst>
                <a:ext uri="{FF2B5EF4-FFF2-40B4-BE49-F238E27FC236}">
                  <a16:creationId xmlns:a16="http://schemas.microsoft.com/office/drawing/2014/main" id="{FA2CC74D-5683-C949-A8E4-9CF15107A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77843" name="Rectangle 59">
              <a:extLst>
                <a:ext uri="{FF2B5EF4-FFF2-40B4-BE49-F238E27FC236}">
                  <a16:creationId xmlns:a16="http://schemas.microsoft.com/office/drawing/2014/main" id="{0C0D98E7-EDF5-2C41-91F2-495695D80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7844" name="Rectangle 60">
              <a:extLst>
                <a:ext uri="{FF2B5EF4-FFF2-40B4-BE49-F238E27FC236}">
                  <a16:creationId xmlns:a16="http://schemas.microsoft.com/office/drawing/2014/main" id="{DDB5B596-B811-2A45-BCD6-F5A741DEE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7845" name="Rectangle 61">
              <a:extLst>
                <a:ext uri="{FF2B5EF4-FFF2-40B4-BE49-F238E27FC236}">
                  <a16:creationId xmlns:a16="http://schemas.microsoft.com/office/drawing/2014/main" id="{B949D9CD-06DF-5A46-A1A9-6228B6AD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7846" name="Rectangle 62">
              <a:extLst>
                <a:ext uri="{FF2B5EF4-FFF2-40B4-BE49-F238E27FC236}">
                  <a16:creationId xmlns:a16="http://schemas.microsoft.com/office/drawing/2014/main" id="{9F3C9CCE-4F49-2E49-9B1D-9FE121BD0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0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9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3D784DD-B6A9-A741-8A6E-BFA4B872D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053263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带立即数的逻辑指令的数据通路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097EC26-1713-B74C-9800-F440D401D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74930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</a:t>
            </a:r>
            <a:r>
              <a:rPr lang="en-US" altLang="zh-CN">
                <a:solidFill>
                  <a:srgbClr val="A50021"/>
                </a:solidFill>
                <a:ea typeface="宋体" panose="02010600030101010101" pitchFamily="2" charset="-122"/>
              </a:rPr>
              <a:t>rt</a:t>
            </a:r>
            <a:r>
              <a:rPr lang="en-US" altLang="zh-CN">
                <a:ea typeface="宋体" panose="02010600030101010101" pitchFamily="2" charset="-122"/>
              </a:rPr>
              <a:t>]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R[rs] op ZeroExt[imm16]] 	Example: ori    rt, rs, imm16</a:t>
            </a:r>
          </a:p>
        </p:txBody>
      </p:sp>
      <p:grpSp>
        <p:nvGrpSpPr>
          <p:cNvPr id="79876" name="Group 4">
            <a:extLst>
              <a:ext uri="{FF2B5EF4-FFF2-40B4-BE49-F238E27FC236}">
                <a16:creationId xmlns:a16="http://schemas.microsoft.com/office/drawing/2014/main" id="{19AA83BF-D57A-A346-9E3B-F1E64B97DBDA}"/>
              </a:ext>
            </a:extLst>
          </p:cNvPr>
          <p:cNvGrpSpPr>
            <a:grpSpLocks/>
          </p:cNvGrpSpPr>
          <p:nvPr/>
        </p:nvGrpSpPr>
        <p:grpSpPr bwMode="auto">
          <a:xfrm>
            <a:off x="5805488" y="3608388"/>
            <a:ext cx="457200" cy="1219200"/>
            <a:chOff x="3648" y="2552"/>
            <a:chExt cx="288" cy="768"/>
          </a:xfrm>
        </p:grpSpPr>
        <p:sp>
          <p:nvSpPr>
            <p:cNvPr id="79994" name="Line 5">
              <a:extLst>
                <a:ext uri="{FF2B5EF4-FFF2-40B4-BE49-F238E27FC236}">
                  <a16:creationId xmlns:a16="http://schemas.microsoft.com/office/drawing/2014/main" id="{17D7C236-2195-EB40-8EE3-2873EB705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552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95" name="Line 6">
              <a:extLst>
                <a:ext uri="{FF2B5EF4-FFF2-40B4-BE49-F238E27FC236}">
                  <a16:creationId xmlns:a16="http://schemas.microsoft.com/office/drawing/2014/main" id="{9D0A69DA-FF21-A54A-8C0A-6095D333D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2552"/>
              <a:ext cx="272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96" name="Line 7">
              <a:extLst>
                <a:ext uri="{FF2B5EF4-FFF2-40B4-BE49-F238E27FC236}">
                  <a16:creationId xmlns:a16="http://schemas.microsoft.com/office/drawing/2014/main" id="{BFB6115C-9ED3-054E-B726-909F4CBD6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" y="2744"/>
              <a:ext cx="128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97" name="Line 8">
              <a:extLst>
                <a:ext uri="{FF2B5EF4-FFF2-40B4-BE49-F238E27FC236}">
                  <a16:creationId xmlns:a16="http://schemas.microsoft.com/office/drawing/2014/main" id="{FD841002-227C-9B47-B21E-46BF39F54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840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98" name="Line 9">
              <a:extLst>
                <a:ext uri="{FF2B5EF4-FFF2-40B4-BE49-F238E27FC236}">
                  <a16:creationId xmlns:a16="http://schemas.microsoft.com/office/drawing/2014/main" id="{9D4A7998-DFE7-5C4D-842B-5CA5DAEF1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744"/>
              <a:ext cx="0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99" name="Line 10">
              <a:extLst>
                <a:ext uri="{FF2B5EF4-FFF2-40B4-BE49-F238E27FC236}">
                  <a16:creationId xmlns:a16="http://schemas.microsoft.com/office/drawing/2014/main" id="{E7727E25-009A-F348-A01E-E087EC219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6" y="3016"/>
              <a:ext cx="128" cy="1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000" name="Line 11">
              <a:extLst>
                <a:ext uri="{FF2B5EF4-FFF2-40B4-BE49-F238E27FC236}">
                  <a16:creationId xmlns:a16="http://schemas.microsoft.com/office/drawing/2014/main" id="{3333C72D-EC4D-044D-BBC4-263609B79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128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001" name="Line 12">
              <a:extLst>
                <a:ext uri="{FF2B5EF4-FFF2-40B4-BE49-F238E27FC236}">
                  <a16:creationId xmlns:a16="http://schemas.microsoft.com/office/drawing/2014/main" id="{26C9E189-2BEF-6F45-BF60-B09E992BF7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6" y="3112"/>
              <a:ext cx="272" cy="2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9877" name="Line 13">
            <a:extLst>
              <a:ext uri="{FF2B5EF4-FFF2-40B4-BE49-F238E27FC236}">
                <a16:creationId xmlns:a16="http://schemas.microsoft.com/office/drawing/2014/main" id="{26350FB1-B2A8-AD45-9C8E-F0ABAF3567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4205288"/>
            <a:ext cx="185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8" name="Line 14">
            <a:extLst>
              <a:ext uri="{FF2B5EF4-FFF2-40B4-BE49-F238E27FC236}">
                <a16:creationId xmlns:a16="http://schemas.microsoft.com/office/drawing/2014/main" id="{36EF8155-7678-654C-9704-AA7554CC4E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3050" y="41354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79" name="Rectangle 15">
            <a:extLst>
              <a:ext uri="{FF2B5EF4-FFF2-40B4-BE49-F238E27FC236}">
                <a16:creationId xmlns:a16="http://schemas.microsoft.com/office/drawing/2014/main" id="{3050C0FB-F878-5344-A3C6-FD155E7C6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42052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9880" name="Rectangle 16">
            <a:extLst>
              <a:ext uri="{FF2B5EF4-FFF2-40B4-BE49-F238E27FC236}">
                <a16:creationId xmlns:a16="http://schemas.microsoft.com/office/drawing/2014/main" id="{D0BA5AAF-AB16-A048-9799-1C7CD7111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3824288"/>
            <a:ext cx="879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Result</a:t>
            </a:r>
          </a:p>
        </p:txBody>
      </p:sp>
      <p:sp>
        <p:nvSpPr>
          <p:cNvPr id="79881" name="Line 17">
            <a:extLst>
              <a:ext uri="{FF2B5EF4-FFF2-40B4-BE49-F238E27FC236}">
                <a16:creationId xmlns:a16="http://schemas.microsoft.com/office/drawing/2014/main" id="{25A7B872-C6DC-9242-8FC5-5BFFFA92F3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3035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2" name="Rectangle 18">
            <a:extLst>
              <a:ext uri="{FF2B5EF4-FFF2-40B4-BE49-F238E27FC236}">
                <a16:creationId xmlns:a16="http://schemas.microsoft.com/office/drawing/2014/main" id="{28A85D74-8571-8E40-9BD1-85F037D20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986088"/>
            <a:ext cx="11398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79883" name="Rectangle 19">
            <a:extLst>
              <a:ext uri="{FF2B5EF4-FFF2-40B4-BE49-F238E27FC236}">
                <a16:creationId xmlns:a16="http://schemas.microsoft.com/office/drawing/2014/main" id="{595A193A-3DEC-3F4B-9273-44179E4EB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3" y="4627563"/>
            <a:ext cx="496887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79884" name="Rectangle 20">
            <a:extLst>
              <a:ext uri="{FF2B5EF4-FFF2-40B4-BE49-F238E27FC236}">
                <a16:creationId xmlns:a16="http://schemas.microsoft.com/office/drawing/2014/main" id="{8A2BA792-26E6-1843-8311-B7A901CC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3748088"/>
            <a:ext cx="803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79885" name="Rectangle 21">
            <a:extLst>
              <a:ext uri="{FF2B5EF4-FFF2-40B4-BE49-F238E27FC236}">
                <a16:creationId xmlns:a16="http://schemas.microsoft.com/office/drawing/2014/main" id="{CCBBB5B8-B1D7-9444-BB63-7C972522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775" y="3608388"/>
            <a:ext cx="1431925" cy="12128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9886" name="Line 22">
            <a:extLst>
              <a:ext uri="{FF2B5EF4-FFF2-40B4-BE49-F238E27FC236}">
                <a16:creationId xmlns:a16="http://schemas.microsoft.com/office/drawing/2014/main" id="{EBCCDD78-B433-8C43-8272-4BF017FCA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4579938"/>
            <a:ext cx="250825" cy="69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7" name="Line 23">
            <a:extLst>
              <a:ext uri="{FF2B5EF4-FFF2-40B4-BE49-F238E27FC236}">
                <a16:creationId xmlns:a16="http://schemas.microsoft.com/office/drawing/2014/main" id="{EB1D3CAA-2EC8-D648-8A79-7BD2E3D05C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0475" y="4675188"/>
            <a:ext cx="301625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88" name="Oval 24">
            <a:extLst>
              <a:ext uri="{FF2B5EF4-FFF2-40B4-BE49-F238E27FC236}">
                <a16:creationId xmlns:a16="http://schemas.microsoft.com/office/drawing/2014/main" id="{EA1BB826-0146-7B49-96CA-D163E7D86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75" y="4618038"/>
            <a:ext cx="127000" cy="1270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9889" name="Rectangle 25">
            <a:extLst>
              <a:ext uri="{FF2B5EF4-FFF2-40B4-BE49-F238E27FC236}">
                <a16:creationId xmlns:a16="http://schemas.microsoft.com/office/drawing/2014/main" id="{A98B1B6E-7607-1B40-B1E4-3B7AA9BB9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060700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79890" name="Line 26">
            <a:extLst>
              <a:ext uri="{FF2B5EF4-FFF2-40B4-BE49-F238E27FC236}">
                <a16:creationId xmlns:a16="http://schemas.microsoft.com/office/drawing/2014/main" id="{FCD9F3AA-2DA9-7C41-A972-5A10809442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4129088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1" name="Line 27">
            <a:extLst>
              <a:ext uri="{FF2B5EF4-FFF2-40B4-BE49-F238E27FC236}">
                <a16:creationId xmlns:a16="http://schemas.microsoft.com/office/drawing/2014/main" id="{FEF523EF-1CE5-A347-9010-0B47192CDF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40592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2" name="Rectangle 28">
            <a:extLst>
              <a:ext uri="{FF2B5EF4-FFF2-40B4-BE49-F238E27FC236}">
                <a16:creationId xmlns:a16="http://schemas.microsoft.com/office/drawing/2014/main" id="{1A755420-C757-804A-9D0F-E3DC3B03C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1132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9893" name="Line 29">
            <a:extLst>
              <a:ext uri="{FF2B5EF4-FFF2-40B4-BE49-F238E27FC236}">
                <a16:creationId xmlns:a16="http://schemas.microsoft.com/office/drawing/2014/main" id="{DE12FA47-EBEB-1949-B512-47121153A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3748088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4" name="Line 30">
            <a:extLst>
              <a:ext uri="{FF2B5EF4-FFF2-40B4-BE49-F238E27FC236}">
                <a16:creationId xmlns:a16="http://schemas.microsoft.com/office/drawing/2014/main" id="{83989CC7-FD58-7645-A0AD-479CACD1FB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6650" y="36782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5" name="Rectangle 31">
            <a:extLst>
              <a:ext uri="{FF2B5EF4-FFF2-40B4-BE49-F238E27FC236}">
                <a16:creationId xmlns:a16="http://schemas.microsoft.com/office/drawing/2014/main" id="{52740B64-1878-F242-8A62-1D102E9A5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38242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9896" name="Rectangle 32">
            <a:extLst>
              <a:ext uri="{FF2B5EF4-FFF2-40B4-BE49-F238E27FC236}">
                <a16:creationId xmlns:a16="http://schemas.microsoft.com/office/drawing/2014/main" id="{96531EC0-3EEF-DE4F-8D30-4ECD305F4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34432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79897" name="Line 33">
            <a:extLst>
              <a:ext uri="{FF2B5EF4-FFF2-40B4-BE49-F238E27FC236}">
                <a16:creationId xmlns:a16="http://schemas.microsoft.com/office/drawing/2014/main" id="{F7B49B33-FE73-2645-9CF6-1439C2031D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354388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8" name="Line 34">
            <a:extLst>
              <a:ext uri="{FF2B5EF4-FFF2-40B4-BE49-F238E27FC236}">
                <a16:creationId xmlns:a16="http://schemas.microsoft.com/office/drawing/2014/main" id="{5654CF2F-4A1F-0D4F-AB2A-1022CEFD3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46624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899" name="Line 35">
            <a:extLst>
              <a:ext uri="{FF2B5EF4-FFF2-40B4-BE49-F238E27FC236}">
                <a16:creationId xmlns:a16="http://schemas.microsoft.com/office/drawing/2014/main" id="{D8A627C4-6A79-AF42-B062-0F0EB9DD63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89450" y="4592638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0" name="Rectangle 36">
            <a:extLst>
              <a:ext uri="{FF2B5EF4-FFF2-40B4-BE49-F238E27FC236}">
                <a16:creationId xmlns:a16="http://schemas.microsoft.com/office/drawing/2014/main" id="{12759ECE-8D99-6647-BB51-39FB79529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46624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79901" name="Rectangle 37">
            <a:extLst>
              <a:ext uri="{FF2B5EF4-FFF2-40B4-BE49-F238E27FC236}">
                <a16:creationId xmlns:a16="http://schemas.microsoft.com/office/drawing/2014/main" id="{7526DED4-927C-934A-8246-9BAC929C9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43576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79902" name="Line 38">
            <a:extLst>
              <a:ext uri="{FF2B5EF4-FFF2-40B4-BE49-F238E27FC236}">
                <a16:creationId xmlns:a16="http://schemas.microsoft.com/office/drawing/2014/main" id="{90BB7686-CD0A-174C-91DE-A7DBCC9531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92300" y="46624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3" name="Line 39">
            <a:extLst>
              <a:ext uri="{FF2B5EF4-FFF2-40B4-BE49-F238E27FC236}">
                <a16:creationId xmlns:a16="http://schemas.microsoft.com/office/drawing/2014/main" id="{29DE4A7B-2C5F-1A4B-A04E-CB5363C81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98788"/>
            <a:ext cx="0" cy="58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4" name="Line 40">
            <a:extLst>
              <a:ext uri="{FF2B5EF4-FFF2-40B4-BE49-F238E27FC236}">
                <a16:creationId xmlns:a16="http://schemas.microsoft.com/office/drawing/2014/main" id="{96ECEA5C-E513-3942-9FB0-C644B6BC7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328453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5" name="Rectangle 41">
            <a:extLst>
              <a:ext uri="{FF2B5EF4-FFF2-40B4-BE49-F238E27FC236}">
                <a16:creationId xmlns:a16="http://schemas.microsoft.com/office/drawing/2014/main" id="{5C73D202-9B3F-3341-A130-49CF6E40E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1384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9906" name="Line 42">
            <a:extLst>
              <a:ext uri="{FF2B5EF4-FFF2-40B4-BE49-F238E27FC236}">
                <a16:creationId xmlns:a16="http://schemas.microsoft.com/office/drawing/2014/main" id="{159904CD-9ED1-6F4D-A806-F7754C1EE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1511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7" name="Line 43">
            <a:extLst>
              <a:ext uri="{FF2B5EF4-FFF2-40B4-BE49-F238E27FC236}">
                <a16:creationId xmlns:a16="http://schemas.microsoft.com/office/drawing/2014/main" id="{293D665D-0056-CE47-B0F2-219D2F2E0D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2950" y="328453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8" name="Rectangle 44">
            <a:extLst>
              <a:ext uri="{FF2B5EF4-FFF2-40B4-BE49-F238E27FC236}">
                <a16:creationId xmlns:a16="http://schemas.microsoft.com/office/drawing/2014/main" id="{DF6EE67D-7C43-FF40-B992-FA0E692D8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31384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9909" name="Line 45">
            <a:extLst>
              <a:ext uri="{FF2B5EF4-FFF2-40B4-BE49-F238E27FC236}">
                <a16:creationId xmlns:a16="http://schemas.microsoft.com/office/drawing/2014/main" id="{C562D071-9E52-2F4C-9F8A-70927DADD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151188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0" name="Line 46">
            <a:extLst>
              <a:ext uri="{FF2B5EF4-FFF2-40B4-BE49-F238E27FC236}">
                <a16:creationId xmlns:a16="http://schemas.microsoft.com/office/drawing/2014/main" id="{672A2B7D-232A-E645-B5BA-F63D30529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0150" y="3284538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1" name="Rectangle 47">
            <a:extLst>
              <a:ext uri="{FF2B5EF4-FFF2-40B4-BE49-F238E27FC236}">
                <a16:creationId xmlns:a16="http://schemas.microsoft.com/office/drawing/2014/main" id="{48150A4E-F0BA-D943-98E9-879E61375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138488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9912" name="Rectangle 48">
            <a:extLst>
              <a:ext uri="{FF2B5EF4-FFF2-40B4-BE49-F238E27FC236}">
                <a16:creationId xmlns:a16="http://schemas.microsoft.com/office/drawing/2014/main" id="{D8BAA634-5A47-0F43-ABFC-8851C8F70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595688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79913" name="Rectangle 49">
            <a:extLst>
              <a:ext uri="{FF2B5EF4-FFF2-40B4-BE49-F238E27FC236}">
                <a16:creationId xmlns:a16="http://schemas.microsoft.com/office/drawing/2014/main" id="{7573156E-B638-5A40-95B4-AC2F63C38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59568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79914" name="Rectangle 50">
            <a:extLst>
              <a:ext uri="{FF2B5EF4-FFF2-40B4-BE49-F238E27FC236}">
                <a16:creationId xmlns:a16="http://schemas.microsoft.com/office/drawing/2014/main" id="{DA95AD08-CA3B-704D-B081-944D88A63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3595688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79915" name="Rectangle 51">
            <a:extLst>
              <a:ext uri="{FF2B5EF4-FFF2-40B4-BE49-F238E27FC236}">
                <a16:creationId xmlns:a16="http://schemas.microsoft.com/office/drawing/2014/main" id="{DE90AF8D-A83A-1E43-88B5-16D052D0E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900488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 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79916" name="Line 52">
            <a:extLst>
              <a:ext uri="{FF2B5EF4-FFF2-40B4-BE49-F238E27FC236}">
                <a16:creationId xmlns:a16="http://schemas.microsoft.com/office/drawing/2014/main" id="{43716685-AECD-A040-A59F-C3654525EC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1300" y="5957888"/>
            <a:ext cx="574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7" name="Line 53">
            <a:extLst>
              <a:ext uri="{FF2B5EF4-FFF2-40B4-BE49-F238E27FC236}">
                <a16:creationId xmlns:a16="http://schemas.microsoft.com/office/drawing/2014/main" id="{8932B81E-A078-A14C-8D0A-A19F44FBAC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116388"/>
            <a:ext cx="0" cy="185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18" name="Rectangle 54">
            <a:extLst>
              <a:ext uri="{FF2B5EF4-FFF2-40B4-BE49-F238E27FC236}">
                <a16:creationId xmlns:a16="http://schemas.microsoft.com/office/drawing/2014/main" id="{50A97458-48C3-AD49-B19A-6AE2B471B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292258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79919" name="Rectangle 55">
            <a:extLst>
              <a:ext uri="{FF2B5EF4-FFF2-40B4-BE49-F238E27FC236}">
                <a16:creationId xmlns:a16="http://schemas.microsoft.com/office/drawing/2014/main" id="{D41FD763-7773-E942-AAF2-4B1FF6E96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038" y="2617788"/>
            <a:ext cx="13239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Don’t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Care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(Rt)</a:t>
            </a:r>
          </a:p>
        </p:txBody>
      </p:sp>
      <p:sp>
        <p:nvSpPr>
          <p:cNvPr id="79920" name="Line 89">
            <a:extLst>
              <a:ext uri="{FF2B5EF4-FFF2-40B4-BE49-F238E27FC236}">
                <a16:creationId xmlns:a16="http://schemas.microsoft.com/office/drawing/2014/main" id="{2BF2FF13-CAED-8F4E-8E86-8FFD2C4DC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0" y="46624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21" name="Line 90">
            <a:extLst>
              <a:ext uri="{FF2B5EF4-FFF2-40B4-BE49-F238E27FC236}">
                <a16:creationId xmlns:a16="http://schemas.microsoft.com/office/drawing/2014/main" id="{AA65D16D-D187-164F-9A15-CF5D1B99C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217988"/>
            <a:ext cx="0" cy="172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22" name="Rectangle 91">
            <a:extLst>
              <a:ext uri="{FF2B5EF4-FFF2-40B4-BE49-F238E27FC236}">
                <a16:creationId xmlns:a16="http://schemas.microsoft.com/office/drawing/2014/main" id="{308DF1C0-C6B7-2B47-B530-D0630C62648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823744" y="4061619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79923" name="Text Box 115">
            <a:extLst>
              <a:ext uri="{FF2B5EF4-FFF2-40B4-BE49-F238E27FC236}">
                <a16:creationId xmlns:a16="http://schemas.microsoft.com/office/drawing/2014/main" id="{FF55BC46-7486-1F4A-A836-72BE0184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363" y="2609850"/>
            <a:ext cx="25066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9924" name="Text Box 116">
            <a:extLst>
              <a:ext uri="{FF2B5EF4-FFF2-40B4-BE49-F238E27FC236}">
                <a16:creationId xmlns:a16="http://schemas.microsoft.com/office/drawing/2014/main" id="{7422492F-10DD-694E-97DB-30324A7D4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1976438"/>
            <a:ext cx="29241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类型的结果写入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</a:p>
        </p:txBody>
      </p:sp>
      <p:sp>
        <p:nvSpPr>
          <p:cNvPr id="79925" name="Text Box 117">
            <a:extLst>
              <a:ext uri="{FF2B5EF4-FFF2-40B4-BE49-F238E27FC236}">
                <a16:creationId xmlns:a16="http://schemas.microsoft.com/office/drawing/2014/main" id="{3B141321-ECF3-A541-B654-6B8CA8E49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5113338"/>
            <a:ext cx="16970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R-Type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的操作数来自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busB</a:t>
            </a:r>
          </a:p>
        </p:txBody>
      </p:sp>
      <p:grpSp>
        <p:nvGrpSpPr>
          <p:cNvPr id="204919" name="Group 119">
            <a:extLst>
              <a:ext uri="{FF2B5EF4-FFF2-40B4-BE49-F238E27FC236}">
                <a16:creationId xmlns:a16="http://schemas.microsoft.com/office/drawing/2014/main" id="{D0CF4BB1-26A9-D241-99B4-9B33150BA757}"/>
              </a:ext>
            </a:extLst>
          </p:cNvPr>
          <p:cNvGrpSpPr>
            <a:grpSpLocks/>
          </p:cNvGrpSpPr>
          <p:nvPr/>
        </p:nvGrpSpPr>
        <p:grpSpPr bwMode="auto">
          <a:xfrm>
            <a:off x="3470275" y="2236788"/>
            <a:ext cx="4999038" cy="2144712"/>
            <a:chOff x="2249" y="1657"/>
            <a:chExt cx="2661" cy="1351"/>
          </a:xfrm>
        </p:grpSpPr>
        <p:sp>
          <p:nvSpPr>
            <p:cNvPr id="79991" name="Text Box 113">
              <a:extLst>
                <a:ext uri="{FF2B5EF4-FFF2-40B4-BE49-F238E27FC236}">
                  <a16:creationId xmlns:a16="http://schemas.microsoft.com/office/drawing/2014/main" id="{6C74C24C-935C-4346-B00D-E92E2DE91A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5" y="1657"/>
              <a:ext cx="1475" cy="23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应加兰色部分，为什么？</a:t>
              </a:r>
            </a:p>
          </p:txBody>
        </p:sp>
        <p:sp>
          <p:nvSpPr>
            <p:cNvPr id="79992" name="Line 114">
              <a:extLst>
                <a:ext uri="{FF2B5EF4-FFF2-40B4-BE49-F238E27FC236}">
                  <a16:creationId xmlns:a16="http://schemas.microsoft.com/office/drawing/2014/main" id="{5EC127D3-7077-F848-895B-4E25CA41EB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9" y="1755"/>
              <a:ext cx="1180" cy="19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93" name="Line 118">
              <a:extLst>
                <a:ext uri="{FF2B5EF4-FFF2-40B4-BE49-F238E27FC236}">
                  <a16:creationId xmlns:a16="http://schemas.microsoft.com/office/drawing/2014/main" id="{4E7CF3D2-ABF1-DD4D-A770-C94E4F46E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1" y="1883"/>
              <a:ext cx="210" cy="11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921" name="Text Box 121">
            <a:extLst>
              <a:ext uri="{FF2B5EF4-FFF2-40B4-BE49-F238E27FC236}">
                <a16:creationId xmlns:a16="http://schemas.microsoft.com/office/drawing/2014/main" id="{24694539-8854-D74B-BEE1-9CBDCB850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6232525"/>
            <a:ext cx="85629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指令的控制信号：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RegDst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RegWr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ALUSrc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ALUctr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8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</a:t>
            </a: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4931" name="Group 131">
            <a:extLst>
              <a:ext uri="{FF2B5EF4-FFF2-40B4-BE49-F238E27FC236}">
                <a16:creationId xmlns:a16="http://schemas.microsoft.com/office/drawing/2014/main" id="{1F6AC65E-DCFC-2F42-85B8-E9752CF5E268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2347913"/>
            <a:ext cx="2538412" cy="706437"/>
            <a:chOff x="823" y="1449"/>
            <a:chExt cx="1363" cy="445"/>
          </a:xfrm>
        </p:grpSpPr>
        <p:grpSp>
          <p:nvGrpSpPr>
            <p:cNvPr id="79976" name="Group 56">
              <a:extLst>
                <a:ext uri="{FF2B5EF4-FFF2-40B4-BE49-F238E27FC236}">
                  <a16:creationId xmlns:a16="http://schemas.microsoft.com/office/drawing/2014/main" id="{E0905BDE-A2DF-A44D-B577-7BF47B17BD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3" y="1449"/>
              <a:ext cx="1363" cy="445"/>
              <a:chOff x="823" y="1728"/>
              <a:chExt cx="1363" cy="445"/>
            </a:xfrm>
          </p:grpSpPr>
          <p:sp>
            <p:nvSpPr>
              <p:cNvPr id="79979" name="Rectangle 57">
                <a:extLst>
                  <a:ext uri="{FF2B5EF4-FFF2-40B4-BE49-F238E27FC236}">
                    <a16:creationId xmlns:a16="http://schemas.microsoft.com/office/drawing/2014/main" id="{6AB3D0F4-9BD8-B448-A643-1E61D4E67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1728"/>
                <a:ext cx="22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  <p:grpSp>
            <p:nvGrpSpPr>
              <p:cNvPr id="79980" name="Group 58">
                <a:extLst>
                  <a:ext uri="{FF2B5EF4-FFF2-40B4-BE49-F238E27FC236}">
                    <a16:creationId xmlns:a16="http://schemas.microsoft.com/office/drawing/2014/main" id="{4FB669F9-DBFA-EE4F-92FC-93DECA7D7B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8" y="1944"/>
                <a:ext cx="736" cy="192"/>
                <a:chOff x="1408" y="1944"/>
                <a:chExt cx="736" cy="192"/>
              </a:xfrm>
            </p:grpSpPr>
            <p:sp>
              <p:nvSpPr>
                <p:cNvPr id="79987" name="Line 59">
                  <a:extLst>
                    <a:ext uri="{FF2B5EF4-FFF2-40B4-BE49-F238E27FC236}">
                      <a16:creationId xmlns:a16="http://schemas.microsoft.com/office/drawing/2014/main" id="{7BDF1F3E-48A8-4947-8441-C4C7CE5033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08" y="1944"/>
                  <a:ext cx="736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988" name="Line 60">
                  <a:extLst>
                    <a:ext uri="{FF2B5EF4-FFF2-40B4-BE49-F238E27FC236}">
                      <a16:creationId xmlns:a16="http://schemas.microsoft.com/office/drawing/2014/main" id="{8DBD49BA-4F09-374B-AFDF-308251F7C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32" y="1952"/>
                  <a:ext cx="112" cy="176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989" name="Line 61">
                  <a:extLst>
                    <a:ext uri="{FF2B5EF4-FFF2-40B4-BE49-F238E27FC236}">
                      <a16:creationId xmlns:a16="http://schemas.microsoft.com/office/drawing/2014/main" id="{E08BADE7-BE99-C54C-98B8-9B232BA99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24" y="1952"/>
                  <a:ext cx="80" cy="176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990" name="Line 62">
                  <a:extLst>
                    <a:ext uri="{FF2B5EF4-FFF2-40B4-BE49-F238E27FC236}">
                      <a16:creationId xmlns:a16="http://schemas.microsoft.com/office/drawing/2014/main" id="{9F311FE7-E62F-D346-8412-B72C0B6556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04" y="2136"/>
                  <a:ext cx="544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9981" name="Line 63">
                <a:extLst>
                  <a:ext uri="{FF2B5EF4-FFF2-40B4-BE49-F238E27FC236}">
                    <a16:creationId xmlns:a16="http://schemas.microsoft.com/office/drawing/2014/main" id="{7A025758-B3F8-824E-9902-FED675316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784"/>
                <a:ext cx="1" cy="155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82" name="Line 64">
                <a:extLst>
                  <a:ext uri="{FF2B5EF4-FFF2-40B4-BE49-F238E27FC236}">
                    <a16:creationId xmlns:a16="http://schemas.microsoft.com/office/drawing/2014/main" id="{6ACF0533-E637-4940-92F2-40D55C0C7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1784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83" name="Rectangle 65">
                <a:extLst>
                  <a:ext uri="{FF2B5EF4-FFF2-40B4-BE49-F238E27FC236}">
                    <a16:creationId xmlns:a16="http://schemas.microsoft.com/office/drawing/2014/main" id="{D4FD4E85-E924-2149-BFF4-3BAAD7FCE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1735"/>
                <a:ext cx="263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79984" name="Line 66">
                <a:extLst>
                  <a:ext uri="{FF2B5EF4-FFF2-40B4-BE49-F238E27FC236}">
                    <a16:creationId xmlns:a16="http://schemas.microsoft.com/office/drawing/2014/main" id="{3CAE85BD-1D50-FC4D-92E2-E7669413B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56" y="2064"/>
                <a:ext cx="6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85" name="Rectangle 67">
                <a:extLst>
                  <a:ext uri="{FF2B5EF4-FFF2-40B4-BE49-F238E27FC236}">
                    <a16:creationId xmlns:a16="http://schemas.microsoft.com/office/drawing/2014/main" id="{8DE757F3-4215-F04E-9D30-61B7C3DC0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" y="1862"/>
                <a:ext cx="52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RegDst</a:t>
                </a:r>
              </a:p>
            </p:txBody>
          </p:sp>
          <p:sp>
            <p:nvSpPr>
              <p:cNvPr id="79986" name="Rectangle 68">
                <a:extLst>
                  <a:ext uri="{FF2B5EF4-FFF2-40B4-BE49-F238E27FC236}">
                    <a16:creationId xmlns:a16="http://schemas.microsoft.com/office/drawing/2014/main" id="{E312E3FB-2AF0-4842-973B-95F78BC1E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0" y="1944"/>
                <a:ext cx="34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Mux</a:t>
                </a:r>
              </a:p>
            </p:txBody>
          </p:sp>
        </p:grpSp>
        <p:sp>
          <p:nvSpPr>
            <p:cNvPr id="79977" name="Text Box 122">
              <a:extLst>
                <a:ext uri="{FF2B5EF4-FFF2-40B4-BE49-F238E27FC236}">
                  <a16:creationId xmlns:a16="http://schemas.microsoft.com/office/drawing/2014/main" id="{01AC8027-F4A3-694A-883F-2873E8D9D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9" y="1616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78" name="Text Box 123">
              <a:extLst>
                <a:ext uri="{FF2B5EF4-FFF2-40B4-BE49-F238E27FC236}">
                  <a16:creationId xmlns:a16="http://schemas.microsoft.com/office/drawing/2014/main" id="{BC229F8D-6350-7E4F-9169-FD7AC8332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8" y="1626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204936" name="Group 136">
            <a:extLst>
              <a:ext uri="{FF2B5EF4-FFF2-40B4-BE49-F238E27FC236}">
                <a16:creationId xmlns:a16="http://schemas.microsoft.com/office/drawing/2014/main" id="{FDCCE155-0502-6146-809C-083A636343D3}"/>
              </a:ext>
            </a:extLst>
          </p:cNvPr>
          <p:cNvGrpSpPr>
            <a:grpSpLocks/>
          </p:cNvGrpSpPr>
          <p:nvPr/>
        </p:nvGrpSpPr>
        <p:grpSpPr bwMode="auto">
          <a:xfrm>
            <a:off x="2249488" y="4329113"/>
            <a:ext cx="3914775" cy="1646237"/>
            <a:chOff x="1383" y="2753"/>
            <a:chExt cx="2466" cy="1037"/>
          </a:xfrm>
        </p:grpSpPr>
        <p:grpSp>
          <p:nvGrpSpPr>
            <p:cNvPr id="79953" name="Group 69">
              <a:extLst>
                <a:ext uri="{FF2B5EF4-FFF2-40B4-BE49-F238E27FC236}">
                  <a16:creationId xmlns:a16="http://schemas.microsoft.com/office/drawing/2014/main" id="{373562C6-70B4-594E-8497-FF82755599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3" y="2753"/>
              <a:ext cx="2466" cy="1037"/>
              <a:chOff x="1383" y="3032"/>
              <a:chExt cx="2466" cy="1037"/>
            </a:xfrm>
          </p:grpSpPr>
          <p:grpSp>
            <p:nvGrpSpPr>
              <p:cNvPr id="79957" name="Group 70">
                <a:extLst>
                  <a:ext uri="{FF2B5EF4-FFF2-40B4-BE49-F238E27FC236}">
                    <a16:creationId xmlns:a16="http://schemas.microsoft.com/office/drawing/2014/main" id="{BB5EE325-DD88-C748-BCFC-0F1784765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3" y="3032"/>
                <a:ext cx="1929" cy="944"/>
                <a:chOff x="1383" y="3032"/>
                <a:chExt cx="1929" cy="944"/>
              </a:xfrm>
            </p:grpSpPr>
            <p:sp>
              <p:nvSpPr>
                <p:cNvPr id="79959" name="Rectangle 71">
                  <a:extLst>
                    <a:ext uri="{FF2B5EF4-FFF2-40B4-BE49-F238E27FC236}">
                      <a16:creationId xmlns:a16="http://schemas.microsoft.com/office/drawing/2014/main" id="{F6C41D9B-7E2D-6B45-BFEB-A03521C60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2317" y="3499"/>
                  <a:ext cx="458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   Ext</a:t>
                  </a:r>
                </a:p>
              </p:txBody>
            </p:sp>
            <p:sp>
              <p:nvSpPr>
                <p:cNvPr id="79960" name="Rectangle 72">
                  <a:extLst>
                    <a:ext uri="{FF2B5EF4-FFF2-40B4-BE49-F238E27FC236}">
                      <a16:creationId xmlns:a16="http://schemas.microsoft.com/office/drawing/2014/main" id="{64AD4CCB-FD83-6042-88E4-D38AE83F0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2989" y="3305"/>
                  <a:ext cx="402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Mux</a:t>
                  </a:r>
                </a:p>
              </p:txBody>
            </p:sp>
            <p:sp>
              <p:nvSpPr>
                <p:cNvPr id="79961" name="Line 73">
                  <a:extLst>
                    <a:ext uri="{FF2B5EF4-FFF2-40B4-BE49-F238E27FC236}">
                      <a16:creationId xmlns:a16="http://schemas.microsoft.com/office/drawing/2014/main" id="{7BE65054-1F87-EF4D-A7C1-9FCD5A3518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32" y="3696"/>
                  <a:ext cx="608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962" name="Rectangle 74">
                  <a:extLst>
                    <a:ext uri="{FF2B5EF4-FFF2-40B4-BE49-F238E27FC236}">
                      <a16:creationId xmlns:a16="http://schemas.microsoft.com/office/drawing/2014/main" id="{BA581972-6ED4-544C-917F-62CF18197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11" y="3696"/>
                  <a:ext cx="27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ea typeface="宋体" panose="02010600030101010101" pitchFamily="2" charset="-122"/>
                    </a:rPr>
                    <a:t>16</a:t>
                  </a:r>
                </a:p>
              </p:txBody>
            </p:sp>
            <p:grpSp>
              <p:nvGrpSpPr>
                <p:cNvPr id="79963" name="Group 75">
                  <a:extLst>
                    <a:ext uri="{FF2B5EF4-FFF2-40B4-BE49-F238E27FC236}">
                      <a16:creationId xmlns:a16="http://schemas.microsoft.com/office/drawing/2014/main" id="{B519AB9D-081D-AB4B-8014-E072F730F5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83" y="3032"/>
                  <a:ext cx="1929" cy="944"/>
                  <a:chOff x="1383" y="3032"/>
                  <a:chExt cx="1929" cy="944"/>
                </a:xfrm>
              </p:grpSpPr>
              <p:grpSp>
                <p:nvGrpSpPr>
                  <p:cNvPr id="79964" name="Group 76">
                    <a:extLst>
                      <a:ext uri="{FF2B5EF4-FFF2-40B4-BE49-F238E27FC236}">
                        <a16:creationId xmlns:a16="http://schemas.microsoft.com/office/drawing/2014/main" id="{F8F7B51A-A78D-2E42-9FEC-EDA2E48F96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20" y="3032"/>
                    <a:ext cx="192" cy="720"/>
                    <a:chOff x="3120" y="3032"/>
                    <a:chExt cx="192" cy="720"/>
                  </a:xfrm>
                </p:grpSpPr>
                <p:sp>
                  <p:nvSpPr>
                    <p:cNvPr id="79972" name="Line 77">
                      <a:extLst>
                        <a:ext uri="{FF2B5EF4-FFF2-40B4-BE49-F238E27FC236}">
                          <a16:creationId xmlns:a16="http://schemas.microsoft.com/office/drawing/2014/main" id="{F45E6D4B-AF69-5240-89C5-57382F2F2CF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0" y="3032"/>
                      <a:ext cx="0" cy="704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973" name="Line 78">
                      <a:extLst>
                        <a:ext uri="{FF2B5EF4-FFF2-40B4-BE49-F238E27FC236}">
                          <a16:creationId xmlns:a16="http://schemas.microsoft.com/office/drawing/2014/main" id="{0880A9B2-8510-B146-9527-AA070E5866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8" y="3032"/>
                      <a:ext cx="176" cy="80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974" name="Line 79">
                      <a:extLst>
                        <a:ext uri="{FF2B5EF4-FFF2-40B4-BE49-F238E27FC236}">
                          <a16:creationId xmlns:a16="http://schemas.microsoft.com/office/drawing/2014/main" id="{9CCC431D-7E87-8A4E-9B69-F917CCA55B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28" y="3640"/>
                      <a:ext cx="176" cy="11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9975" name="Line 80">
                      <a:extLst>
                        <a:ext uri="{FF2B5EF4-FFF2-40B4-BE49-F238E27FC236}">
                          <a16:creationId xmlns:a16="http://schemas.microsoft.com/office/drawing/2014/main" id="{9443AA73-8168-1249-A334-8867D457A8A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12" y="3128"/>
                      <a:ext cx="0" cy="512"/>
                    </a:xfrm>
                    <a:prstGeom prst="line">
                      <a:avLst/>
                    </a:prstGeom>
                    <a:noFill/>
                    <a:ln w="25400">
                      <a:solidFill>
                        <a:srgbClr val="0000FF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9965" name="Rectangle 81">
                    <a:extLst>
                      <a:ext uri="{FF2B5EF4-FFF2-40B4-BE49-F238E27FC236}">
                        <a16:creationId xmlns:a16="http://schemas.microsoft.com/office/drawing/2014/main" id="{5A781E0A-0BD6-7646-B9AE-F7AB65B284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56" y="3416"/>
                    <a:ext cx="224" cy="512"/>
                  </a:xfrm>
                  <a:prstGeom prst="rect">
                    <a:avLst/>
                  </a:prstGeom>
                  <a:noFill/>
                  <a:ln w="25400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79966" name="Line 82">
                    <a:extLst>
                      <a:ext uri="{FF2B5EF4-FFF2-40B4-BE49-F238E27FC236}">
                        <a16:creationId xmlns:a16="http://schemas.microsoft.com/office/drawing/2014/main" id="{DCFA018A-DABD-F141-8AE4-0468C744ABF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96" y="3648"/>
                    <a:ext cx="416" cy="0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967" name="Rectangle 83">
                    <a:extLst>
                      <a:ext uri="{FF2B5EF4-FFF2-40B4-BE49-F238E27FC236}">
                        <a16:creationId xmlns:a16="http://schemas.microsoft.com/office/drawing/2014/main" id="{6D6D43FE-EFC2-FA47-977A-36D19E877C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91" y="3672"/>
                    <a:ext cx="274" cy="2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zh-CN" altLang="en-US" sz="1800">
                        <a:ea typeface="宋体" panose="02010600030101010101" pitchFamily="2" charset="-122"/>
                      </a:rPr>
                      <a:t>32</a:t>
                    </a:r>
                  </a:p>
                </p:txBody>
              </p:sp>
              <p:sp>
                <p:nvSpPr>
                  <p:cNvPr id="79968" name="Line 84">
                    <a:extLst>
                      <a:ext uri="{FF2B5EF4-FFF2-40B4-BE49-F238E27FC236}">
                        <a16:creationId xmlns:a16="http://schemas.microsoft.com/office/drawing/2014/main" id="{63AC0C9F-8863-A34C-A50D-30AA0876DE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876" y="3604"/>
                    <a:ext cx="56" cy="8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969" name="Line 85">
                    <a:extLst>
                      <a:ext uri="{FF2B5EF4-FFF2-40B4-BE49-F238E27FC236}">
                        <a16:creationId xmlns:a16="http://schemas.microsoft.com/office/drawing/2014/main" id="{F1F155B1-69E1-FB48-8695-54B931BA0B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8" y="3652"/>
                    <a:ext cx="56" cy="88"/>
                  </a:xfrm>
                  <a:prstGeom prst="line">
                    <a:avLst/>
                  </a:prstGeom>
                  <a:noFill/>
                  <a:ln w="127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970" name="Rectangle 86">
                    <a:extLst>
                      <a:ext uri="{FF2B5EF4-FFF2-40B4-BE49-F238E27FC236}">
                        <a16:creationId xmlns:a16="http://schemas.microsoft.com/office/drawing/2014/main" id="{AE9B6219-A778-0345-BE20-A82BA18D6B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83" y="3600"/>
                    <a:ext cx="570" cy="2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 sz="1800">
                        <a:ea typeface="宋体" panose="02010600030101010101" pitchFamily="2" charset="-122"/>
                      </a:rPr>
                      <a:t>imm16</a:t>
                    </a:r>
                  </a:p>
                </p:txBody>
              </p:sp>
              <p:sp>
                <p:nvSpPr>
                  <p:cNvPr id="79971" name="Line 87">
                    <a:extLst>
                      <a:ext uri="{FF2B5EF4-FFF2-40B4-BE49-F238E27FC236}">
                        <a16:creationId xmlns:a16="http://schemas.microsoft.com/office/drawing/2014/main" id="{3C5E0A9A-23B1-8B4D-8FAB-D9153A3E62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6" y="3704"/>
                    <a:ext cx="0" cy="27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triangle" w="med" len="med"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79958" name="Rectangle 88">
                <a:extLst>
                  <a:ext uri="{FF2B5EF4-FFF2-40B4-BE49-F238E27FC236}">
                    <a16:creationId xmlns:a16="http://schemas.microsoft.com/office/drawing/2014/main" id="{F9E3279A-2FBA-D643-B5AA-E4B52DE8C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7" y="3840"/>
                <a:ext cx="64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ALUSrc</a:t>
                </a:r>
              </a:p>
            </p:txBody>
          </p:sp>
        </p:grpSp>
        <p:grpSp>
          <p:nvGrpSpPr>
            <p:cNvPr id="79954" name="Group 132">
              <a:extLst>
                <a:ext uri="{FF2B5EF4-FFF2-40B4-BE49-F238E27FC236}">
                  <a16:creationId xmlns:a16="http://schemas.microsoft.com/office/drawing/2014/main" id="{7BC38685-E397-9248-9664-D87164E780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5" y="2821"/>
              <a:ext cx="142" cy="625"/>
              <a:chOff x="3075" y="2821"/>
              <a:chExt cx="142" cy="625"/>
            </a:xfrm>
          </p:grpSpPr>
          <p:sp>
            <p:nvSpPr>
              <p:cNvPr id="79955" name="Text Box 124">
                <a:extLst>
                  <a:ext uri="{FF2B5EF4-FFF2-40B4-BE49-F238E27FC236}">
                    <a16:creationId xmlns:a16="http://schemas.microsoft.com/office/drawing/2014/main" id="{CD42ED9F-E81A-6240-AB12-AAAA02803F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9" y="2821"/>
                <a:ext cx="1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9956" name="Text Box 125">
                <a:extLst>
                  <a:ext uri="{FF2B5EF4-FFF2-40B4-BE49-F238E27FC236}">
                    <a16:creationId xmlns:a16="http://schemas.microsoft.com/office/drawing/2014/main" id="{4CE69AB8-33F5-C740-A9F4-6DC52F737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5" y="3234"/>
                <a:ext cx="1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grpSp>
        <p:nvGrpSpPr>
          <p:cNvPr id="79930" name="Group 137">
            <a:extLst>
              <a:ext uri="{FF2B5EF4-FFF2-40B4-BE49-F238E27FC236}">
                <a16:creationId xmlns:a16="http://schemas.microsoft.com/office/drawing/2014/main" id="{122E5266-B768-C74B-B660-779A542AECFD}"/>
              </a:ext>
            </a:extLst>
          </p:cNvPr>
          <p:cNvGrpSpPr>
            <a:grpSpLocks/>
          </p:cNvGrpSpPr>
          <p:nvPr/>
        </p:nvGrpSpPr>
        <p:grpSpPr bwMode="auto">
          <a:xfrm>
            <a:off x="3144838" y="1060450"/>
            <a:ext cx="5999162" cy="989013"/>
            <a:chOff x="1918" y="1392"/>
            <a:chExt cx="3763" cy="607"/>
          </a:xfrm>
        </p:grpSpPr>
        <p:sp>
          <p:nvSpPr>
            <p:cNvPr id="79932" name="Rectangle 138">
              <a:extLst>
                <a:ext uri="{FF2B5EF4-FFF2-40B4-BE49-F238E27FC236}">
                  <a16:creationId xmlns:a16="http://schemas.microsoft.com/office/drawing/2014/main" id="{70750463-4830-7543-98F3-2456414AA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79933" name="Group 139">
              <a:extLst>
                <a:ext uri="{FF2B5EF4-FFF2-40B4-BE49-F238E27FC236}">
                  <a16:creationId xmlns:a16="http://schemas.microsoft.com/office/drawing/2014/main" id="{DBDA1450-BB7A-8F45-94E7-D27B222DCD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79951" name="Rectangle 140">
                <a:extLst>
                  <a:ext uri="{FF2B5EF4-FFF2-40B4-BE49-F238E27FC236}">
                    <a16:creationId xmlns:a16="http://schemas.microsoft.com/office/drawing/2014/main" id="{27AE0D04-2D23-CA4B-B377-79A4547D5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9952" name="Rectangle 141">
                <a:extLst>
                  <a:ext uri="{FF2B5EF4-FFF2-40B4-BE49-F238E27FC236}">
                    <a16:creationId xmlns:a16="http://schemas.microsoft.com/office/drawing/2014/main" id="{DFCFE1C5-1120-004A-9633-CC54F9C84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79934" name="Group 142">
              <a:extLst>
                <a:ext uri="{FF2B5EF4-FFF2-40B4-BE49-F238E27FC236}">
                  <a16:creationId xmlns:a16="http://schemas.microsoft.com/office/drawing/2014/main" id="{2E2AC2F6-0419-2944-8A4B-64C5FE2E3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79949" name="Rectangle 143">
                <a:extLst>
                  <a:ext uri="{FF2B5EF4-FFF2-40B4-BE49-F238E27FC236}">
                    <a16:creationId xmlns:a16="http://schemas.microsoft.com/office/drawing/2014/main" id="{F2849F14-A554-0C4A-8197-A0AA1AEB1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9950" name="Rectangle 144">
                <a:extLst>
                  <a:ext uri="{FF2B5EF4-FFF2-40B4-BE49-F238E27FC236}">
                    <a16:creationId xmlns:a16="http://schemas.microsoft.com/office/drawing/2014/main" id="{32EFDFE2-290A-6244-964E-A8EAA1FF7F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79935" name="Group 145">
              <a:extLst>
                <a:ext uri="{FF2B5EF4-FFF2-40B4-BE49-F238E27FC236}">
                  <a16:creationId xmlns:a16="http://schemas.microsoft.com/office/drawing/2014/main" id="{6F3BDED4-ACAB-0B46-A419-0AC9536173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79947" name="Rectangle 146">
                <a:extLst>
                  <a:ext uri="{FF2B5EF4-FFF2-40B4-BE49-F238E27FC236}">
                    <a16:creationId xmlns:a16="http://schemas.microsoft.com/office/drawing/2014/main" id="{F8E04D89-E1E0-7B4A-9980-2417A40736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79948" name="Rectangle 147">
                <a:extLst>
                  <a:ext uri="{FF2B5EF4-FFF2-40B4-BE49-F238E27FC236}">
                    <a16:creationId xmlns:a16="http://schemas.microsoft.com/office/drawing/2014/main" id="{8D8B752C-2A80-C24D-B95A-BC954D1BFF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79936" name="Rectangle 148">
              <a:extLst>
                <a:ext uri="{FF2B5EF4-FFF2-40B4-BE49-F238E27FC236}">
                  <a16:creationId xmlns:a16="http://schemas.microsoft.com/office/drawing/2014/main" id="{D9115940-457D-E340-B4F0-6B0F84548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9937" name="Rectangle 149">
              <a:extLst>
                <a:ext uri="{FF2B5EF4-FFF2-40B4-BE49-F238E27FC236}">
                  <a16:creationId xmlns:a16="http://schemas.microsoft.com/office/drawing/2014/main" id="{EF4EAC30-7B19-3747-B8FA-64A25A4F6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79938" name="Rectangle 150">
              <a:extLst>
                <a:ext uri="{FF2B5EF4-FFF2-40B4-BE49-F238E27FC236}">
                  <a16:creationId xmlns:a16="http://schemas.microsoft.com/office/drawing/2014/main" id="{575C0037-E7EB-2340-AD5B-91F084D08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9939" name="Rectangle 151">
              <a:extLst>
                <a:ext uri="{FF2B5EF4-FFF2-40B4-BE49-F238E27FC236}">
                  <a16:creationId xmlns:a16="http://schemas.microsoft.com/office/drawing/2014/main" id="{A711AA10-02A7-E240-9CA3-B97D12467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79940" name="Rectangle 152">
              <a:extLst>
                <a:ext uri="{FF2B5EF4-FFF2-40B4-BE49-F238E27FC236}">
                  <a16:creationId xmlns:a16="http://schemas.microsoft.com/office/drawing/2014/main" id="{7A09B0E8-3237-8F44-A6CC-44BFBC499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79941" name="Rectangle 153">
              <a:extLst>
                <a:ext uri="{FF2B5EF4-FFF2-40B4-BE49-F238E27FC236}">
                  <a16:creationId xmlns:a16="http://schemas.microsoft.com/office/drawing/2014/main" id="{687F6F90-A73A-8343-A19C-B81927898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79942" name="Rectangle 154">
              <a:extLst>
                <a:ext uri="{FF2B5EF4-FFF2-40B4-BE49-F238E27FC236}">
                  <a16:creationId xmlns:a16="http://schemas.microsoft.com/office/drawing/2014/main" id="{F5A62FEB-F0E3-5445-A770-D38A8F2AE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79943" name="Rectangle 155">
              <a:extLst>
                <a:ext uri="{FF2B5EF4-FFF2-40B4-BE49-F238E27FC236}">
                  <a16:creationId xmlns:a16="http://schemas.microsoft.com/office/drawing/2014/main" id="{3142D470-7D53-6440-B84D-C407F6D0C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9944" name="Rectangle 156">
              <a:extLst>
                <a:ext uri="{FF2B5EF4-FFF2-40B4-BE49-F238E27FC236}">
                  <a16:creationId xmlns:a16="http://schemas.microsoft.com/office/drawing/2014/main" id="{A8F334CB-8BB0-314E-A1EE-B21D66EC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9945" name="Rectangle 157">
              <a:extLst>
                <a:ext uri="{FF2B5EF4-FFF2-40B4-BE49-F238E27FC236}">
                  <a16:creationId xmlns:a16="http://schemas.microsoft.com/office/drawing/2014/main" id="{0964EBE6-0143-1E40-B6A2-AD77E0744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79946" name="Rectangle 158">
              <a:extLst>
                <a:ext uri="{FF2B5EF4-FFF2-40B4-BE49-F238E27FC236}">
                  <a16:creationId xmlns:a16="http://schemas.microsoft.com/office/drawing/2014/main" id="{0D0F8B38-F277-7943-BF18-8A34E63AE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130" name="Text Box 133">
            <a:extLst>
              <a:ext uri="{FF2B5EF4-FFF2-40B4-BE49-F238E27FC236}">
                <a16:creationId xmlns:a16="http://schemas.microsoft.com/office/drawing/2014/main" id="{0E409907-ECA8-AB45-AFCA-AC5F344D0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5148263"/>
            <a:ext cx="10477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21" grpId="0"/>
      <p:bldP spid="1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14C22B5-37F0-0545-9CE1-ED63F4D2F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79343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访存指令中的数据装入指令 </a:t>
            </a:r>
            <a:r>
              <a:rPr lang="en-US" altLang="zh-CN">
                <a:ea typeface="宋体" panose="02010600030101010101" pitchFamily="2" charset="-122"/>
              </a:rPr>
              <a:t>(lw)</a:t>
            </a:r>
          </a:p>
        </p:txBody>
      </p:sp>
      <p:sp>
        <p:nvSpPr>
          <p:cNvPr id="81923" name="Rectangle 75">
            <a:extLst>
              <a:ext uri="{FF2B5EF4-FFF2-40B4-BE49-F238E27FC236}">
                <a16:creationId xmlns:a16="http://schemas.microsoft.com/office/drawing/2014/main" id="{0CDBDFC0-7708-1447-9B56-A1DB3A3FC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901700"/>
            <a:ext cx="3170238" cy="4783138"/>
          </a:xfrm>
        </p:spPr>
        <p:txBody>
          <a:bodyPr/>
          <a:lstStyle/>
          <a:p>
            <a:pPr marL="342900" indent="-342900"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条指令）：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206924" name="Text Box 76">
            <a:extLst>
              <a:ext uri="{FF2B5EF4-FFF2-40B4-BE49-F238E27FC236}">
                <a16:creationId xmlns:a16="http://schemas.microsoft.com/office/drawing/2014/main" id="{CF3DCF15-1754-0642-B6F1-AEE7BD825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50" y="3798888"/>
            <a:ext cx="496728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考虑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lw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指令（访存指令的代表）</a:t>
            </a:r>
          </a:p>
        </p:txBody>
      </p:sp>
      <p:grpSp>
        <p:nvGrpSpPr>
          <p:cNvPr id="206927" name="Group 79">
            <a:extLst>
              <a:ext uri="{FF2B5EF4-FFF2-40B4-BE49-F238E27FC236}">
                <a16:creationId xmlns:a16="http://schemas.microsoft.com/office/drawing/2014/main" id="{D099A877-8B4A-0040-91D9-54FF343B1F1F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2266950"/>
            <a:ext cx="8520112" cy="1577975"/>
            <a:chOff x="366" y="1412"/>
            <a:chExt cx="5367" cy="994"/>
          </a:xfrm>
        </p:grpSpPr>
        <p:sp>
          <p:nvSpPr>
            <p:cNvPr id="81996" name="Text Box 77">
              <a:extLst>
                <a:ext uri="{FF2B5EF4-FFF2-40B4-BE49-F238E27FC236}">
                  <a16:creationId xmlns:a16="http://schemas.microsoft.com/office/drawing/2014/main" id="{1C70EEF3-FAC8-344F-B413-B71A17F15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" y="2194"/>
              <a:ext cx="1682" cy="212"/>
            </a:xfrm>
            <a:prstGeom prst="rect">
              <a:avLst/>
            </a:prstGeom>
            <a:solidFill>
              <a:srgbClr val="FF99CC">
                <a:alpha val="4196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997" name="Rectangle 78">
              <a:extLst>
                <a:ext uri="{FF2B5EF4-FFF2-40B4-BE49-F238E27FC236}">
                  <a16:creationId xmlns:a16="http://schemas.microsoft.com/office/drawing/2014/main" id="{C332712E-3614-2943-884F-88B4A5486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1412"/>
              <a:ext cx="3840" cy="667"/>
            </a:xfrm>
            <a:prstGeom prst="rect">
              <a:avLst/>
            </a:prstGeom>
            <a:solidFill>
              <a:srgbClr val="FF99CC">
                <a:alpha val="3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81926" name="Group 80">
            <a:extLst>
              <a:ext uri="{FF2B5EF4-FFF2-40B4-BE49-F238E27FC236}">
                <a16:creationId xmlns:a16="http://schemas.microsoft.com/office/drawing/2014/main" id="{F6FC9894-392A-F846-8CA8-7E1D9944E3D3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81961" name="Group 81">
              <a:extLst>
                <a:ext uri="{FF2B5EF4-FFF2-40B4-BE49-F238E27FC236}">
                  <a16:creationId xmlns:a16="http://schemas.microsoft.com/office/drawing/2014/main" id="{DC1A1495-D62E-E54D-A548-06F65F4371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81968" name="Group 82">
                <a:extLst>
                  <a:ext uri="{FF2B5EF4-FFF2-40B4-BE49-F238E27FC236}">
                    <a16:creationId xmlns:a16="http://schemas.microsoft.com/office/drawing/2014/main" id="{2BAF2AF8-68B7-F94C-A152-E401A46C2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81976" name="Rectangle 83">
                  <a:extLst>
                    <a:ext uri="{FF2B5EF4-FFF2-40B4-BE49-F238E27FC236}">
                      <a16:creationId xmlns:a16="http://schemas.microsoft.com/office/drawing/2014/main" id="{B6FCB771-E3F5-CB44-A9F3-25936FC25A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1977" name="Group 84">
                  <a:extLst>
                    <a:ext uri="{FF2B5EF4-FFF2-40B4-BE49-F238E27FC236}">
                      <a16:creationId xmlns:a16="http://schemas.microsoft.com/office/drawing/2014/main" id="{FA89C435-30A3-5749-9B99-966EA1A8E5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81978" name="Group 85">
                    <a:extLst>
                      <a:ext uri="{FF2B5EF4-FFF2-40B4-BE49-F238E27FC236}">
                        <a16:creationId xmlns:a16="http://schemas.microsoft.com/office/drawing/2014/main" id="{7EBDF78A-5D0A-1841-AFA0-8478F3AF71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81994" name="Rectangle 86">
                      <a:extLst>
                        <a:ext uri="{FF2B5EF4-FFF2-40B4-BE49-F238E27FC236}">
                          <a16:creationId xmlns:a16="http://schemas.microsoft.com/office/drawing/2014/main" id="{BA3CA15D-FF79-584F-8C10-BC5D6D7378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95" name="Rectangle 87">
                      <a:extLst>
                        <a:ext uri="{FF2B5EF4-FFF2-40B4-BE49-F238E27FC236}">
                          <a16:creationId xmlns:a16="http://schemas.microsoft.com/office/drawing/2014/main" id="{84D1141F-07DC-894C-9501-6FAADF0959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81979" name="Group 88">
                    <a:extLst>
                      <a:ext uri="{FF2B5EF4-FFF2-40B4-BE49-F238E27FC236}">
                        <a16:creationId xmlns:a16="http://schemas.microsoft.com/office/drawing/2014/main" id="{2161AF3B-163B-8D43-AD76-6462DC7CD15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81992" name="Rectangle 89">
                      <a:extLst>
                        <a:ext uri="{FF2B5EF4-FFF2-40B4-BE49-F238E27FC236}">
                          <a16:creationId xmlns:a16="http://schemas.microsoft.com/office/drawing/2014/main" id="{CD373B4A-0ADC-5B4E-B82E-F15DB5E058F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93" name="Rectangle 90">
                      <a:extLst>
                        <a:ext uri="{FF2B5EF4-FFF2-40B4-BE49-F238E27FC236}">
                          <a16:creationId xmlns:a16="http://schemas.microsoft.com/office/drawing/2014/main" id="{189D7125-2EAC-E34E-8B8E-37CFCF6B564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81980" name="Group 91">
                    <a:extLst>
                      <a:ext uri="{FF2B5EF4-FFF2-40B4-BE49-F238E27FC236}">
                        <a16:creationId xmlns:a16="http://schemas.microsoft.com/office/drawing/2014/main" id="{A9D01F80-1836-374D-8D57-3C41BFD336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81990" name="Rectangle 92">
                      <a:extLst>
                        <a:ext uri="{FF2B5EF4-FFF2-40B4-BE49-F238E27FC236}">
                          <a16:creationId xmlns:a16="http://schemas.microsoft.com/office/drawing/2014/main" id="{EB644C0A-4738-C744-AA77-4A4B0369DCB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91" name="Rectangle 93">
                      <a:extLst>
                        <a:ext uri="{FF2B5EF4-FFF2-40B4-BE49-F238E27FC236}">
                          <a16:creationId xmlns:a16="http://schemas.microsoft.com/office/drawing/2014/main" id="{D917E7B2-7DC2-FC42-B3EB-C1542E81E1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81981" name="Group 94">
                    <a:extLst>
                      <a:ext uri="{FF2B5EF4-FFF2-40B4-BE49-F238E27FC236}">
                        <a16:creationId xmlns:a16="http://schemas.microsoft.com/office/drawing/2014/main" id="{9DF5451D-61F8-DA42-991E-E65640F39F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81988" name="Rectangle 95">
                      <a:extLst>
                        <a:ext uri="{FF2B5EF4-FFF2-40B4-BE49-F238E27FC236}">
                          <a16:creationId xmlns:a16="http://schemas.microsoft.com/office/drawing/2014/main" id="{F45501FF-EC27-6F4A-874B-7DAD345AAA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89" name="Rectangle 96">
                      <a:extLst>
                        <a:ext uri="{FF2B5EF4-FFF2-40B4-BE49-F238E27FC236}">
                          <a16:creationId xmlns:a16="http://schemas.microsoft.com/office/drawing/2014/main" id="{C1149565-CE0E-AE45-8EDD-0BE14000D09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81982" name="Group 97">
                    <a:extLst>
                      <a:ext uri="{FF2B5EF4-FFF2-40B4-BE49-F238E27FC236}">
                        <a16:creationId xmlns:a16="http://schemas.microsoft.com/office/drawing/2014/main" id="{9ED36851-3AE4-1B4B-9C0E-507356E6F5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81986" name="Rectangle 98">
                      <a:extLst>
                        <a:ext uri="{FF2B5EF4-FFF2-40B4-BE49-F238E27FC236}">
                          <a16:creationId xmlns:a16="http://schemas.microsoft.com/office/drawing/2014/main" id="{2669617A-214E-0048-B602-FE616C07F6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87" name="Rectangle 99">
                      <a:extLst>
                        <a:ext uri="{FF2B5EF4-FFF2-40B4-BE49-F238E27FC236}">
                          <a16:creationId xmlns:a16="http://schemas.microsoft.com/office/drawing/2014/main" id="{BA7EA120-B1AE-B748-BDE0-F4D5DA8084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81983" name="Group 100">
                    <a:extLst>
                      <a:ext uri="{FF2B5EF4-FFF2-40B4-BE49-F238E27FC236}">
                        <a16:creationId xmlns:a16="http://schemas.microsoft.com/office/drawing/2014/main" id="{270BE98E-A154-3646-B199-4E617FD3CF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81984" name="Rectangle 101">
                      <a:extLst>
                        <a:ext uri="{FF2B5EF4-FFF2-40B4-BE49-F238E27FC236}">
                          <a16:creationId xmlns:a16="http://schemas.microsoft.com/office/drawing/2014/main" id="{F4B51618-0958-0A41-B235-E189A144DD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85" name="Rectangle 102">
                      <a:extLst>
                        <a:ext uri="{FF2B5EF4-FFF2-40B4-BE49-F238E27FC236}">
                          <a16:creationId xmlns:a16="http://schemas.microsoft.com/office/drawing/2014/main" id="{257A46A5-E8C3-C44A-A8B0-94591808F9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81969" name="Rectangle 103">
                <a:extLst>
                  <a:ext uri="{FF2B5EF4-FFF2-40B4-BE49-F238E27FC236}">
                    <a16:creationId xmlns:a16="http://schemas.microsoft.com/office/drawing/2014/main" id="{8305ED63-D6CD-1F4B-90C0-FBA80BCC4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1970" name="Rectangle 104">
                <a:extLst>
                  <a:ext uri="{FF2B5EF4-FFF2-40B4-BE49-F238E27FC236}">
                    <a16:creationId xmlns:a16="http://schemas.microsoft.com/office/drawing/2014/main" id="{DBE000B5-D700-254B-8EC0-247901006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81971" name="Rectangle 105">
                <a:extLst>
                  <a:ext uri="{FF2B5EF4-FFF2-40B4-BE49-F238E27FC236}">
                    <a16:creationId xmlns:a16="http://schemas.microsoft.com/office/drawing/2014/main" id="{A3CC89C2-6B82-874D-86A6-ED04868E4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81972" name="Rectangle 106">
                <a:extLst>
                  <a:ext uri="{FF2B5EF4-FFF2-40B4-BE49-F238E27FC236}">
                    <a16:creationId xmlns:a16="http://schemas.microsoft.com/office/drawing/2014/main" id="{DE99CB89-7FD9-1143-A41D-F20EC8ABC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81973" name="Rectangle 107">
                <a:extLst>
                  <a:ext uri="{FF2B5EF4-FFF2-40B4-BE49-F238E27FC236}">
                    <a16:creationId xmlns:a16="http://schemas.microsoft.com/office/drawing/2014/main" id="{DC09C3C0-6EE0-3346-988F-77EFD3DEF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81974" name="Rectangle 108">
                <a:extLst>
                  <a:ext uri="{FF2B5EF4-FFF2-40B4-BE49-F238E27FC236}">
                    <a16:creationId xmlns:a16="http://schemas.microsoft.com/office/drawing/2014/main" id="{D98B8919-F88D-114F-8D23-4E631C22A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81975" name="Rectangle 109">
                <a:extLst>
                  <a:ext uri="{FF2B5EF4-FFF2-40B4-BE49-F238E27FC236}">
                    <a16:creationId xmlns:a16="http://schemas.microsoft.com/office/drawing/2014/main" id="{FEC92D64-A06D-E745-A996-E5B5B1CC8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81962" name="Rectangle 110">
              <a:extLst>
                <a:ext uri="{FF2B5EF4-FFF2-40B4-BE49-F238E27FC236}">
                  <a16:creationId xmlns:a16="http://schemas.microsoft.com/office/drawing/2014/main" id="{78BAAD28-315A-CC44-9C33-14EFDFEB8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63" name="Rectangle 111">
              <a:extLst>
                <a:ext uri="{FF2B5EF4-FFF2-40B4-BE49-F238E27FC236}">
                  <a16:creationId xmlns:a16="http://schemas.microsoft.com/office/drawing/2014/main" id="{17714360-9179-7F4B-A3E7-524B4C2A2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64" name="Rectangle 112">
              <a:extLst>
                <a:ext uri="{FF2B5EF4-FFF2-40B4-BE49-F238E27FC236}">
                  <a16:creationId xmlns:a16="http://schemas.microsoft.com/office/drawing/2014/main" id="{FA16AD25-8032-FB42-B962-35544B24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65" name="Rectangle 113">
              <a:extLst>
                <a:ext uri="{FF2B5EF4-FFF2-40B4-BE49-F238E27FC236}">
                  <a16:creationId xmlns:a16="http://schemas.microsoft.com/office/drawing/2014/main" id="{88F93698-42A7-174F-AF7E-0A9AE37F6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66" name="Rectangle 114">
              <a:extLst>
                <a:ext uri="{FF2B5EF4-FFF2-40B4-BE49-F238E27FC236}">
                  <a16:creationId xmlns:a16="http://schemas.microsoft.com/office/drawing/2014/main" id="{DC4101A6-FB40-8D46-AC12-4095FDEE3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67" name="Rectangle 115">
              <a:extLst>
                <a:ext uri="{FF2B5EF4-FFF2-40B4-BE49-F238E27FC236}">
                  <a16:creationId xmlns:a16="http://schemas.microsoft.com/office/drawing/2014/main" id="{F725A44D-4D7E-C94D-A4AC-5D1EFC754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81927" name="Group 116">
            <a:extLst>
              <a:ext uri="{FF2B5EF4-FFF2-40B4-BE49-F238E27FC236}">
                <a16:creationId xmlns:a16="http://schemas.microsoft.com/office/drawing/2014/main" id="{D1494F83-5F03-F545-83CF-0F65DE66B67F}"/>
              </a:ext>
            </a:extLst>
          </p:cNvPr>
          <p:cNvGrpSpPr>
            <a:grpSpLocks/>
          </p:cNvGrpSpPr>
          <p:nvPr/>
        </p:nvGrpSpPr>
        <p:grpSpPr bwMode="auto">
          <a:xfrm>
            <a:off x="3144838" y="2330450"/>
            <a:ext cx="5999162" cy="989013"/>
            <a:chOff x="1918" y="1392"/>
            <a:chExt cx="3763" cy="607"/>
          </a:xfrm>
        </p:grpSpPr>
        <p:sp>
          <p:nvSpPr>
            <p:cNvPr id="81940" name="Rectangle 117">
              <a:extLst>
                <a:ext uri="{FF2B5EF4-FFF2-40B4-BE49-F238E27FC236}">
                  <a16:creationId xmlns:a16="http://schemas.microsoft.com/office/drawing/2014/main" id="{0CEF086C-22E3-E046-9465-F7758E086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1941" name="Group 118">
              <a:extLst>
                <a:ext uri="{FF2B5EF4-FFF2-40B4-BE49-F238E27FC236}">
                  <a16:creationId xmlns:a16="http://schemas.microsoft.com/office/drawing/2014/main" id="{F4345D48-BC81-6E4E-8617-DF988E567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81959" name="Rectangle 119">
                <a:extLst>
                  <a:ext uri="{FF2B5EF4-FFF2-40B4-BE49-F238E27FC236}">
                    <a16:creationId xmlns:a16="http://schemas.microsoft.com/office/drawing/2014/main" id="{984C9715-1DBA-AD40-9BD8-453524FEE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1960" name="Rectangle 120">
                <a:extLst>
                  <a:ext uri="{FF2B5EF4-FFF2-40B4-BE49-F238E27FC236}">
                    <a16:creationId xmlns:a16="http://schemas.microsoft.com/office/drawing/2014/main" id="{ECAC18B0-1DD1-444C-B6A5-6F8D14375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81942" name="Group 121">
              <a:extLst>
                <a:ext uri="{FF2B5EF4-FFF2-40B4-BE49-F238E27FC236}">
                  <a16:creationId xmlns:a16="http://schemas.microsoft.com/office/drawing/2014/main" id="{B0B463D1-540D-674A-AC01-F3CF3BEA6B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81957" name="Rectangle 122">
                <a:extLst>
                  <a:ext uri="{FF2B5EF4-FFF2-40B4-BE49-F238E27FC236}">
                    <a16:creationId xmlns:a16="http://schemas.microsoft.com/office/drawing/2014/main" id="{AD865EAB-1865-D346-A2D3-1D8B5A3E22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1958" name="Rectangle 123">
                <a:extLst>
                  <a:ext uri="{FF2B5EF4-FFF2-40B4-BE49-F238E27FC236}">
                    <a16:creationId xmlns:a16="http://schemas.microsoft.com/office/drawing/2014/main" id="{4B55BB5F-DB36-1D4D-A29D-01E274B89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81943" name="Group 124">
              <a:extLst>
                <a:ext uri="{FF2B5EF4-FFF2-40B4-BE49-F238E27FC236}">
                  <a16:creationId xmlns:a16="http://schemas.microsoft.com/office/drawing/2014/main" id="{7FA8F4AE-0E05-9740-8F8D-3D92AC518F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81955" name="Rectangle 125">
                <a:extLst>
                  <a:ext uri="{FF2B5EF4-FFF2-40B4-BE49-F238E27FC236}">
                    <a16:creationId xmlns:a16="http://schemas.microsoft.com/office/drawing/2014/main" id="{03DB12EC-D624-E049-80B1-8119CC63C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1956" name="Rectangle 126">
                <a:extLst>
                  <a:ext uri="{FF2B5EF4-FFF2-40B4-BE49-F238E27FC236}">
                    <a16:creationId xmlns:a16="http://schemas.microsoft.com/office/drawing/2014/main" id="{64056655-AC0C-4941-A5FF-5122E26CC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81944" name="Rectangle 127">
              <a:extLst>
                <a:ext uri="{FF2B5EF4-FFF2-40B4-BE49-F238E27FC236}">
                  <a16:creationId xmlns:a16="http://schemas.microsoft.com/office/drawing/2014/main" id="{8F9DEEC5-2345-7446-9F53-E7F03C2E2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1945" name="Rectangle 128">
              <a:extLst>
                <a:ext uri="{FF2B5EF4-FFF2-40B4-BE49-F238E27FC236}">
                  <a16:creationId xmlns:a16="http://schemas.microsoft.com/office/drawing/2014/main" id="{FD709004-5395-A34B-A84A-0B99DC727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81946" name="Rectangle 129">
              <a:extLst>
                <a:ext uri="{FF2B5EF4-FFF2-40B4-BE49-F238E27FC236}">
                  <a16:creationId xmlns:a16="http://schemas.microsoft.com/office/drawing/2014/main" id="{164BBE7F-32BA-7643-BBE8-83714EA9E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1947" name="Rectangle 130">
              <a:extLst>
                <a:ext uri="{FF2B5EF4-FFF2-40B4-BE49-F238E27FC236}">
                  <a16:creationId xmlns:a16="http://schemas.microsoft.com/office/drawing/2014/main" id="{71F3C484-7A13-F24A-8A2C-D38741660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81948" name="Rectangle 131">
              <a:extLst>
                <a:ext uri="{FF2B5EF4-FFF2-40B4-BE49-F238E27FC236}">
                  <a16:creationId xmlns:a16="http://schemas.microsoft.com/office/drawing/2014/main" id="{8F7C87D7-908E-B041-A184-16435B5D6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81949" name="Rectangle 132">
              <a:extLst>
                <a:ext uri="{FF2B5EF4-FFF2-40B4-BE49-F238E27FC236}">
                  <a16:creationId xmlns:a16="http://schemas.microsoft.com/office/drawing/2014/main" id="{F803B22E-3001-3A40-906E-701081690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1950" name="Rectangle 133">
              <a:extLst>
                <a:ext uri="{FF2B5EF4-FFF2-40B4-BE49-F238E27FC236}">
                  <a16:creationId xmlns:a16="http://schemas.microsoft.com/office/drawing/2014/main" id="{118DDD2D-C50C-CF42-BCFD-01CD01AF7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1951" name="Rectangle 134">
              <a:extLst>
                <a:ext uri="{FF2B5EF4-FFF2-40B4-BE49-F238E27FC236}">
                  <a16:creationId xmlns:a16="http://schemas.microsoft.com/office/drawing/2014/main" id="{7EFDC729-8CC0-9942-A35D-D4396138D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52" name="Rectangle 135">
              <a:extLst>
                <a:ext uri="{FF2B5EF4-FFF2-40B4-BE49-F238E27FC236}">
                  <a16:creationId xmlns:a16="http://schemas.microsoft.com/office/drawing/2014/main" id="{E69312AA-8DCC-D64D-8A29-E8192D9D2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53" name="Rectangle 136">
              <a:extLst>
                <a:ext uri="{FF2B5EF4-FFF2-40B4-BE49-F238E27FC236}">
                  <a16:creationId xmlns:a16="http://schemas.microsoft.com/office/drawing/2014/main" id="{D394CBC1-E207-534F-8175-90F63E264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54" name="Rectangle 137">
              <a:extLst>
                <a:ext uri="{FF2B5EF4-FFF2-40B4-BE49-F238E27FC236}">
                  <a16:creationId xmlns:a16="http://schemas.microsoft.com/office/drawing/2014/main" id="{89B4F748-E056-0E45-B625-A8105F697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81928" name="Group 138">
            <a:extLst>
              <a:ext uri="{FF2B5EF4-FFF2-40B4-BE49-F238E27FC236}">
                <a16:creationId xmlns:a16="http://schemas.microsoft.com/office/drawing/2014/main" id="{D0B7F231-4C55-024E-8F49-2C1F47CB0903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81929" name="Rectangle 139">
              <a:extLst>
                <a:ext uri="{FF2B5EF4-FFF2-40B4-BE49-F238E27FC236}">
                  <a16:creationId xmlns:a16="http://schemas.microsoft.com/office/drawing/2014/main" id="{B2DC9F70-E96A-3F41-8E44-D2DA55C45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1930" name="Group 140">
              <a:extLst>
                <a:ext uri="{FF2B5EF4-FFF2-40B4-BE49-F238E27FC236}">
                  <a16:creationId xmlns:a16="http://schemas.microsoft.com/office/drawing/2014/main" id="{B2070FAC-F548-D842-B18E-2E166304B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81938" name="Rectangle 141">
                <a:extLst>
                  <a:ext uri="{FF2B5EF4-FFF2-40B4-BE49-F238E27FC236}">
                    <a16:creationId xmlns:a16="http://schemas.microsoft.com/office/drawing/2014/main" id="{90FAAC16-8263-4D42-8B2C-B3E67801E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1939" name="Rectangle 142">
                <a:extLst>
                  <a:ext uri="{FF2B5EF4-FFF2-40B4-BE49-F238E27FC236}">
                    <a16:creationId xmlns:a16="http://schemas.microsoft.com/office/drawing/2014/main" id="{636AFEDD-5ECC-6D49-8169-B3D221D3D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81931" name="Rectangle 143">
              <a:extLst>
                <a:ext uri="{FF2B5EF4-FFF2-40B4-BE49-F238E27FC236}">
                  <a16:creationId xmlns:a16="http://schemas.microsoft.com/office/drawing/2014/main" id="{4F2AA975-CD7A-B045-A759-5FD8915EB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1932" name="Rectangle 144">
              <a:extLst>
                <a:ext uri="{FF2B5EF4-FFF2-40B4-BE49-F238E27FC236}">
                  <a16:creationId xmlns:a16="http://schemas.microsoft.com/office/drawing/2014/main" id="{E9ED5849-94C2-1C43-9C6D-AA01D8AE2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34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81933" name="Rectangle 145">
              <a:extLst>
                <a:ext uri="{FF2B5EF4-FFF2-40B4-BE49-F238E27FC236}">
                  <a16:creationId xmlns:a16="http://schemas.microsoft.com/office/drawing/2014/main" id="{EE410EB8-9724-F64D-8D19-1BCA16DE1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1934" name="Rectangle 146">
              <a:extLst>
                <a:ext uri="{FF2B5EF4-FFF2-40B4-BE49-F238E27FC236}">
                  <a16:creationId xmlns:a16="http://schemas.microsoft.com/office/drawing/2014/main" id="{0D109971-A67A-4247-AADA-A919AD89D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1935" name="Rectangle 147">
              <a:extLst>
                <a:ext uri="{FF2B5EF4-FFF2-40B4-BE49-F238E27FC236}">
                  <a16:creationId xmlns:a16="http://schemas.microsoft.com/office/drawing/2014/main" id="{0F82D9BB-8363-6F42-8DD6-54400352B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1936" name="Rectangle 148">
              <a:extLst>
                <a:ext uri="{FF2B5EF4-FFF2-40B4-BE49-F238E27FC236}">
                  <a16:creationId xmlns:a16="http://schemas.microsoft.com/office/drawing/2014/main" id="{BCA2F8B7-CA4A-674E-A2FE-8201B92C6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1937" name="Rectangle 149">
              <a:extLst>
                <a:ext uri="{FF2B5EF4-FFF2-40B4-BE49-F238E27FC236}">
                  <a16:creationId xmlns:a16="http://schemas.microsoft.com/office/drawing/2014/main" id="{9C1A087A-741C-6143-B269-190FB22CA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6F77AF6-F85B-3D44-AF44-1C20AB526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5963" y="207963"/>
            <a:ext cx="4557712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RTL: The Load Instruction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2F432BDA-401A-CC43-8E07-A103F3418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9238" y="1682750"/>
            <a:ext cx="8656637" cy="23241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lw	rt, rs, imm16</a:t>
            </a:r>
          </a:p>
          <a:p>
            <a:pPr lvl="1">
              <a:lnSpc>
                <a:spcPct val="130000"/>
              </a:lnSpc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M[PC]		            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Addr 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R[rs] + SignExt(imm16)    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计算存储单元地址 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符号扩展！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R[rt] 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M [Addr]	           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装入数据到寄存器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PC + 4	          </a:t>
            </a:r>
            <a:r>
              <a:rPr lang="zh-CN" altLang="en-US" sz="19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计算下地址（公共操作，取指部件完成）</a:t>
            </a:r>
            <a:endParaRPr lang="en-US" altLang="zh-CN" sz="19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8900" name="Group 4">
            <a:extLst>
              <a:ext uri="{FF2B5EF4-FFF2-40B4-BE49-F238E27FC236}">
                <a16:creationId xmlns:a16="http://schemas.microsoft.com/office/drawing/2014/main" id="{23DE31D9-C7E0-2445-B482-F7CEDC07E230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4432300"/>
            <a:ext cx="5899150" cy="973138"/>
            <a:chOff x="1091" y="2906"/>
            <a:chExt cx="3716" cy="613"/>
          </a:xfrm>
        </p:grpSpPr>
        <p:grpSp>
          <p:nvGrpSpPr>
            <p:cNvPr id="84011" name="Group 5">
              <a:extLst>
                <a:ext uri="{FF2B5EF4-FFF2-40B4-BE49-F238E27FC236}">
                  <a16:creationId xmlns:a16="http://schemas.microsoft.com/office/drawing/2014/main" id="{41203552-0A66-7F40-BEF9-DBD80EE525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1" y="2906"/>
              <a:ext cx="3716" cy="613"/>
              <a:chOff x="1091" y="2906"/>
              <a:chExt cx="3716" cy="613"/>
            </a:xfrm>
          </p:grpSpPr>
          <p:sp>
            <p:nvSpPr>
              <p:cNvPr id="84013" name="Rectangle 6">
                <a:extLst>
                  <a:ext uri="{FF2B5EF4-FFF2-40B4-BE49-F238E27FC236}">
                    <a16:creationId xmlns:a16="http://schemas.microsoft.com/office/drawing/2014/main" id="{6F5ED270-3EFC-4342-A6EC-A935EEEAB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3106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4014" name="Rectangle 7">
                <a:extLst>
                  <a:ext uri="{FF2B5EF4-FFF2-40B4-BE49-F238E27FC236}">
                    <a16:creationId xmlns:a16="http://schemas.microsoft.com/office/drawing/2014/main" id="{5EEE5251-50C7-D144-9CFC-7E5DE0FA3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1" y="3102"/>
                <a:ext cx="180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4015" name="Rectangle 8">
                <a:extLst>
                  <a:ext uri="{FF2B5EF4-FFF2-40B4-BE49-F238E27FC236}">
                    <a16:creationId xmlns:a16="http://schemas.microsoft.com/office/drawing/2014/main" id="{811CA0FB-571E-294D-A0C7-7A80A1F43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098"/>
                <a:ext cx="826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immediate</a:t>
                </a:r>
              </a:p>
            </p:txBody>
          </p:sp>
          <p:sp>
            <p:nvSpPr>
              <p:cNvPr id="84016" name="Rectangle 9">
                <a:extLst>
                  <a:ext uri="{FF2B5EF4-FFF2-40B4-BE49-F238E27FC236}">
                    <a16:creationId xmlns:a16="http://schemas.microsoft.com/office/drawing/2014/main" id="{FEC6B4E1-0A37-0B4C-8FD4-296F30F14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3" y="2906"/>
                <a:ext cx="19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4017" name="Rectangle 10">
                <a:extLst>
                  <a:ext uri="{FF2B5EF4-FFF2-40B4-BE49-F238E27FC236}">
                    <a16:creationId xmlns:a16="http://schemas.microsoft.com/office/drawing/2014/main" id="{9B3E2539-E199-5E42-B8DC-E7A94BB63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5" y="2906"/>
                <a:ext cx="27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84018" name="Rectangle 11">
                <a:extLst>
                  <a:ext uri="{FF2B5EF4-FFF2-40B4-BE49-F238E27FC236}">
                    <a16:creationId xmlns:a16="http://schemas.microsoft.com/office/drawing/2014/main" id="{58B0E092-6D9B-4F48-BEC6-1F1A4D582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5" y="2906"/>
                <a:ext cx="27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15</a:t>
                </a:r>
              </a:p>
            </p:txBody>
          </p:sp>
          <p:sp>
            <p:nvSpPr>
              <p:cNvPr id="84019" name="Rectangle 12">
                <a:extLst>
                  <a:ext uri="{FF2B5EF4-FFF2-40B4-BE49-F238E27FC236}">
                    <a16:creationId xmlns:a16="http://schemas.microsoft.com/office/drawing/2014/main" id="{728477A0-830C-2C40-A15B-D04AFE0EF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1" y="2906"/>
                <a:ext cx="27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84020" name="Rectangle 13">
                <a:extLst>
                  <a:ext uri="{FF2B5EF4-FFF2-40B4-BE49-F238E27FC236}">
                    <a16:creationId xmlns:a16="http://schemas.microsoft.com/office/drawing/2014/main" id="{BEA9002E-7833-3A45-AF0F-BF5D84E8E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3" y="3290"/>
                <a:ext cx="56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84021" name="Rectangle 14">
                <a:extLst>
                  <a:ext uri="{FF2B5EF4-FFF2-40B4-BE49-F238E27FC236}">
                    <a16:creationId xmlns:a16="http://schemas.microsoft.com/office/drawing/2014/main" id="{18DA7F46-0E7D-0645-9480-D4B6F32E6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9" y="3290"/>
                <a:ext cx="56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84022" name="Rectangle 15">
                <a:extLst>
                  <a:ext uri="{FF2B5EF4-FFF2-40B4-BE49-F238E27FC236}">
                    <a16:creationId xmlns:a16="http://schemas.microsoft.com/office/drawing/2014/main" id="{62633BE8-991B-A64C-932B-9FB94E131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3" y="3104"/>
                <a:ext cx="159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0000 0000 00000 000</a:t>
                </a:r>
                <a:r>
                  <a:rPr lang="en-US" altLang="zh-CN" sz="1800"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84012" name="Rectangle 16">
              <a:extLst>
                <a:ext uri="{FF2B5EF4-FFF2-40B4-BE49-F238E27FC236}">
                  <a16:creationId xmlns:a16="http://schemas.microsoft.com/office/drawing/2014/main" id="{2ED2C554-A7EF-E14F-9D60-AC0676C6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3088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</p:grpSp>
      <p:grpSp>
        <p:nvGrpSpPr>
          <p:cNvPr id="208913" name="Group 17">
            <a:extLst>
              <a:ext uri="{FF2B5EF4-FFF2-40B4-BE49-F238E27FC236}">
                <a16:creationId xmlns:a16="http://schemas.microsoft.com/office/drawing/2014/main" id="{4ACC7D8F-265B-C74E-A24A-1D90DCBC4150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5143500"/>
            <a:ext cx="5899150" cy="973138"/>
            <a:chOff x="1091" y="3434"/>
            <a:chExt cx="3716" cy="613"/>
          </a:xfrm>
        </p:grpSpPr>
        <p:sp>
          <p:nvSpPr>
            <p:cNvPr id="83999" name="Rectangle 18">
              <a:extLst>
                <a:ext uri="{FF2B5EF4-FFF2-40B4-BE49-F238E27FC236}">
                  <a16:creationId xmlns:a16="http://schemas.microsoft.com/office/drawing/2014/main" id="{7595D3AC-1CBD-0F44-A64A-2375E6CC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3434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4000" name="Rectangle 19">
              <a:extLst>
                <a:ext uri="{FF2B5EF4-FFF2-40B4-BE49-F238E27FC236}">
                  <a16:creationId xmlns:a16="http://schemas.microsoft.com/office/drawing/2014/main" id="{3A8FDB02-9A77-EE4C-B949-80E4665BC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343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84001" name="Rectangle 20">
              <a:extLst>
                <a:ext uri="{FF2B5EF4-FFF2-40B4-BE49-F238E27FC236}">
                  <a16:creationId xmlns:a16="http://schemas.microsoft.com/office/drawing/2014/main" id="{F343D8F8-8FB3-3146-BF0F-C0B58D37F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" y="343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84002" name="Rectangle 21">
              <a:extLst>
                <a:ext uri="{FF2B5EF4-FFF2-40B4-BE49-F238E27FC236}">
                  <a16:creationId xmlns:a16="http://schemas.microsoft.com/office/drawing/2014/main" id="{F7EEF378-B24C-6D42-9895-88B7584B9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3434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grpSp>
          <p:nvGrpSpPr>
            <p:cNvPr id="84003" name="Group 22">
              <a:extLst>
                <a:ext uri="{FF2B5EF4-FFF2-40B4-BE49-F238E27FC236}">
                  <a16:creationId xmlns:a16="http://schemas.microsoft.com/office/drawing/2014/main" id="{8B78950E-18C2-5C45-8D8C-FBC819B49B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8" y="3611"/>
              <a:ext cx="3603" cy="436"/>
              <a:chOff x="1108" y="3611"/>
              <a:chExt cx="3603" cy="436"/>
            </a:xfrm>
          </p:grpSpPr>
          <p:sp>
            <p:nvSpPr>
              <p:cNvPr id="84004" name="Rectangle 23">
                <a:extLst>
                  <a:ext uri="{FF2B5EF4-FFF2-40B4-BE49-F238E27FC236}">
                    <a16:creationId xmlns:a16="http://schemas.microsoft.com/office/drawing/2014/main" id="{3BFE2B07-3586-024B-B250-9DEA4499A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8" y="3634"/>
                <a:ext cx="3599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4005" name="Rectangle 24">
                <a:extLst>
                  <a:ext uri="{FF2B5EF4-FFF2-40B4-BE49-F238E27FC236}">
                    <a16:creationId xmlns:a16="http://schemas.microsoft.com/office/drawing/2014/main" id="{0BDCA1F2-E77B-AA4C-82D6-ABF09AD3F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1" y="3630"/>
                <a:ext cx="180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4006" name="Rectangle 25">
                <a:extLst>
                  <a:ext uri="{FF2B5EF4-FFF2-40B4-BE49-F238E27FC236}">
                    <a16:creationId xmlns:a16="http://schemas.microsoft.com/office/drawing/2014/main" id="{B5ECC3A8-C25A-3142-B405-35BE6BBF3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626"/>
                <a:ext cx="826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immediate</a:t>
                </a:r>
              </a:p>
            </p:txBody>
          </p:sp>
          <p:sp>
            <p:nvSpPr>
              <p:cNvPr id="84007" name="Rectangle 26">
                <a:extLst>
                  <a:ext uri="{FF2B5EF4-FFF2-40B4-BE49-F238E27FC236}">
                    <a16:creationId xmlns:a16="http://schemas.microsoft.com/office/drawing/2014/main" id="{518C57EE-1E9B-0146-BAB9-C2432379B8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3" y="3818"/>
                <a:ext cx="56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84008" name="Rectangle 27">
                <a:extLst>
                  <a:ext uri="{FF2B5EF4-FFF2-40B4-BE49-F238E27FC236}">
                    <a16:creationId xmlns:a16="http://schemas.microsoft.com/office/drawing/2014/main" id="{27390D39-89E2-5E43-A1BC-DAF7FA75B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9" y="3818"/>
                <a:ext cx="562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  <a:r>
                  <a:rPr lang="zh-CN" altLang="en-US" b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bits</a:t>
                </a:r>
              </a:p>
            </p:txBody>
          </p:sp>
          <p:sp>
            <p:nvSpPr>
              <p:cNvPr id="84009" name="Rectangle 28">
                <a:extLst>
                  <a:ext uri="{FF2B5EF4-FFF2-40B4-BE49-F238E27FC236}">
                    <a16:creationId xmlns:a16="http://schemas.microsoft.com/office/drawing/2014/main" id="{ECBFCCD9-0D73-C84B-9D8E-FD8741032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3" y="3611"/>
                <a:ext cx="1546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sz="1800">
                    <a:ea typeface="宋体" panose="02010600030101010101" pitchFamily="2" charset="-122"/>
                  </a:rPr>
                  <a:t>1111 1111 1111 1111</a:t>
                </a:r>
              </a:p>
            </p:txBody>
          </p:sp>
          <p:sp>
            <p:nvSpPr>
              <p:cNvPr id="84010" name="Rectangle 29">
                <a:extLst>
                  <a:ext uri="{FF2B5EF4-FFF2-40B4-BE49-F238E27FC236}">
                    <a16:creationId xmlns:a16="http://schemas.microsoft.com/office/drawing/2014/main" id="{EF25F682-F5C2-4C41-8EFC-7112DCD07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4" y="3616"/>
                <a:ext cx="194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208948" name="Rectangle 52">
            <a:extLst>
              <a:ext uri="{FF2B5EF4-FFF2-40B4-BE49-F238E27FC236}">
                <a16:creationId xmlns:a16="http://schemas.microsoft.com/office/drawing/2014/main" id="{8569DF2E-9F10-584E-AE23-266CF0FFB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4156075"/>
            <a:ext cx="4079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为什么不是零扩展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 ) 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08949" name="Text Box 53">
            <a:extLst>
              <a:ext uri="{FF2B5EF4-FFF2-40B4-BE49-F238E27FC236}">
                <a16:creationId xmlns:a16="http://schemas.microsoft.com/office/drawing/2014/main" id="{673859C7-AB9C-BF4B-81F7-9E90370DC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6189663"/>
            <a:ext cx="83185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思考：应在原数据通路上加哪些元件和连线？用何控制信号？</a:t>
            </a:r>
          </a:p>
        </p:txBody>
      </p:sp>
      <p:sp>
        <p:nvSpPr>
          <p:cNvPr id="83976" name="Text Box 54">
            <a:extLst>
              <a:ext uri="{FF2B5EF4-FFF2-40B4-BE49-F238E27FC236}">
                <a16:creationId xmlns:a16="http://schemas.microsoft.com/office/drawing/2014/main" id="{CE3CB053-BB1F-5A4A-B9EE-7872E2E19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013" y="534988"/>
            <a:ext cx="2447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立即数用补码表示</a:t>
            </a:r>
          </a:p>
        </p:txBody>
      </p:sp>
      <p:grpSp>
        <p:nvGrpSpPr>
          <p:cNvPr id="83977" name="Group 55">
            <a:extLst>
              <a:ext uri="{FF2B5EF4-FFF2-40B4-BE49-F238E27FC236}">
                <a16:creationId xmlns:a16="http://schemas.microsoft.com/office/drawing/2014/main" id="{A4A00FD1-3958-A241-935C-F35F1CE736DF}"/>
              </a:ext>
            </a:extLst>
          </p:cNvPr>
          <p:cNvGrpSpPr>
            <a:grpSpLocks/>
          </p:cNvGrpSpPr>
          <p:nvPr/>
        </p:nvGrpSpPr>
        <p:grpSpPr bwMode="auto">
          <a:xfrm>
            <a:off x="2306638" y="742950"/>
            <a:ext cx="5999162" cy="989013"/>
            <a:chOff x="1918" y="1392"/>
            <a:chExt cx="3763" cy="607"/>
          </a:xfrm>
        </p:grpSpPr>
        <p:sp>
          <p:nvSpPr>
            <p:cNvPr id="83978" name="Rectangle 56">
              <a:extLst>
                <a:ext uri="{FF2B5EF4-FFF2-40B4-BE49-F238E27FC236}">
                  <a16:creationId xmlns:a16="http://schemas.microsoft.com/office/drawing/2014/main" id="{A7AC3BA0-D34D-DA44-88CA-9C9C21DF4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3979" name="Group 57">
              <a:extLst>
                <a:ext uri="{FF2B5EF4-FFF2-40B4-BE49-F238E27FC236}">
                  <a16:creationId xmlns:a16="http://schemas.microsoft.com/office/drawing/2014/main" id="{FA9F46AE-0BD6-AD4F-BDE1-49222107F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83997" name="Rectangle 58">
                <a:extLst>
                  <a:ext uri="{FF2B5EF4-FFF2-40B4-BE49-F238E27FC236}">
                    <a16:creationId xmlns:a16="http://schemas.microsoft.com/office/drawing/2014/main" id="{95ACA4A7-C3A8-294F-9207-3B7B49448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3998" name="Rectangle 59">
                <a:extLst>
                  <a:ext uri="{FF2B5EF4-FFF2-40B4-BE49-F238E27FC236}">
                    <a16:creationId xmlns:a16="http://schemas.microsoft.com/office/drawing/2014/main" id="{4409F280-511D-674F-AF6A-BB94AEAC8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83980" name="Group 60">
              <a:extLst>
                <a:ext uri="{FF2B5EF4-FFF2-40B4-BE49-F238E27FC236}">
                  <a16:creationId xmlns:a16="http://schemas.microsoft.com/office/drawing/2014/main" id="{7DCA8E0F-73A8-BF45-9DBE-A96B05B6A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83995" name="Rectangle 61">
                <a:extLst>
                  <a:ext uri="{FF2B5EF4-FFF2-40B4-BE49-F238E27FC236}">
                    <a16:creationId xmlns:a16="http://schemas.microsoft.com/office/drawing/2014/main" id="{27EAAFC0-40F8-FB43-8778-85AD724FD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3996" name="Rectangle 62">
                <a:extLst>
                  <a:ext uri="{FF2B5EF4-FFF2-40B4-BE49-F238E27FC236}">
                    <a16:creationId xmlns:a16="http://schemas.microsoft.com/office/drawing/2014/main" id="{F0C70D87-3CA2-C74F-8E13-81B2D750C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83981" name="Group 63">
              <a:extLst>
                <a:ext uri="{FF2B5EF4-FFF2-40B4-BE49-F238E27FC236}">
                  <a16:creationId xmlns:a16="http://schemas.microsoft.com/office/drawing/2014/main" id="{44134F70-C9B4-DB47-AB01-B3E95B1C6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83993" name="Rectangle 64">
                <a:extLst>
                  <a:ext uri="{FF2B5EF4-FFF2-40B4-BE49-F238E27FC236}">
                    <a16:creationId xmlns:a16="http://schemas.microsoft.com/office/drawing/2014/main" id="{A191C36C-12D6-984F-9A63-A5F3616CF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3994" name="Rectangle 65">
                <a:extLst>
                  <a:ext uri="{FF2B5EF4-FFF2-40B4-BE49-F238E27FC236}">
                    <a16:creationId xmlns:a16="http://schemas.microsoft.com/office/drawing/2014/main" id="{0B012F59-4B37-9043-AAE8-A3E11195D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83982" name="Rectangle 66">
              <a:extLst>
                <a:ext uri="{FF2B5EF4-FFF2-40B4-BE49-F238E27FC236}">
                  <a16:creationId xmlns:a16="http://schemas.microsoft.com/office/drawing/2014/main" id="{11E6FCD6-636E-C24D-889A-C8864AE0A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3983" name="Rectangle 67">
              <a:extLst>
                <a:ext uri="{FF2B5EF4-FFF2-40B4-BE49-F238E27FC236}">
                  <a16:creationId xmlns:a16="http://schemas.microsoft.com/office/drawing/2014/main" id="{36C73DE0-5DBD-B34F-937A-7BB1EE9C3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83984" name="Rectangle 68">
              <a:extLst>
                <a:ext uri="{FF2B5EF4-FFF2-40B4-BE49-F238E27FC236}">
                  <a16:creationId xmlns:a16="http://schemas.microsoft.com/office/drawing/2014/main" id="{6E7EB96D-5905-F346-BED9-61936791E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3985" name="Rectangle 69">
              <a:extLst>
                <a:ext uri="{FF2B5EF4-FFF2-40B4-BE49-F238E27FC236}">
                  <a16:creationId xmlns:a16="http://schemas.microsoft.com/office/drawing/2014/main" id="{A10502EC-9FAA-004E-A47B-337EB171B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83986" name="Rectangle 70">
              <a:extLst>
                <a:ext uri="{FF2B5EF4-FFF2-40B4-BE49-F238E27FC236}">
                  <a16:creationId xmlns:a16="http://schemas.microsoft.com/office/drawing/2014/main" id="{3D0E57D0-D8F5-6647-8719-F3DD3FEC6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83987" name="Rectangle 71">
              <a:extLst>
                <a:ext uri="{FF2B5EF4-FFF2-40B4-BE49-F238E27FC236}">
                  <a16:creationId xmlns:a16="http://schemas.microsoft.com/office/drawing/2014/main" id="{B89E60FB-9F79-3B4A-ABBB-6EB85EC95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3988" name="Rectangle 72">
              <a:extLst>
                <a:ext uri="{FF2B5EF4-FFF2-40B4-BE49-F238E27FC236}">
                  <a16:creationId xmlns:a16="http://schemas.microsoft.com/office/drawing/2014/main" id="{079B30D9-FEAF-FD4A-98AD-D25984ADE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3989" name="Rectangle 73">
              <a:extLst>
                <a:ext uri="{FF2B5EF4-FFF2-40B4-BE49-F238E27FC236}">
                  <a16:creationId xmlns:a16="http://schemas.microsoft.com/office/drawing/2014/main" id="{18DE816F-7020-8B49-9EBB-761227284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3990" name="Rectangle 74">
              <a:extLst>
                <a:ext uri="{FF2B5EF4-FFF2-40B4-BE49-F238E27FC236}">
                  <a16:creationId xmlns:a16="http://schemas.microsoft.com/office/drawing/2014/main" id="{F1DAA973-2372-3848-B736-109808D76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3991" name="Rectangle 75">
              <a:extLst>
                <a:ext uri="{FF2B5EF4-FFF2-40B4-BE49-F238E27FC236}">
                  <a16:creationId xmlns:a16="http://schemas.microsoft.com/office/drawing/2014/main" id="{6CF8A0E6-E71B-AD45-9161-BE7AEC455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3992" name="Rectangle 76">
              <a:extLst>
                <a:ext uri="{FF2B5EF4-FFF2-40B4-BE49-F238E27FC236}">
                  <a16:creationId xmlns:a16="http://schemas.microsoft.com/office/drawing/2014/main" id="{B382D8EE-66BF-D84E-86D3-F85B4E1C0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0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0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48" grpId="0"/>
      <p:bldP spid="2089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367F600-B577-A448-A3B8-5DFCFF995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9626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装入</a:t>
            </a:r>
            <a:r>
              <a:rPr lang="en-US" altLang="zh-CN">
                <a:ea typeface="宋体" panose="02010600030101010101" pitchFamily="2" charset="-122"/>
              </a:rPr>
              <a:t>(lw)</a:t>
            </a:r>
            <a:r>
              <a:rPr lang="zh-CN" altLang="en-US">
                <a:ea typeface="宋体" panose="02010600030101010101" pitchFamily="2" charset="-122"/>
              </a:rPr>
              <a:t>指令的数据通路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11AEFEE-DFAA-B545-A37F-6D5120E32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66750"/>
            <a:ext cx="8191500" cy="3254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R[rt] 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ea typeface="宋体" panose="02010600030101010101" pitchFamily="2" charset="-122"/>
              </a:rPr>
              <a:t> M[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R[rs] + SignExt[imm16]</a:t>
            </a:r>
            <a:r>
              <a:rPr lang="en-US" altLang="zh-CN">
                <a:ea typeface="宋体" panose="02010600030101010101" pitchFamily="2" charset="-122"/>
              </a:rPr>
              <a:t> ] 	        lw    rt, rs, imm16</a:t>
            </a:r>
          </a:p>
        </p:txBody>
      </p:sp>
      <p:grpSp>
        <p:nvGrpSpPr>
          <p:cNvPr id="86020" name="Group 25">
            <a:extLst>
              <a:ext uri="{FF2B5EF4-FFF2-40B4-BE49-F238E27FC236}">
                <a16:creationId xmlns:a16="http://schemas.microsoft.com/office/drawing/2014/main" id="{2E0073DF-CEFD-0441-90AA-99B415BD96A6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3125788"/>
            <a:ext cx="457200" cy="1157287"/>
            <a:chOff x="3168" y="2365"/>
            <a:chExt cx="288" cy="729"/>
          </a:xfrm>
        </p:grpSpPr>
        <p:sp>
          <p:nvSpPr>
            <p:cNvPr id="86167" name="Line 26">
              <a:extLst>
                <a:ext uri="{FF2B5EF4-FFF2-40B4-BE49-F238E27FC236}">
                  <a16:creationId xmlns:a16="http://schemas.microsoft.com/office/drawing/2014/main" id="{1D6514FD-877B-7D40-A75E-5328A6C2E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65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8" name="Line 27">
              <a:extLst>
                <a:ext uri="{FF2B5EF4-FFF2-40B4-BE49-F238E27FC236}">
                  <a16:creationId xmlns:a16="http://schemas.microsoft.com/office/drawing/2014/main" id="{5FD35A89-8267-044B-B6D5-558A3E493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65"/>
              <a:ext cx="27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9" name="Line 28">
              <a:extLst>
                <a:ext uri="{FF2B5EF4-FFF2-40B4-BE49-F238E27FC236}">
                  <a16:creationId xmlns:a16="http://schemas.microsoft.com/office/drawing/2014/main" id="{6DF5754A-FC7F-3B4A-9357-FB8F1D80F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547"/>
              <a:ext cx="128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70" name="Line 29">
              <a:extLst>
                <a:ext uri="{FF2B5EF4-FFF2-40B4-BE49-F238E27FC236}">
                  <a16:creationId xmlns:a16="http://schemas.microsoft.com/office/drawing/2014/main" id="{68BB194F-2B9D-5443-A07F-FC22525D2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639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71" name="Line 30">
              <a:extLst>
                <a:ext uri="{FF2B5EF4-FFF2-40B4-BE49-F238E27FC236}">
                  <a16:creationId xmlns:a16="http://schemas.microsoft.com/office/drawing/2014/main" id="{2783D961-BF3D-2548-AED8-FAB58D9DD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547"/>
              <a:ext cx="0" cy="3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72" name="Line 31">
              <a:extLst>
                <a:ext uri="{FF2B5EF4-FFF2-40B4-BE49-F238E27FC236}">
                  <a16:creationId xmlns:a16="http://schemas.microsoft.com/office/drawing/2014/main" id="{ABE61699-AC3D-7640-85F5-EC6F7FC0D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05"/>
              <a:ext cx="128" cy="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73" name="Line 32">
              <a:extLst>
                <a:ext uri="{FF2B5EF4-FFF2-40B4-BE49-F238E27FC236}">
                  <a16:creationId xmlns:a16="http://schemas.microsoft.com/office/drawing/2014/main" id="{8B256A8F-790F-CF4A-A159-FD68CFEB2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912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74" name="Line 33">
              <a:extLst>
                <a:ext uri="{FF2B5EF4-FFF2-40B4-BE49-F238E27FC236}">
                  <a16:creationId xmlns:a16="http://schemas.microsoft.com/office/drawing/2014/main" id="{16EC6F91-480C-6646-92C4-C7C083DAF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96"/>
              <a:ext cx="272" cy="1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6021" name="Line 34">
            <a:extLst>
              <a:ext uri="{FF2B5EF4-FFF2-40B4-BE49-F238E27FC236}">
                <a16:creationId xmlns:a16="http://schemas.microsoft.com/office/drawing/2014/main" id="{ADC41D32-0EAD-E344-B7C7-E9F8589341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73688" y="3692525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35">
            <a:extLst>
              <a:ext uri="{FF2B5EF4-FFF2-40B4-BE49-F238E27FC236}">
                <a16:creationId xmlns:a16="http://schemas.microsoft.com/office/drawing/2014/main" id="{7F246237-1F06-0544-838C-7BA1006545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61038" y="3625850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Rectangle 36">
            <a:extLst>
              <a:ext uri="{FF2B5EF4-FFF2-40B4-BE49-F238E27FC236}">
                <a16:creationId xmlns:a16="http://schemas.microsoft.com/office/drawing/2014/main" id="{8470B554-E4E9-7F4B-A88F-5985A037B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300" y="36893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6024" name="Line 37">
            <a:extLst>
              <a:ext uri="{FF2B5EF4-FFF2-40B4-BE49-F238E27FC236}">
                <a16:creationId xmlns:a16="http://schemas.microsoft.com/office/drawing/2014/main" id="{A74DCA22-3B62-7A4E-9275-FE2FC6803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7788" y="2836863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Rectangle 38">
            <a:extLst>
              <a:ext uri="{FF2B5EF4-FFF2-40B4-BE49-F238E27FC236}">
                <a16:creationId xmlns:a16="http://schemas.microsoft.com/office/drawing/2014/main" id="{F2F68238-664E-4845-930C-476D6C677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75" y="2532063"/>
            <a:ext cx="9509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86026" name="Rectangle 39">
            <a:extLst>
              <a:ext uri="{FF2B5EF4-FFF2-40B4-BE49-F238E27FC236}">
                <a16:creationId xmlns:a16="http://schemas.microsoft.com/office/drawing/2014/main" id="{4B304126-A375-C54A-8C73-E6FFEBE1E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384333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86027" name="Rectangle 40">
            <a:extLst>
              <a:ext uri="{FF2B5EF4-FFF2-40B4-BE49-F238E27FC236}">
                <a16:creationId xmlns:a16="http://schemas.microsoft.com/office/drawing/2014/main" id="{60964B58-D4B0-9247-AB3A-0F8784788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3255963"/>
            <a:ext cx="803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86028" name="Rectangle 41">
            <a:extLst>
              <a:ext uri="{FF2B5EF4-FFF2-40B4-BE49-F238E27FC236}">
                <a16:creationId xmlns:a16="http://schemas.microsoft.com/office/drawing/2014/main" id="{677D17DD-9964-1C4D-8302-928DA0720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3125788"/>
            <a:ext cx="14319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029" name="Line 42">
            <a:extLst>
              <a:ext uri="{FF2B5EF4-FFF2-40B4-BE49-F238E27FC236}">
                <a16:creationId xmlns:a16="http://schemas.microsoft.com/office/drawing/2014/main" id="{105E6B66-2B7D-2E46-9406-36EB31B73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863" y="4048125"/>
            <a:ext cx="250825" cy="65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43">
            <a:extLst>
              <a:ext uri="{FF2B5EF4-FFF2-40B4-BE49-F238E27FC236}">
                <a16:creationId xmlns:a16="http://schemas.microsoft.com/office/drawing/2014/main" id="{CCB3470E-028D-3A4D-A60C-3350608475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68463" y="4138613"/>
            <a:ext cx="301625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Oval 44">
            <a:extLst>
              <a:ext uri="{FF2B5EF4-FFF2-40B4-BE49-F238E27FC236}">
                <a16:creationId xmlns:a16="http://schemas.microsoft.com/office/drawing/2014/main" id="{C79C0DA9-F741-234E-BDC6-14EC64EC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4084638"/>
            <a:ext cx="127000" cy="11906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032" name="Rectangle 45">
            <a:extLst>
              <a:ext uri="{FF2B5EF4-FFF2-40B4-BE49-F238E27FC236}">
                <a16:creationId xmlns:a16="http://schemas.microsoft.com/office/drawing/2014/main" id="{EB067619-C9F3-8046-91D2-8C24407CD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2603500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86033" name="Line 46">
            <a:extLst>
              <a:ext uri="{FF2B5EF4-FFF2-40B4-BE49-F238E27FC236}">
                <a16:creationId xmlns:a16="http://schemas.microsoft.com/office/drawing/2014/main" id="{78BBB141-2448-7041-9EFA-253A667A71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8" y="36195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4" name="Line 47">
            <a:extLst>
              <a:ext uri="{FF2B5EF4-FFF2-40B4-BE49-F238E27FC236}">
                <a16:creationId xmlns:a16="http://schemas.microsoft.com/office/drawing/2014/main" id="{D84BDBD0-E6CA-8C4C-AB37-BBB9EDB68C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9038" y="355441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5" name="Rectangle 48">
            <a:extLst>
              <a:ext uri="{FF2B5EF4-FFF2-40B4-BE49-F238E27FC236}">
                <a16:creationId xmlns:a16="http://schemas.microsoft.com/office/drawing/2014/main" id="{5518B725-D901-724E-8234-B9DFFD5F1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36179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6036" name="Line 49">
            <a:extLst>
              <a:ext uri="{FF2B5EF4-FFF2-40B4-BE49-F238E27FC236}">
                <a16:creationId xmlns:a16="http://schemas.microsoft.com/office/drawing/2014/main" id="{C6B44C86-89B6-1845-95EB-27693EAFE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3088" y="3257550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7" name="Line 50">
            <a:extLst>
              <a:ext uri="{FF2B5EF4-FFF2-40B4-BE49-F238E27FC236}">
                <a16:creationId xmlns:a16="http://schemas.microsoft.com/office/drawing/2014/main" id="{95188952-98FC-2146-9FE0-4BD0BAC9E0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4638" y="3192463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8" name="Rectangle 51">
            <a:extLst>
              <a:ext uri="{FF2B5EF4-FFF2-40B4-BE49-F238E27FC236}">
                <a16:creationId xmlns:a16="http://schemas.microsoft.com/office/drawing/2014/main" id="{942067B8-EE62-0345-91DD-008754C17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33274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6039" name="Rectangle 52">
            <a:extLst>
              <a:ext uri="{FF2B5EF4-FFF2-40B4-BE49-F238E27FC236}">
                <a16:creationId xmlns:a16="http://schemas.microsoft.com/office/drawing/2014/main" id="{E9FC4C6E-547F-F944-9BAB-DA651432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296703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86040" name="Line 53">
            <a:extLst>
              <a:ext uri="{FF2B5EF4-FFF2-40B4-BE49-F238E27FC236}">
                <a16:creationId xmlns:a16="http://schemas.microsoft.com/office/drawing/2014/main" id="{9576E7B6-7D39-0D43-9256-67220EB19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4988" y="2882900"/>
            <a:ext cx="0" cy="242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1" name="Line 54">
            <a:extLst>
              <a:ext uri="{FF2B5EF4-FFF2-40B4-BE49-F238E27FC236}">
                <a16:creationId xmlns:a16="http://schemas.microsoft.com/office/drawing/2014/main" id="{A260F4B9-6A1E-3644-B1D3-05BF77064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3088" y="412591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2" name="Line 55">
            <a:extLst>
              <a:ext uri="{FF2B5EF4-FFF2-40B4-BE49-F238E27FC236}">
                <a16:creationId xmlns:a16="http://schemas.microsoft.com/office/drawing/2014/main" id="{BAF0D3E8-C867-374E-AC5D-E57BFCF82D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7438" y="406082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3" name="Rectangle 56">
            <a:extLst>
              <a:ext uri="{FF2B5EF4-FFF2-40B4-BE49-F238E27FC236}">
                <a16:creationId xmlns:a16="http://schemas.microsoft.com/office/drawing/2014/main" id="{BA31B678-3597-2B4C-9086-C298F36F2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41243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6044" name="Rectangle 57">
            <a:extLst>
              <a:ext uri="{FF2B5EF4-FFF2-40B4-BE49-F238E27FC236}">
                <a16:creationId xmlns:a16="http://schemas.microsoft.com/office/drawing/2014/main" id="{3528E4D3-2C34-EF43-837E-C036C186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383381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86045" name="Line 58">
            <a:extLst>
              <a:ext uri="{FF2B5EF4-FFF2-40B4-BE49-F238E27FC236}">
                <a16:creationId xmlns:a16="http://schemas.microsoft.com/office/drawing/2014/main" id="{DBE72BD2-3B69-B747-A7E9-CBC221B53C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0288" y="41259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6" name="Line 59">
            <a:extLst>
              <a:ext uri="{FF2B5EF4-FFF2-40B4-BE49-F238E27FC236}">
                <a16:creationId xmlns:a16="http://schemas.microsoft.com/office/drawing/2014/main" id="{4832A3A3-B488-0C47-A90F-99372B465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9788" y="2474913"/>
            <a:ext cx="0" cy="625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7" name="Line 60">
            <a:extLst>
              <a:ext uri="{FF2B5EF4-FFF2-40B4-BE49-F238E27FC236}">
                <a16:creationId xmlns:a16="http://schemas.microsoft.com/office/drawing/2014/main" id="{E87E48E2-1B80-DA4C-BF19-74FFF06FD4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9938" y="2817813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48" name="Rectangle 61">
            <a:extLst>
              <a:ext uri="{FF2B5EF4-FFF2-40B4-BE49-F238E27FC236}">
                <a16:creationId xmlns:a16="http://schemas.microsoft.com/office/drawing/2014/main" id="{D72D37AB-3B32-384F-88E5-321850E5C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26765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6049" name="Line 62">
            <a:extLst>
              <a:ext uri="{FF2B5EF4-FFF2-40B4-BE49-F238E27FC236}">
                <a16:creationId xmlns:a16="http://schemas.microsoft.com/office/drawing/2014/main" id="{4A255087-714D-D747-83B6-462A6D5B3D9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90788" y="2692400"/>
            <a:ext cx="0" cy="407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50" name="Line 63">
            <a:extLst>
              <a:ext uri="{FF2B5EF4-FFF2-40B4-BE49-F238E27FC236}">
                <a16:creationId xmlns:a16="http://schemas.microsoft.com/office/drawing/2014/main" id="{05206161-6560-F843-97A7-411E287AE7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20938" y="2817813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51" name="Rectangle 64">
            <a:extLst>
              <a:ext uri="{FF2B5EF4-FFF2-40B4-BE49-F238E27FC236}">
                <a16:creationId xmlns:a16="http://schemas.microsoft.com/office/drawing/2014/main" id="{CCD66E57-404D-7A48-9073-FCEFF4557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26765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6052" name="Line 65">
            <a:extLst>
              <a:ext uri="{FF2B5EF4-FFF2-40B4-BE49-F238E27FC236}">
                <a16:creationId xmlns:a16="http://schemas.microsoft.com/office/drawing/2014/main" id="{7A37C978-9D2A-364F-831B-7827A1E29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7988" y="2692400"/>
            <a:ext cx="0" cy="407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53" name="Line 66">
            <a:extLst>
              <a:ext uri="{FF2B5EF4-FFF2-40B4-BE49-F238E27FC236}">
                <a16:creationId xmlns:a16="http://schemas.microsoft.com/office/drawing/2014/main" id="{94AE5472-83F8-054A-8F27-327D3A09A4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8138" y="2817813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54" name="Rectangle 67">
            <a:extLst>
              <a:ext uri="{FF2B5EF4-FFF2-40B4-BE49-F238E27FC236}">
                <a16:creationId xmlns:a16="http://schemas.microsoft.com/office/drawing/2014/main" id="{3235F322-527C-B34A-A13F-46D1C09F0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26765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86055" name="Rectangle 68">
            <a:extLst>
              <a:ext uri="{FF2B5EF4-FFF2-40B4-BE49-F238E27FC236}">
                <a16:creationId xmlns:a16="http://schemas.microsoft.com/office/drawing/2014/main" id="{B9A4684E-1BC0-E04A-9A54-F0CF27213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111500"/>
            <a:ext cx="523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86056" name="Rectangle 69">
            <a:extLst>
              <a:ext uri="{FF2B5EF4-FFF2-40B4-BE49-F238E27FC236}">
                <a16:creationId xmlns:a16="http://schemas.microsoft.com/office/drawing/2014/main" id="{A598E08B-1857-BE49-90CE-3F48531B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31115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86057" name="Rectangle 70">
            <a:extLst>
              <a:ext uri="{FF2B5EF4-FFF2-40B4-BE49-F238E27FC236}">
                <a16:creationId xmlns:a16="http://schemas.microsoft.com/office/drawing/2014/main" id="{62068453-3BB3-4D40-96DA-9EFC1456C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31115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86058" name="Rectangle 71">
            <a:extLst>
              <a:ext uri="{FF2B5EF4-FFF2-40B4-BE49-F238E27FC236}">
                <a16:creationId xmlns:a16="http://schemas.microsoft.com/office/drawing/2014/main" id="{E0E67A10-5FFC-1C40-80C4-D60FAA5BD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3400425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86059" name="Line 72">
            <a:extLst>
              <a:ext uri="{FF2B5EF4-FFF2-40B4-BE49-F238E27FC236}">
                <a16:creationId xmlns:a16="http://schemas.microsoft.com/office/drawing/2014/main" id="{C5F32E84-37CF-7644-BC30-E967680757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8" y="5718175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60" name="Line 73">
            <a:extLst>
              <a:ext uri="{FF2B5EF4-FFF2-40B4-BE49-F238E27FC236}">
                <a16:creationId xmlns:a16="http://schemas.microsoft.com/office/drawing/2014/main" id="{C525E1FA-3053-D64D-85CC-B09C0B5A0A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988" y="3606800"/>
            <a:ext cx="0" cy="2124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61" name="Rectangle 74">
            <a:extLst>
              <a:ext uri="{FF2B5EF4-FFF2-40B4-BE49-F238E27FC236}">
                <a16:creationId xmlns:a16="http://schemas.microsoft.com/office/drawing/2014/main" id="{3B7C9463-968C-F143-B4B1-E3B964A5A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246062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86062" name="Rectangle 75">
            <a:extLst>
              <a:ext uri="{FF2B5EF4-FFF2-40B4-BE49-F238E27FC236}">
                <a16:creationId xmlns:a16="http://schemas.microsoft.com/office/drawing/2014/main" id="{6DC9053D-BEA9-1243-92E7-FCAF46D81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900" y="180975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86063" name="Group 76">
            <a:extLst>
              <a:ext uri="{FF2B5EF4-FFF2-40B4-BE49-F238E27FC236}">
                <a16:creationId xmlns:a16="http://schemas.microsoft.com/office/drawing/2014/main" id="{3BA36EC2-D13E-2248-8A37-F85786ECB530}"/>
              </a:ext>
            </a:extLst>
          </p:cNvPr>
          <p:cNvGrpSpPr>
            <a:grpSpLocks/>
          </p:cNvGrpSpPr>
          <p:nvPr/>
        </p:nvGrpSpPr>
        <p:grpSpPr bwMode="auto">
          <a:xfrm>
            <a:off x="4062413" y="3849688"/>
            <a:ext cx="304800" cy="1084262"/>
            <a:chOff x="2640" y="2821"/>
            <a:chExt cx="192" cy="683"/>
          </a:xfrm>
        </p:grpSpPr>
        <p:sp>
          <p:nvSpPr>
            <p:cNvPr id="86163" name="Line 77">
              <a:extLst>
                <a:ext uri="{FF2B5EF4-FFF2-40B4-BE49-F238E27FC236}">
                  <a16:creationId xmlns:a16="http://schemas.microsoft.com/office/drawing/2014/main" id="{CEA1A04E-57F2-8340-A5F7-90D8DDC39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821"/>
              <a:ext cx="0" cy="6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4" name="Line 78">
              <a:extLst>
                <a:ext uri="{FF2B5EF4-FFF2-40B4-BE49-F238E27FC236}">
                  <a16:creationId xmlns:a16="http://schemas.microsoft.com/office/drawing/2014/main" id="{609D22D3-AD06-0944-B7DF-704D9A02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821"/>
              <a:ext cx="176" cy="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5" name="Line 79">
              <a:extLst>
                <a:ext uri="{FF2B5EF4-FFF2-40B4-BE49-F238E27FC236}">
                  <a16:creationId xmlns:a16="http://schemas.microsoft.com/office/drawing/2014/main" id="{3DB14C1E-31B2-8549-938C-857D7C3C1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97"/>
              <a:ext cx="176" cy="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6" name="Line 80">
              <a:extLst>
                <a:ext uri="{FF2B5EF4-FFF2-40B4-BE49-F238E27FC236}">
                  <a16:creationId xmlns:a16="http://schemas.microsoft.com/office/drawing/2014/main" id="{4757CF6C-84CA-414A-9612-BE9439F5F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912"/>
              <a:ext cx="0" cy="4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6064" name="Group 81">
            <a:extLst>
              <a:ext uri="{FF2B5EF4-FFF2-40B4-BE49-F238E27FC236}">
                <a16:creationId xmlns:a16="http://schemas.microsoft.com/office/drawing/2014/main" id="{1DB20A0F-1877-B641-BF99-DEAE845FB98A}"/>
              </a:ext>
            </a:extLst>
          </p:cNvPr>
          <p:cNvGrpSpPr>
            <a:grpSpLocks/>
          </p:cNvGrpSpPr>
          <p:nvPr/>
        </p:nvGrpSpPr>
        <p:grpSpPr bwMode="auto">
          <a:xfrm>
            <a:off x="1373188" y="2209800"/>
            <a:ext cx="1168400" cy="288925"/>
            <a:chOff x="928" y="1788"/>
            <a:chExt cx="736" cy="182"/>
          </a:xfrm>
        </p:grpSpPr>
        <p:sp>
          <p:nvSpPr>
            <p:cNvPr id="86159" name="Line 82">
              <a:extLst>
                <a:ext uri="{FF2B5EF4-FFF2-40B4-BE49-F238E27FC236}">
                  <a16:creationId xmlns:a16="http://schemas.microsoft.com/office/drawing/2014/main" id="{71E4B775-08E3-4341-8B13-BC615F317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88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0" name="Line 83">
              <a:extLst>
                <a:ext uri="{FF2B5EF4-FFF2-40B4-BE49-F238E27FC236}">
                  <a16:creationId xmlns:a16="http://schemas.microsoft.com/office/drawing/2014/main" id="{693547D4-7D1E-7045-8A9B-B88E68312C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96"/>
              <a:ext cx="11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1" name="Line 84">
              <a:extLst>
                <a:ext uri="{FF2B5EF4-FFF2-40B4-BE49-F238E27FC236}">
                  <a16:creationId xmlns:a16="http://schemas.microsoft.com/office/drawing/2014/main" id="{DCB26EBA-B961-304C-BBD4-608F3570A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96"/>
              <a:ext cx="8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162" name="Line 85">
              <a:extLst>
                <a:ext uri="{FF2B5EF4-FFF2-40B4-BE49-F238E27FC236}">
                  <a16:creationId xmlns:a16="http://schemas.microsoft.com/office/drawing/2014/main" id="{42EF6118-AF1F-0245-94FF-BF203DD72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70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6065" name="Rectangle 86">
            <a:extLst>
              <a:ext uri="{FF2B5EF4-FFF2-40B4-BE49-F238E27FC236}">
                <a16:creationId xmlns:a16="http://schemas.microsoft.com/office/drawing/2014/main" id="{D2040E4C-699C-F14A-8CAF-970C17CBD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2316163"/>
            <a:ext cx="13239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Don’t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Care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(Rt)</a:t>
            </a:r>
          </a:p>
        </p:txBody>
      </p:sp>
      <p:sp>
        <p:nvSpPr>
          <p:cNvPr id="86066" name="Line 87">
            <a:extLst>
              <a:ext uri="{FF2B5EF4-FFF2-40B4-BE49-F238E27FC236}">
                <a16:creationId xmlns:a16="http://schemas.microsoft.com/office/drawing/2014/main" id="{070847FC-4EF3-664F-A8E4-D958767EE0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2188" y="1968500"/>
            <a:ext cx="0" cy="236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67" name="Line 88">
            <a:extLst>
              <a:ext uri="{FF2B5EF4-FFF2-40B4-BE49-F238E27FC236}">
                <a16:creationId xmlns:a16="http://schemas.microsoft.com/office/drawing/2014/main" id="{9E13F504-01C3-B04B-B50E-AD7D79F45C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8300" y="1954213"/>
            <a:ext cx="0" cy="265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68" name="Rectangle 89">
            <a:extLst>
              <a:ext uri="{FF2B5EF4-FFF2-40B4-BE49-F238E27FC236}">
                <a16:creationId xmlns:a16="http://schemas.microsoft.com/office/drawing/2014/main" id="{8643F812-AE9E-8547-A7B6-51330AD0D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180975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86069" name="Line 90">
            <a:extLst>
              <a:ext uri="{FF2B5EF4-FFF2-40B4-BE49-F238E27FC236}">
                <a16:creationId xmlns:a16="http://schemas.microsoft.com/office/drawing/2014/main" id="{074B17F3-0ADB-B94E-8D25-ED686E0938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3088" y="2390775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70" name="Rectangle 91">
            <a:extLst>
              <a:ext uri="{FF2B5EF4-FFF2-40B4-BE49-F238E27FC236}">
                <a16:creationId xmlns:a16="http://schemas.microsoft.com/office/drawing/2014/main" id="{610E49D0-51E8-8B46-B723-09EC94422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098675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86071" name="Rectangle 92">
            <a:extLst>
              <a:ext uri="{FF2B5EF4-FFF2-40B4-BE49-F238E27FC236}">
                <a16:creationId xmlns:a16="http://schemas.microsoft.com/office/drawing/2014/main" id="{3C8D82D2-850A-E645-B13B-99F891DA5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4500563"/>
            <a:ext cx="355600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6072" name="Rectangle 93">
            <a:extLst>
              <a:ext uri="{FF2B5EF4-FFF2-40B4-BE49-F238E27FC236}">
                <a16:creationId xmlns:a16="http://schemas.microsoft.com/office/drawing/2014/main" id="{369CEF1E-DD53-E442-8218-A0EF58EF8B7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82231" y="4258469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86073" name="Rectangle 94">
            <a:extLst>
              <a:ext uri="{FF2B5EF4-FFF2-40B4-BE49-F238E27FC236}">
                <a16:creationId xmlns:a16="http://schemas.microsoft.com/office/drawing/2014/main" id="{3F62AEA6-381E-1342-85DF-814B83DD1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206625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86074" name="Line 95">
            <a:extLst>
              <a:ext uri="{FF2B5EF4-FFF2-40B4-BE49-F238E27FC236}">
                <a16:creationId xmlns:a16="http://schemas.microsoft.com/office/drawing/2014/main" id="{1393ABE6-F117-1D4B-AA7D-F2E8AB6CA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7888" y="4776788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75" name="Rectangle 96">
            <a:extLst>
              <a:ext uri="{FF2B5EF4-FFF2-40B4-BE49-F238E27FC236}">
                <a16:creationId xmlns:a16="http://schemas.microsoft.com/office/drawing/2014/main" id="{415C2AF5-68E2-D74F-9A2F-EE75699D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950" y="48117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86076" name="Line 97">
            <a:extLst>
              <a:ext uri="{FF2B5EF4-FFF2-40B4-BE49-F238E27FC236}">
                <a16:creationId xmlns:a16="http://schemas.microsoft.com/office/drawing/2014/main" id="{15A6CDEA-FC84-C443-8D48-73977BEAEE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3638" y="4711700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77" name="Line 98">
            <a:extLst>
              <a:ext uri="{FF2B5EF4-FFF2-40B4-BE49-F238E27FC236}">
                <a16:creationId xmlns:a16="http://schemas.microsoft.com/office/drawing/2014/main" id="{BF91692F-5787-2A4C-BDAC-7861847CF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6288" y="4994275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78" name="Line 99">
            <a:extLst>
              <a:ext uri="{FF2B5EF4-FFF2-40B4-BE49-F238E27FC236}">
                <a16:creationId xmlns:a16="http://schemas.microsoft.com/office/drawing/2014/main" id="{519BC3E0-E848-1548-A0B1-D63FB4819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4438" y="4927600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79" name="Rectangle 100">
            <a:extLst>
              <a:ext uri="{FF2B5EF4-FFF2-40B4-BE49-F238E27FC236}">
                <a16:creationId xmlns:a16="http://schemas.microsoft.com/office/drawing/2014/main" id="{038A14C1-FCBE-1E4F-8E79-FCC0E886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49926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86080" name="Rectangle 101">
            <a:extLst>
              <a:ext uri="{FF2B5EF4-FFF2-40B4-BE49-F238E27FC236}">
                <a16:creationId xmlns:a16="http://schemas.microsoft.com/office/drawing/2014/main" id="{727ECF7F-930C-614B-B2DE-A3720FA30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483235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86081" name="Line 102">
            <a:extLst>
              <a:ext uri="{FF2B5EF4-FFF2-40B4-BE49-F238E27FC236}">
                <a16:creationId xmlns:a16="http://schemas.microsoft.com/office/drawing/2014/main" id="{21314B2C-3705-4A4F-9790-89B4290EE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3388" y="4856163"/>
            <a:ext cx="0" cy="420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82" name="Rectangle 103">
            <a:extLst>
              <a:ext uri="{FF2B5EF4-FFF2-40B4-BE49-F238E27FC236}">
                <a16:creationId xmlns:a16="http://schemas.microsoft.com/office/drawing/2014/main" id="{7C8C2D14-EE42-C94E-94B0-DEF421015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281613"/>
            <a:ext cx="1019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86083" name="Line 104">
            <a:extLst>
              <a:ext uri="{FF2B5EF4-FFF2-40B4-BE49-F238E27FC236}">
                <a16:creationId xmlns:a16="http://schemas.microsoft.com/office/drawing/2014/main" id="{77ABCEDA-81AC-3F47-8933-50254D651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488" y="412591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84" name="Line 105">
            <a:extLst>
              <a:ext uri="{FF2B5EF4-FFF2-40B4-BE49-F238E27FC236}">
                <a16:creationId xmlns:a16="http://schemas.microsoft.com/office/drawing/2014/main" id="{CFF7066F-B155-8441-9C57-12DCABB3AD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434388" y="3994150"/>
            <a:ext cx="0" cy="1711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85" name="Rectangle 106">
            <a:extLst>
              <a:ext uri="{FF2B5EF4-FFF2-40B4-BE49-F238E27FC236}">
                <a16:creationId xmlns:a16="http://schemas.microsoft.com/office/drawing/2014/main" id="{137A118A-9939-8F42-957E-87B16E10973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22044" y="3552032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grpSp>
        <p:nvGrpSpPr>
          <p:cNvPr id="211088" name="Group 144">
            <a:extLst>
              <a:ext uri="{FF2B5EF4-FFF2-40B4-BE49-F238E27FC236}">
                <a16:creationId xmlns:a16="http://schemas.microsoft.com/office/drawing/2014/main" id="{A17C8305-A5D1-324D-BA1C-5AF376E58F24}"/>
              </a:ext>
            </a:extLst>
          </p:cNvPr>
          <p:cNvGrpSpPr>
            <a:grpSpLocks/>
          </p:cNvGrpSpPr>
          <p:nvPr/>
        </p:nvGrpSpPr>
        <p:grpSpPr bwMode="auto">
          <a:xfrm>
            <a:off x="5249863" y="2033588"/>
            <a:ext cx="2830512" cy="1522412"/>
            <a:chOff x="3355" y="1281"/>
            <a:chExt cx="1655" cy="959"/>
          </a:xfrm>
        </p:grpSpPr>
        <p:sp>
          <p:nvSpPr>
            <p:cNvPr id="86157" name="Text Box 142">
              <a:extLst>
                <a:ext uri="{FF2B5EF4-FFF2-40B4-BE49-F238E27FC236}">
                  <a16:creationId xmlns:a16="http://schemas.microsoft.com/office/drawing/2014/main" id="{8E3D584C-6C48-3E4A-8AB4-2883CD717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" y="1281"/>
              <a:ext cx="1655" cy="258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加兰色部分。为什么？</a:t>
              </a:r>
            </a:p>
          </p:txBody>
        </p:sp>
        <p:sp>
          <p:nvSpPr>
            <p:cNvPr id="86158" name="Line 143">
              <a:extLst>
                <a:ext uri="{FF2B5EF4-FFF2-40B4-BE49-F238E27FC236}">
                  <a16:creationId xmlns:a16="http://schemas.microsoft.com/office/drawing/2014/main" id="{C42F19A9-BF72-A743-95AA-E7F41FF81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9" y="1527"/>
              <a:ext cx="786" cy="71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6087" name="Group 146">
            <a:extLst>
              <a:ext uri="{FF2B5EF4-FFF2-40B4-BE49-F238E27FC236}">
                <a16:creationId xmlns:a16="http://schemas.microsoft.com/office/drawing/2014/main" id="{19AFBCD5-C506-C54C-9A0B-9CFBC9939297}"/>
              </a:ext>
            </a:extLst>
          </p:cNvPr>
          <p:cNvGrpSpPr>
            <a:grpSpLocks/>
          </p:cNvGrpSpPr>
          <p:nvPr/>
        </p:nvGrpSpPr>
        <p:grpSpPr bwMode="auto">
          <a:xfrm>
            <a:off x="1522413" y="2152650"/>
            <a:ext cx="804862" cy="352425"/>
            <a:chOff x="1625" y="1752"/>
            <a:chExt cx="507" cy="222"/>
          </a:xfrm>
        </p:grpSpPr>
        <p:sp>
          <p:nvSpPr>
            <p:cNvPr id="86155" name="Text Box 147">
              <a:extLst>
                <a:ext uri="{FF2B5EF4-FFF2-40B4-BE49-F238E27FC236}">
                  <a16:creationId xmlns:a16="http://schemas.microsoft.com/office/drawing/2014/main" id="{753160C4-1482-F44B-A122-BA6A2FB08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75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6156" name="Text Box 148">
              <a:extLst>
                <a:ext uri="{FF2B5EF4-FFF2-40B4-BE49-F238E27FC236}">
                  <a16:creationId xmlns:a16="http://schemas.microsoft.com/office/drawing/2014/main" id="{B5C91E9F-3C19-484E-8927-09FE0A534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176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211123" name="Group 179">
            <a:extLst>
              <a:ext uri="{FF2B5EF4-FFF2-40B4-BE49-F238E27FC236}">
                <a16:creationId xmlns:a16="http://schemas.microsoft.com/office/drawing/2014/main" id="{3E94A0C4-A519-D34B-B0A5-788E45621B2F}"/>
              </a:ext>
            </a:extLst>
          </p:cNvPr>
          <p:cNvGrpSpPr>
            <a:grpSpLocks/>
          </p:cNvGrpSpPr>
          <p:nvPr/>
        </p:nvGrpSpPr>
        <p:grpSpPr bwMode="auto">
          <a:xfrm>
            <a:off x="2922588" y="2749550"/>
            <a:ext cx="5778500" cy="3417888"/>
            <a:chOff x="1833" y="1732"/>
            <a:chExt cx="3640" cy="2153"/>
          </a:xfrm>
        </p:grpSpPr>
        <p:grpSp>
          <p:nvGrpSpPr>
            <p:cNvPr id="86117" name="Group 107">
              <a:extLst>
                <a:ext uri="{FF2B5EF4-FFF2-40B4-BE49-F238E27FC236}">
                  <a16:creationId xmlns:a16="http://schemas.microsoft.com/office/drawing/2014/main" id="{7EA7E4C6-4BED-A043-942A-DEC463C5D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3" y="1732"/>
              <a:ext cx="3640" cy="2153"/>
              <a:chOff x="1905" y="2128"/>
              <a:chExt cx="3640" cy="2153"/>
            </a:xfrm>
          </p:grpSpPr>
          <p:sp>
            <p:nvSpPr>
              <p:cNvPr id="86121" name="Rectangle 108">
                <a:extLst>
                  <a:ext uri="{FF2B5EF4-FFF2-40B4-BE49-F238E27FC236}">
                    <a16:creationId xmlns:a16="http://schemas.microsoft.com/office/drawing/2014/main" id="{515F7694-3AD8-9F4F-85BB-F9B0A4882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818" y="3345"/>
                <a:ext cx="49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    Ext</a:t>
                </a:r>
              </a:p>
            </p:txBody>
          </p:sp>
          <p:sp>
            <p:nvSpPr>
              <p:cNvPr id="86122" name="Line 109">
                <a:extLst>
                  <a:ext uri="{FF2B5EF4-FFF2-40B4-BE49-F238E27FC236}">
                    <a16:creationId xmlns:a16="http://schemas.microsoft.com/office/drawing/2014/main" id="{73E5C399-6892-B548-9B15-A4C85B813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8" y="3815"/>
                <a:ext cx="0" cy="25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123" name="Rectangle 110">
                <a:extLst>
                  <a:ext uri="{FF2B5EF4-FFF2-40B4-BE49-F238E27FC236}">
                    <a16:creationId xmlns:a16="http://schemas.microsoft.com/office/drawing/2014/main" id="{828CCA5E-384E-A84C-8ED5-B1D5969A7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5" y="4052"/>
                <a:ext cx="53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solidFill>
                      <a:schemeClr val="accent1"/>
                    </a:solidFill>
                    <a:ea typeface="宋体" panose="02010600030101010101" pitchFamily="2" charset="-122"/>
                  </a:rPr>
                  <a:t>ExtOp</a:t>
                </a:r>
              </a:p>
            </p:txBody>
          </p:sp>
          <p:grpSp>
            <p:nvGrpSpPr>
              <p:cNvPr id="86124" name="Group 111">
                <a:extLst>
                  <a:ext uri="{FF2B5EF4-FFF2-40B4-BE49-F238E27FC236}">
                    <a16:creationId xmlns:a16="http://schemas.microsoft.com/office/drawing/2014/main" id="{689196F2-C1B1-0342-B623-AD7F50C471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1" y="2128"/>
                <a:ext cx="2434" cy="1782"/>
                <a:chOff x="3111" y="2128"/>
                <a:chExt cx="2434" cy="1782"/>
              </a:xfrm>
            </p:grpSpPr>
            <p:grpSp>
              <p:nvGrpSpPr>
                <p:cNvPr id="86125" name="Group 112">
                  <a:extLst>
                    <a:ext uri="{FF2B5EF4-FFF2-40B4-BE49-F238E27FC236}">
                      <a16:creationId xmlns:a16="http://schemas.microsoft.com/office/drawing/2014/main" id="{459C6CE2-1728-9D42-8899-B3F152BACB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6" y="2547"/>
                  <a:ext cx="192" cy="684"/>
                  <a:chOff x="4896" y="2547"/>
                  <a:chExt cx="192" cy="684"/>
                </a:xfrm>
              </p:grpSpPr>
              <p:sp>
                <p:nvSpPr>
                  <p:cNvPr id="86151" name="Line 113">
                    <a:extLst>
                      <a:ext uri="{FF2B5EF4-FFF2-40B4-BE49-F238E27FC236}">
                        <a16:creationId xmlns:a16="http://schemas.microsoft.com/office/drawing/2014/main" id="{9A147543-B7C6-2C49-A0D5-4BB049C57D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896" y="2547"/>
                    <a:ext cx="0" cy="668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152" name="Line 114">
                    <a:extLst>
                      <a:ext uri="{FF2B5EF4-FFF2-40B4-BE49-F238E27FC236}">
                        <a16:creationId xmlns:a16="http://schemas.microsoft.com/office/drawing/2014/main" id="{15E4CB60-1BF9-9E41-A8E5-ED795C703E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904" y="2547"/>
                    <a:ext cx="176" cy="76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153" name="Line 115">
                    <a:extLst>
                      <a:ext uri="{FF2B5EF4-FFF2-40B4-BE49-F238E27FC236}">
                        <a16:creationId xmlns:a16="http://schemas.microsoft.com/office/drawing/2014/main" id="{83AA9C79-8D02-1E42-AED4-682F96531F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04" y="3124"/>
                    <a:ext cx="176" cy="107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154" name="Line 116">
                    <a:extLst>
                      <a:ext uri="{FF2B5EF4-FFF2-40B4-BE49-F238E27FC236}">
                        <a16:creationId xmlns:a16="http://schemas.microsoft.com/office/drawing/2014/main" id="{FE585DCC-F231-1C4D-A9FE-237B103300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088" y="2639"/>
                    <a:ext cx="0" cy="485"/>
                  </a:xfrm>
                  <a:prstGeom prst="line">
                    <a:avLst/>
                  </a:prstGeom>
                  <a:noFill/>
                  <a:ln w="25400">
                    <a:solidFill>
                      <a:srgbClr val="00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6126" name="Rectangle 117">
                  <a:extLst>
                    <a:ext uri="{FF2B5EF4-FFF2-40B4-BE49-F238E27FC236}">
                      <a16:creationId xmlns:a16="http://schemas.microsoft.com/office/drawing/2014/main" id="{B1026A6A-8B46-284E-99B7-14E9C01CB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4753" y="2794"/>
                  <a:ext cx="402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Mux</a:t>
                  </a:r>
                </a:p>
              </p:txBody>
            </p:sp>
            <p:sp>
              <p:nvSpPr>
                <p:cNvPr id="86127" name="Line 118">
                  <a:extLst>
                    <a:ext uri="{FF2B5EF4-FFF2-40B4-BE49-F238E27FC236}">
                      <a16:creationId xmlns:a16="http://schemas.microsoft.com/office/drawing/2014/main" id="{5DC6CFC5-6FC8-8749-B98C-E1EAB34257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92" y="2304"/>
                  <a:ext cx="0" cy="289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28" name="Rectangle 119">
                  <a:extLst>
                    <a:ext uri="{FF2B5EF4-FFF2-40B4-BE49-F238E27FC236}">
                      <a16:creationId xmlns:a16="http://schemas.microsoft.com/office/drawing/2014/main" id="{85D27F81-4132-F341-905B-2EF6731CF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5" y="2128"/>
                  <a:ext cx="850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MemtoReg</a:t>
                  </a:r>
                </a:p>
              </p:txBody>
            </p:sp>
            <p:sp>
              <p:nvSpPr>
                <p:cNvPr id="86129" name="Line 120">
                  <a:extLst>
                    <a:ext uri="{FF2B5EF4-FFF2-40B4-BE49-F238E27FC236}">
                      <a16:creationId xmlns:a16="http://schemas.microsoft.com/office/drawing/2014/main" id="{AA3005E5-0589-D543-9FF8-E8B40AE9C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96" y="2904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30" name="Rectangle 121">
                  <a:extLst>
                    <a:ext uri="{FF2B5EF4-FFF2-40B4-BE49-F238E27FC236}">
                      <a16:creationId xmlns:a16="http://schemas.microsoft.com/office/drawing/2014/main" id="{F199AAE7-3D3F-3641-9B35-B206212CD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4" y="3185"/>
                  <a:ext cx="710" cy="725"/>
                </a:xfrm>
                <a:prstGeom prst="rect">
                  <a:avLst/>
                </a:prstGeom>
                <a:noFill/>
                <a:ln w="2540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131" name="Line 122">
                  <a:extLst>
                    <a:ext uri="{FF2B5EF4-FFF2-40B4-BE49-F238E27FC236}">
                      <a16:creationId xmlns:a16="http://schemas.microsoft.com/office/drawing/2014/main" id="{B3300396-2EEF-D54F-8F80-5407C4E3E6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00" y="3815"/>
                  <a:ext cx="304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32" name="Rectangle 123">
                  <a:extLst>
                    <a:ext uri="{FF2B5EF4-FFF2-40B4-BE49-F238E27FC236}">
                      <a16:creationId xmlns:a16="http://schemas.microsoft.com/office/drawing/2014/main" id="{8591049F-9D09-5140-BECA-C1A71E36B5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57" y="3637"/>
                  <a:ext cx="338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Clk</a:t>
                  </a:r>
                </a:p>
              </p:txBody>
            </p:sp>
            <p:sp>
              <p:nvSpPr>
                <p:cNvPr id="86133" name="Rectangle 124">
                  <a:extLst>
                    <a:ext uri="{FF2B5EF4-FFF2-40B4-BE49-F238E27FC236}">
                      <a16:creationId xmlns:a16="http://schemas.microsoft.com/office/drawing/2014/main" id="{C7B6C9F1-C149-D64B-81FC-2C98CD668F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11" y="3313"/>
                  <a:ext cx="586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Data</a:t>
                  </a:r>
                  <a:r>
                    <a:rPr lang="en-US" altLang="zh-CN" b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1800">
                      <a:ea typeface="宋体" panose="02010600030101010101" pitchFamily="2" charset="-122"/>
                    </a:rPr>
                    <a:t>In</a:t>
                  </a:r>
                </a:p>
              </p:txBody>
            </p:sp>
            <p:sp>
              <p:nvSpPr>
                <p:cNvPr id="86134" name="Line 125">
                  <a:extLst>
                    <a:ext uri="{FF2B5EF4-FFF2-40B4-BE49-F238E27FC236}">
                      <a16:creationId xmlns:a16="http://schemas.microsoft.com/office/drawing/2014/main" id="{461A5C96-B1E9-6041-9302-89EE97B54A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8" y="3766"/>
                  <a:ext cx="158" cy="41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35" name="Line 126">
                  <a:extLst>
                    <a:ext uri="{FF2B5EF4-FFF2-40B4-BE49-F238E27FC236}">
                      <a16:creationId xmlns:a16="http://schemas.microsoft.com/office/drawing/2014/main" id="{4F5A6F58-725C-0B49-8B68-E94077BC2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02" y="3823"/>
                  <a:ext cx="190" cy="64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36" name="Oval 127">
                  <a:extLst>
                    <a:ext uri="{FF2B5EF4-FFF2-40B4-BE49-F238E27FC236}">
                      <a16:creationId xmlns:a16="http://schemas.microsoft.com/office/drawing/2014/main" id="{70C44202-0C01-954E-9C57-CF53659075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98" y="3789"/>
                  <a:ext cx="80" cy="75"/>
                </a:xfrm>
                <a:prstGeom prst="ellips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6137" name="Rectangle 128">
                  <a:extLst>
                    <a:ext uri="{FF2B5EF4-FFF2-40B4-BE49-F238E27FC236}">
                      <a16:creationId xmlns:a16="http://schemas.microsoft.com/office/drawing/2014/main" id="{9F1F8D43-E90F-4C49-9C37-1E0F6ED05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2" y="3175"/>
                  <a:ext cx="490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WrEn</a:t>
                  </a:r>
                </a:p>
              </p:txBody>
            </p:sp>
            <p:sp>
              <p:nvSpPr>
                <p:cNvPr id="86138" name="Line 129">
                  <a:extLst>
                    <a:ext uri="{FF2B5EF4-FFF2-40B4-BE49-F238E27FC236}">
                      <a16:creationId xmlns:a16="http://schemas.microsoft.com/office/drawing/2014/main" id="{62D490ED-49BD-3E4F-9F89-BC9550BA0D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60" y="3496"/>
                  <a:ext cx="640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39" name="Line 130">
                  <a:extLst>
                    <a:ext uri="{FF2B5EF4-FFF2-40B4-BE49-F238E27FC236}">
                      <a16:creationId xmlns:a16="http://schemas.microsoft.com/office/drawing/2014/main" id="{A68150B6-D03C-1841-B1C7-92001DB0C2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500" y="3455"/>
                  <a:ext cx="56" cy="83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0" name="Rectangle 131">
                  <a:extLst>
                    <a:ext uri="{FF2B5EF4-FFF2-40B4-BE49-F238E27FC236}">
                      <a16:creationId xmlns:a16="http://schemas.microsoft.com/office/drawing/2014/main" id="{1E50A30C-BEAD-DB48-9639-CA36FCADF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03" y="3495"/>
                  <a:ext cx="27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ea typeface="宋体" panose="02010600030101010101" pitchFamily="2" charset="-122"/>
                    </a:rPr>
                    <a:t>32</a:t>
                  </a:r>
                </a:p>
              </p:txBody>
            </p:sp>
            <p:sp>
              <p:nvSpPr>
                <p:cNvPr id="86141" name="Line 132">
                  <a:extLst>
                    <a:ext uri="{FF2B5EF4-FFF2-40B4-BE49-F238E27FC236}">
                      <a16:creationId xmlns:a16="http://schemas.microsoft.com/office/drawing/2014/main" id="{47CFBF6F-D698-2143-A731-62B664EF48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4" y="3033"/>
                  <a:ext cx="0" cy="152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2" name="Line 133">
                  <a:extLst>
                    <a:ext uri="{FF2B5EF4-FFF2-40B4-BE49-F238E27FC236}">
                      <a16:creationId xmlns:a16="http://schemas.microsoft.com/office/drawing/2014/main" id="{1EAC8FDE-5495-6446-AC43-B4037F0FB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0" y="2730"/>
                  <a:ext cx="0" cy="439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3" name="Rectangle 134">
                  <a:extLst>
                    <a:ext uri="{FF2B5EF4-FFF2-40B4-BE49-F238E27FC236}">
                      <a16:creationId xmlns:a16="http://schemas.microsoft.com/office/drawing/2014/main" id="{A69CA6C0-298B-2E4F-83CA-8554B0775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7" y="3176"/>
                  <a:ext cx="402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 Adr</a:t>
                  </a:r>
                </a:p>
              </p:txBody>
            </p:sp>
            <p:sp>
              <p:nvSpPr>
                <p:cNvPr id="86144" name="Rectangle 135">
                  <a:extLst>
                    <a:ext uri="{FF2B5EF4-FFF2-40B4-BE49-F238E27FC236}">
                      <a16:creationId xmlns:a16="http://schemas.microsoft.com/office/drawing/2014/main" id="{EC8E4F09-CF8F-9F4F-8F83-900BC27B2C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9" y="3404"/>
                  <a:ext cx="666" cy="4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CN" sz="1800">
                      <a:ea typeface="宋体" panose="02010600030101010101" pitchFamily="2" charset="-122"/>
                    </a:rPr>
                    <a:t>Data</a:t>
                  </a:r>
                </a:p>
                <a:p>
                  <a:pPr algn="ctr"/>
                  <a:r>
                    <a:rPr lang="en-US" altLang="zh-CN" sz="1800">
                      <a:ea typeface="宋体" panose="02010600030101010101" pitchFamily="2" charset="-122"/>
                    </a:rPr>
                    <a:t>Memory</a:t>
                  </a:r>
                </a:p>
              </p:txBody>
            </p:sp>
            <p:sp>
              <p:nvSpPr>
                <p:cNvPr id="86145" name="Line 136">
                  <a:extLst>
                    <a:ext uri="{FF2B5EF4-FFF2-40B4-BE49-F238E27FC236}">
                      <a16:creationId xmlns:a16="http://schemas.microsoft.com/office/drawing/2014/main" id="{DAC5D0BA-FF0F-BA4B-A6DD-7D1EFB112C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6" y="3041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6" name="Line 137">
                  <a:extLst>
                    <a:ext uri="{FF2B5EF4-FFF2-40B4-BE49-F238E27FC236}">
                      <a16:creationId xmlns:a16="http://schemas.microsoft.com/office/drawing/2014/main" id="{1D53481C-059C-AF4F-804C-A918548A5B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3049"/>
                  <a:ext cx="0" cy="485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7" name="Line 138">
                  <a:extLst>
                    <a:ext uri="{FF2B5EF4-FFF2-40B4-BE49-F238E27FC236}">
                      <a16:creationId xmlns:a16="http://schemas.microsoft.com/office/drawing/2014/main" id="{875B8AC9-946F-A14D-890B-1380AC3DB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504" y="3542"/>
                  <a:ext cx="112" cy="0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8" name="Line 139">
                  <a:extLst>
                    <a:ext uri="{FF2B5EF4-FFF2-40B4-BE49-F238E27FC236}">
                      <a16:creationId xmlns:a16="http://schemas.microsoft.com/office/drawing/2014/main" id="{D6EF6257-8B5A-0846-9C7E-C359EB5D7B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52" y="2999"/>
                  <a:ext cx="56" cy="83"/>
                </a:xfrm>
                <a:prstGeom prst="line">
                  <a:avLst/>
                </a:prstGeom>
                <a:noFill/>
                <a:ln w="127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149" name="Rectangle 140">
                  <a:extLst>
                    <a:ext uri="{FF2B5EF4-FFF2-40B4-BE49-F238E27FC236}">
                      <a16:creationId xmlns:a16="http://schemas.microsoft.com/office/drawing/2014/main" id="{3E4E1EBC-7E7E-B042-8F7B-1B8946AF5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3" y="2857"/>
                  <a:ext cx="27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ea typeface="宋体" panose="02010600030101010101" pitchFamily="2" charset="-122"/>
                    </a:rPr>
                    <a:t>32</a:t>
                  </a:r>
                </a:p>
              </p:txBody>
            </p:sp>
            <p:sp>
              <p:nvSpPr>
                <p:cNvPr id="86150" name="Rectangle 141">
                  <a:extLst>
                    <a:ext uri="{FF2B5EF4-FFF2-40B4-BE49-F238E27FC236}">
                      <a16:creationId xmlns:a16="http://schemas.microsoft.com/office/drawing/2014/main" id="{FD09099F-A6B6-BB4C-8B9F-6479EF181F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3" y="2857"/>
                  <a:ext cx="63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MemWr</a:t>
                  </a:r>
                </a:p>
              </p:txBody>
            </p:sp>
          </p:grpSp>
        </p:grpSp>
        <p:grpSp>
          <p:nvGrpSpPr>
            <p:cNvPr id="86118" name="Group 149">
              <a:extLst>
                <a:ext uri="{FF2B5EF4-FFF2-40B4-BE49-F238E27FC236}">
                  <a16:creationId xmlns:a16="http://schemas.microsoft.com/office/drawing/2014/main" id="{27D37813-24CD-5046-B277-FBACC9EC5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2164"/>
              <a:ext cx="142" cy="625"/>
              <a:chOff x="3075" y="2821"/>
              <a:chExt cx="142" cy="625"/>
            </a:xfrm>
          </p:grpSpPr>
          <p:sp>
            <p:nvSpPr>
              <p:cNvPr id="86119" name="Text Box 150">
                <a:extLst>
                  <a:ext uri="{FF2B5EF4-FFF2-40B4-BE49-F238E27FC236}">
                    <a16:creationId xmlns:a16="http://schemas.microsoft.com/office/drawing/2014/main" id="{61E74A5D-4A11-BB43-A8E2-0EBD0223A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9" y="2821"/>
                <a:ext cx="1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6120" name="Text Box 151">
                <a:extLst>
                  <a:ext uri="{FF2B5EF4-FFF2-40B4-BE49-F238E27FC236}">
                    <a16:creationId xmlns:a16="http://schemas.microsoft.com/office/drawing/2014/main" id="{6F4347BD-8526-4B46-8E04-7CE2F165BF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5" y="3234"/>
                <a:ext cx="12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>
                    <a:solidFill>
                      <a:schemeClr val="accent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211096" name="Text Box 152">
            <a:extLst>
              <a:ext uri="{FF2B5EF4-FFF2-40B4-BE49-F238E27FC236}">
                <a16:creationId xmlns:a16="http://schemas.microsoft.com/office/drawing/2014/main" id="{88ABD858-93F4-3A4E-B393-DA77642C9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75" y="6203950"/>
            <a:ext cx="90106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RegDst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RegWr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ALUctr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=add,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ExtOp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ALUSrc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MemWr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=0, </a:t>
            </a:r>
            <a:r>
              <a:rPr lang="en-US" altLang="zh-CN" sz="1800" dirty="0" err="1">
                <a:solidFill>
                  <a:schemeClr val="accent2"/>
                </a:solidFill>
                <a:ea typeface="黑体" panose="02010609060101010101" pitchFamily="49" charset="-122"/>
              </a:rPr>
              <a:t>MemtoReg</a:t>
            </a:r>
            <a:r>
              <a:rPr lang="en-US" altLang="zh-CN" sz="1800" dirty="0">
                <a:solidFill>
                  <a:schemeClr val="accent2"/>
                </a:solidFill>
                <a:ea typeface="黑体" panose="02010609060101010101" pitchFamily="49" charset="-122"/>
              </a:rPr>
              <a:t>=1</a:t>
            </a:r>
            <a:endParaRPr lang="zh-CN" altLang="en-US" sz="18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11097" name="Text Box 153">
            <a:extLst>
              <a:ext uri="{FF2B5EF4-FFF2-40B4-BE49-F238E27FC236}">
                <a16:creationId xmlns:a16="http://schemas.microsoft.com/office/drawing/2014/main" id="{84D6D151-D916-B246-A60F-68D2FD7E6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7938" y="5819775"/>
            <a:ext cx="3440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0: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零扩展，</a:t>
            </a:r>
            <a:r>
              <a:rPr lang="en-US" altLang="zh-CN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：符号扩展</a:t>
            </a:r>
          </a:p>
        </p:txBody>
      </p:sp>
      <p:grpSp>
        <p:nvGrpSpPr>
          <p:cNvPr id="86091" name="Group 154">
            <a:extLst>
              <a:ext uri="{FF2B5EF4-FFF2-40B4-BE49-F238E27FC236}">
                <a16:creationId xmlns:a16="http://schemas.microsoft.com/office/drawing/2014/main" id="{2CD4CCD1-AB7D-5F44-9083-ADCA01DCCEEE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3935413"/>
            <a:ext cx="225425" cy="992187"/>
            <a:chOff x="3075" y="2821"/>
            <a:chExt cx="142" cy="625"/>
          </a:xfrm>
        </p:grpSpPr>
        <p:sp>
          <p:nvSpPr>
            <p:cNvPr id="86115" name="Text Box 155">
              <a:extLst>
                <a:ext uri="{FF2B5EF4-FFF2-40B4-BE49-F238E27FC236}">
                  <a16:creationId xmlns:a16="http://schemas.microsoft.com/office/drawing/2014/main" id="{5AB694AE-2D2F-424D-89D1-B19FE1589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6116" name="Text Box 156">
              <a:extLst>
                <a:ext uri="{FF2B5EF4-FFF2-40B4-BE49-F238E27FC236}">
                  <a16:creationId xmlns:a16="http://schemas.microsoft.com/office/drawing/2014/main" id="{76BE804F-9F48-0B4C-A644-C8D6CC37E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86092" name="Group 157">
            <a:extLst>
              <a:ext uri="{FF2B5EF4-FFF2-40B4-BE49-F238E27FC236}">
                <a16:creationId xmlns:a16="http://schemas.microsoft.com/office/drawing/2014/main" id="{3ED3283D-70D9-9249-8A82-13C4C44001E2}"/>
              </a:ext>
            </a:extLst>
          </p:cNvPr>
          <p:cNvGrpSpPr>
            <a:grpSpLocks/>
          </p:cNvGrpSpPr>
          <p:nvPr/>
        </p:nvGrpSpPr>
        <p:grpSpPr bwMode="auto">
          <a:xfrm>
            <a:off x="2306638" y="1009650"/>
            <a:ext cx="5999162" cy="989013"/>
            <a:chOff x="1918" y="1392"/>
            <a:chExt cx="3763" cy="607"/>
          </a:xfrm>
        </p:grpSpPr>
        <p:sp>
          <p:nvSpPr>
            <p:cNvPr id="86094" name="Rectangle 158">
              <a:extLst>
                <a:ext uri="{FF2B5EF4-FFF2-40B4-BE49-F238E27FC236}">
                  <a16:creationId xmlns:a16="http://schemas.microsoft.com/office/drawing/2014/main" id="{212C40C0-028A-2E4A-B713-B9318EBE4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6095" name="Group 159">
              <a:extLst>
                <a:ext uri="{FF2B5EF4-FFF2-40B4-BE49-F238E27FC236}">
                  <a16:creationId xmlns:a16="http://schemas.microsoft.com/office/drawing/2014/main" id="{9D095FB7-90CD-CF4F-A631-62B5D9DA19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86113" name="Rectangle 160">
                <a:extLst>
                  <a:ext uri="{FF2B5EF4-FFF2-40B4-BE49-F238E27FC236}">
                    <a16:creationId xmlns:a16="http://schemas.microsoft.com/office/drawing/2014/main" id="{E9B4B396-269A-7143-814B-94D9A0CC5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6114" name="Rectangle 161">
                <a:extLst>
                  <a:ext uri="{FF2B5EF4-FFF2-40B4-BE49-F238E27FC236}">
                    <a16:creationId xmlns:a16="http://schemas.microsoft.com/office/drawing/2014/main" id="{92F5229D-396B-0542-B42A-EE84A203C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86096" name="Group 162">
              <a:extLst>
                <a:ext uri="{FF2B5EF4-FFF2-40B4-BE49-F238E27FC236}">
                  <a16:creationId xmlns:a16="http://schemas.microsoft.com/office/drawing/2014/main" id="{1C3A2D4F-B06E-0944-B300-66D497619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86111" name="Rectangle 163">
                <a:extLst>
                  <a:ext uri="{FF2B5EF4-FFF2-40B4-BE49-F238E27FC236}">
                    <a16:creationId xmlns:a16="http://schemas.microsoft.com/office/drawing/2014/main" id="{80BF52F8-2081-5248-8C1D-1DE412399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6112" name="Rectangle 164">
                <a:extLst>
                  <a:ext uri="{FF2B5EF4-FFF2-40B4-BE49-F238E27FC236}">
                    <a16:creationId xmlns:a16="http://schemas.microsoft.com/office/drawing/2014/main" id="{5411B905-D6E4-E54B-98CA-F24120C5F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86097" name="Group 165">
              <a:extLst>
                <a:ext uri="{FF2B5EF4-FFF2-40B4-BE49-F238E27FC236}">
                  <a16:creationId xmlns:a16="http://schemas.microsoft.com/office/drawing/2014/main" id="{F1C3C246-2C76-4449-B813-C145B4531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86109" name="Rectangle 166">
                <a:extLst>
                  <a:ext uri="{FF2B5EF4-FFF2-40B4-BE49-F238E27FC236}">
                    <a16:creationId xmlns:a16="http://schemas.microsoft.com/office/drawing/2014/main" id="{5FD9CBA1-0534-D04D-B7F4-7E144313C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6110" name="Rectangle 167">
                <a:extLst>
                  <a:ext uri="{FF2B5EF4-FFF2-40B4-BE49-F238E27FC236}">
                    <a16:creationId xmlns:a16="http://schemas.microsoft.com/office/drawing/2014/main" id="{015D12C7-FB7F-1C4D-95B2-F3BB5A632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86098" name="Rectangle 168">
              <a:extLst>
                <a:ext uri="{FF2B5EF4-FFF2-40B4-BE49-F238E27FC236}">
                  <a16:creationId xmlns:a16="http://schemas.microsoft.com/office/drawing/2014/main" id="{BBC0FCDB-BA65-1B4F-845A-4B7AA56FA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6099" name="Rectangle 169">
              <a:extLst>
                <a:ext uri="{FF2B5EF4-FFF2-40B4-BE49-F238E27FC236}">
                  <a16:creationId xmlns:a16="http://schemas.microsoft.com/office/drawing/2014/main" id="{A45A25D8-6CFF-F840-895D-DA5C77D7E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86100" name="Rectangle 170">
              <a:extLst>
                <a:ext uri="{FF2B5EF4-FFF2-40B4-BE49-F238E27FC236}">
                  <a16:creationId xmlns:a16="http://schemas.microsoft.com/office/drawing/2014/main" id="{8E25F5D4-2673-5D46-8484-EA1746E5A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6101" name="Rectangle 171">
              <a:extLst>
                <a:ext uri="{FF2B5EF4-FFF2-40B4-BE49-F238E27FC236}">
                  <a16:creationId xmlns:a16="http://schemas.microsoft.com/office/drawing/2014/main" id="{60E94140-1E93-D140-B555-A095BD9E8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86102" name="Rectangle 172">
              <a:extLst>
                <a:ext uri="{FF2B5EF4-FFF2-40B4-BE49-F238E27FC236}">
                  <a16:creationId xmlns:a16="http://schemas.microsoft.com/office/drawing/2014/main" id="{CD38D473-F6C0-FC44-A5C4-00AAB8334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86103" name="Rectangle 173">
              <a:extLst>
                <a:ext uri="{FF2B5EF4-FFF2-40B4-BE49-F238E27FC236}">
                  <a16:creationId xmlns:a16="http://schemas.microsoft.com/office/drawing/2014/main" id="{14025B15-DCEA-634F-8BE8-523833C9B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6104" name="Rectangle 174">
              <a:extLst>
                <a:ext uri="{FF2B5EF4-FFF2-40B4-BE49-F238E27FC236}">
                  <a16:creationId xmlns:a16="http://schemas.microsoft.com/office/drawing/2014/main" id="{DE705873-F24E-8942-82EB-3B04DF4B9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6105" name="Rectangle 175">
              <a:extLst>
                <a:ext uri="{FF2B5EF4-FFF2-40B4-BE49-F238E27FC236}">
                  <a16:creationId xmlns:a16="http://schemas.microsoft.com/office/drawing/2014/main" id="{FC7484E3-353D-C140-B3D5-78B1F9D05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6106" name="Rectangle 176">
              <a:extLst>
                <a:ext uri="{FF2B5EF4-FFF2-40B4-BE49-F238E27FC236}">
                  <a16:creationId xmlns:a16="http://schemas.microsoft.com/office/drawing/2014/main" id="{3245942B-D63D-9F44-997D-D3C92E313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6107" name="Rectangle 177">
              <a:extLst>
                <a:ext uri="{FF2B5EF4-FFF2-40B4-BE49-F238E27FC236}">
                  <a16:creationId xmlns:a16="http://schemas.microsoft.com/office/drawing/2014/main" id="{673A8E40-ECA7-3345-8A68-B8885FF7B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6108" name="Rectangle 178">
              <a:extLst>
                <a:ext uri="{FF2B5EF4-FFF2-40B4-BE49-F238E27FC236}">
                  <a16:creationId xmlns:a16="http://schemas.microsoft.com/office/drawing/2014/main" id="{B645B372-F656-664D-B700-6FA18A6C1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159" name="Text Box 133">
            <a:extLst>
              <a:ext uri="{FF2B5EF4-FFF2-40B4-BE49-F238E27FC236}">
                <a16:creationId xmlns:a16="http://schemas.microsoft.com/office/drawing/2014/main" id="{3B547DBC-9A54-3C4A-98AC-F3A389DD5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588" y="5784850"/>
            <a:ext cx="22764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96" grpId="0" animBg="1"/>
      <p:bldP spid="211097" grpId="0"/>
      <p:bldP spid="1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64E2CCFC-F38B-FB49-9632-3D102236A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54843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访存指令中的存数指令 </a:t>
            </a:r>
            <a:r>
              <a:rPr lang="en-US" altLang="zh-CN">
                <a:ea typeface="宋体" panose="02010600030101010101" pitchFamily="2" charset="-122"/>
              </a:rPr>
              <a:t>(sw)</a:t>
            </a:r>
          </a:p>
        </p:txBody>
      </p:sp>
      <p:sp>
        <p:nvSpPr>
          <p:cNvPr id="88067" name="Rectangle 75">
            <a:extLst>
              <a:ext uri="{FF2B5EF4-FFF2-40B4-BE49-F238E27FC236}">
                <a16:creationId xmlns:a16="http://schemas.microsoft.com/office/drawing/2014/main" id="{D8D1B54A-5FFE-DD40-A051-224458E8F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" y="925513"/>
            <a:ext cx="3170238" cy="4783137"/>
          </a:xfrm>
        </p:spPr>
        <p:txBody>
          <a:bodyPr/>
          <a:lstStyle/>
          <a:p>
            <a:pPr marL="342900" indent="-342900"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条指令）：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213068" name="Text Box 76">
            <a:extLst>
              <a:ext uri="{FF2B5EF4-FFF2-40B4-BE49-F238E27FC236}">
                <a16:creationId xmlns:a16="http://schemas.microsoft.com/office/drawing/2014/main" id="{7CA945D7-6F29-C841-A541-E46E0A462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3819525"/>
            <a:ext cx="49037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 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考虑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sw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指令（访存指令的代表）</a:t>
            </a:r>
          </a:p>
        </p:txBody>
      </p:sp>
      <p:grpSp>
        <p:nvGrpSpPr>
          <p:cNvPr id="213072" name="Group 80">
            <a:extLst>
              <a:ext uri="{FF2B5EF4-FFF2-40B4-BE49-F238E27FC236}">
                <a16:creationId xmlns:a16="http://schemas.microsoft.com/office/drawing/2014/main" id="{831CE433-8A17-E84C-A017-17FF6B1317C6}"/>
              </a:ext>
            </a:extLst>
          </p:cNvPr>
          <p:cNvGrpSpPr>
            <a:grpSpLocks/>
          </p:cNvGrpSpPr>
          <p:nvPr/>
        </p:nvGrpSpPr>
        <p:grpSpPr bwMode="auto">
          <a:xfrm>
            <a:off x="639763" y="2228850"/>
            <a:ext cx="8504237" cy="1968500"/>
            <a:chOff x="376" y="1412"/>
            <a:chExt cx="5357" cy="1240"/>
          </a:xfrm>
        </p:grpSpPr>
        <p:sp>
          <p:nvSpPr>
            <p:cNvPr id="88140" name="Text Box 78">
              <a:extLst>
                <a:ext uri="{FF2B5EF4-FFF2-40B4-BE49-F238E27FC236}">
                  <a16:creationId xmlns:a16="http://schemas.microsoft.com/office/drawing/2014/main" id="{EE0961DF-654D-1240-A7CA-56AC96496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" y="2440"/>
              <a:ext cx="1682" cy="212"/>
            </a:xfrm>
            <a:prstGeom prst="rect">
              <a:avLst/>
            </a:prstGeom>
            <a:solidFill>
              <a:srgbClr val="FF99CC">
                <a:alpha val="4196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141" name="Rectangle 79">
              <a:extLst>
                <a:ext uri="{FF2B5EF4-FFF2-40B4-BE49-F238E27FC236}">
                  <a16:creationId xmlns:a16="http://schemas.microsoft.com/office/drawing/2014/main" id="{A27B8137-5B3B-FD4A-B983-E1E54502F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1412"/>
              <a:ext cx="3840" cy="667"/>
            </a:xfrm>
            <a:prstGeom prst="rect">
              <a:avLst/>
            </a:prstGeom>
            <a:solidFill>
              <a:srgbClr val="FF99CC">
                <a:alpha val="3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88070" name="Group 81">
            <a:extLst>
              <a:ext uri="{FF2B5EF4-FFF2-40B4-BE49-F238E27FC236}">
                <a16:creationId xmlns:a16="http://schemas.microsoft.com/office/drawing/2014/main" id="{289C8D21-E615-8843-A53B-FB0FB27303BE}"/>
              </a:ext>
            </a:extLst>
          </p:cNvPr>
          <p:cNvGrpSpPr>
            <a:grpSpLocks/>
          </p:cNvGrpSpPr>
          <p:nvPr/>
        </p:nvGrpSpPr>
        <p:grpSpPr bwMode="auto">
          <a:xfrm>
            <a:off x="3068638" y="2266950"/>
            <a:ext cx="5999162" cy="989013"/>
            <a:chOff x="1918" y="1392"/>
            <a:chExt cx="3763" cy="607"/>
          </a:xfrm>
        </p:grpSpPr>
        <p:sp>
          <p:nvSpPr>
            <p:cNvPr id="88119" name="Rectangle 82">
              <a:extLst>
                <a:ext uri="{FF2B5EF4-FFF2-40B4-BE49-F238E27FC236}">
                  <a16:creationId xmlns:a16="http://schemas.microsoft.com/office/drawing/2014/main" id="{C7195305-1920-6147-9AEA-4F4AEF5FB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8120" name="Group 83">
              <a:extLst>
                <a:ext uri="{FF2B5EF4-FFF2-40B4-BE49-F238E27FC236}">
                  <a16:creationId xmlns:a16="http://schemas.microsoft.com/office/drawing/2014/main" id="{946F2FD9-6888-1D4C-BA09-9E2B460A49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88138" name="Rectangle 84">
                <a:extLst>
                  <a:ext uri="{FF2B5EF4-FFF2-40B4-BE49-F238E27FC236}">
                    <a16:creationId xmlns:a16="http://schemas.microsoft.com/office/drawing/2014/main" id="{4CCFDCEF-8949-7B40-9DDE-EF8F6D525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8139" name="Rectangle 85">
                <a:extLst>
                  <a:ext uri="{FF2B5EF4-FFF2-40B4-BE49-F238E27FC236}">
                    <a16:creationId xmlns:a16="http://schemas.microsoft.com/office/drawing/2014/main" id="{03287531-2C96-1246-BFD1-C863123AD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88121" name="Group 86">
              <a:extLst>
                <a:ext uri="{FF2B5EF4-FFF2-40B4-BE49-F238E27FC236}">
                  <a16:creationId xmlns:a16="http://schemas.microsoft.com/office/drawing/2014/main" id="{22D09EDA-A6FD-C94E-B8EE-CDF4C57BF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88136" name="Rectangle 87">
                <a:extLst>
                  <a:ext uri="{FF2B5EF4-FFF2-40B4-BE49-F238E27FC236}">
                    <a16:creationId xmlns:a16="http://schemas.microsoft.com/office/drawing/2014/main" id="{F527F82F-94A2-4249-9864-AB9E01546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8137" name="Rectangle 88">
                <a:extLst>
                  <a:ext uri="{FF2B5EF4-FFF2-40B4-BE49-F238E27FC236}">
                    <a16:creationId xmlns:a16="http://schemas.microsoft.com/office/drawing/2014/main" id="{14FF4273-F986-B441-883E-EA5D67D17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88122" name="Group 89">
              <a:extLst>
                <a:ext uri="{FF2B5EF4-FFF2-40B4-BE49-F238E27FC236}">
                  <a16:creationId xmlns:a16="http://schemas.microsoft.com/office/drawing/2014/main" id="{8B5354F3-72F5-A84F-B96F-3949486BE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88134" name="Rectangle 90">
                <a:extLst>
                  <a:ext uri="{FF2B5EF4-FFF2-40B4-BE49-F238E27FC236}">
                    <a16:creationId xmlns:a16="http://schemas.microsoft.com/office/drawing/2014/main" id="{5DAD609C-420E-4C4D-B838-146F05E9E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8135" name="Rectangle 91">
                <a:extLst>
                  <a:ext uri="{FF2B5EF4-FFF2-40B4-BE49-F238E27FC236}">
                    <a16:creationId xmlns:a16="http://schemas.microsoft.com/office/drawing/2014/main" id="{E0ECA1BD-BCFE-0249-8C77-3873B44F5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88123" name="Rectangle 92">
              <a:extLst>
                <a:ext uri="{FF2B5EF4-FFF2-40B4-BE49-F238E27FC236}">
                  <a16:creationId xmlns:a16="http://schemas.microsoft.com/office/drawing/2014/main" id="{6AA0A0F9-6223-9C4B-86ED-511D37151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8124" name="Rectangle 93">
              <a:extLst>
                <a:ext uri="{FF2B5EF4-FFF2-40B4-BE49-F238E27FC236}">
                  <a16:creationId xmlns:a16="http://schemas.microsoft.com/office/drawing/2014/main" id="{D7006A05-A6D6-E742-8CB3-DADAA4D3F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88125" name="Rectangle 94">
              <a:extLst>
                <a:ext uri="{FF2B5EF4-FFF2-40B4-BE49-F238E27FC236}">
                  <a16:creationId xmlns:a16="http://schemas.microsoft.com/office/drawing/2014/main" id="{83832A87-8E83-2844-AF26-3838E490C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8126" name="Rectangle 95">
              <a:extLst>
                <a:ext uri="{FF2B5EF4-FFF2-40B4-BE49-F238E27FC236}">
                  <a16:creationId xmlns:a16="http://schemas.microsoft.com/office/drawing/2014/main" id="{1EB03489-7E4D-BB45-8870-9653FDE62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88127" name="Rectangle 96">
              <a:extLst>
                <a:ext uri="{FF2B5EF4-FFF2-40B4-BE49-F238E27FC236}">
                  <a16:creationId xmlns:a16="http://schemas.microsoft.com/office/drawing/2014/main" id="{9D296006-B830-F740-9409-129EE57D9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88128" name="Rectangle 97">
              <a:extLst>
                <a:ext uri="{FF2B5EF4-FFF2-40B4-BE49-F238E27FC236}">
                  <a16:creationId xmlns:a16="http://schemas.microsoft.com/office/drawing/2014/main" id="{9654660E-0848-5F46-88D0-02C06ADDA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8129" name="Rectangle 98">
              <a:extLst>
                <a:ext uri="{FF2B5EF4-FFF2-40B4-BE49-F238E27FC236}">
                  <a16:creationId xmlns:a16="http://schemas.microsoft.com/office/drawing/2014/main" id="{FE496F9B-B1DE-284C-A46D-E27E9FE9D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8130" name="Rectangle 99">
              <a:extLst>
                <a:ext uri="{FF2B5EF4-FFF2-40B4-BE49-F238E27FC236}">
                  <a16:creationId xmlns:a16="http://schemas.microsoft.com/office/drawing/2014/main" id="{328801F8-03A9-6A4C-A2BC-CA71B9766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131" name="Rectangle 100">
              <a:extLst>
                <a:ext uri="{FF2B5EF4-FFF2-40B4-BE49-F238E27FC236}">
                  <a16:creationId xmlns:a16="http://schemas.microsoft.com/office/drawing/2014/main" id="{63AF0FC3-D30B-564F-BFE6-7EE198D5F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132" name="Rectangle 101">
              <a:extLst>
                <a:ext uri="{FF2B5EF4-FFF2-40B4-BE49-F238E27FC236}">
                  <a16:creationId xmlns:a16="http://schemas.microsoft.com/office/drawing/2014/main" id="{0B77867D-9C08-C942-BF61-92F62157A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133" name="Rectangle 102">
              <a:extLst>
                <a:ext uri="{FF2B5EF4-FFF2-40B4-BE49-F238E27FC236}">
                  <a16:creationId xmlns:a16="http://schemas.microsoft.com/office/drawing/2014/main" id="{04300E59-03ED-2C4D-B7CD-FC7880012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88071" name="Group 103">
            <a:extLst>
              <a:ext uri="{FF2B5EF4-FFF2-40B4-BE49-F238E27FC236}">
                <a16:creationId xmlns:a16="http://schemas.microsoft.com/office/drawing/2014/main" id="{C343D625-F4BF-4447-8D62-6A66F8EB16D9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88084" name="Group 104">
              <a:extLst>
                <a:ext uri="{FF2B5EF4-FFF2-40B4-BE49-F238E27FC236}">
                  <a16:creationId xmlns:a16="http://schemas.microsoft.com/office/drawing/2014/main" id="{2A18E3B5-0797-C34D-948C-7B871D9A6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88091" name="Group 105">
                <a:extLst>
                  <a:ext uri="{FF2B5EF4-FFF2-40B4-BE49-F238E27FC236}">
                    <a16:creationId xmlns:a16="http://schemas.microsoft.com/office/drawing/2014/main" id="{CC8A8726-125D-BD4B-9DE5-C81CCFB7AE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88099" name="Rectangle 106">
                  <a:extLst>
                    <a:ext uri="{FF2B5EF4-FFF2-40B4-BE49-F238E27FC236}">
                      <a16:creationId xmlns:a16="http://schemas.microsoft.com/office/drawing/2014/main" id="{65787393-D99E-4646-83DC-23EB7CD8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8100" name="Group 107">
                  <a:extLst>
                    <a:ext uri="{FF2B5EF4-FFF2-40B4-BE49-F238E27FC236}">
                      <a16:creationId xmlns:a16="http://schemas.microsoft.com/office/drawing/2014/main" id="{DDEE1F76-5DA9-DE4B-9CA7-0981B26BCE1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88101" name="Group 108">
                    <a:extLst>
                      <a:ext uri="{FF2B5EF4-FFF2-40B4-BE49-F238E27FC236}">
                        <a16:creationId xmlns:a16="http://schemas.microsoft.com/office/drawing/2014/main" id="{5BE79059-0830-9C4F-82D0-B6834F6807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88117" name="Rectangle 109">
                      <a:extLst>
                        <a:ext uri="{FF2B5EF4-FFF2-40B4-BE49-F238E27FC236}">
                          <a16:creationId xmlns:a16="http://schemas.microsoft.com/office/drawing/2014/main" id="{EB66E6EE-95EA-4641-972D-7137CC1E2FC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18" name="Rectangle 110">
                      <a:extLst>
                        <a:ext uri="{FF2B5EF4-FFF2-40B4-BE49-F238E27FC236}">
                          <a16:creationId xmlns:a16="http://schemas.microsoft.com/office/drawing/2014/main" id="{221A4E8C-5837-504C-9F63-A63261C7E3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88102" name="Group 111">
                    <a:extLst>
                      <a:ext uri="{FF2B5EF4-FFF2-40B4-BE49-F238E27FC236}">
                        <a16:creationId xmlns:a16="http://schemas.microsoft.com/office/drawing/2014/main" id="{52B401C9-64D8-F241-A63B-B44B3E10D5C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88115" name="Rectangle 112">
                      <a:extLst>
                        <a:ext uri="{FF2B5EF4-FFF2-40B4-BE49-F238E27FC236}">
                          <a16:creationId xmlns:a16="http://schemas.microsoft.com/office/drawing/2014/main" id="{017B933B-DF0C-A145-8A9A-4E354CCB53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16" name="Rectangle 113">
                      <a:extLst>
                        <a:ext uri="{FF2B5EF4-FFF2-40B4-BE49-F238E27FC236}">
                          <a16:creationId xmlns:a16="http://schemas.microsoft.com/office/drawing/2014/main" id="{F1293327-4550-D54A-8A4B-504628394D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88103" name="Group 114">
                    <a:extLst>
                      <a:ext uri="{FF2B5EF4-FFF2-40B4-BE49-F238E27FC236}">
                        <a16:creationId xmlns:a16="http://schemas.microsoft.com/office/drawing/2014/main" id="{BE14CDF3-02D8-0840-AB1D-630E36DC930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88113" name="Rectangle 115">
                      <a:extLst>
                        <a:ext uri="{FF2B5EF4-FFF2-40B4-BE49-F238E27FC236}">
                          <a16:creationId xmlns:a16="http://schemas.microsoft.com/office/drawing/2014/main" id="{81E05206-04FE-6B41-AF12-579E0DC6C5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14" name="Rectangle 116">
                      <a:extLst>
                        <a:ext uri="{FF2B5EF4-FFF2-40B4-BE49-F238E27FC236}">
                          <a16:creationId xmlns:a16="http://schemas.microsoft.com/office/drawing/2014/main" id="{DF2D2797-A25F-A04D-B717-46540A1DF16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88104" name="Group 117">
                    <a:extLst>
                      <a:ext uri="{FF2B5EF4-FFF2-40B4-BE49-F238E27FC236}">
                        <a16:creationId xmlns:a16="http://schemas.microsoft.com/office/drawing/2014/main" id="{AF5E3A64-B9AD-9544-A5D7-9F4B17DDA9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88111" name="Rectangle 118">
                      <a:extLst>
                        <a:ext uri="{FF2B5EF4-FFF2-40B4-BE49-F238E27FC236}">
                          <a16:creationId xmlns:a16="http://schemas.microsoft.com/office/drawing/2014/main" id="{B33FE06D-D04E-2A40-858A-5116CEE57C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12" name="Rectangle 119">
                      <a:extLst>
                        <a:ext uri="{FF2B5EF4-FFF2-40B4-BE49-F238E27FC236}">
                          <a16:creationId xmlns:a16="http://schemas.microsoft.com/office/drawing/2014/main" id="{08E33D1F-67B8-6347-94A0-85AA36F626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88105" name="Group 120">
                    <a:extLst>
                      <a:ext uri="{FF2B5EF4-FFF2-40B4-BE49-F238E27FC236}">
                        <a16:creationId xmlns:a16="http://schemas.microsoft.com/office/drawing/2014/main" id="{6CF1F846-8F80-304D-A112-4D76817B32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88109" name="Rectangle 121">
                      <a:extLst>
                        <a:ext uri="{FF2B5EF4-FFF2-40B4-BE49-F238E27FC236}">
                          <a16:creationId xmlns:a16="http://schemas.microsoft.com/office/drawing/2014/main" id="{BF73E6C2-8F10-524B-A91D-87FC58F0E5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10" name="Rectangle 122">
                      <a:extLst>
                        <a:ext uri="{FF2B5EF4-FFF2-40B4-BE49-F238E27FC236}">
                          <a16:creationId xmlns:a16="http://schemas.microsoft.com/office/drawing/2014/main" id="{B28B21D5-0608-8540-85C0-2C545C14E6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88106" name="Group 123">
                    <a:extLst>
                      <a:ext uri="{FF2B5EF4-FFF2-40B4-BE49-F238E27FC236}">
                        <a16:creationId xmlns:a16="http://schemas.microsoft.com/office/drawing/2014/main" id="{44EB3070-43A0-3045-A2B4-A7685C0B96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88107" name="Rectangle 124">
                      <a:extLst>
                        <a:ext uri="{FF2B5EF4-FFF2-40B4-BE49-F238E27FC236}">
                          <a16:creationId xmlns:a16="http://schemas.microsoft.com/office/drawing/2014/main" id="{2529BAB1-4947-414C-B050-6E397A4F2E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8108" name="Rectangle 125">
                      <a:extLst>
                        <a:ext uri="{FF2B5EF4-FFF2-40B4-BE49-F238E27FC236}">
                          <a16:creationId xmlns:a16="http://schemas.microsoft.com/office/drawing/2014/main" id="{C6F04908-E8DB-DA4D-A701-BB1C464E84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88092" name="Rectangle 126">
                <a:extLst>
                  <a:ext uri="{FF2B5EF4-FFF2-40B4-BE49-F238E27FC236}">
                    <a16:creationId xmlns:a16="http://schemas.microsoft.com/office/drawing/2014/main" id="{0CD86A39-16F5-804C-8F65-3B7CE669A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8093" name="Rectangle 127">
                <a:extLst>
                  <a:ext uri="{FF2B5EF4-FFF2-40B4-BE49-F238E27FC236}">
                    <a16:creationId xmlns:a16="http://schemas.microsoft.com/office/drawing/2014/main" id="{7AE3E095-6C7E-5448-8884-645CF064E8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88094" name="Rectangle 128">
                <a:extLst>
                  <a:ext uri="{FF2B5EF4-FFF2-40B4-BE49-F238E27FC236}">
                    <a16:creationId xmlns:a16="http://schemas.microsoft.com/office/drawing/2014/main" id="{E18F96C9-B43D-864C-BEB4-6FC1F0722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88095" name="Rectangle 129">
                <a:extLst>
                  <a:ext uri="{FF2B5EF4-FFF2-40B4-BE49-F238E27FC236}">
                    <a16:creationId xmlns:a16="http://schemas.microsoft.com/office/drawing/2014/main" id="{45EC8303-9253-7145-83E0-527FC735D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88096" name="Rectangle 130">
                <a:extLst>
                  <a:ext uri="{FF2B5EF4-FFF2-40B4-BE49-F238E27FC236}">
                    <a16:creationId xmlns:a16="http://schemas.microsoft.com/office/drawing/2014/main" id="{1023BF59-41A5-9B4E-85EE-EAAED11D2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88097" name="Rectangle 131">
                <a:extLst>
                  <a:ext uri="{FF2B5EF4-FFF2-40B4-BE49-F238E27FC236}">
                    <a16:creationId xmlns:a16="http://schemas.microsoft.com/office/drawing/2014/main" id="{53AF0ABD-87B9-6B45-9820-92271329B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88098" name="Rectangle 132">
                <a:extLst>
                  <a:ext uri="{FF2B5EF4-FFF2-40B4-BE49-F238E27FC236}">
                    <a16:creationId xmlns:a16="http://schemas.microsoft.com/office/drawing/2014/main" id="{EC3DDDC2-1C8E-8146-8961-27ADCD7E4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88085" name="Rectangle 133">
              <a:extLst>
                <a:ext uri="{FF2B5EF4-FFF2-40B4-BE49-F238E27FC236}">
                  <a16:creationId xmlns:a16="http://schemas.microsoft.com/office/drawing/2014/main" id="{2376CA82-3CE7-6141-98B5-CB878385F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86" name="Rectangle 134">
              <a:extLst>
                <a:ext uri="{FF2B5EF4-FFF2-40B4-BE49-F238E27FC236}">
                  <a16:creationId xmlns:a16="http://schemas.microsoft.com/office/drawing/2014/main" id="{6FD842FF-DBD0-FF41-B495-1BAFDD709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87" name="Rectangle 135">
              <a:extLst>
                <a:ext uri="{FF2B5EF4-FFF2-40B4-BE49-F238E27FC236}">
                  <a16:creationId xmlns:a16="http://schemas.microsoft.com/office/drawing/2014/main" id="{85F676B5-72CF-AD46-998D-A50DFE932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88" name="Rectangle 136">
              <a:extLst>
                <a:ext uri="{FF2B5EF4-FFF2-40B4-BE49-F238E27FC236}">
                  <a16:creationId xmlns:a16="http://schemas.microsoft.com/office/drawing/2014/main" id="{922C41BB-C8BB-A54D-A2BD-B446126D5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89" name="Rectangle 137">
              <a:extLst>
                <a:ext uri="{FF2B5EF4-FFF2-40B4-BE49-F238E27FC236}">
                  <a16:creationId xmlns:a16="http://schemas.microsoft.com/office/drawing/2014/main" id="{21912C25-EBB0-5B44-8661-74AC086A4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90" name="Rectangle 138">
              <a:extLst>
                <a:ext uri="{FF2B5EF4-FFF2-40B4-BE49-F238E27FC236}">
                  <a16:creationId xmlns:a16="http://schemas.microsoft.com/office/drawing/2014/main" id="{4B6EEA9F-0B74-6546-A37B-CAA4DF202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88072" name="Group 139">
            <a:extLst>
              <a:ext uri="{FF2B5EF4-FFF2-40B4-BE49-F238E27FC236}">
                <a16:creationId xmlns:a16="http://schemas.microsoft.com/office/drawing/2014/main" id="{34A5DE5D-C9C7-5542-8173-B6F427E62C07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88073" name="Rectangle 140">
              <a:extLst>
                <a:ext uri="{FF2B5EF4-FFF2-40B4-BE49-F238E27FC236}">
                  <a16:creationId xmlns:a16="http://schemas.microsoft.com/office/drawing/2014/main" id="{7355008E-187F-E848-9ADA-6FCE01234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88074" name="Group 141">
              <a:extLst>
                <a:ext uri="{FF2B5EF4-FFF2-40B4-BE49-F238E27FC236}">
                  <a16:creationId xmlns:a16="http://schemas.microsoft.com/office/drawing/2014/main" id="{5F8B5029-3FFF-264D-B6B8-7AA35A8D2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88082" name="Rectangle 142">
                <a:extLst>
                  <a:ext uri="{FF2B5EF4-FFF2-40B4-BE49-F238E27FC236}">
                    <a16:creationId xmlns:a16="http://schemas.microsoft.com/office/drawing/2014/main" id="{CBF36916-4D93-B54E-B8DE-86089A3A4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88083" name="Rectangle 143">
                <a:extLst>
                  <a:ext uri="{FF2B5EF4-FFF2-40B4-BE49-F238E27FC236}">
                    <a16:creationId xmlns:a16="http://schemas.microsoft.com/office/drawing/2014/main" id="{B0D4D6AE-D01F-D047-B1FB-7BB98DEDE0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88075" name="Rectangle 144">
              <a:extLst>
                <a:ext uri="{FF2B5EF4-FFF2-40B4-BE49-F238E27FC236}">
                  <a16:creationId xmlns:a16="http://schemas.microsoft.com/office/drawing/2014/main" id="{0B06D8D2-A7B9-AC43-8E8D-34602E4C0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8076" name="Rectangle 145">
              <a:extLst>
                <a:ext uri="{FF2B5EF4-FFF2-40B4-BE49-F238E27FC236}">
                  <a16:creationId xmlns:a16="http://schemas.microsoft.com/office/drawing/2014/main" id="{F6409B87-943D-DC43-8113-27CD64A2D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335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88077" name="Rectangle 146">
              <a:extLst>
                <a:ext uri="{FF2B5EF4-FFF2-40B4-BE49-F238E27FC236}">
                  <a16:creationId xmlns:a16="http://schemas.microsoft.com/office/drawing/2014/main" id="{0D8D0EAE-C15C-1843-93B9-541202269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8078" name="Rectangle 147">
              <a:extLst>
                <a:ext uri="{FF2B5EF4-FFF2-40B4-BE49-F238E27FC236}">
                  <a16:creationId xmlns:a16="http://schemas.microsoft.com/office/drawing/2014/main" id="{13CB07CE-26B5-E64B-9D14-83A947D8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88079" name="Rectangle 148">
              <a:extLst>
                <a:ext uri="{FF2B5EF4-FFF2-40B4-BE49-F238E27FC236}">
                  <a16:creationId xmlns:a16="http://schemas.microsoft.com/office/drawing/2014/main" id="{813CB5C2-D39D-C040-8E2E-C1B4C2487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88080" name="Rectangle 149">
              <a:extLst>
                <a:ext uri="{FF2B5EF4-FFF2-40B4-BE49-F238E27FC236}">
                  <a16:creationId xmlns:a16="http://schemas.microsoft.com/office/drawing/2014/main" id="{026CE463-F3D1-B54F-8C11-7EFC263BC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88081" name="Rectangle 150">
              <a:extLst>
                <a:ext uri="{FF2B5EF4-FFF2-40B4-BE49-F238E27FC236}">
                  <a16:creationId xmlns:a16="http://schemas.microsoft.com/office/drawing/2014/main" id="{D19F56C3-1155-4F48-9D0D-689ADE30B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D4B410E-4168-E844-AF63-0D7D7E9D7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207963"/>
            <a:ext cx="4616450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RTL: The Store Instruction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B947F994-DD6F-C447-9A10-A7384389A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63" y="2462213"/>
            <a:ext cx="8901112" cy="2328862"/>
          </a:xfrm>
        </p:spPr>
        <p:txBody>
          <a:bodyPr/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sw	rt, rs, imm16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M[PC]			 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Addr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R[rs] + SignExt(imm16)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计算存储单元地址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（符号扩展！）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Mem[Addr]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R[rt]	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中的内容存到内存单元中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		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计算下地址（公共操作，取指部件完成）</a:t>
            </a:r>
            <a:r>
              <a:rPr lang="zh-CN" altLang="en-US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pSp>
        <p:nvGrpSpPr>
          <p:cNvPr id="90116" name="Group 28">
            <a:extLst>
              <a:ext uri="{FF2B5EF4-FFF2-40B4-BE49-F238E27FC236}">
                <a16:creationId xmlns:a16="http://schemas.microsoft.com/office/drawing/2014/main" id="{A9F16DF4-6C95-4E46-85D6-AC49AA127FED}"/>
              </a:ext>
            </a:extLst>
          </p:cNvPr>
          <p:cNvGrpSpPr>
            <a:grpSpLocks/>
          </p:cNvGrpSpPr>
          <p:nvPr/>
        </p:nvGrpSpPr>
        <p:grpSpPr bwMode="auto">
          <a:xfrm>
            <a:off x="2281238" y="971550"/>
            <a:ext cx="5999162" cy="989013"/>
            <a:chOff x="1918" y="1392"/>
            <a:chExt cx="3763" cy="607"/>
          </a:xfrm>
        </p:grpSpPr>
        <p:sp>
          <p:nvSpPr>
            <p:cNvPr id="90118" name="Rectangle 29">
              <a:extLst>
                <a:ext uri="{FF2B5EF4-FFF2-40B4-BE49-F238E27FC236}">
                  <a16:creationId xmlns:a16="http://schemas.microsoft.com/office/drawing/2014/main" id="{75C8C0C7-C15F-D543-88B9-CF158C39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0119" name="Group 30">
              <a:extLst>
                <a:ext uri="{FF2B5EF4-FFF2-40B4-BE49-F238E27FC236}">
                  <a16:creationId xmlns:a16="http://schemas.microsoft.com/office/drawing/2014/main" id="{1867A5BA-7D44-2A49-A5C8-39C439AF1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90137" name="Rectangle 31">
                <a:extLst>
                  <a:ext uri="{FF2B5EF4-FFF2-40B4-BE49-F238E27FC236}">
                    <a16:creationId xmlns:a16="http://schemas.microsoft.com/office/drawing/2014/main" id="{71086D3F-4BD1-5B45-ABD8-6BCDE84D8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0138" name="Rectangle 32">
                <a:extLst>
                  <a:ext uri="{FF2B5EF4-FFF2-40B4-BE49-F238E27FC236}">
                    <a16:creationId xmlns:a16="http://schemas.microsoft.com/office/drawing/2014/main" id="{5CA3AB45-9090-1543-B00E-37E7FBD8F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90120" name="Group 33">
              <a:extLst>
                <a:ext uri="{FF2B5EF4-FFF2-40B4-BE49-F238E27FC236}">
                  <a16:creationId xmlns:a16="http://schemas.microsoft.com/office/drawing/2014/main" id="{59FD4B3B-7ED2-3A4B-9C10-C4048AEB6C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90135" name="Rectangle 34">
                <a:extLst>
                  <a:ext uri="{FF2B5EF4-FFF2-40B4-BE49-F238E27FC236}">
                    <a16:creationId xmlns:a16="http://schemas.microsoft.com/office/drawing/2014/main" id="{83928934-C011-C64B-B0BF-36E8EE107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0136" name="Rectangle 35">
                <a:extLst>
                  <a:ext uri="{FF2B5EF4-FFF2-40B4-BE49-F238E27FC236}">
                    <a16:creationId xmlns:a16="http://schemas.microsoft.com/office/drawing/2014/main" id="{DAF02ECA-0159-1948-B2CE-4AEACC71E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90121" name="Group 36">
              <a:extLst>
                <a:ext uri="{FF2B5EF4-FFF2-40B4-BE49-F238E27FC236}">
                  <a16:creationId xmlns:a16="http://schemas.microsoft.com/office/drawing/2014/main" id="{F52FCB9D-7521-F744-B8CA-CF8D55CCD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90133" name="Rectangle 37">
                <a:extLst>
                  <a:ext uri="{FF2B5EF4-FFF2-40B4-BE49-F238E27FC236}">
                    <a16:creationId xmlns:a16="http://schemas.microsoft.com/office/drawing/2014/main" id="{74C4070B-5CAF-4E43-99B6-09217DA44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0134" name="Rectangle 38">
                <a:extLst>
                  <a:ext uri="{FF2B5EF4-FFF2-40B4-BE49-F238E27FC236}">
                    <a16:creationId xmlns:a16="http://schemas.microsoft.com/office/drawing/2014/main" id="{597432A0-D85D-8D4B-8EF1-F2E8401F11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90122" name="Rectangle 39">
              <a:extLst>
                <a:ext uri="{FF2B5EF4-FFF2-40B4-BE49-F238E27FC236}">
                  <a16:creationId xmlns:a16="http://schemas.microsoft.com/office/drawing/2014/main" id="{05952A5F-7069-254A-909C-E519ED109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0123" name="Rectangle 40">
              <a:extLst>
                <a:ext uri="{FF2B5EF4-FFF2-40B4-BE49-F238E27FC236}">
                  <a16:creationId xmlns:a16="http://schemas.microsoft.com/office/drawing/2014/main" id="{B58149BB-356C-2749-9CA3-EB70476CF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90124" name="Rectangle 41">
              <a:extLst>
                <a:ext uri="{FF2B5EF4-FFF2-40B4-BE49-F238E27FC236}">
                  <a16:creationId xmlns:a16="http://schemas.microsoft.com/office/drawing/2014/main" id="{B16F14D6-A917-2443-A6AB-520F0AEC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0125" name="Rectangle 42">
              <a:extLst>
                <a:ext uri="{FF2B5EF4-FFF2-40B4-BE49-F238E27FC236}">
                  <a16:creationId xmlns:a16="http://schemas.microsoft.com/office/drawing/2014/main" id="{42623769-4BF4-4A43-A019-4ECE10FAE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90126" name="Rectangle 43">
              <a:extLst>
                <a:ext uri="{FF2B5EF4-FFF2-40B4-BE49-F238E27FC236}">
                  <a16:creationId xmlns:a16="http://schemas.microsoft.com/office/drawing/2014/main" id="{8E7CA387-59B7-B64F-8A94-8B667D790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90127" name="Rectangle 44">
              <a:extLst>
                <a:ext uri="{FF2B5EF4-FFF2-40B4-BE49-F238E27FC236}">
                  <a16:creationId xmlns:a16="http://schemas.microsoft.com/office/drawing/2014/main" id="{8A5A576A-E8D5-F646-A037-29DA13ED8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0128" name="Rectangle 45">
              <a:extLst>
                <a:ext uri="{FF2B5EF4-FFF2-40B4-BE49-F238E27FC236}">
                  <a16:creationId xmlns:a16="http://schemas.microsoft.com/office/drawing/2014/main" id="{8F12813D-51EF-304D-96D0-07AE120A6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0129" name="Rectangle 46">
              <a:extLst>
                <a:ext uri="{FF2B5EF4-FFF2-40B4-BE49-F238E27FC236}">
                  <a16:creationId xmlns:a16="http://schemas.microsoft.com/office/drawing/2014/main" id="{6BBB7E94-ED82-4641-B85E-D0E27BA10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0130" name="Rectangle 47">
              <a:extLst>
                <a:ext uri="{FF2B5EF4-FFF2-40B4-BE49-F238E27FC236}">
                  <a16:creationId xmlns:a16="http://schemas.microsoft.com/office/drawing/2014/main" id="{B785D444-1FAF-FC45-87B6-BF9A638A1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0131" name="Rectangle 48">
              <a:extLst>
                <a:ext uri="{FF2B5EF4-FFF2-40B4-BE49-F238E27FC236}">
                  <a16:creationId xmlns:a16="http://schemas.microsoft.com/office/drawing/2014/main" id="{CEB83CC3-9113-734C-91A9-F2DC9062E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0132" name="Rectangle 49">
              <a:extLst>
                <a:ext uri="{FF2B5EF4-FFF2-40B4-BE49-F238E27FC236}">
                  <a16:creationId xmlns:a16="http://schemas.microsoft.com/office/drawing/2014/main" id="{3158056E-FB04-D94A-BFB5-876EEE0F5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215090" name="Text Box 50">
            <a:extLst>
              <a:ext uri="{FF2B5EF4-FFF2-40B4-BE49-F238E27FC236}">
                <a16:creationId xmlns:a16="http://schemas.microsoft.com/office/drawing/2014/main" id="{D1557590-2ECB-EF41-AD7F-0A658D432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5545138"/>
            <a:ext cx="83185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思考：应在原数据通路上加哪些元件和连线？用何控制信号？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64C4D5A-F42B-9D4F-9DC8-79E295009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1785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存数</a:t>
            </a:r>
            <a:r>
              <a:rPr lang="en-US" altLang="zh-CN">
                <a:ea typeface="宋体" panose="02010600030101010101" pitchFamily="2" charset="-122"/>
              </a:rPr>
              <a:t>(sw)</a:t>
            </a:r>
            <a:r>
              <a:rPr lang="zh-CN" altLang="en-US">
                <a:ea typeface="宋体" panose="02010600030101010101" pitchFamily="2" charset="-122"/>
              </a:rPr>
              <a:t>指令的数据通路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3EE1BF33-7013-3D4D-B465-BCC7099E9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711200"/>
            <a:ext cx="8191500" cy="4159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M[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R[rs] + SignExt[imm16] </a:t>
            </a:r>
            <a:r>
              <a:rPr lang="en-US" altLang="zh-CN" sz="24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R[rt]</a:t>
            </a:r>
            <a:r>
              <a:rPr lang="en-US" altLang="zh-CN">
                <a:ea typeface="宋体" panose="02010600030101010101" pitchFamily="2" charset="-122"/>
              </a:rPr>
              <a:t> ] 	Example: sw    rt, rs, imm16</a:t>
            </a:r>
          </a:p>
        </p:txBody>
      </p:sp>
      <p:grpSp>
        <p:nvGrpSpPr>
          <p:cNvPr id="92164" name="Group 4">
            <a:extLst>
              <a:ext uri="{FF2B5EF4-FFF2-40B4-BE49-F238E27FC236}">
                <a16:creationId xmlns:a16="http://schemas.microsoft.com/office/drawing/2014/main" id="{49114732-01C8-1042-9624-511D92709E8A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321050"/>
            <a:ext cx="457200" cy="1136650"/>
            <a:chOff x="3120" y="2398"/>
            <a:chExt cx="288" cy="716"/>
          </a:xfrm>
        </p:grpSpPr>
        <p:sp>
          <p:nvSpPr>
            <p:cNvPr id="92311" name="Line 5">
              <a:extLst>
                <a:ext uri="{FF2B5EF4-FFF2-40B4-BE49-F238E27FC236}">
                  <a16:creationId xmlns:a16="http://schemas.microsoft.com/office/drawing/2014/main" id="{30BD871B-EA5D-D941-B655-17FCFDD69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398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2" name="Line 6">
              <a:extLst>
                <a:ext uri="{FF2B5EF4-FFF2-40B4-BE49-F238E27FC236}">
                  <a16:creationId xmlns:a16="http://schemas.microsoft.com/office/drawing/2014/main" id="{FC7E858D-FB9D-D74C-B522-536554A26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398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3" name="Line 7">
              <a:extLst>
                <a:ext uri="{FF2B5EF4-FFF2-40B4-BE49-F238E27FC236}">
                  <a16:creationId xmlns:a16="http://schemas.microsoft.com/office/drawing/2014/main" id="{DF27AC87-5499-F84E-9A81-3DC55DAFD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577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4" name="Line 8">
              <a:extLst>
                <a:ext uri="{FF2B5EF4-FFF2-40B4-BE49-F238E27FC236}">
                  <a16:creationId xmlns:a16="http://schemas.microsoft.com/office/drawing/2014/main" id="{E0E0E164-6676-FB4E-AFD7-6D32294A7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667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5" name="Line 9">
              <a:extLst>
                <a:ext uri="{FF2B5EF4-FFF2-40B4-BE49-F238E27FC236}">
                  <a16:creationId xmlns:a16="http://schemas.microsoft.com/office/drawing/2014/main" id="{08CBE89E-47C1-634C-A771-B32BAEF01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577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6" name="Line 10">
              <a:extLst>
                <a:ext uri="{FF2B5EF4-FFF2-40B4-BE49-F238E27FC236}">
                  <a16:creationId xmlns:a16="http://schemas.microsoft.com/office/drawing/2014/main" id="{11B8C619-20C8-B94D-AEEA-9CCBDCDB8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8" y="2830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7" name="Line 11">
              <a:extLst>
                <a:ext uri="{FF2B5EF4-FFF2-40B4-BE49-F238E27FC236}">
                  <a16:creationId xmlns:a16="http://schemas.microsoft.com/office/drawing/2014/main" id="{6A491760-C0B9-CF46-BA5E-A675B25AE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935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8" name="Line 12">
              <a:extLst>
                <a:ext uri="{FF2B5EF4-FFF2-40B4-BE49-F238E27FC236}">
                  <a16:creationId xmlns:a16="http://schemas.microsoft.com/office/drawing/2014/main" id="{6F2FC208-49CF-F74C-A548-275D19D9BF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8" y="2919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165" name="Line 13">
            <a:extLst>
              <a:ext uri="{FF2B5EF4-FFF2-40B4-BE49-F238E27FC236}">
                <a16:creationId xmlns:a16="http://schemas.microsoft.com/office/drawing/2014/main" id="{8E870ACD-C97F-CE49-AA42-97544A261A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3876675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14">
            <a:extLst>
              <a:ext uri="{FF2B5EF4-FFF2-40B4-BE49-F238E27FC236}">
                <a16:creationId xmlns:a16="http://schemas.microsoft.com/office/drawing/2014/main" id="{F1B2AB65-E801-C34B-8EF4-A221075F50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4850" y="3813175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Rectangle 15">
            <a:extLst>
              <a:ext uri="{FF2B5EF4-FFF2-40B4-BE49-F238E27FC236}">
                <a16:creationId xmlns:a16="http://schemas.microsoft.com/office/drawing/2014/main" id="{55FD2E60-1C7D-BC40-A724-C52AD8D8C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38750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168" name="Line 16">
            <a:extLst>
              <a:ext uri="{FF2B5EF4-FFF2-40B4-BE49-F238E27FC236}">
                <a16:creationId xmlns:a16="http://schemas.microsoft.com/office/drawing/2014/main" id="{AE62DAA4-E693-BC45-915A-855CCE69E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036888"/>
            <a:ext cx="0" cy="401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Rectangle 17">
            <a:extLst>
              <a:ext uri="{FF2B5EF4-FFF2-40B4-BE49-F238E27FC236}">
                <a16:creationId xmlns:a16="http://schemas.microsoft.com/office/drawing/2014/main" id="{C23FED67-1F26-E34E-B86C-745131F4A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2738438"/>
            <a:ext cx="13430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92170" name="Rectangle 18">
            <a:extLst>
              <a:ext uri="{FF2B5EF4-FFF2-40B4-BE49-F238E27FC236}">
                <a16:creationId xmlns:a16="http://schemas.microsoft.com/office/drawing/2014/main" id="{33784586-486A-0444-84BA-3508DF66E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40259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92171" name="Rectangle 19">
            <a:extLst>
              <a:ext uri="{FF2B5EF4-FFF2-40B4-BE49-F238E27FC236}">
                <a16:creationId xmlns:a16="http://schemas.microsoft.com/office/drawing/2014/main" id="{6285EE4C-F5ED-954C-A953-27B4FB208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448050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92172" name="Rectangle 20">
            <a:extLst>
              <a:ext uri="{FF2B5EF4-FFF2-40B4-BE49-F238E27FC236}">
                <a16:creationId xmlns:a16="http://schemas.microsoft.com/office/drawing/2014/main" id="{8DAC259E-F505-9E4C-8D8C-09B505699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321050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173" name="Line 21">
            <a:extLst>
              <a:ext uri="{FF2B5EF4-FFF2-40B4-BE49-F238E27FC236}">
                <a16:creationId xmlns:a16="http://schemas.microsoft.com/office/drawing/2014/main" id="{7CEF7FC1-A2CD-5F4E-AAC6-93B518948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675" y="4227513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4" name="Line 22">
            <a:extLst>
              <a:ext uri="{FF2B5EF4-FFF2-40B4-BE49-F238E27FC236}">
                <a16:creationId xmlns:a16="http://schemas.microsoft.com/office/drawing/2014/main" id="{37D0D8F3-DF4E-7B41-BE87-BEF7EFE50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4316413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5" name="Oval 23">
            <a:extLst>
              <a:ext uri="{FF2B5EF4-FFF2-40B4-BE49-F238E27FC236}">
                <a16:creationId xmlns:a16="http://schemas.microsoft.com/office/drawing/2014/main" id="{74A24402-1A8F-3A42-8D23-3233ECAEE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4262438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176" name="Rectangle 24">
            <a:extLst>
              <a:ext uri="{FF2B5EF4-FFF2-40B4-BE49-F238E27FC236}">
                <a16:creationId xmlns:a16="http://schemas.microsoft.com/office/drawing/2014/main" id="{902AC6F0-A197-344B-8C5C-86A909B73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2806700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92177" name="Line 25">
            <a:extLst>
              <a:ext uri="{FF2B5EF4-FFF2-40B4-BE49-F238E27FC236}">
                <a16:creationId xmlns:a16="http://schemas.microsoft.com/office/drawing/2014/main" id="{01AE62C8-22B8-514A-97F8-5AACDE0D77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" y="380682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8" name="Line 26">
            <a:extLst>
              <a:ext uri="{FF2B5EF4-FFF2-40B4-BE49-F238E27FC236}">
                <a16:creationId xmlns:a16="http://schemas.microsoft.com/office/drawing/2014/main" id="{60B97E1F-0C10-7742-ACC3-B6B8C85978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37417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9" name="Rectangle 27">
            <a:extLst>
              <a:ext uri="{FF2B5EF4-FFF2-40B4-BE49-F238E27FC236}">
                <a16:creationId xmlns:a16="http://schemas.microsoft.com/office/drawing/2014/main" id="{FCD087E3-E849-AC4B-A3DD-AEB71290D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8036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180" name="Line 28">
            <a:extLst>
              <a:ext uri="{FF2B5EF4-FFF2-40B4-BE49-F238E27FC236}">
                <a16:creationId xmlns:a16="http://schemas.microsoft.com/office/drawing/2014/main" id="{F3C44F19-B9D0-BE46-8B2E-719E3BA13B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3451225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1" name="Line 29">
            <a:extLst>
              <a:ext uri="{FF2B5EF4-FFF2-40B4-BE49-F238E27FC236}">
                <a16:creationId xmlns:a16="http://schemas.microsoft.com/office/drawing/2014/main" id="{2FA29C5A-D435-FC4E-A7E6-49D64D5A5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8450" y="338613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2" name="Rectangle 30">
            <a:extLst>
              <a:ext uri="{FF2B5EF4-FFF2-40B4-BE49-F238E27FC236}">
                <a16:creationId xmlns:a16="http://schemas.microsoft.com/office/drawing/2014/main" id="{DB79BBA5-8698-444E-B711-4F794348C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5194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183" name="Rectangle 31">
            <a:extLst>
              <a:ext uri="{FF2B5EF4-FFF2-40B4-BE49-F238E27FC236}">
                <a16:creationId xmlns:a16="http://schemas.microsoft.com/office/drawing/2014/main" id="{5D041318-11C6-9F44-AB55-19B562284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1638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92184" name="Line 32">
            <a:extLst>
              <a:ext uri="{FF2B5EF4-FFF2-40B4-BE49-F238E27FC236}">
                <a16:creationId xmlns:a16="http://schemas.microsoft.com/office/drawing/2014/main" id="{0FFF5FE2-27CF-3B40-A713-5953F803B0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082925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5" name="Line 33">
            <a:extLst>
              <a:ext uri="{FF2B5EF4-FFF2-40B4-BE49-F238E27FC236}">
                <a16:creationId xmlns:a16="http://schemas.microsoft.com/office/drawing/2014/main" id="{E374058C-BC22-D643-BB13-6DF6583D6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430371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6" name="Line 34">
            <a:extLst>
              <a:ext uri="{FF2B5EF4-FFF2-40B4-BE49-F238E27FC236}">
                <a16:creationId xmlns:a16="http://schemas.microsoft.com/office/drawing/2014/main" id="{CD93F2CD-8F3F-DD4B-A817-1E74B266B3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4238625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87" name="Rectangle 35">
            <a:extLst>
              <a:ext uri="{FF2B5EF4-FFF2-40B4-BE49-F238E27FC236}">
                <a16:creationId xmlns:a16="http://schemas.microsoft.com/office/drawing/2014/main" id="{28AAC3DE-50AC-7547-ACB9-22AE9C2B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43005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188" name="Rectangle 36">
            <a:extLst>
              <a:ext uri="{FF2B5EF4-FFF2-40B4-BE49-F238E27FC236}">
                <a16:creationId xmlns:a16="http://schemas.microsoft.com/office/drawing/2014/main" id="{3604E459-3197-2547-A9D2-2B946FF97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01637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92189" name="Line 37">
            <a:extLst>
              <a:ext uri="{FF2B5EF4-FFF2-40B4-BE49-F238E27FC236}">
                <a16:creationId xmlns:a16="http://schemas.microsoft.com/office/drawing/2014/main" id="{E620156B-D3AF-0045-BBE1-64486909BA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43037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0" name="Line 38">
            <a:extLst>
              <a:ext uri="{FF2B5EF4-FFF2-40B4-BE49-F238E27FC236}">
                <a16:creationId xmlns:a16="http://schemas.microsoft.com/office/drawing/2014/main" id="{8F05150E-75A3-9642-8243-5FDEC393D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8956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1" name="Line 39">
            <a:extLst>
              <a:ext uri="{FF2B5EF4-FFF2-40B4-BE49-F238E27FC236}">
                <a16:creationId xmlns:a16="http://schemas.microsoft.com/office/drawing/2014/main" id="{7E63626A-9412-E546-B788-9C4CBBA637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2" name="Rectangle 40">
            <a:extLst>
              <a:ext uri="{FF2B5EF4-FFF2-40B4-BE49-F238E27FC236}">
                <a16:creationId xmlns:a16="http://schemas.microsoft.com/office/drawing/2014/main" id="{846E851A-D77A-F94B-AFE7-777A62284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2193" name="Line 41">
            <a:extLst>
              <a:ext uri="{FF2B5EF4-FFF2-40B4-BE49-F238E27FC236}">
                <a16:creationId xmlns:a16="http://schemas.microsoft.com/office/drawing/2014/main" id="{D0D35147-6F65-2944-B105-20A75E343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82875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4" name="Line 42">
            <a:extLst>
              <a:ext uri="{FF2B5EF4-FFF2-40B4-BE49-F238E27FC236}">
                <a16:creationId xmlns:a16="http://schemas.microsoft.com/office/drawing/2014/main" id="{D14B173E-2F79-824D-A7A9-81FE52D00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37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5" name="Rectangle 43">
            <a:extLst>
              <a:ext uri="{FF2B5EF4-FFF2-40B4-BE49-F238E27FC236}">
                <a16:creationId xmlns:a16="http://schemas.microsoft.com/office/drawing/2014/main" id="{2C38F90C-2B38-F44D-A802-E2E73D7F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2196" name="Line 44">
            <a:extLst>
              <a:ext uri="{FF2B5EF4-FFF2-40B4-BE49-F238E27FC236}">
                <a16:creationId xmlns:a16="http://schemas.microsoft.com/office/drawing/2014/main" id="{3D88D73E-72D6-FB48-A261-C1188CF01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8956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7" name="Line 45">
            <a:extLst>
              <a:ext uri="{FF2B5EF4-FFF2-40B4-BE49-F238E27FC236}">
                <a16:creationId xmlns:a16="http://schemas.microsoft.com/office/drawing/2014/main" id="{61EB7439-BB92-DB4B-9859-D2018E198C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47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98" name="Rectangle 46">
            <a:extLst>
              <a:ext uri="{FF2B5EF4-FFF2-40B4-BE49-F238E27FC236}">
                <a16:creationId xmlns:a16="http://schemas.microsoft.com/office/drawing/2014/main" id="{E12A42B2-BFB5-084E-B808-D825D76BC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2199" name="Rectangle 47">
            <a:extLst>
              <a:ext uri="{FF2B5EF4-FFF2-40B4-BE49-F238E27FC236}">
                <a16:creationId xmlns:a16="http://schemas.microsoft.com/office/drawing/2014/main" id="{0BFA6466-E8B7-1D40-940E-7FE6D30EB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306763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92200" name="Rectangle 48">
            <a:extLst>
              <a:ext uri="{FF2B5EF4-FFF2-40B4-BE49-F238E27FC236}">
                <a16:creationId xmlns:a16="http://schemas.microsoft.com/office/drawing/2014/main" id="{71752A1C-252A-CB4E-9CBD-CE9D29FFD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306763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92201" name="Rectangle 49">
            <a:extLst>
              <a:ext uri="{FF2B5EF4-FFF2-40B4-BE49-F238E27FC236}">
                <a16:creationId xmlns:a16="http://schemas.microsoft.com/office/drawing/2014/main" id="{E3B22479-1C82-0943-AFE7-25F551F6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3067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92202" name="Rectangle 50">
            <a:extLst>
              <a:ext uri="{FF2B5EF4-FFF2-40B4-BE49-F238E27FC236}">
                <a16:creationId xmlns:a16="http://schemas.microsoft.com/office/drawing/2014/main" id="{8C317583-BB08-6C48-AA4E-96BF6E4E9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590925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92203" name="Line 51">
            <a:extLst>
              <a:ext uri="{FF2B5EF4-FFF2-40B4-BE49-F238E27FC236}">
                <a16:creationId xmlns:a16="http://schemas.microsoft.com/office/drawing/2014/main" id="{B90B5CB7-14C6-1741-AF42-AB2EA5CDDA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" y="58039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4" name="Line 52">
            <a:extLst>
              <a:ext uri="{FF2B5EF4-FFF2-40B4-BE49-F238E27FC236}">
                <a16:creationId xmlns:a16="http://schemas.microsoft.com/office/drawing/2014/main" id="{AA50203D-BDB8-3F45-84C5-A3BBB9D3C5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3794125"/>
            <a:ext cx="0" cy="2014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5" name="Rectangle 53">
            <a:extLst>
              <a:ext uri="{FF2B5EF4-FFF2-40B4-BE49-F238E27FC236}">
                <a16:creationId xmlns:a16="http://schemas.microsoft.com/office/drawing/2014/main" id="{C02C4E5E-A692-B343-9F50-40D5E24F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5273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92206" name="Rectangle 54">
            <a:extLst>
              <a:ext uri="{FF2B5EF4-FFF2-40B4-BE49-F238E27FC236}">
                <a16:creationId xmlns:a16="http://schemas.microsoft.com/office/drawing/2014/main" id="{3FC7EC73-54E8-4D41-AD4A-00898E0A4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199866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92207" name="Group 55">
            <a:extLst>
              <a:ext uri="{FF2B5EF4-FFF2-40B4-BE49-F238E27FC236}">
                <a16:creationId xmlns:a16="http://schemas.microsoft.com/office/drawing/2014/main" id="{B04120E2-5A23-2A41-A2F4-6C7670556085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032250"/>
            <a:ext cx="304800" cy="1065213"/>
            <a:chOff x="2592" y="2846"/>
            <a:chExt cx="192" cy="671"/>
          </a:xfrm>
        </p:grpSpPr>
        <p:sp>
          <p:nvSpPr>
            <p:cNvPr id="92307" name="Line 56">
              <a:extLst>
                <a:ext uri="{FF2B5EF4-FFF2-40B4-BE49-F238E27FC236}">
                  <a16:creationId xmlns:a16="http://schemas.microsoft.com/office/drawing/2014/main" id="{C95BF622-CA8E-6F49-A9C6-D5F46941C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846"/>
              <a:ext cx="0" cy="6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8" name="Line 57">
              <a:extLst>
                <a:ext uri="{FF2B5EF4-FFF2-40B4-BE49-F238E27FC236}">
                  <a16:creationId xmlns:a16="http://schemas.microsoft.com/office/drawing/2014/main" id="{94405CE1-5062-5343-A666-396EAF1B9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846"/>
              <a:ext cx="176" cy="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9" name="Line 58">
              <a:extLst>
                <a:ext uri="{FF2B5EF4-FFF2-40B4-BE49-F238E27FC236}">
                  <a16:creationId xmlns:a16="http://schemas.microsoft.com/office/drawing/2014/main" id="{AE0F3072-92EE-D948-A0B8-271DCF99C6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412"/>
              <a:ext cx="176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0" name="Line 59">
              <a:extLst>
                <a:ext uri="{FF2B5EF4-FFF2-40B4-BE49-F238E27FC236}">
                  <a16:creationId xmlns:a16="http://schemas.microsoft.com/office/drawing/2014/main" id="{99CC83F5-7F57-9B4B-9BAD-7708D25B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935"/>
              <a:ext cx="0" cy="4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208" name="Group 60">
            <a:extLst>
              <a:ext uri="{FF2B5EF4-FFF2-40B4-BE49-F238E27FC236}">
                <a16:creationId xmlns:a16="http://schemas.microsoft.com/office/drawing/2014/main" id="{FCCAC8F0-FE1F-5D44-B088-4D6C2327050A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2420938"/>
            <a:ext cx="1168400" cy="284162"/>
            <a:chOff x="880" y="1831"/>
            <a:chExt cx="736" cy="179"/>
          </a:xfrm>
        </p:grpSpPr>
        <p:sp>
          <p:nvSpPr>
            <p:cNvPr id="92303" name="Line 61">
              <a:extLst>
                <a:ext uri="{FF2B5EF4-FFF2-40B4-BE49-F238E27FC236}">
                  <a16:creationId xmlns:a16="http://schemas.microsoft.com/office/drawing/2014/main" id="{9AFF96FD-894C-B847-8E1C-97CDA36BF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0" y="1831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4" name="Line 62">
              <a:extLst>
                <a:ext uri="{FF2B5EF4-FFF2-40B4-BE49-F238E27FC236}">
                  <a16:creationId xmlns:a16="http://schemas.microsoft.com/office/drawing/2014/main" id="{47463A0A-95D8-834D-A6FE-7390A4C3BE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4" y="1839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5" name="Line 63">
              <a:extLst>
                <a:ext uri="{FF2B5EF4-FFF2-40B4-BE49-F238E27FC236}">
                  <a16:creationId xmlns:a16="http://schemas.microsoft.com/office/drawing/2014/main" id="{6A2599FE-5E5A-BE42-A309-F5CE044CD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839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6" name="Line 64">
              <a:extLst>
                <a:ext uri="{FF2B5EF4-FFF2-40B4-BE49-F238E27FC236}">
                  <a16:creationId xmlns:a16="http://schemas.microsoft.com/office/drawing/2014/main" id="{42698214-025F-DB43-AF8D-49034F9FF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" y="2010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209" name="Rectangle 65">
            <a:extLst>
              <a:ext uri="{FF2B5EF4-FFF2-40B4-BE49-F238E27FC236}">
                <a16:creationId xmlns:a16="http://schemas.microsoft.com/office/drawing/2014/main" id="{2791DE3D-28A4-5040-A1B3-B7D090B9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26670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92210" name="Line 66">
            <a:extLst>
              <a:ext uri="{FF2B5EF4-FFF2-40B4-BE49-F238E27FC236}">
                <a16:creationId xmlns:a16="http://schemas.microsoft.com/office/drawing/2014/main" id="{008FDA4E-2B93-9445-A6AC-133954AB59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1713" y="2184400"/>
            <a:ext cx="14287" cy="217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1" name="Line 67">
            <a:extLst>
              <a:ext uri="{FF2B5EF4-FFF2-40B4-BE49-F238E27FC236}">
                <a16:creationId xmlns:a16="http://schemas.microsoft.com/office/drawing/2014/main" id="{79B4F6B5-FAD6-4840-9151-78F320A3C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84400"/>
            <a:ext cx="0" cy="217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2" name="Rectangle 68">
            <a:extLst>
              <a:ext uri="{FF2B5EF4-FFF2-40B4-BE49-F238E27FC236}">
                <a16:creationId xmlns:a16="http://schemas.microsoft.com/office/drawing/2014/main" id="{2C669111-F444-6E47-A7C4-631C3E51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19986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92213" name="Line 69">
            <a:extLst>
              <a:ext uri="{FF2B5EF4-FFF2-40B4-BE49-F238E27FC236}">
                <a16:creationId xmlns:a16="http://schemas.microsoft.com/office/drawing/2014/main" id="{3772533A-4989-E345-8AF4-875D313B44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59873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4" name="Rectangle 70">
            <a:extLst>
              <a:ext uri="{FF2B5EF4-FFF2-40B4-BE49-F238E27FC236}">
                <a16:creationId xmlns:a16="http://schemas.microsoft.com/office/drawing/2014/main" id="{BAC142DB-7143-A147-9EFF-0F707CC13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22352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92215" name="Rectangle 71">
            <a:extLst>
              <a:ext uri="{FF2B5EF4-FFF2-40B4-BE49-F238E27FC236}">
                <a16:creationId xmlns:a16="http://schemas.microsoft.com/office/drawing/2014/main" id="{6C9D78E9-727B-134F-94AD-479770CA9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600575"/>
            <a:ext cx="355600" cy="8270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16" name="Rectangle 72">
            <a:extLst>
              <a:ext uri="{FF2B5EF4-FFF2-40B4-BE49-F238E27FC236}">
                <a16:creationId xmlns:a16="http://schemas.microsoft.com/office/drawing/2014/main" id="{CAC93DD1-FEE4-0646-95E3-005F5B2508A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40831" y="4744244"/>
            <a:ext cx="727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   Ext</a:t>
            </a:r>
          </a:p>
        </p:txBody>
      </p:sp>
      <p:sp>
        <p:nvSpPr>
          <p:cNvPr id="92217" name="Rectangle 73">
            <a:extLst>
              <a:ext uri="{FF2B5EF4-FFF2-40B4-BE49-F238E27FC236}">
                <a16:creationId xmlns:a16="http://schemas.microsoft.com/office/drawing/2014/main" id="{1973AE54-2F4E-5440-9495-FF3B662A385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48906" y="4377532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2218" name="Rectangle 74">
            <a:extLst>
              <a:ext uri="{FF2B5EF4-FFF2-40B4-BE49-F238E27FC236}">
                <a16:creationId xmlns:a16="http://schemas.microsoft.com/office/drawing/2014/main" id="{B25EDD09-BC63-CE4C-8287-3BB7C0AE5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3" y="2374900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2219" name="Line 75">
            <a:extLst>
              <a:ext uri="{FF2B5EF4-FFF2-40B4-BE49-F238E27FC236}">
                <a16:creationId xmlns:a16="http://schemas.microsoft.com/office/drawing/2014/main" id="{E9CDFB00-68AC-AD43-B0B0-F63F2A8A8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94347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0" name="Rectangle 76">
            <a:extLst>
              <a:ext uri="{FF2B5EF4-FFF2-40B4-BE49-F238E27FC236}">
                <a16:creationId xmlns:a16="http://schemas.microsoft.com/office/drawing/2014/main" id="{44F69F94-ED12-3A41-B63B-3918D84AF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49752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221" name="Line 77">
            <a:extLst>
              <a:ext uri="{FF2B5EF4-FFF2-40B4-BE49-F238E27FC236}">
                <a16:creationId xmlns:a16="http://schemas.microsoft.com/office/drawing/2014/main" id="{C9B1D2E8-84F1-E24B-9205-569C8F74E8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7450" y="487838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2" name="Line 78">
            <a:extLst>
              <a:ext uri="{FF2B5EF4-FFF2-40B4-BE49-F238E27FC236}">
                <a16:creationId xmlns:a16="http://schemas.microsoft.com/office/drawing/2014/main" id="{29AA252E-E23C-474B-9522-3AD3D8D55C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08476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3" name="Line 79">
            <a:extLst>
              <a:ext uri="{FF2B5EF4-FFF2-40B4-BE49-F238E27FC236}">
                <a16:creationId xmlns:a16="http://schemas.microsoft.com/office/drawing/2014/main" id="{D012DB63-4074-864B-86E6-0D10FFD92E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8250" y="50212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4" name="Rectangle 80">
            <a:extLst>
              <a:ext uri="{FF2B5EF4-FFF2-40B4-BE49-F238E27FC236}">
                <a16:creationId xmlns:a16="http://schemas.microsoft.com/office/drawing/2014/main" id="{6346E3D6-4860-2D47-AF05-AA8956125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0815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92225" name="Rectangle 81">
            <a:extLst>
              <a:ext uri="{FF2B5EF4-FFF2-40B4-BE49-F238E27FC236}">
                <a16:creationId xmlns:a16="http://schemas.microsoft.com/office/drawing/2014/main" id="{BF87EC3F-5C14-7141-93AD-E11C1470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9403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92226" name="Line 82">
            <a:extLst>
              <a:ext uri="{FF2B5EF4-FFF2-40B4-BE49-F238E27FC236}">
                <a16:creationId xmlns:a16="http://schemas.microsoft.com/office/drawing/2014/main" id="{5488A364-59BE-7C44-BDCC-8400750CF4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027613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7" name="Rectangle 83">
            <a:extLst>
              <a:ext uri="{FF2B5EF4-FFF2-40B4-BE49-F238E27FC236}">
                <a16:creationId xmlns:a16="http://schemas.microsoft.com/office/drawing/2014/main" id="{EAEFBC2C-F09C-394E-A27C-8742CC575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5295900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92228" name="Line 84">
            <a:extLst>
              <a:ext uri="{FF2B5EF4-FFF2-40B4-BE49-F238E27FC236}">
                <a16:creationId xmlns:a16="http://schemas.microsoft.com/office/drawing/2014/main" id="{BB3716A3-8F48-FE42-9BDF-AD66F9A86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30371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9" name="Line 85">
            <a:extLst>
              <a:ext uri="{FF2B5EF4-FFF2-40B4-BE49-F238E27FC236}">
                <a16:creationId xmlns:a16="http://schemas.microsoft.com/office/drawing/2014/main" id="{84BF8E55-FD2E-364F-AEA1-E8DA1E71BF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4173538"/>
            <a:ext cx="0" cy="1609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0" name="Line 86">
            <a:extLst>
              <a:ext uri="{FF2B5EF4-FFF2-40B4-BE49-F238E27FC236}">
                <a16:creationId xmlns:a16="http://schemas.microsoft.com/office/drawing/2014/main" id="{2121C14A-503F-DB4C-9682-868EEB432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453063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1" name="Rectangle 87">
            <a:extLst>
              <a:ext uri="{FF2B5EF4-FFF2-40B4-BE49-F238E27FC236}">
                <a16:creationId xmlns:a16="http://schemas.microsoft.com/office/drawing/2014/main" id="{C294D305-5D9C-D744-BC3F-1A26CBD18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5867400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92232" name="Group 88">
            <a:extLst>
              <a:ext uri="{FF2B5EF4-FFF2-40B4-BE49-F238E27FC236}">
                <a16:creationId xmlns:a16="http://schemas.microsoft.com/office/drawing/2014/main" id="{B80387E4-57C8-1345-B1B8-546B37567927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605213"/>
            <a:ext cx="304800" cy="1066800"/>
            <a:chOff x="4848" y="2577"/>
            <a:chExt cx="192" cy="672"/>
          </a:xfrm>
        </p:grpSpPr>
        <p:sp>
          <p:nvSpPr>
            <p:cNvPr id="92299" name="Line 89">
              <a:extLst>
                <a:ext uri="{FF2B5EF4-FFF2-40B4-BE49-F238E27FC236}">
                  <a16:creationId xmlns:a16="http://schemas.microsoft.com/office/drawing/2014/main" id="{7443F009-DC69-3647-9BD1-AE7631598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577"/>
              <a:ext cx="0" cy="6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0" name="Line 90">
              <a:extLst>
                <a:ext uri="{FF2B5EF4-FFF2-40B4-BE49-F238E27FC236}">
                  <a16:creationId xmlns:a16="http://schemas.microsoft.com/office/drawing/2014/main" id="{02A5325F-5E36-1A41-9C58-3613F63C7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2577"/>
              <a:ext cx="176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1" name="Line 91">
              <a:extLst>
                <a:ext uri="{FF2B5EF4-FFF2-40B4-BE49-F238E27FC236}">
                  <a16:creationId xmlns:a16="http://schemas.microsoft.com/office/drawing/2014/main" id="{EEC3DEA5-F05B-F040-B4A4-56DF16A4B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6" y="3143"/>
              <a:ext cx="176" cy="1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2" name="Line 92">
              <a:extLst>
                <a:ext uri="{FF2B5EF4-FFF2-40B4-BE49-F238E27FC236}">
                  <a16:creationId xmlns:a16="http://schemas.microsoft.com/office/drawing/2014/main" id="{D034E83A-1114-C348-B507-0BA341661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667"/>
              <a:ext cx="0" cy="4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233" name="Rectangle 93">
            <a:extLst>
              <a:ext uri="{FF2B5EF4-FFF2-40B4-BE49-F238E27FC236}">
                <a16:creationId xmlns:a16="http://schemas.microsoft.com/office/drawing/2014/main" id="{F1E01565-0ABB-F240-A2B5-DFDE1C56349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68394" y="3990182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2234" name="Line 94">
            <a:extLst>
              <a:ext uri="{FF2B5EF4-FFF2-40B4-BE49-F238E27FC236}">
                <a16:creationId xmlns:a16="http://schemas.microsoft.com/office/drawing/2014/main" id="{5F3EC5AB-8D68-F540-9C91-6B9FC5A7C7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3225800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5" name="Rectangle 95">
            <a:extLst>
              <a:ext uri="{FF2B5EF4-FFF2-40B4-BE49-F238E27FC236}">
                <a16:creationId xmlns:a16="http://schemas.microsoft.com/office/drawing/2014/main" id="{7AB7EDF9-2A8D-6845-AAEB-8F89DC6D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2951163"/>
            <a:ext cx="1349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92236" name="Line 96">
            <a:extLst>
              <a:ext uri="{FF2B5EF4-FFF2-40B4-BE49-F238E27FC236}">
                <a16:creationId xmlns:a16="http://schemas.microsoft.com/office/drawing/2014/main" id="{E02916D3-2E4F-B14C-8390-AA438828D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3700" y="416083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7" name="Rectangle 97">
            <a:extLst>
              <a:ext uri="{FF2B5EF4-FFF2-40B4-BE49-F238E27FC236}">
                <a16:creationId xmlns:a16="http://schemas.microsoft.com/office/drawing/2014/main" id="{CA9BE792-2016-804D-9525-D54FACA09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4529138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38" name="Line 98">
            <a:extLst>
              <a:ext uri="{FF2B5EF4-FFF2-40B4-BE49-F238E27FC236}">
                <a16:creationId xmlns:a16="http://schemas.microsoft.com/office/drawing/2014/main" id="{85080C9F-89A4-8A4D-8D52-1F706F9E0C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1300" y="5511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9" name="Rectangle 99">
            <a:extLst>
              <a:ext uri="{FF2B5EF4-FFF2-40B4-BE49-F238E27FC236}">
                <a16:creationId xmlns:a16="http://schemas.microsoft.com/office/drawing/2014/main" id="{923D5B20-CB41-034E-8B23-2EBD6890C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52324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92240" name="Rectangle 100">
            <a:extLst>
              <a:ext uri="{FF2B5EF4-FFF2-40B4-BE49-F238E27FC236}">
                <a16:creationId xmlns:a16="http://schemas.microsoft.com/office/drawing/2014/main" id="{99007A0F-B6FF-4A4A-AD96-474FCCF2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4387850"/>
            <a:ext cx="942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92241" name="Line 101">
            <a:extLst>
              <a:ext uri="{FF2B5EF4-FFF2-40B4-BE49-F238E27FC236}">
                <a16:creationId xmlns:a16="http://schemas.microsoft.com/office/drawing/2014/main" id="{4B90C427-771A-044A-B6C4-D26AECF0D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875" y="5435600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2" name="Line 102">
            <a:extLst>
              <a:ext uri="{FF2B5EF4-FFF2-40B4-BE49-F238E27FC236}">
                <a16:creationId xmlns:a16="http://schemas.microsoft.com/office/drawing/2014/main" id="{3601364C-E6DA-5645-887F-2571C41AAA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9475" y="5524500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3" name="Oval 103">
            <a:extLst>
              <a:ext uri="{FF2B5EF4-FFF2-40B4-BE49-F238E27FC236}">
                <a16:creationId xmlns:a16="http://schemas.microsoft.com/office/drawing/2014/main" id="{87513D55-589E-A247-90A1-E064B0ACB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5470525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2244" name="Rectangle 104">
            <a:extLst>
              <a:ext uri="{FF2B5EF4-FFF2-40B4-BE49-F238E27FC236}">
                <a16:creationId xmlns:a16="http://schemas.microsoft.com/office/drawing/2014/main" id="{A200B94B-CBEF-CF4C-BCF6-7030CE745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4511675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92245" name="Line 105">
            <a:extLst>
              <a:ext uri="{FF2B5EF4-FFF2-40B4-BE49-F238E27FC236}">
                <a16:creationId xmlns:a16="http://schemas.microsoft.com/office/drawing/2014/main" id="{FA25BF05-5BA0-5840-824B-BC1C63844A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0050" y="46656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6" name="Rectangle 106">
            <a:extLst>
              <a:ext uri="{FF2B5EF4-FFF2-40B4-BE49-F238E27FC236}">
                <a16:creationId xmlns:a16="http://schemas.microsoft.com/office/drawing/2014/main" id="{A46A3DF5-99AD-974A-8B9C-1B08878A0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388" y="47259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247" name="Line 107">
            <a:extLst>
              <a:ext uri="{FF2B5EF4-FFF2-40B4-BE49-F238E27FC236}">
                <a16:creationId xmlns:a16="http://schemas.microsoft.com/office/drawing/2014/main" id="{36034A82-2303-9440-BAA6-ECEBD8C746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3225800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8" name="Line 108">
            <a:extLst>
              <a:ext uri="{FF2B5EF4-FFF2-40B4-BE49-F238E27FC236}">
                <a16:creationId xmlns:a16="http://schemas.microsoft.com/office/drawing/2014/main" id="{F84CF6F6-B8E4-D34F-ADD2-0578F131D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889375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49" name="Rectangle 109">
            <a:extLst>
              <a:ext uri="{FF2B5EF4-FFF2-40B4-BE49-F238E27FC236}">
                <a16:creationId xmlns:a16="http://schemas.microsoft.com/office/drawing/2014/main" id="{70EC8C49-8505-324F-A8C3-3DF41BC05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4513263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 Adr</a:t>
            </a:r>
          </a:p>
        </p:txBody>
      </p:sp>
      <p:sp>
        <p:nvSpPr>
          <p:cNvPr id="92250" name="Rectangle 110">
            <a:extLst>
              <a:ext uri="{FF2B5EF4-FFF2-40B4-BE49-F238E27FC236}">
                <a16:creationId xmlns:a16="http://schemas.microsoft.com/office/drawing/2014/main" id="{E29F6326-9D19-7943-B23A-ADC62A36F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868863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92251" name="Line 111">
            <a:extLst>
              <a:ext uri="{FF2B5EF4-FFF2-40B4-BE49-F238E27FC236}">
                <a16:creationId xmlns:a16="http://schemas.microsoft.com/office/drawing/2014/main" id="{B25A37BF-EDC3-CC43-B037-9D7747A7B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43751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2" name="Line 112">
            <a:extLst>
              <a:ext uri="{FF2B5EF4-FFF2-40B4-BE49-F238E27FC236}">
                <a16:creationId xmlns:a16="http://schemas.microsoft.com/office/drawing/2014/main" id="{83DDF68C-0CC8-0A46-AF56-47E6DD5C8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387850"/>
            <a:ext cx="0" cy="755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3" name="Line 113">
            <a:extLst>
              <a:ext uri="{FF2B5EF4-FFF2-40B4-BE49-F238E27FC236}">
                <a16:creationId xmlns:a16="http://schemas.microsoft.com/office/drawing/2014/main" id="{215A5C47-0ABB-AD4C-B262-4FE9CA06AC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3900" y="51562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4" name="Line 114">
            <a:extLst>
              <a:ext uri="{FF2B5EF4-FFF2-40B4-BE49-F238E27FC236}">
                <a16:creationId xmlns:a16="http://schemas.microsoft.com/office/drawing/2014/main" id="{2EAA92D6-D8C5-AF4F-8CBD-706672390D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43100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5" name="Rectangle 115">
            <a:extLst>
              <a:ext uri="{FF2B5EF4-FFF2-40B4-BE49-F238E27FC236}">
                <a16:creationId xmlns:a16="http://schemas.microsoft.com/office/drawing/2014/main" id="{A77F5084-E9F0-D74B-90BA-3FD1C5496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0243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2256" name="Rectangle 116">
            <a:extLst>
              <a:ext uri="{FF2B5EF4-FFF2-40B4-BE49-F238E27FC236}">
                <a16:creationId xmlns:a16="http://schemas.microsoft.com/office/drawing/2014/main" id="{A02C72F3-82E1-7043-8177-20F41DE1F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51163"/>
            <a:ext cx="1006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</a:p>
        </p:txBody>
      </p:sp>
      <p:grpSp>
        <p:nvGrpSpPr>
          <p:cNvPr id="217205" name="Group 117">
            <a:extLst>
              <a:ext uri="{FF2B5EF4-FFF2-40B4-BE49-F238E27FC236}">
                <a16:creationId xmlns:a16="http://schemas.microsoft.com/office/drawing/2014/main" id="{2F10DE1C-4FDA-5A4E-85F2-B15082C8C692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4330700"/>
            <a:ext cx="2146300" cy="412750"/>
            <a:chOff x="2400" y="3025"/>
            <a:chExt cx="1352" cy="260"/>
          </a:xfrm>
        </p:grpSpPr>
        <p:grpSp>
          <p:nvGrpSpPr>
            <p:cNvPr id="92295" name="Group 118">
              <a:extLst>
                <a:ext uri="{FF2B5EF4-FFF2-40B4-BE49-F238E27FC236}">
                  <a16:creationId xmlns:a16="http://schemas.microsoft.com/office/drawing/2014/main" id="{F4942396-99A8-D24A-9350-891454913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25"/>
              <a:ext cx="1352" cy="260"/>
              <a:chOff x="2400" y="3025"/>
              <a:chExt cx="1352" cy="260"/>
            </a:xfrm>
          </p:grpSpPr>
          <p:sp>
            <p:nvSpPr>
              <p:cNvPr id="92297" name="Line 119">
                <a:extLst>
                  <a:ext uri="{FF2B5EF4-FFF2-40B4-BE49-F238E27FC236}">
                    <a16:creationId xmlns:a16="http://schemas.microsoft.com/office/drawing/2014/main" id="{EB699659-BA54-FD48-A3D2-56E690227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2" y="3285"/>
                <a:ext cx="6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298" name="Line 120">
                <a:extLst>
                  <a:ext uri="{FF2B5EF4-FFF2-40B4-BE49-F238E27FC236}">
                    <a16:creationId xmlns:a16="http://schemas.microsoft.com/office/drawing/2014/main" id="{46407155-1ECE-2B43-B300-7ECC620DC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025"/>
                <a:ext cx="0" cy="25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2296" name="Line 121">
              <a:extLst>
                <a:ext uri="{FF2B5EF4-FFF2-40B4-BE49-F238E27FC236}">
                  <a16:creationId xmlns:a16="http://schemas.microsoft.com/office/drawing/2014/main" id="{62D84059-E5C0-F14C-91F7-55616A48E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3285"/>
              <a:ext cx="70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258" name="Rectangle 122">
            <a:extLst>
              <a:ext uri="{FF2B5EF4-FFF2-40B4-BE49-F238E27FC236}">
                <a16:creationId xmlns:a16="http://schemas.microsoft.com/office/drawing/2014/main" id="{A96C111C-4497-1247-9776-50E8B7D37EB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47444" y="3739357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grpSp>
        <p:nvGrpSpPr>
          <p:cNvPr id="92259" name="Group 145">
            <a:extLst>
              <a:ext uri="{FF2B5EF4-FFF2-40B4-BE49-F238E27FC236}">
                <a16:creationId xmlns:a16="http://schemas.microsoft.com/office/drawing/2014/main" id="{7F4F8761-091E-9C49-8593-EB21658E2BA8}"/>
              </a:ext>
            </a:extLst>
          </p:cNvPr>
          <p:cNvGrpSpPr>
            <a:grpSpLocks/>
          </p:cNvGrpSpPr>
          <p:nvPr/>
        </p:nvGrpSpPr>
        <p:grpSpPr bwMode="auto">
          <a:xfrm>
            <a:off x="1536700" y="2352675"/>
            <a:ext cx="804863" cy="352425"/>
            <a:chOff x="1625" y="1752"/>
            <a:chExt cx="507" cy="222"/>
          </a:xfrm>
        </p:grpSpPr>
        <p:sp>
          <p:nvSpPr>
            <p:cNvPr id="92293" name="Text Box 146">
              <a:extLst>
                <a:ext uri="{FF2B5EF4-FFF2-40B4-BE49-F238E27FC236}">
                  <a16:creationId xmlns:a16="http://schemas.microsoft.com/office/drawing/2014/main" id="{3FA3F695-F0AE-5F45-8FF8-3FDB42148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75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294" name="Text Box 147">
              <a:extLst>
                <a:ext uri="{FF2B5EF4-FFF2-40B4-BE49-F238E27FC236}">
                  <a16:creationId xmlns:a16="http://schemas.microsoft.com/office/drawing/2014/main" id="{CDB45D33-CC0A-934A-9D09-8201943A7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176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2260" name="Group 148">
            <a:extLst>
              <a:ext uri="{FF2B5EF4-FFF2-40B4-BE49-F238E27FC236}">
                <a16:creationId xmlns:a16="http://schemas.microsoft.com/office/drawing/2014/main" id="{A0C2D87A-9D93-4349-ABA2-D8178300AD5C}"/>
              </a:ext>
            </a:extLst>
          </p:cNvPr>
          <p:cNvGrpSpPr>
            <a:grpSpLocks/>
          </p:cNvGrpSpPr>
          <p:nvPr/>
        </p:nvGrpSpPr>
        <p:grpSpPr bwMode="auto">
          <a:xfrm>
            <a:off x="4024313" y="4078288"/>
            <a:ext cx="225425" cy="992187"/>
            <a:chOff x="3075" y="2821"/>
            <a:chExt cx="142" cy="625"/>
          </a:xfrm>
        </p:grpSpPr>
        <p:sp>
          <p:nvSpPr>
            <p:cNvPr id="92291" name="Text Box 149">
              <a:extLst>
                <a:ext uri="{FF2B5EF4-FFF2-40B4-BE49-F238E27FC236}">
                  <a16:creationId xmlns:a16="http://schemas.microsoft.com/office/drawing/2014/main" id="{476093DF-0322-3D49-ADBD-3A5EED488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292" name="Text Box 150">
              <a:extLst>
                <a:ext uri="{FF2B5EF4-FFF2-40B4-BE49-F238E27FC236}">
                  <a16:creationId xmlns:a16="http://schemas.microsoft.com/office/drawing/2014/main" id="{1DD3B2A2-3BCE-C748-9C76-93390E6FE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217242" name="Group 154">
            <a:extLst>
              <a:ext uri="{FF2B5EF4-FFF2-40B4-BE49-F238E27FC236}">
                <a16:creationId xmlns:a16="http://schemas.microsoft.com/office/drawing/2014/main" id="{53B982E9-4E7B-194D-A86F-F28C1F1CA2BA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2368550"/>
            <a:ext cx="2627312" cy="2132013"/>
            <a:chOff x="3355" y="1492"/>
            <a:chExt cx="1655" cy="1343"/>
          </a:xfrm>
        </p:grpSpPr>
        <p:sp>
          <p:nvSpPr>
            <p:cNvPr id="92289" name="Text Box 152">
              <a:extLst>
                <a:ext uri="{FF2B5EF4-FFF2-40B4-BE49-F238E27FC236}">
                  <a16:creationId xmlns:a16="http://schemas.microsoft.com/office/drawing/2014/main" id="{6487B960-67D1-9446-A4D5-F6EAB57FAF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" y="1492"/>
              <a:ext cx="1655" cy="23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加兰色部分。为什么？</a:t>
              </a:r>
            </a:p>
          </p:txBody>
        </p:sp>
        <p:sp>
          <p:nvSpPr>
            <p:cNvPr id="92290" name="Line 153">
              <a:extLst>
                <a:ext uri="{FF2B5EF4-FFF2-40B4-BE49-F238E27FC236}">
                  <a16:creationId xmlns:a16="http://schemas.microsoft.com/office/drawing/2014/main" id="{B8A595C2-91D5-3E4C-A828-991775205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9" y="1747"/>
              <a:ext cx="164" cy="10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7244" name="Text Box 156">
            <a:extLst>
              <a:ext uri="{FF2B5EF4-FFF2-40B4-BE49-F238E27FC236}">
                <a16:creationId xmlns:a16="http://schemas.microsoft.com/office/drawing/2014/main" id="{8FC02062-0779-9443-8E32-68DA96148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00788"/>
            <a:ext cx="914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RegDst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=x,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RegWr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=0,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ALUctr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=add,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ExtOp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ALUSrc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MemWr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=1, </a:t>
            </a:r>
            <a:r>
              <a:rPr lang="en-US" altLang="zh-CN" sz="1800" dirty="0" err="1">
                <a:solidFill>
                  <a:schemeClr val="accent2"/>
                </a:solidFill>
                <a:ea typeface="宋体" panose="02010600030101010101" pitchFamily="2" charset="-122"/>
              </a:rPr>
              <a:t>MemtoReg</a:t>
            </a:r>
            <a:r>
              <a:rPr lang="en-US" altLang="zh-CN" sz="1800" dirty="0">
                <a:solidFill>
                  <a:schemeClr val="accent2"/>
                </a:solidFill>
                <a:ea typeface="宋体" panose="02010600030101010101" pitchFamily="2" charset="-122"/>
              </a:rPr>
              <a:t>=x</a:t>
            </a:r>
            <a:endParaRPr lang="zh-CN" altLang="en-US" sz="1800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92263" name="Group 157">
            <a:extLst>
              <a:ext uri="{FF2B5EF4-FFF2-40B4-BE49-F238E27FC236}">
                <a16:creationId xmlns:a16="http://schemas.microsoft.com/office/drawing/2014/main" id="{FD00D3F6-1ADF-9840-A44A-6F5A327F59C1}"/>
              </a:ext>
            </a:extLst>
          </p:cNvPr>
          <p:cNvGrpSpPr>
            <a:grpSpLocks/>
          </p:cNvGrpSpPr>
          <p:nvPr/>
        </p:nvGrpSpPr>
        <p:grpSpPr bwMode="auto">
          <a:xfrm>
            <a:off x="7626350" y="3622675"/>
            <a:ext cx="225425" cy="992188"/>
            <a:chOff x="3075" y="2821"/>
            <a:chExt cx="142" cy="625"/>
          </a:xfrm>
        </p:grpSpPr>
        <p:sp>
          <p:nvSpPr>
            <p:cNvPr id="92287" name="Text Box 158">
              <a:extLst>
                <a:ext uri="{FF2B5EF4-FFF2-40B4-BE49-F238E27FC236}">
                  <a16:creationId xmlns:a16="http://schemas.microsoft.com/office/drawing/2014/main" id="{C93B1141-00DF-D14B-8558-D032793B3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288" name="Text Box 159">
              <a:extLst>
                <a:ext uri="{FF2B5EF4-FFF2-40B4-BE49-F238E27FC236}">
                  <a16:creationId xmlns:a16="http://schemas.microsoft.com/office/drawing/2014/main" id="{62FEEBF6-2347-1D43-87C1-636ADF8ED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2264" name="Group 163">
            <a:extLst>
              <a:ext uri="{FF2B5EF4-FFF2-40B4-BE49-F238E27FC236}">
                <a16:creationId xmlns:a16="http://schemas.microsoft.com/office/drawing/2014/main" id="{A942B631-3125-8B44-8667-956F712E3281}"/>
              </a:ext>
            </a:extLst>
          </p:cNvPr>
          <p:cNvGrpSpPr>
            <a:grpSpLocks/>
          </p:cNvGrpSpPr>
          <p:nvPr/>
        </p:nvGrpSpPr>
        <p:grpSpPr bwMode="auto">
          <a:xfrm>
            <a:off x="2293938" y="1200150"/>
            <a:ext cx="5999162" cy="989013"/>
            <a:chOff x="1918" y="1392"/>
            <a:chExt cx="3763" cy="607"/>
          </a:xfrm>
        </p:grpSpPr>
        <p:sp>
          <p:nvSpPr>
            <p:cNvPr id="92266" name="Rectangle 164">
              <a:extLst>
                <a:ext uri="{FF2B5EF4-FFF2-40B4-BE49-F238E27FC236}">
                  <a16:creationId xmlns:a16="http://schemas.microsoft.com/office/drawing/2014/main" id="{3C850F50-5CFD-2A44-AA06-E029FA134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2267" name="Group 165">
              <a:extLst>
                <a:ext uri="{FF2B5EF4-FFF2-40B4-BE49-F238E27FC236}">
                  <a16:creationId xmlns:a16="http://schemas.microsoft.com/office/drawing/2014/main" id="{7BD04F81-EC61-1647-83FE-EC5A4182E8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92285" name="Rectangle 166">
                <a:extLst>
                  <a:ext uri="{FF2B5EF4-FFF2-40B4-BE49-F238E27FC236}">
                    <a16:creationId xmlns:a16="http://schemas.microsoft.com/office/drawing/2014/main" id="{EFB31F62-1C5A-2847-8E16-C8F6DCCF6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2286" name="Rectangle 167">
                <a:extLst>
                  <a:ext uri="{FF2B5EF4-FFF2-40B4-BE49-F238E27FC236}">
                    <a16:creationId xmlns:a16="http://schemas.microsoft.com/office/drawing/2014/main" id="{31E28F48-CBB7-1B41-BE43-83693E565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92268" name="Group 168">
              <a:extLst>
                <a:ext uri="{FF2B5EF4-FFF2-40B4-BE49-F238E27FC236}">
                  <a16:creationId xmlns:a16="http://schemas.microsoft.com/office/drawing/2014/main" id="{2DC0F51B-50BD-0944-B44A-B1A72F7C5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92283" name="Rectangle 169">
                <a:extLst>
                  <a:ext uri="{FF2B5EF4-FFF2-40B4-BE49-F238E27FC236}">
                    <a16:creationId xmlns:a16="http://schemas.microsoft.com/office/drawing/2014/main" id="{48D61097-EDAE-6146-8E8D-0E8D6610D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2284" name="Rectangle 170">
                <a:extLst>
                  <a:ext uri="{FF2B5EF4-FFF2-40B4-BE49-F238E27FC236}">
                    <a16:creationId xmlns:a16="http://schemas.microsoft.com/office/drawing/2014/main" id="{A1542481-C801-034B-8C72-274CE26EC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92269" name="Group 171">
              <a:extLst>
                <a:ext uri="{FF2B5EF4-FFF2-40B4-BE49-F238E27FC236}">
                  <a16:creationId xmlns:a16="http://schemas.microsoft.com/office/drawing/2014/main" id="{1F4F21A9-4CC4-6F4E-9E96-DE09D600B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92281" name="Rectangle 172">
                <a:extLst>
                  <a:ext uri="{FF2B5EF4-FFF2-40B4-BE49-F238E27FC236}">
                    <a16:creationId xmlns:a16="http://schemas.microsoft.com/office/drawing/2014/main" id="{9216DADC-96E6-544E-803B-140AF12D2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2282" name="Rectangle 173">
                <a:extLst>
                  <a:ext uri="{FF2B5EF4-FFF2-40B4-BE49-F238E27FC236}">
                    <a16:creationId xmlns:a16="http://schemas.microsoft.com/office/drawing/2014/main" id="{347B172D-51F8-7F4A-95F6-A600D52B3D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92270" name="Rectangle 174">
              <a:extLst>
                <a:ext uri="{FF2B5EF4-FFF2-40B4-BE49-F238E27FC236}">
                  <a16:creationId xmlns:a16="http://schemas.microsoft.com/office/drawing/2014/main" id="{01BC6E95-2A47-AF43-B407-F1392690A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2271" name="Rectangle 175">
              <a:extLst>
                <a:ext uri="{FF2B5EF4-FFF2-40B4-BE49-F238E27FC236}">
                  <a16:creationId xmlns:a16="http://schemas.microsoft.com/office/drawing/2014/main" id="{3A15E464-0A3A-684E-9DE3-DB94288B5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92272" name="Rectangle 176">
              <a:extLst>
                <a:ext uri="{FF2B5EF4-FFF2-40B4-BE49-F238E27FC236}">
                  <a16:creationId xmlns:a16="http://schemas.microsoft.com/office/drawing/2014/main" id="{863312A4-D6B4-6549-9947-7A27641CE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2273" name="Rectangle 177">
              <a:extLst>
                <a:ext uri="{FF2B5EF4-FFF2-40B4-BE49-F238E27FC236}">
                  <a16:creationId xmlns:a16="http://schemas.microsoft.com/office/drawing/2014/main" id="{5FE17EB0-3F65-E240-B545-CFB85D986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92274" name="Rectangle 178">
              <a:extLst>
                <a:ext uri="{FF2B5EF4-FFF2-40B4-BE49-F238E27FC236}">
                  <a16:creationId xmlns:a16="http://schemas.microsoft.com/office/drawing/2014/main" id="{3C4C6CB2-DA54-D746-917C-D07AB20EE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92275" name="Rectangle 179">
              <a:extLst>
                <a:ext uri="{FF2B5EF4-FFF2-40B4-BE49-F238E27FC236}">
                  <a16:creationId xmlns:a16="http://schemas.microsoft.com/office/drawing/2014/main" id="{111C9BF0-2B67-E44B-B76C-9C88AE9D6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2276" name="Rectangle 180">
              <a:extLst>
                <a:ext uri="{FF2B5EF4-FFF2-40B4-BE49-F238E27FC236}">
                  <a16:creationId xmlns:a16="http://schemas.microsoft.com/office/drawing/2014/main" id="{852EA987-1850-604E-9876-82DBBFBE7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2277" name="Rectangle 181">
              <a:extLst>
                <a:ext uri="{FF2B5EF4-FFF2-40B4-BE49-F238E27FC236}">
                  <a16:creationId xmlns:a16="http://schemas.microsoft.com/office/drawing/2014/main" id="{B7A26DDE-18C0-D844-877C-AB66EE3D2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2278" name="Rectangle 182">
              <a:extLst>
                <a:ext uri="{FF2B5EF4-FFF2-40B4-BE49-F238E27FC236}">
                  <a16:creationId xmlns:a16="http://schemas.microsoft.com/office/drawing/2014/main" id="{ED3FFC72-12B5-4742-8747-FCCE54491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2279" name="Rectangle 183">
              <a:extLst>
                <a:ext uri="{FF2B5EF4-FFF2-40B4-BE49-F238E27FC236}">
                  <a16:creationId xmlns:a16="http://schemas.microsoft.com/office/drawing/2014/main" id="{F2A217E9-5B69-3149-BF44-781644EBE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2280" name="Rectangle 184">
              <a:extLst>
                <a:ext uri="{FF2B5EF4-FFF2-40B4-BE49-F238E27FC236}">
                  <a16:creationId xmlns:a16="http://schemas.microsoft.com/office/drawing/2014/main" id="{EFAFC3CB-7FB1-674B-B98D-62FC41ED8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159" name="Text Box 133">
            <a:extLst>
              <a:ext uri="{FF2B5EF4-FFF2-40B4-BE49-F238E27FC236}">
                <a16:creationId xmlns:a16="http://schemas.microsoft.com/office/drawing/2014/main" id="{16374B8E-4756-0D48-AB0C-2B91F8206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5918200"/>
            <a:ext cx="22780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244" grpId="0" animBg="1"/>
      <p:bldP spid="1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CA4B73DA-6020-C14F-AC45-F8A090592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4225" y="228600"/>
            <a:ext cx="747553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分支（条件转移）指令（相等转移：</a:t>
            </a:r>
            <a:r>
              <a:rPr lang="en-US" altLang="zh-CN">
                <a:ea typeface="宋体" panose="02010600030101010101" pitchFamily="2" charset="-122"/>
              </a:rPr>
              <a:t>beq</a:t>
            </a:r>
            <a:r>
              <a:rPr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94211" name="Rectangle 75">
            <a:extLst>
              <a:ext uri="{FF2B5EF4-FFF2-40B4-BE49-F238E27FC236}">
                <a16:creationId xmlns:a16="http://schemas.microsoft.com/office/drawing/2014/main" id="{99A0BE7A-EE09-7A48-99EC-D81613A2A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363" y="909638"/>
            <a:ext cx="3170237" cy="4783137"/>
          </a:xfrm>
        </p:spPr>
        <p:txBody>
          <a:bodyPr/>
          <a:lstStyle/>
          <a:p>
            <a:pPr marL="342900" indent="-342900"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条指令）：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219212" name="Text Box 76">
            <a:extLst>
              <a:ext uri="{FF2B5EF4-FFF2-40B4-BE49-F238E27FC236}">
                <a16:creationId xmlns:a16="http://schemas.microsoft.com/office/drawing/2014/main" id="{C7243E71-A6A5-5744-9CF6-532D6EC51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850" y="3832225"/>
            <a:ext cx="58991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5.  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考虑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beq</a:t>
            </a:r>
            <a:r>
              <a:rPr lang="zh-CN" altLang="en-US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指令（条件转移指令的代表）</a:t>
            </a:r>
          </a:p>
        </p:txBody>
      </p:sp>
      <p:grpSp>
        <p:nvGrpSpPr>
          <p:cNvPr id="219216" name="Group 80">
            <a:extLst>
              <a:ext uri="{FF2B5EF4-FFF2-40B4-BE49-F238E27FC236}">
                <a16:creationId xmlns:a16="http://schemas.microsoft.com/office/drawing/2014/main" id="{9085A418-D5D4-D946-B846-F8F2430CD79A}"/>
              </a:ext>
            </a:extLst>
          </p:cNvPr>
          <p:cNvGrpSpPr>
            <a:grpSpLocks/>
          </p:cNvGrpSpPr>
          <p:nvPr/>
        </p:nvGrpSpPr>
        <p:grpSpPr bwMode="auto">
          <a:xfrm>
            <a:off x="596900" y="2241550"/>
            <a:ext cx="8504238" cy="2697163"/>
            <a:chOff x="376" y="1412"/>
            <a:chExt cx="5357" cy="1699"/>
          </a:xfrm>
        </p:grpSpPr>
        <p:sp>
          <p:nvSpPr>
            <p:cNvPr id="94284" name="Text Box 78">
              <a:extLst>
                <a:ext uri="{FF2B5EF4-FFF2-40B4-BE49-F238E27FC236}">
                  <a16:creationId xmlns:a16="http://schemas.microsoft.com/office/drawing/2014/main" id="{328156A8-4205-5C4F-87F5-F72584D32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" y="2899"/>
              <a:ext cx="1682" cy="212"/>
            </a:xfrm>
            <a:prstGeom prst="rect">
              <a:avLst/>
            </a:prstGeom>
            <a:solidFill>
              <a:srgbClr val="FF99CC">
                <a:alpha val="4196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285" name="Rectangle 79">
              <a:extLst>
                <a:ext uri="{FF2B5EF4-FFF2-40B4-BE49-F238E27FC236}">
                  <a16:creationId xmlns:a16="http://schemas.microsoft.com/office/drawing/2014/main" id="{9C717439-2FDE-D74D-B759-C03DD74B4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3" y="1412"/>
              <a:ext cx="3840" cy="667"/>
            </a:xfrm>
            <a:prstGeom prst="rect">
              <a:avLst/>
            </a:prstGeom>
            <a:solidFill>
              <a:srgbClr val="FF99CC">
                <a:alpha val="3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94214" name="Group 82">
            <a:extLst>
              <a:ext uri="{FF2B5EF4-FFF2-40B4-BE49-F238E27FC236}">
                <a16:creationId xmlns:a16="http://schemas.microsoft.com/office/drawing/2014/main" id="{7561C960-278A-5C4C-9C97-C478E9D38E24}"/>
              </a:ext>
            </a:extLst>
          </p:cNvPr>
          <p:cNvGrpSpPr>
            <a:grpSpLocks/>
          </p:cNvGrpSpPr>
          <p:nvPr/>
        </p:nvGrpSpPr>
        <p:grpSpPr bwMode="auto">
          <a:xfrm>
            <a:off x="3068638" y="2266950"/>
            <a:ext cx="5999162" cy="989013"/>
            <a:chOff x="1918" y="1392"/>
            <a:chExt cx="3763" cy="607"/>
          </a:xfrm>
        </p:grpSpPr>
        <p:sp>
          <p:nvSpPr>
            <p:cNvPr id="94263" name="Rectangle 83">
              <a:extLst>
                <a:ext uri="{FF2B5EF4-FFF2-40B4-BE49-F238E27FC236}">
                  <a16:creationId xmlns:a16="http://schemas.microsoft.com/office/drawing/2014/main" id="{D1FEE2BF-A48B-DD4B-85F6-ED900B3C3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4264" name="Group 84">
              <a:extLst>
                <a:ext uri="{FF2B5EF4-FFF2-40B4-BE49-F238E27FC236}">
                  <a16:creationId xmlns:a16="http://schemas.microsoft.com/office/drawing/2014/main" id="{C3BAC16D-3699-ED4D-A335-5081478979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94282" name="Rectangle 85">
                <a:extLst>
                  <a:ext uri="{FF2B5EF4-FFF2-40B4-BE49-F238E27FC236}">
                    <a16:creationId xmlns:a16="http://schemas.microsoft.com/office/drawing/2014/main" id="{CCDFFDED-F8E2-B641-B797-C2DBA5A35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4283" name="Rectangle 86">
                <a:extLst>
                  <a:ext uri="{FF2B5EF4-FFF2-40B4-BE49-F238E27FC236}">
                    <a16:creationId xmlns:a16="http://schemas.microsoft.com/office/drawing/2014/main" id="{7D3DAEBF-4F2F-1146-8F0C-0FAD5526D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94265" name="Group 87">
              <a:extLst>
                <a:ext uri="{FF2B5EF4-FFF2-40B4-BE49-F238E27FC236}">
                  <a16:creationId xmlns:a16="http://schemas.microsoft.com/office/drawing/2014/main" id="{0F5776DB-EF4F-5D4D-92C1-B373CDE86E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94280" name="Rectangle 88">
                <a:extLst>
                  <a:ext uri="{FF2B5EF4-FFF2-40B4-BE49-F238E27FC236}">
                    <a16:creationId xmlns:a16="http://schemas.microsoft.com/office/drawing/2014/main" id="{9ECB7295-8CBC-7946-B058-B154C7BBD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4281" name="Rectangle 89">
                <a:extLst>
                  <a:ext uri="{FF2B5EF4-FFF2-40B4-BE49-F238E27FC236}">
                    <a16:creationId xmlns:a16="http://schemas.microsoft.com/office/drawing/2014/main" id="{994D6407-B5A4-DA4A-998E-410A41B2E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94266" name="Group 90">
              <a:extLst>
                <a:ext uri="{FF2B5EF4-FFF2-40B4-BE49-F238E27FC236}">
                  <a16:creationId xmlns:a16="http://schemas.microsoft.com/office/drawing/2014/main" id="{FA636AF4-74B9-5142-B842-C2CE54C67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94278" name="Rectangle 91">
                <a:extLst>
                  <a:ext uri="{FF2B5EF4-FFF2-40B4-BE49-F238E27FC236}">
                    <a16:creationId xmlns:a16="http://schemas.microsoft.com/office/drawing/2014/main" id="{CA7299BD-20AA-C240-BA7A-52C5A829D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4279" name="Rectangle 92">
                <a:extLst>
                  <a:ext uri="{FF2B5EF4-FFF2-40B4-BE49-F238E27FC236}">
                    <a16:creationId xmlns:a16="http://schemas.microsoft.com/office/drawing/2014/main" id="{FA376C07-F99D-6A4A-8D54-12DD482B4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94267" name="Rectangle 93">
              <a:extLst>
                <a:ext uri="{FF2B5EF4-FFF2-40B4-BE49-F238E27FC236}">
                  <a16:creationId xmlns:a16="http://schemas.microsoft.com/office/drawing/2014/main" id="{5EC301CB-C084-0541-85E3-5316D42D1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4268" name="Rectangle 94">
              <a:extLst>
                <a:ext uri="{FF2B5EF4-FFF2-40B4-BE49-F238E27FC236}">
                  <a16:creationId xmlns:a16="http://schemas.microsoft.com/office/drawing/2014/main" id="{51866EFE-13BB-3C44-8E19-2A79A51EB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94269" name="Rectangle 95">
              <a:extLst>
                <a:ext uri="{FF2B5EF4-FFF2-40B4-BE49-F238E27FC236}">
                  <a16:creationId xmlns:a16="http://schemas.microsoft.com/office/drawing/2014/main" id="{F5FB0FFD-D417-2C47-A18B-466B94ED0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4270" name="Rectangle 96">
              <a:extLst>
                <a:ext uri="{FF2B5EF4-FFF2-40B4-BE49-F238E27FC236}">
                  <a16:creationId xmlns:a16="http://schemas.microsoft.com/office/drawing/2014/main" id="{605F2A8E-B13D-914A-B587-3D1BB8F7B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94271" name="Rectangle 97">
              <a:extLst>
                <a:ext uri="{FF2B5EF4-FFF2-40B4-BE49-F238E27FC236}">
                  <a16:creationId xmlns:a16="http://schemas.microsoft.com/office/drawing/2014/main" id="{29E91E03-34A4-F948-B0C7-618247252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94272" name="Rectangle 98">
              <a:extLst>
                <a:ext uri="{FF2B5EF4-FFF2-40B4-BE49-F238E27FC236}">
                  <a16:creationId xmlns:a16="http://schemas.microsoft.com/office/drawing/2014/main" id="{0244B569-40B9-5E4D-87DC-B6D9C8B41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4273" name="Rectangle 99">
              <a:extLst>
                <a:ext uri="{FF2B5EF4-FFF2-40B4-BE49-F238E27FC236}">
                  <a16:creationId xmlns:a16="http://schemas.microsoft.com/office/drawing/2014/main" id="{C5BF7172-430D-214E-9485-4269F9D92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4274" name="Rectangle 100">
              <a:extLst>
                <a:ext uri="{FF2B5EF4-FFF2-40B4-BE49-F238E27FC236}">
                  <a16:creationId xmlns:a16="http://schemas.microsoft.com/office/drawing/2014/main" id="{BE3C006C-BF69-2643-A896-2A2D89714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75" name="Rectangle 101">
              <a:extLst>
                <a:ext uri="{FF2B5EF4-FFF2-40B4-BE49-F238E27FC236}">
                  <a16:creationId xmlns:a16="http://schemas.microsoft.com/office/drawing/2014/main" id="{36B171D7-6F89-CF45-AC96-26588C0EE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76" name="Rectangle 102">
              <a:extLst>
                <a:ext uri="{FF2B5EF4-FFF2-40B4-BE49-F238E27FC236}">
                  <a16:creationId xmlns:a16="http://schemas.microsoft.com/office/drawing/2014/main" id="{5197C04F-C568-6C42-85B7-E4031D62F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77" name="Rectangle 103">
              <a:extLst>
                <a:ext uri="{FF2B5EF4-FFF2-40B4-BE49-F238E27FC236}">
                  <a16:creationId xmlns:a16="http://schemas.microsoft.com/office/drawing/2014/main" id="{3F7D9769-C233-344A-9D96-D821EC482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94215" name="Group 104">
            <a:extLst>
              <a:ext uri="{FF2B5EF4-FFF2-40B4-BE49-F238E27FC236}">
                <a16:creationId xmlns:a16="http://schemas.microsoft.com/office/drawing/2014/main" id="{4D38EB21-C0A1-9E42-B420-C1D5D07A5398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94228" name="Group 105">
              <a:extLst>
                <a:ext uri="{FF2B5EF4-FFF2-40B4-BE49-F238E27FC236}">
                  <a16:creationId xmlns:a16="http://schemas.microsoft.com/office/drawing/2014/main" id="{9F94C018-07A5-0C4C-AEBB-FD8A7DE40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94235" name="Group 106">
                <a:extLst>
                  <a:ext uri="{FF2B5EF4-FFF2-40B4-BE49-F238E27FC236}">
                    <a16:creationId xmlns:a16="http://schemas.microsoft.com/office/drawing/2014/main" id="{B62FBBFA-4A9C-0346-9C89-E0BEB0D771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94243" name="Rectangle 107">
                  <a:extLst>
                    <a:ext uri="{FF2B5EF4-FFF2-40B4-BE49-F238E27FC236}">
                      <a16:creationId xmlns:a16="http://schemas.microsoft.com/office/drawing/2014/main" id="{063E4FB3-3D67-0D46-AFF5-C5A360838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94244" name="Group 108">
                  <a:extLst>
                    <a:ext uri="{FF2B5EF4-FFF2-40B4-BE49-F238E27FC236}">
                      <a16:creationId xmlns:a16="http://schemas.microsoft.com/office/drawing/2014/main" id="{53C52EEE-1022-2E4C-9D42-B5E2FF51BF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94245" name="Group 109">
                    <a:extLst>
                      <a:ext uri="{FF2B5EF4-FFF2-40B4-BE49-F238E27FC236}">
                        <a16:creationId xmlns:a16="http://schemas.microsoft.com/office/drawing/2014/main" id="{AD9E6729-AF2C-4245-BC8F-2AD5D36BAB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94261" name="Rectangle 110">
                      <a:extLst>
                        <a:ext uri="{FF2B5EF4-FFF2-40B4-BE49-F238E27FC236}">
                          <a16:creationId xmlns:a16="http://schemas.microsoft.com/office/drawing/2014/main" id="{BD9926AB-7CA8-4643-B0BC-DE304CE577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62" name="Rectangle 111">
                      <a:extLst>
                        <a:ext uri="{FF2B5EF4-FFF2-40B4-BE49-F238E27FC236}">
                          <a16:creationId xmlns:a16="http://schemas.microsoft.com/office/drawing/2014/main" id="{F94FC722-95D1-9947-88E7-9253E42295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94246" name="Group 112">
                    <a:extLst>
                      <a:ext uri="{FF2B5EF4-FFF2-40B4-BE49-F238E27FC236}">
                        <a16:creationId xmlns:a16="http://schemas.microsoft.com/office/drawing/2014/main" id="{44BD4811-D250-C145-8A0A-B3F9C2A37C3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94259" name="Rectangle 113">
                      <a:extLst>
                        <a:ext uri="{FF2B5EF4-FFF2-40B4-BE49-F238E27FC236}">
                          <a16:creationId xmlns:a16="http://schemas.microsoft.com/office/drawing/2014/main" id="{9C0238A1-E145-8247-A179-FBF1707BEDA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60" name="Rectangle 114">
                      <a:extLst>
                        <a:ext uri="{FF2B5EF4-FFF2-40B4-BE49-F238E27FC236}">
                          <a16:creationId xmlns:a16="http://schemas.microsoft.com/office/drawing/2014/main" id="{912920C5-E9BE-B448-B78E-8B76D414BE8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94247" name="Group 115">
                    <a:extLst>
                      <a:ext uri="{FF2B5EF4-FFF2-40B4-BE49-F238E27FC236}">
                        <a16:creationId xmlns:a16="http://schemas.microsoft.com/office/drawing/2014/main" id="{FB46F802-9CF6-C046-8FDA-C911373758B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94257" name="Rectangle 116">
                      <a:extLst>
                        <a:ext uri="{FF2B5EF4-FFF2-40B4-BE49-F238E27FC236}">
                          <a16:creationId xmlns:a16="http://schemas.microsoft.com/office/drawing/2014/main" id="{C1C46091-C4CB-A642-85BB-F1E46A492D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58" name="Rectangle 117">
                      <a:extLst>
                        <a:ext uri="{FF2B5EF4-FFF2-40B4-BE49-F238E27FC236}">
                          <a16:creationId xmlns:a16="http://schemas.microsoft.com/office/drawing/2014/main" id="{4ED52A48-AF5A-234D-8D2D-111327FDFA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94248" name="Group 118">
                    <a:extLst>
                      <a:ext uri="{FF2B5EF4-FFF2-40B4-BE49-F238E27FC236}">
                        <a16:creationId xmlns:a16="http://schemas.microsoft.com/office/drawing/2014/main" id="{EFA90AF8-64D6-684C-929B-C630C36CA92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94255" name="Rectangle 119">
                      <a:extLst>
                        <a:ext uri="{FF2B5EF4-FFF2-40B4-BE49-F238E27FC236}">
                          <a16:creationId xmlns:a16="http://schemas.microsoft.com/office/drawing/2014/main" id="{4F55C437-DDF2-F14F-BFAF-960CF242CA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56" name="Rectangle 120">
                      <a:extLst>
                        <a:ext uri="{FF2B5EF4-FFF2-40B4-BE49-F238E27FC236}">
                          <a16:creationId xmlns:a16="http://schemas.microsoft.com/office/drawing/2014/main" id="{15882F13-8842-F14E-843B-32AFDBA83D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94249" name="Group 121">
                    <a:extLst>
                      <a:ext uri="{FF2B5EF4-FFF2-40B4-BE49-F238E27FC236}">
                        <a16:creationId xmlns:a16="http://schemas.microsoft.com/office/drawing/2014/main" id="{8EAF3AA3-B3A5-0244-9F96-4C1B874CDC5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94253" name="Rectangle 122">
                      <a:extLst>
                        <a:ext uri="{FF2B5EF4-FFF2-40B4-BE49-F238E27FC236}">
                          <a16:creationId xmlns:a16="http://schemas.microsoft.com/office/drawing/2014/main" id="{FFBEEF2E-AD4C-EF40-B68E-48324CFE87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54" name="Rectangle 123">
                      <a:extLst>
                        <a:ext uri="{FF2B5EF4-FFF2-40B4-BE49-F238E27FC236}">
                          <a16:creationId xmlns:a16="http://schemas.microsoft.com/office/drawing/2014/main" id="{375C9CBA-2A89-D444-AEDB-53C2C9BC55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94250" name="Group 124">
                    <a:extLst>
                      <a:ext uri="{FF2B5EF4-FFF2-40B4-BE49-F238E27FC236}">
                        <a16:creationId xmlns:a16="http://schemas.microsoft.com/office/drawing/2014/main" id="{4E8DA202-DFA6-4D46-A6FD-9EAD1BDD47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94251" name="Rectangle 125">
                      <a:extLst>
                        <a:ext uri="{FF2B5EF4-FFF2-40B4-BE49-F238E27FC236}">
                          <a16:creationId xmlns:a16="http://schemas.microsoft.com/office/drawing/2014/main" id="{DDF926A9-435B-0C4C-8124-7B2D24945D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94252" name="Rectangle 126">
                      <a:extLst>
                        <a:ext uri="{FF2B5EF4-FFF2-40B4-BE49-F238E27FC236}">
                          <a16:creationId xmlns:a16="http://schemas.microsoft.com/office/drawing/2014/main" id="{B825DD64-0FB5-BF4E-8897-922FD271784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94236" name="Rectangle 127">
                <a:extLst>
                  <a:ext uri="{FF2B5EF4-FFF2-40B4-BE49-F238E27FC236}">
                    <a16:creationId xmlns:a16="http://schemas.microsoft.com/office/drawing/2014/main" id="{410DA7C5-809F-2F46-AEE4-E5C8B7E90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94237" name="Rectangle 128">
                <a:extLst>
                  <a:ext uri="{FF2B5EF4-FFF2-40B4-BE49-F238E27FC236}">
                    <a16:creationId xmlns:a16="http://schemas.microsoft.com/office/drawing/2014/main" id="{6966CCAE-33BB-2146-91FD-456C5CFE4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94238" name="Rectangle 129">
                <a:extLst>
                  <a:ext uri="{FF2B5EF4-FFF2-40B4-BE49-F238E27FC236}">
                    <a16:creationId xmlns:a16="http://schemas.microsoft.com/office/drawing/2014/main" id="{11336A5B-53D1-8647-932B-41074A056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94239" name="Rectangle 130">
                <a:extLst>
                  <a:ext uri="{FF2B5EF4-FFF2-40B4-BE49-F238E27FC236}">
                    <a16:creationId xmlns:a16="http://schemas.microsoft.com/office/drawing/2014/main" id="{020E08D2-8EB2-6741-8983-8A224A957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94240" name="Rectangle 131">
                <a:extLst>
                  <a:ext uri="{FF2B5EF4-FFF2-40B4-BE49-F238E27FC236}">
                    <a16:creationId xmlns:a16="http://schemas.microsoft.com/office/drawing/2014/main" id="{B4FF44D8-2555-F342-A370-71320949E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94241" name="Rectangle 132">
                <a:extLst>
                  <a:ext uri="{FF2B5EF4-FFF2-40B4-BE49-F238E27FC236}">
                    <a16:creationId xmlns:a16="http://schemas.microsoft.com/office/drawing/2014/main" id="{D705E008-184D-A64E-9537-8A4778168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94242" name="Rectangle 133">
                <a:extLst>
                  <a:ext uri="{FF2B5EF4-FFF2-40B4-BE49-F238E27FC236}">
                    <a16:creationId xmlns:a16="http://schemas.microsoft.com/office/drawing/2014/main" id="{1CA405D5-78E0-5D4E-B4C2-02AD3616E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94229" name="Rectangle 134">
              <a:extLst>
                <a:ext uri="{FF2B5EF4-FFF2-40B4-BE49-F238E27FC236}">
                  <a16:creationId xmlns:a16="http://schemas.microsoft.com/office/drawing/2014/main" id="{8E560486-21C8-C64C-80C0-9D9C59A79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30" name="Rectangle 135">
              <a:extLst>
                <a:ext uri="{FF2B5EF4-FFF2-40B4-BE49-F238E27FC236}">
                  <a16:creationId xmlns:a16="http://schemas.microsoft.com/office/drawing/2014/main" id="{F717A4A5-E191-924D-92D0-A4B6809B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31" name="Rectangle 136">
              <a:extLst>
                <a:ext uri="{FF2B5EF4-FFF2-40B4-BE49-F238E27FC236}">
                  <a16:creationId xmlns:a16="http://schemas.microsoft.com/office/drawing/2014/main" id="{FAB6ABE5-4DE0-B545-BA97-1D74E05B4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32" name="Rectangle 137">
              <a:extLst>
                <a:ext uri="{FF2B5EF4-FFF2-40B4-BE49-F238E27FC236}">
                  <a16:creationId xmlns:a16="http://schemas.microsoft.com/office/drawing/2014/main" id="{F7398065-A298-0644-84C5-4F21368D2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33" name="Rectangle 138">
              <a:extLst>
                <a:ext uri="{FF2B5EF4-FFF2-40B4-BE49-F238E27FC236}">
                  <a16:creationId xmlns:a16="http://schemas.microsoft.com/office/drawing/2014/main" id="{AB74160E-49E8-194F-85F9-22B24FC2D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34" name="Rectangle 139">
              <a:extLst>
                <a:ext uri="{FF2B5EF4-FFF2-40B4-BE49-F238E27FC236}">
                  <a16:creationId xmlns:a16="http://schemas.microsoft.com/office/drawing/2014/main" id="{C2F29EA4-DC5E-0042-8686-73A97112F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94216" name="Group 140">
            <a:extLst>
              <a:ext uri="{FF2B5EF4-FFF2-40B4-BE49-F238E27FC236}">
                <a16:creationId xmlns:a16="http://schemas.microsoft.com/office/drawing/2014/main" id="{89A3AD39-4152-C648-9C58-F6A9985D1DF5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94217" name="Rectangle 141">
              <a:extLst>
                <a:ext uri="{FF2B5EF4-FFF2-40B4-BE49-F238E27FC236}">
                  <a16:creationId xmlns:a16="http://schemas.microsoft.com/office/drawing/2014/main" id="{7BF1628C-7128-7247-BEC4-88694A637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4218" name="Group 142">
              <a:extLst>
                <a:ext uri="{FF2B5EF4-FFF2-40B4-BE49-F238E27FC236}">
                  <a16:creationId xmlns:a16="http://schemas.microsoft.com/office/drawing/2014/main" id="{D6031089-87B3-9743-9F76-7FF25E6C9D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94226" name="Rectangle 143">
                <a:extLst>
                  <a:ext uri="{FF2B5EF4-FFF2-40B4-BE49-F238E27FC236}">
                    <a16:creationId xmlns:a16="http://schemas.microsoft.com/office/drawing/2014/main" id="{744E57CB-4312-2042-9A15-3CAB1D1EF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4227" name="Rectangle 144">
                <a:extLst>
                  <a:ext uri="{FF2B5EF4-FFF2-40B4-BE49-F238E27FC236}">
                    <a16:creationId xmlns:a16="http://schemas.microsoft.com/office/drawing/2014/main" id="{7C10BA6D-05E1-824B-926D-6060F88C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94219" name="Rectangle 145">
              <a:extLst>
                <a:ext uri="{FF2B5EF4-FFF2-40B4-BE49-F238E27FC236}">
                  <a16:creationId xmlns:a16="http://schemas.microsoft.com/office/drawing/2014/main" id="{AC3C9535-456E-8645-B163-56D947BE8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4220" name="Rectangle 146">
              <a:extLst>
                <a:ext uri="{FF2B5EF4-FFF2-40B4-BE49-F238E27FC236}">
                  <a16:creationId xmlns:a16="http://schemas.microsoft.com/office/drawing/2014/main" id="{18B89CD7-3825-8848-9964-BC1633B54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28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94221" name="Rectangle 147">
              <a:extLst>
                <a:ext uri="{FF2B5EF4-FFF2-40B4-BE49-F238E27FC236}">
                  <a16:creationId xmlns:a16="http://schemas.microsoft.com/office/drawing/2014/main" id="{C9F29272-48A9-CF48-A06F-55AD79D65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4222" name="Rectangle 148">
              <a:extLst>
                <a:ext uri="{FF2B5EF4-FFF2-40B4-BE49-F238E27FC236}">
                  <a16:creationId xmlns:a16="http://schemas.microsoft.com/office/drawing/2014/main" id="{7E34CF14-8FE9-7442-9569-37ABE94F7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4223" name="Rectangle 149">
              <a:extLst>
                <a:ext uri="{FF2B5EF4-FFF2-40B4-BE49-F238E27FC236}">
                  <a16:creationId xmlns:a16="http://schemas.microsoft.com/office/drawing/2014/main" id="{60C9C12F-6880-FF4C-B906-456F77D53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4224" name="Rectangle 150">
              <a:extLst>
                <a:ext uri="{FF2B5EF4-FFF2-40B4-BE49-F238E27FC236}">
                  <a16:creationId xmlns:a16="http://schemas.microsoft.com/office/drawing/2014/main" id="{F4406AD5-86E7-EF4C-9EA8-1EB859B5E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4225" name="Rectangle 151">
              <a:extLst>
                <a:ext uri="{FF2B5EF4-FFF2-40B4-BE49-F238E27FC236}">
                  <a16:creationId xmlns:a16="http://schemas.microsoft.com/office/drawing/2014/main" id="{3371F148-A5D4-3441-A2C3-04520CAC0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2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BDBF7218-898F-2F4E-93FA-5F7C53BC0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0725" y="207963"/>
            <a:ext cx="5743575" cy="425450"/>
          </a:xfrm>
        </p:spPr>
        <p:txBody>
          <a:bodyPr wrap="none"/>
          <a:lstStyle/>
          <a:p>
            <a:r>
              <a:rPr lang="zh-CN" altLang="en-US">
                <a:ea typeface="宋体" panose="02010600030101010101" pitchFamily="2" charset="-122"/>
              </a:rPr>
              <a:t>回顾：</a:t>
            </a:r>
            <a:r>
              <a:rPr lang="en-US" altLang="zh-CN">
                <a:ea typeface="宋体" panose="02010600030101010101" pitchFamily="2" charset="-122"/>
              </a:rPr>
              <a:t>RTL: The Store Instruction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F3044824-C914-3B48-BF3C-56458508D4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63" y="2462213"/>
            <a:ext cx="8901112" cy="2328862"/>
          </a:xfrm>
        </p:spPr>
        <p:txBody>
          <a:bodyPr/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sw	rt, rs, imm16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M[PC]			 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Addr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R[rs] + SignExt(imm16)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计算存储单元地址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（符号扩展！）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Mem[Addr]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R[rt]	 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中的内容存到内存单元中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		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计算下地址（公共操作，取指部件完成）</a:t>
            </a:r>
            <a:r>
              <a:rPr lang="zh-CN" altLang="en-US">
                <a:solidFill>
                  <a:srgbClr val="0000FF"/>
                </a:solidFill>
                <a:ea typeface="宋体" panose="02010600030101010101" pitchFamily="2" charset="-122"/>
              </a:rPr>
              <a:t>  </a:t>
            </a:r>
            <a:endParaRPr lang="en-US" altLang="zh-CN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pSp>
        <p:nvGrpSpPr>
          <p:cNvPr id="96260" name="Group 28">
            <a:extLst>
              <a:ext uri="{FF2B5EF4-FFF2-40B4-BE49-F238E27FC236}">
                <a16:creationId xmlns:a16="http://schemas.microsoft.com/office/drawing/2014/main" id="{0F7C6051-5A8E-B74F-9DB4-6FA1ED52CF55}"/>
              </a:ext>
            </a:extLst>
          </p:cNvPr>
          <p:cNvGrpSpPr>
            <a:grpSpLocks/>
          </p:cNvGrpSpPr>
          <p:nvPr/>
        </p:nvGrpSpPr>
        <p:grpSpPr bwMode="auto">
          <a:xfrm>
            <a:off x="2281238" y="971550"/>
            <a:ext cx="5999162" cy="989013"/>
            <a:chOff x="1918" y="1392"/>
            <a:chExt cx="3763" cy="607"/>
          </a:xfrm>
        </p:grpSpPr>
        <p:sp>
          <p:nvSpPr>
            <p:cNvPr id="96262" name="Rectangle 29">
              <a:extLst>
                <a:ext uri="{FF2B5EF4-FFF2-40B4-BE49-F238E27FC236}">
                  <a16:creationId xmlns:a16="http://schemas.microsoft.com/office/drawing/2014/main" id="{D46B9F4A-B8EB-7C49-8980-6D1CA282F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6263" name="Group 30">
              <a:extLst>
                <a:ext uri="{FF2B5EF4-FFF2-40B4-BE49-F238E27FC236}">
                  <a16:creationId xmlns:a16="http://schemas.microsoft.com/office/drawing/2014/main" id="{F16D3C66-CD3E-6B4A-B01D-EDB143C790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96281" name="Rectangle 31">
                <a:extLst>
                  <a:ext uri="{FF2B5EF4-FFF2-40B4-BE49-F238E27FC236}">
                    <a16:creationId xmlns:a16="http://schemas.microsoft.com/office/drawing/2014/main" id="{EB1AB04E-DF2D-BF4D-8715-9EED086B6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6282" name="Rectangle 32">
                <a:extLst>
                  <a:ext uri="{FF2B5EF4-FFF2-40B4-BE49-F238E27FC236}">
                    <a16:creationId xmlns:a16="http://schemas.microsoft.com/office/drawing/2014/main" id="{B4472340-7BEA-6C4D-ACE4-E54FDA81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96264" name="Group 33">
              <a:extLst>
                <a:ext uri="{FF2B5EF4-FFF2-40B4-BE49-F238E27FC236}">
                  <a16:creationId xmlns:a16="http://schemas.microsoft.com/office/drawing/2014/main" id="{877D218F-44A4-5F49-B59A-E2B26064F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96279" name="Rectangle 34">
                <a:extLst>
                  <a:ext uri="{FF2B5EF4-FFF2-40B4-BE49-F238E27FC236}">
                    <a16:creationId xmlns:a16="http://schemas.microsoft.com/office/drawing/2014/main" id="{7EFAC134-0DB2-E946-B7C8-0A81B7471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6280" name="Rectangle 35">
                <a:extLst>
                  <a:ext uri="{FF2B5EF4-FFF2-40B4-BE49-F238E27FC236}">
                    <a16:creationId xmlns:a16="http://schemas.microsoft.com/office/drawing/2014/main" id="{B80E1C03-2927-B741-9D25-318B3B4A7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96265" name="Group 36">
              <a:extLst>
                <a:ext uri="{FF2B5EF4-FFF2-40B4-BE49-F238E27FC236}">
                  <a16:creationId xmlns:a16="http://schemas.microsoft.com/office/drawing/2014/main" id="{2924D719-A68A-BA45-9509-98908E992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96277" name="Rectangle 37">
                <a:extLst>
                  <a:ext uri="{FF2B5EF4-FFF2-40B4-BE49-F238E27FC236}">
                    <a16:creationId xmlns:a16="http://schemas.microsoft.com/office/drawing/2014/main" id="{7CF1121E-EC49-6B40-9C81-FF0A176FB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6278" name="Rectangle 38">
                <a:extLst>
                  <a:ext uri="{FF2B5EF4-FFF2-40B4-BE49-F238E27FC236}">
                    <a16:creationId xmlns:a16="http://schemas.microsoft.com/office/drawing/2014/main" id="{AC9E5179-E1D3-8341-81A8-62C69FEB8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96266" name="Rectangle 39">
              <a:extLst>
                <a:ext uri="{FF2B5EF4-FFF2-40B4-BE49-F238E27FC236}">
                  <a16:creationId xmlns:a16="http://schemas.microsoft.com/office/drawing/2014/main" id="{A3BFA97C-4C88-5743-8109-05EF5C222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6267" name="Rectangle 40">
              <a:extLst>
                <a:ext uri="{FF2B5EF4-FFF2-40B4-BE49-F238E27FC236}">
                  <a16:creationId xmlns:a16="http://schemas.microsoft.com/office/drawing/2014/main" id="{9B224150-3668-E445-ACF8-5CB1349FB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96268" name="Rectangle 41">
              <a:extLst>
                <a:ext uri="{FF2B5EF4-FFF2-40B4-BE49-F238E27FC236}">
                  <a16:creationId xmlns:a16="http://schemas.microsoft.com/office/drawing/2014/main" id="{2FF50DC8-E60D-244E-AAFF-7A504755C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6269" name="Rectangle 42">
              <a:extLst>
                <a:ext uri="{FF2B5EF4-FFF2-40B4-BE49-F238E27FC236}">
                  <a16:creationId xmlns:a16="http://schemas.microsoft.com/office/drawing/2014/main" id="{3FEC938F-31CA-C64C-A6C3-6A1DF457D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96270" name="Rectangle 43">
              <a:extLst>
                <a:ext uri="{FF2B5EF4-FFF2-40B4-BE49-F238E27FC236}">
                  <a16:creationId xmlns:a16="http://schemas.microsoft.com/office/drawing/2014/main" id="{0C0825BE-7492-1B40-9452-D25F84078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96271" name="Rectangle 44">
              <a:extLst>
                <a:ext uri="{FF2B5EF4-FFF2-40B4-BE49-F238E27FC236}">
                  <a16:creationId xmlns:a16="http://schemas.microsoft.com/office/drawing/2014/main" id="{A972E288-A7D8-914A-8746-1C27EB942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6272" name="Rectangle 45">
              <a:extLst>
                <a:ext uri="{FF2B5EF4-FFF2-40B4-BE49-F238E27FC236}">
                  <a16:creationId xmlns:a16="http://schemas.microsoft.com/office/drawing/2014/main" id="{FDC4EAD2-0983-4E42-B474-B4503AEED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6273" name="Rectangle 46">
              <a:extLst>
                <a:ext uri="{FF2B5EF4-FFF2-40B4-BE49-F238E27FC236}">
                  <a16:creationId xmlns:a16="http://schemas.microsoft.com/office/drawing/2014/main" id="{1927818F-6A6B-8B41-95F2-D29C3F840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6274" name="Rectangle 47">
              <a:extLst>
                <a:ext uri="{FF2B5EF4-FFF2-40B4-BE49-F238E27FC236}">
                  <a16:creationId xmlns:a16="http://schemas.microsoft.com/office/drawing/2014/main" id="{501113CF-1ECB-E348-A861-D0001012F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6275" name="Rectangle 48">
              <a:extLst>
                <a:ext uri="{FF2B5EF4-FFF2-40B4-BE49-F238E27FC236}">
                  <a16:creationId xmlns:a16="http://schemas.microsoft.com/office/drawing/2014/main" id="{479067FD-F778-5748-8D56-69E9DC7CD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6276" name="Rectangle 49">
              <a:extLst>
                <a:ext uri="{FF2B5EF4-FFF2-40B4-BE49-F238E27FC236}">
                  <a16:creationId xmlns:a16="http://schemas.microsoft.com/office/drawing/2014/main" id="{E7861885-F4BF-3948-993E-F1D581B45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215090" name="Text Box 50">
            <a:extLst>
              <a:ext uri="{FF2B5EF4-FFF2-40B4-BE49-F238E27FC236}">
                <a16:creationId xmlns:a16="http://schemas.microsoft.com/office/drawing/2014/main" id="{7669CE66-3B60-7847-95AB-D91256B4F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5545138"/>
            <a:ext cx="83185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思考：应在原数据通路上加哪些元件和连线？用何控制信号？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05A5F77-89C4-B741-AB95-C8AC3B18B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1785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回顾：存数</a:t>
            </a:r>
            <a:r>
              <a:rPr lang="en-US" altLang="zh-CN">
                <a:ea typeface="宋体" panose="02010600030101010101" pitchFamily="2" charset="-122"/>
              </a:rPr>
              <a:t>(sw)</a:t>
            </a:r>
            <a:r>
              <a:rPr lang="zh-CN" altLang="en-US">
                <a:ea typeface="宋体" panose="02010600030101010101" pitchFamily="2" charset="-122"/>
              </a:rPr>
              <a:t>指令的数据通路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6C6220D-554E-A741-A73D-A75577D08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711200"/>
            <a:ext cx="8191500" cy="4159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M[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R[rs] + SignExt[imm16] </a:t>
            </a:r>
            <a:r>
              <a:rPr lang="en-US" altLang="zh-CN" sz="24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ea typeface="宋体" panose="02010600030101010101" pitchFamily="2" charset="-122"/>
              </a:rPr>
              <a:t>R[rt]</a:t>
            </a:r>
            <a:r>
              <a:rPr lang="en-US" altLang="zh-CN">
                <a:ea typeface="宋体" panose="02010600030101010101" pitchFamily="2" charset="-122"/>
              </a:rPr>
              <a:t> ] 	Example: sw    rt, rs, imm16</a:t>
            </a:r>
          </a:p>
        </p:txBody>
      </p:sp>
      <p:grpSp>
        <p:nvGrpSpPr>
          <p:cNvPr id="98308" name="Group 4">
            <a:extLst>
              <a:ext uri="{FF2B5EF4-FFF2-40B4-BE49-F238E27FC236}">
                <a16:creationId xmlns:a16="http://schemas.microsoft.com/office/drawing/2014/main" id="{B7AA3637-7772-4545-BBD5-D060582D4D33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321050"/>
            <a:ext cx="457200" cy="1136650"/>
            <a:chOff x="3120" y="2398"/>
            <a:chExt cx="288" cy="716"/>
          </a:xfrm>
        </p:grpSpPr>
        <p:sp>
          <p:nvSpPr>
            <p:cNvPr id="98455" name="Line 5">
              <a:extLst>
                <a:ext uri="{FF2B5EF4-FFF2-40B4-BE49-F238E27FC236}">
                  <a16:creationId xmlns:a16="http://schemas.microsoft.com/office/drawing/2014/main" id="{1EA6B8DC-149F-B84B-8AF9-44EC20933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398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6" name="Line 6">
              <a:extLst>
                <a:ext uri="{FF2B5EF4-FFF2-40B4-BE49-F238E27FC236}">
                  <a16:creationId xmlns:a16="http://schemas.microsoft.com/office/drawing/2014/main" id="{9C50C15C-FCCA-1C44-849A-B35DCEE1B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398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7" name="Line 7">
              <a:extLst>
                <a:ext uri="{FF2B5EF4-FFF2-40B4-BE49-F238E27FC236}">
                  <a16:creationId xmlns:a16="http://schemas.microsoft.com/office/drawing/2014/main" id="{E85CB719-CFC4-1F43-A053-6FE795F50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8" y="2577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8" name="Line 8">
              <a:extLst>
                <a:ext uri="{FF2B5EF4-FFF2-40B4-BE49-F238E27FC236}">
                  <a16:creationId xmlns:a16="http://schemas.microsoft.com/office/drawing/2014/main" id="{4BCC7BD4-DB93-BF45-8630-15E948257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667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9" name="Line 9">
              <a:extLst>
                <a:ext uri="{FF2B5EF4-FFF2-40B4-BE49-F238E27FC236}">
                  <a16:creationId xmlns:a16="http://schemas.microsoft.com/office/drawing/2014/main" id="{EAB45AB4-00EE-2F48-B620-6F623B942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577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60" name="Line 10">
              <a:extLst>
                <a:ext uri="{FF2B5EF4-FFF2-40B4-BE49-F238E27FC236}">
                  <a16:creationId xmlns:a16="http://schemas.microsoft.com/office/drawing/2014/main" id="{BD93348D-5C6E-FF47-8BB5-E5C7757557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8" y="2830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61" name="Line 11">
              <a:extLst>
                <a:ext uri="{FF2B5EF4-FFF2-40B4-BE49-F238E27FC236}">
                  <a16:creationId xmlns:a16="http://schemas.microsoft.com/office/drawing/2014/main" id="{A7704DFB-319B-BF42-87BA-C37D84D46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935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62" name="Line 12">
              <a:extLst>
                <a:ext uri="{FF2B5EF4-FFF2-40B4-BE49-F238E27FC236}">
                  <a16:creationId xmlns:a16="http://schemas.microsoft.com/office/drawing/2014/main" id="{52CB08A6-8C17-F74E-9BA8-83695CBF3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8" y="2919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09" name="Line 13">
            <a:extLst>
              <a:ext uri="{FF2B5EF4-FFF2-40B4-BE49-F238E27FC236}">
                <a16:creationId xmlns:a16="http://schemas.microsoft.com/office/drawing/2014/main" id="{9EFA2166-788A-4940-9BF1-B5FE8B05BC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3876675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Line 14">
            <a:extLst>
              <a:ext uri="{FF2B5EF4-FFF2-40B4-BE49-F238E27FC236}">
                <a16:creationId xmlns:a16="http://schemas.microsoft.com/office/drawing/2014/main" id="{D0767460-A60C-744C-9883-CC17727F1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4850" y="3813175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Rectangle 15">
            <a:extLst>
              <a:ext uri="{FF2B5EF4-FFF2-40B4-BE49-F238E27FC236}">
                <a16:creationId xmlns:a16="http://schemas.microsoft.com/office/drawing/2014/main" id="{86389F3F-A1BA-3C43-B09F-F98E7C74B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2113" y="38750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12" name="Line 16">
            <a:extLst>
              <a:ext uri="{FF2B5EF4-FFF2-40B4-BE49-F238E27FC236}">
                <a16:creationId xmlns:a16="http://schemas.microsoft.com/office/drawing/2014/main" id="{E45E68CA-3FB7-4D47-8A89-C1DE33BD2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036888"/>
            <a:ext cx="0" cy="401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Rectangle 17">
            <a:extLst>
              <a:ext uri="{FF2B5EF4-FFF2-40B4-BE49-F238E27FC236}">
                <a16:creationId xmlns:a16="http://schemas.microsoft.com/office/drawing/2014/main" id="{9DA1B978-692F-2A48-A7AC-2DF1929F8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8" y="2738438"/>
            <a:ext cx="13430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98314" name="Rectangle 18">
            <a:extLst>
              <a:ext uri="{FF2B5EF4-FFF2-40B4-BE49-F238E27FC236}">
                <a16:creationId xmlns:a16="http://schemas.microsoft.com/office/drawing/2014/main" id="{5091FD05-10E8-2444-BDB7-D495742B9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40259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98315" name="Rectangle 19">
            <a:extLst>
              <a:ext uri="{FF2B5EF4-FFF2-40B4-BE49-F238E27FC236}">
                <a16:creationId xmlns:a16="http://schemas.microsoft.com/office/drawing/2014/main" id="{0DADF274-1533-F945-A3D5-2D35AB80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3" y="3448050"/>
            <a:ext cx="803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98316" name="Rectangle 20">
            <a:extLst>
              <a:ext uri="{FF2B5EF4-FFF2-40B4-BE49-F238E27FC236}">
                <a16:creationId xmlns:a16="http://schemas.microsoft.com/office/drawing/2014/main" id="{0A7020AB-F997-944D-89E7-2505A835A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321050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17" name="Line 21">
            <a:extLst>
              <a:ext uri="{FF2B5EF4-FFF2-40B4-BE49-F238E27FC236}">
                <a16:creationId xmlns:a16="http://schemas.microsoft.com/office/drawing/2014/main" id="{2AFEDC02-1FA9-354F-8018-F6431B4C1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7675" y="4227513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8" name="Line 22">
            <a:extLst>
              <a:ext uri="{FF2B5EF4-FFF2-40B4-BE49-F238E27FC236}">
                <a16:creationId xmlns:a16="http://schemas.microsoft.com/office/drawing/2014/main" id="{3A696184-D0E3-8B4C-B757-716A338B5B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4316413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9" name="Oval 23">
            <a:extLst>
              <a:ext uri="{FF2B5EF4-FFF2-40B4-BE49-F238E27FC236}">
                <a16:creationId xmlns:a16="http://schemas.microsoft.com/office/drawing/2014/main" id="{E77046BE-4ED3-BC47-86CA-911AF504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4262438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20" name="Rectangle 24">
            <a:extLst>
              <a:ext uri="{FF2B5EF4-FFF2-40B4-BE49-F238E27FC236}">
                <a16:creationId xmlns:a16="http://schemas.microsoft.com/office/drawing/2014/main" id="{2C52CFDA-4309-4D47-9D20-AE1A043DB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325" y="2806700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98321" name="Line 25">
            <a:extLst>
              <a:ext uri="{FF2B5EF4-FFF2-40B4-BE49-F238E27FC236}">
                <a16:creationId xmlns:a16="http://schemas.microsoft.com/office/drawing/2014/main" id="{9D707D8B-8B23-1C4D-95E4-50BBEFB16D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" y="380682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2" name="Line 26">
            <a:extLst>
              <a:ext uri="{FF2B5EF4-FFF2-40B4-BE49-F238E27FC236}">
                <a16:creationId xmlns:a16="http://schemas.microsoft.com/office/drawing/2014/main" id="{32669DC3-3BC6-684B-BB2B-2E467C5DB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2850" y="3741738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3" name="Rectangle 27">
            <a:extLst>
              <a:ext uri="{FF2B5EF4-FFF2-40B4-BE49-F238E27FC236}">
                <a16:creationId xmlns:a16="http://schemas.microsoft.com/office/drawing/2014/main" id="{B083924D-01EC-A648-867F-FC4CE6F34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8036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24" name="Line 28">
            <a:extLst>
              <a:ext uri="{FF2B5EF4-FFF2-40B4-BE49-F238E27FC236}">
                <a16:creationId xmlns:a16="http://schemas.microsoft.com/office/drawing/2014/main" id="{8D4075A8-222B-724D-8593-1F4D1BB08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3451225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5" name="Line 29">
            <a:extLst>
              <a:ext uri="{FF2B5EF4-FFF2-40B4-BE49-F238E27FC236}">
                <a16:creationId xmlns:a16="http://schemas.microsoft.com/office/drawing/2014/main" id="{236DCCE3-6024-954C-B831-64CC25899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08450" y="338613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6" name="Rectangle 30">
            <a:extLst>
              <a:ext uri="{FF2B5EF4-FFF2-40B4-BE49-F238E27FC236}">
                <a16:creationId xmlns:a16="http://schemas.microsoft.com/office/drawing/2014/main" id="{488FC11E-44DD-604A-9E50-5CBB329BF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3" y="35194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27" name="Rectangle 31">
            <a:extLst>
              <a:ext uri="{FF2B5EF4-FFF2-40B4-BE49-F238E27FC236}">
                <a16:creationId xmlns:a16="http://schemas.microsoft.com/office/drawing/2014/main" id="{87B3161F-B12C-644B-A6B1-04C66BADE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1638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98328" name="Line 32">
            <a:extLst>
              <a:ext uri="{FF2B5EF4-FFF2-40B4-BE49-F238E27FC236}">
                <a16:creationId xmlns:a16="http://schemas.microsoft.com/office/drawing/2014/main" id="{A386397F-E912-6848-9011-7E822BC8F8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082925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9" name="Line 33">
            <a:extLst>
              <a:ext uri="{FF2B5EF4-FFF2-40B4-BE49-F238E27FC236}">
                <a16:creationId xmlns:a16="http://schemas.microsoft.com/office/drawing/2014/main" id="{E57D5CFB-E5C9-D84F-A87D-22B0D7C46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900" y="430371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0" name="Line 34">
            <a:extLst>
              <a:ext uri="{FF2B5EF4-FFF2-40B4-BE49-F238E27FC236}">
                <a16:creationId xmlns:a16="http://schemas.microsoft.com/office/drawing/2014/main" id="{0ACF3E82-EFAC-F64A-9AE8-6EA070815C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1250" y="4238625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1" name="Rectangle 35">
            <a:extLst>
              <a:ext uri="{FF2B5EF4-FFF2-40B4-BE49-F238E27FC236}">
                <a16:creationId xmlns:a16="http://schemas.microsoft.com/office/drawing/2014/main" id="{0B0755C3-BDA9-CF4D-8CEA-E53D08537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430053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32" name="Rectangle 36">
            <a:extLst>
              <a:ext uri="{FF2B5EF4-FFF2-40B4-BE49-F238E27FC236}">
                <a16:creationId xmlns:a16="http://schemas.microsoft.com/office/drawing/2014/main" id="{2B4A9974-29C1-6E43-A123-5107D50D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401637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98333" name="Line 37">
            <a:extLst>
              <a:ext uri="{FF2B5EF4-FFF2-40B4-BE49-F238E27FC236}">
                <a16:creationId xmlns:a16="http://schemas.microsoft.com/office/drawing/2014/main" id="{B5571A69-AF40-444C-91E5-EF2579EDFB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43037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4" name="Line 38">
            <a:extLst>
              <a:ext uri="{FF2B5EF4-FFF2-40B4-BE49-F238E27FC236}">
                <a16:creationId xmlns:a16="http://schemas.microsoft.com/office/drawing/2014/main" id="{68FD8E6E-5C62-2E40-9A18-678B946F52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8956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5" name="Line 39">
            <a:extLst>
              <a:ext uri="{FF2B5EF4-FFF2-40B4-BE49-F238E27FC236}">
                <a16:creationId xmlns:a16="http://schemas.microsoft.com/office/drawing/2014/main" id="{0ADC60BD-C1F4-4347-9C40-9948F89514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6" name="Rectangle 40">
            <a:extLst>
              <a:ext uri="{FF2B5EF4-FFF2-40B4-BE49-F238E27FC236}">
                <a16:creationId xmlns:a16="http://schemas.microsoft.com/office/drawing/2014/main" id="{4BB7116F-75D0-064B-8AB1-2BF42F66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8337" name="Line 41">
            <a:extLst>
              <a:ext uri="{FF2B5EF4-FFF2-40B4-BE49-F238E27FC236}">
                <a16:creationId xmlns:a16="http://schemas.microsoft.com/office/drawing/2014/main" id="{BBC1D669-9E7F-6943-BAE7-4544D7B33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82875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8" name="Line 42">
            <a:extLst>
              <a:ext uri="{FF2B5EF4-FFF2-40B4-BE49-F238E27FC236}">
                <a16:creationId xmlns:a16="http://schemas.microsoft.com/office/drawing/2014/main" id="{5BA9F7DD-85A8-B349-84DB-18A0C035A4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37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39" name="Rectangle 43">
            <a:extLst>
              <a:ext uri="{FF2B5EF4-FFF2-40B4-BE49-F238E27FC236}">
                <a16:creationId xmlns:a16="http://schemas.microsoft.com/office/drawing/2014/main" id="{13197F1D-8530-0D4A-9D5E-A7FBC5179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8340" name="Line 44">
            <a:extLst>
              <a:ext uri="{FF2B5EF4-FFF2-40B4-BE49-F238E27FC236}">
                <a16:creationId xmlns:a16="http://schemas.microsoft.com/office/drawing/2014/main" id="{B6294C2B-1D4D-704A-9C55-E7772F509F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89560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1" name="Line 45">
            <a:extLst>
              <a:ext uri="{FF2B5EF4-FFF2-40B4-BE49-F238E27FC236}">
                <a16:creationId xmlns:a16="http://schemas.microsoft.com/office/drawing/2014/main" id="{54016BE4-05D1-9042-8FD6-68516E63D1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4750" y="3017838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2" name="Rectangle 46">
            <a:extLst>
              <a:ext uri="{FF2B5EF4-FFF2-40B4-BE49-F238E27FC236}">
                <a16:creationId xmlns:a16="http://schemas.microsoft.com/office/drawing/2014/main" id="{943A597F-9EB0-A843-9449-99DAF9AA9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28797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98343" name="Rectangle 47">
            <a:extLst>
              <a:ext uri="{FF2B5EF4-FFF2-40B4-BE49-F238E27FC236}">
                <a16:creationId xmlns:a16="http://schemas.microsoft.com/office/drawing/2014/main" id="{FE47F02E-4FF4-6D48-9D9A-E035EB0D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306763"/>
            <a:ext cx="523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98344" name="Rectangle 48">
            <a:extLst>
              <a:ext uri="{FF2B5EF4-FFF2-40B4-BE49-F238E27FC236}">
                <a16:creationId xmlns:a16="http://schemas.microsoft.com/office/drawing/2014/main" id="{CC03497F-C08F-D64B-8F5A-5F20535F2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3306763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98345" name="Rectangle 49">
            <a:extLst>
              <a:ext uri="{FF2B5EF4-FFF2-40B4-BE49-F238E27FC236}">
                <a16:creationId xmlns:a16="http://schemas.microsoft.com/office/drawing/2014/main" id="{19B0192F-CBB5-F944-BB7A-5D8F48667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33067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98346" name="Rectangle 50">
            <a:extLst>
              <a:ext uri="{FF2B5EF4-FFF2-40B4-BE49-F238E27FC236}">
                <a16:creationId xmlns:a16="http://schemas.microsoft.com/office/drawing/2014/main" id="{F96379B1-9C64-A847-A9F2-27F27CB6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590925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98347" name="Line 51">
            <a:extLst>
              <a:ext uri="{FF2B5EF4-FFF2-40B4-BE49-F238E27FC236}">
                <a16:creationId xmlns:a16="http://schemas.microsoft.com/office/drawing/2014/main" id="{2478DAA0-919F-0F40-A7D2-2D9EF5ABBC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100" y="5803900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8" name="Line 52">
            <a:extLst>
              <a:ext uri="{FF2B5EF4-FFF2-40B4-BE49-F238E27FC236}">
                <a16:creationId xmlns:a16="http://schemas.microsoft.com/office/drawing/2014/main" id="{C799E5DE-2810-B64E-BED1-C200564B8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3794125"/>
            <a:ext cx="0" cy="20145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49" name="Rectangle 53">
            <a:extLst>
              <a:ext uri="{FF2B5EF4-FFF2-40B4-BE49-F238E27FC236}">
                <a16:creationId xmlns:a16="http://schemas.microsoft.com/office/drawing/2014/main" id="{94D4EF7C-5DAF-174A-A770-A8113490B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5273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98350" name="Rectangle 54">
            <a:extLst>
              <a:ext uri="{FF2B5EF4-FFF2-40B4-BE49-F238E27FC236}">
                <a16:creationId xmlns:a16="http://schemas.microsoft.com/office/drawing/2014/main" id="{2C57457F-F79A-4746-8AA7-111BCFFDD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199866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98351" name="Group 55">
            <a:extLst>
              <a:ext uri="{FF2B5EF4-FFF2-40B4-BE49-F238E27FC236}">
                <a16:creationId xmlns:a16="http://schemas.microsoft.com/office/drawing/2014/main" id="{66138724-42DF-7F4C-B9D2-B9D8B12ACB5F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032250"/>
            <a:ext cx="304800" cy="1065213"/>
            <a:chOff x="2592" y="2846"/>
            <a:chExt cx="192" cy="671"/>
          </a:xfrm>
        </p:grpSpPr>
        <p:sp>
          <p:nvSpPr>
            <p:cNvPr id="98451" name="Line 56">
              <a:extLst>
                <a:ext uri="{FF2B5EF4-FFF2-40B4-BE49-F238E27FC236}">
                  <a16:creationId xmlns:a16="http://schemas.microsoft.com/office/drawing/2014/main" id="{279471B2-EB0D-C54A-94DF-1EC702F4E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846"/>
              <a:ext cx="0" cy="6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2" name="Line 57">
              <a:extLst>
                <a:ext uri="{FF2B5EF4-FFF2-40B4-BE49-F238E27FC236}">
                  <a16:creationId xmlns:a16="http://schemas.microsoft.com/office/drawing/2014/main" id="{61D5C06E-5664-4C47-88A6-A8235315D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2846"/>
              <a:ext cx="176" cy="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3" name="Line 58">
              <a:extLst>
                <a:ext uri="{FF2B5EF4-FFF2-40B4-BE49-F238E27FC236}">
                  <a16:creationId xmlns:a16="http://schemas.microsoft.com/office/drawing/2014/main" id="{544B3120-0573-1A47-B859-3BCAE126C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0" y="3412"/>
              <a:ext cx="176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4" name="Line 59">
              <a:extLst>
                <a:ext uri="{FF2B5EF4-FFF2-40B4-BE49-F238E27FC236}">
                  <a16:creationId xmlns:a16="http://schemas.microsoft.com/office/drawing/2014/main" id="{D5353B18-43EE-4E4F-A60C-0FAD66435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935"/>
              <a:ext cx="0" cy="4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8352" name="Group 60">
            <a:extLst>
              <a:ext uri="{FF2B5EF4-FFF2-40B4-BE49-F238E27FC236}">
                <a16:creationId xmlns:a16="http://schemas.microsoft.com/office/drawing/2014/main" id="{01FADCF9-48DA-2541-BF91-49F3D87221F1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2420938"/>
            <a:ext cx="1168400" cy="284162"/>
            <a:chOff x="880" y="1831"/>
            <a:chExt cx="736" cy="179"/>
          </a:xfrm>
        </p:grpSpPr>
        <p:sp>
          <p:nvSpPr>
            <p:cNvPr id="98447" name="Line 61">
              <a:extLst>
                <a:ext uri="{FF2B5EF4-FFF2-40B4-BE49-F238E27FC236}">
                  <a16:creationId xmlns:a16="http://schemas.microsoft.com/office/drawing/2014/main" id="{F573893E-742C-9643-B978-E0F629822F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0" y="1831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48" name="Line 62">
              <a:extLst>
                <a:ext uri="{FF2B5EF4-FFF2-40B4-BE49-F238E27FC236}">
                  <a16:creationId xmlns:a16="http://schemas.microsoft.com/office/drawing/2014/main" id="{0C260F4D-37C0-EE47-A36E-475196BD9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4" y="1839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49" name="Line 63">
              <a:extLst>
                <a:ext uri="{FF2B5EF4-FFF2-40B4-BE49-F238E27FC236}">
                  <a16:creationId xmlns:a16="http://schemas.microsoft.com/office/drawing/2014/main" id="{7E6D939C-124D-874B-BBE4-77A052D94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839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50" name="Line 64">
              <a:extLst>
                <a:ext uri="{FF2B5EF4-FFF2-40B4-BE49-F238E27FC236}">
                  <a16:creationId xmlns:a16="http://schemas.microsoft.com/office/drawing/2014/main" id="{EFB38DA6-8625-804B-BB5D-123157EBF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" y="2010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53" name="Rectangle 65">
            <a:extLst>
              <a:ext uri="{FF2B5EF4-FFF2-40B4-BE49-F238E27FC236}">
                <a16:creationId xmlns:a16="http://schemas.microsoft.com/office/drawing/2014/main" id="{A85E92AE-37A9-DB4A-B9BE-8580259C0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2667000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98354" name="Line 66">
            <a:extLst>
              <a:ext uri="{FF2B5EF4-FFF2-40B4-BE49-F238E27FC236}">
                <a16:creationId xmlns:a16="http://schemas.microsoft.com/office/drawing/2014/main" id="{78E602D3-5967-2645-BB5E-058AEF58E2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71713" y="2184400"/>
            <a:ext cx="14287" cy="217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5" name="Line 67">
            <a:extLst>
              <a:ext uri="{FF2B5EF4-FFF2-40B4-BE49-F238E27FC236}">
                <a16:creationId xmlns:a16="http://schemas.microsoft.com/office/drawing/2014/main" id="{12567DD5-A6A7-DA49-975D-C46D2AEB3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184400"/>
            <a:ext cx="0" cy="217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6" name="Rectangle 68">
            <a:extLst>
              <a:ext uri="{FF2B5EF4-FFF2-40B4-BE49-F238E27FC236}">
                <a16:creationId xmlns:a16="http://schemas.microsoft.com/office/drawing/2014/main" id="{AAF5F330-C1F5-F344-B0FF-715EF51B0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19986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98357" name="Line 69">
            <a:extLst>
              <a:ext uri="{FF2B5EF4-FFF2-40B4-BE49-F238E27FC236}">
                <a16:creationId xmlns:a16="http://schemas.microsoft.com/office/drawing/2014/main" id="{1A2A07F0-FCEA-D24E-8D68-4680DBCA9F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6900" y="2598738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58" name="Rectangle 70">
            <a:extLst>
              <a:ext uri="{FF2B5EF4-FFF2-40B4-BE49-F238E27FC236}">
                <a16:creationId xmlns:a16="http://schemas.microsoft.com/office/drawing/2014/main" id="{4B51D4B0-E6A0-634B-940B-AB41CAC63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13" y="223520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98359" name="Rectangle 71">
            <a:extLst>
              <a:ext uri="{FF2B5EF4-FFF2-40B4-BE49-F238E27FC236}">
                <a16:creationId xmlns:a16="http://schemas.microsoft.com/office/drawing/2014/main" id="{4277F5C8-3850-1D44-ACB9-D4189201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600575"/>
            <a:ext cx="355600" cy="8270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60" name="Rectangle 72">
            <a:extLst>
              <a:ext uri="{FF2B5EF4-FFF2-40B4-BE49-F238E27FC236}">
                <a16:creationId xmlns:a16="http://schemas.microsoft.com/office/drawing/2014/main" id="{DB59B9A1-1302-AD45-9F3D-6C9E9B416B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40831" y="4744244"/>
            <a:ext cx="727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   Ext</a:t>
            </a:r>
          </a:p>
        </p:txBody>
      </p:sp>
      <p:sp>
        <p:nvSpPr>
          <p:cNvPr id="98361" name="Rectangle 73">
            <a:extLst>
              <a:ext uri="{FF2B5EF4-FFF2-40B4-BE49-F238E27FC236}">
                <a16:creationId xmlns:a16="http://schemas.microsoft.com/office/drawing/2014/main" id="{4AF0CCE0-EFB8-5E45-99AA-604FA7BD283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48906" y="4377532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8362" name="Rectangle 74">
            <a:extLst>
              <a:ext uri="{FF2B5EF4-FFF2-40B4-BE49-F238E27FC236}">
                <a16:creationId xmlns:a16="http://schemas.microsoft.com/office/drawing/2014/main" id="{B84A00AB-3E3F-F544-B9D6-0427986B9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213" y="2374900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8363" name="Line 75">
            <a:extLst>
              <a:ext uri="{FF2B5EF4-FFF2-40B4-BE49-F238E27FC236}">
                <a16:creationId xmlns:a16="http://schemas.microsoft.com/office/drawing/2014/main" id="{FA45517E-BE32-2340-8DF7-1EB29DA21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494347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4" name="Rectangle 76">
            <a:extLst>
              <a:ext uri="{FF2B5EF4-FFF2-40B4-BE49-F238E27FC236}">
                <a16:creationId xmlns:a16="http://schemas.microsoft.com/office/drawing/2014/main" id="{FD079DA0-2C0F-954C-96B1-D7111B34E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3" y="49752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65" name="Line 77">
            <a:extLst>
              <a:ext uri="{FF2B5EF4-FFF2-40B4-BE49-F238E27FC236}">
                <a16:creationId xmlns:a16="http://schemas.microsoft.com/office/drawing/2014/main" id="{76C3268C-3F90-5E4C-A7BF-889665D2FE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7450" y="4878388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6" name="Line 78">
            <a:extLst>
              <a:ext uri="{FF2B5EF4-FFF2-40B4-BE49-F238E27FC236}">
                <a16:creationId xmlns:a16="http://schemas.microsoft.com/office/drawing/2014/main" id="{1382A42D-4635-8547-8024-0D1ADE17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084763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7" name="Line 79">
            <a:extLst>
              <a:ext uri="{FF2B5EF4-FFF2-40B4-BE49-F238E27FC236}">
                <a16:creationId xmlns:a16="http://schemas.microsoft.com/office/drawing/2014/main" id="{B83A6D0A-9314-ED41-9283-7A08A714B8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8250" y="50212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68" name="Rectangle 80">
            <a:extLst>
              <a:ext uri="{FF2B5EF4-FFF2-40B4-BE49-F238E27FC236}">
                <a16:creationId xmlns:a16="http://schemas.microsoft.com/office/drawing/2014/main" id="{3500CC63-1A13-6E4C-827C-194474EFD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0815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98369" name="Rectangle 81">
            <a:extLst>
              <a:ext uri="{FF2B5EF4-FFF2-40B4-BE49-F238E27FC236}">
                <a16:creationId xmlns:a16="http://schemas.microsoft.com/office/drawing/2014/main" id="{1E605AF6-25E9-CB48-9A44-78259FCA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49403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98370" name="Line 82">
            <a:extLst>
              <a:ext uri="{FF2B5EF4-FFF2-40B4-BE49-F238E27FC236}">
                <a16:creationId xmlns:a16="http://schemas.microsoft.com/office/drawing/2014/main" id="{3B3DA655-5453-A343-BD8E-CAD7811C3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027613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1" name="Rectangle 83">
            <a:extLst>
              <a:ext uri="{FF2B5EF4-FFF2-40B4-BE49-F238E27FC236}">
                <a16:creationId xmlns:a16="http://schemas.microsoft.com/office/drawing/2014/main" id="{D2A2D135-52FE-9047-964E-8CE4FD16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5295900"/>
            <a:ext cx="1019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98372" name="Line 84">
            <a:extLst>
              <a:ext uri="{FF2B5EF4-FFF2-40B4-BE49-F238E27FC236}">
                <a16:creationId xmlns:a16="http://schemas.microsoft.com/office/drawing/2014/main" id="{90DE8A03-48DC-3E44-BD03-22DAB6130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4303713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3" name="Line 85">
            <a:extLst>
              <a:ext uri="{FF2B5EF4-FFF2-40B4-BE49-F238E27FC236}">
                <a16:creationId xmlns:a16="http://schemas.microsoft.com/office/drawing/2014/main" id="{C2262688-194A-194F-90D1-107B5BF0C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58200" y="4173538"/>
            <a:ext cx="0" cy="1609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4" name="Line 86">
            <a:extLst>
              <a:ext uri="{FF2B5EF4-FFF2-40B4-BE49-F238E27FC236}">
                <a16:creationId xmlns:a16="http://schemas.microsoft.com/office/drawing/2014/main" id="{6230D4D4-4219-2249-AAE5-3DFCC7F68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453063"/>
            <a:ext cx="0" cy="471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5" name="Rectangle 87">
            <a:extLst>
              <a:ext uri="{FF2B5EF4-FFF2-40B4-BE49-F238E27FC236}">
                <a16:creationId xmlns:a16="http://schemas.microsoft.com/office/drawing/2014/main" id="{4D173F7B-77A1-8B4A-ACAD-AE262D699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5867400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98376" name="Group 88">
            <a:extLst>
              <a:ext uri="{FF2B5EF4-FFF2-40B4-BE49-F238E27FC236}">
                <a16:creationId xmlns:a16="http://schemas.microsoft.com/office/drawing/2014/main" id="{1415620A-3E81-C649-9067-3B9DC6A45997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605213"/>
            <a:ext cx="304800" cy="1066800"/>
            <a:chOff x="4848" y="2577"/>
            <a:chExt cx="192" cy="672"/>
          </a:xfrm>
        </p:grpSpPr>
        <p:sp>
          <p:nvSpPr>
            <p:cNvPr id="98443" name="Line 89">
              <a:extLst>
                <a:ext uri="{FF2B5EF4-FFF2-40B4-BE49-F238E27FC236}">
                  <a16:creationId xmlns:a16="http://schemas.microsoft.com/office/drawing/2014/main" id="{DAC6A223-D624-7144-AE67-1C893C448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577"/>
              <a:ext cx="0" cy="6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44" name="Line 90">
              <a:extLst>
                <a:ext uri="{FF2B5EF4-FFF2-40B4-BE49-F238E27FC236}">
                  <a16:creationId xmlns:a16="http://schemas.microsoft.com/office/drawing/2014/main" id="{A131264F-21FF-4345-B7B1-D7A12D652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6" y="2577"/>
              <a:ext cx="176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45" name="Line 91">
              <a:extLst>
                <a:ext uri="{FF2B5EF4-FFF2-40B4-BE49-F238E27FC236}">
                  <a16:creationId xmlns:a16="http://schemas.microsoft.com/office/drawing/2014/main" id="{3BF5053B-95E6-424D-B19F-DF06110799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6" y="3143"/>
              <a:ext cx="176" cy="1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446" name="Line 92">
              <a:extLst>
                <a:ext uri="{FF2B5EF4-FFF2-40B4-BE49-F238E27FC236}">
                  <a16:creationId xmlns:a16="http://schemas.microsoft.com/office/drawing/2014/main" id="{C21406DB-B6DA-9B46-97AD-52C8A7FA4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667"/>
              <a:ext cx="0" cy="4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377" name="Rectangle 93">
            <a:extLst>
              <a:ext uri="{FF2B5EF4-FFF2-40B4-BE49-F238E27FC236}">
                <a16:creationId xmlns:a16="http://schemas.microsoft.com/office/drawing/2014/main" id="{788AD512-19EB-C54D-B234-AB49A386CE8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468394" y="3990182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98378" name="Line 94">
            <a:extLst>
              <a:ext uri="{FF2B5EF4-FFF2-40B4-BE49-F238E27FC236}">
                <a16:creationId xmlns:a16="http://schemas.microsoft.com/office/drawing/2014/main" id="{C268EC19-554A-0B4D-AC12-B6BFFAABA3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3225800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79" name="Rectangle 95">
            <a:extLst>
              <a:ext uri="{FF2B5EF4-FFF2-40B4-BE49-F238E27FC236}">
                <a16:creationId xmlns:a16="http://schemas.microsoft.com/office/drawing/2014/main" id="{42A7EDDF-D14B-7745-B784-D03FBC5E1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7113" y="2951163"/>
            <a:ext cx="1349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98380" name="Line 96">
            <a:extLst>
              <a:ext uri="{FF2B5EF4-FFF2-40B4-BE49-F238E27FC236}">
                <a16:creationId xmlns:a16="http://schemas.microsoft.com/office/drawing/2014/main" id="{92A2773C-DB90-B54F-8958-237798E63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3700" y="416083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1" name="Rectangle 97">
            <a:extLst>
              <a:ext uri="{FF2B5EF4-FFF2-40B4-BE49-F238E27FC236}">
                <a16:creationId xmlns:a16="http://schemas.microsoft.com/office/drawing/2014/main" id="{41C75200-0C75-0444-9C18-2743826AE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350" y="4529138"/>
            <a:ext cx="1127125" cy="112871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82" name="Line 98">
            <a:extLst>
              <a:ext uri="{FF2B5EF4-FFF2-40B4-BE49-F238E27FC236}">
                <a16:creationId xmlns:a16="http://schemas.microsoft.com/office/drawing/2014/main" id="{E0A4E152-43B7-4C4A-B0D2-E4E2D3409E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21300" y="551180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3" name="Rectangle 99">
            <a:extLst>
              <a:ext uri="{FF2B5EF4-FFF2-40B4-BE49-F238E27FC236}">
                <a16:creationId xmlns:a16="http://schemas.microsoft.com/office/drawing/2014/main" id="{B2C95256-A58B-AA4A-A0E3-A05C42706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5232400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98384" name="Rectangle 100">
            <a:extLst>
              <a:ext uri="{FF2B5EF4-FFF2-40B4-BE49-F238E27FC236}">
                <a16:creationId xmlns:a16="http://schemas.microsoft.com/office/drawing/2014/main" id="{48360E55-B05D-954C-9D22-4B8385F9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025" y="4387850"/>
            <a:ext cx="942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98385" name="Line 101">
            <a:extLst>
              <a:ext uri="{FF2B5EF4-FFF2-40B4-BE49-F238E27FC236}">
                <a16:creationId xmlns:a16="http://schemas.microsoft.com/office/drawing/2014/main" id="{2D09242F-1DD0-3743-A05B-CEE196158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4875" y="5435600"/>
            <a:ext cx="250825" cy="63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6" name="Line 102">
            <a:extLst>
              <a:ext uri="{FF2B5EF4-FFF2-40B4-BE49-F238E27FC236}">
                <a16:creationId xmlns:a16="http://schemas.microsoft.com/office/drawing/2014/main" id="{5B60FFC9-CEDA-1E4A-96ED-A7301BF250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9475" y="5524500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87" name="Oval 103">
            <a:extLst>
              <a:ext uri="{FF2B5EF4-FFF2-40B4-BE49-F238E27FC236}">
                <a16:creationId xmlns:a16="http://schemas.microsoft.com/office/drawing/2014/main" id="{6271A9CD-FAC5-9949-B481-1DE710B70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5470525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8388" name="Rectangle 104">
            <a:extLst>
              <a:ext uri="{FF2B5EF4-FFF2-40B4-BE49-F238E27FC236}">
                <a16:creationId xmlns:a16="http://schemas.microsoft.com/office/drawing/2014/main" id="{E0A5164E-D512-3249-9136-C6FE02830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725" y="4511675"/>
            <a:ext cx="777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98389" name="Line 105">
            <a:extLst>
              <a:ext uri="{FF2B5EF4-FFF2-40B4-BE49-F238E27FC236}">
                <a16:creationId xmlns:a16="http://schemas.microsoft.com/office/drawing/2014/main" id="{A2F0C4AD-B850-BC48-B49A-3840457CD0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0050" y="46656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0" name="Rectangle 106">
            <a:extLst>
              <a:ext uri="{FF2B5EF4-FFF2-40B4-BE49-F238E27FC236}">
                <a16:creationId xmlns:a16="http://schemas.microsoft.com/office/drawing/2014/main" id="{1E2EF083-FF5A-D24E-AA22-11FDAB75C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388" y="47259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391" name="Line 107">
            <a:extLst>
              <a:ext uri="{FF2B5EF4-FFF2-40B4-BE49-F238E27FC236}">
                <a16:creationId xmlns:a16="http://schemas.microsoft.com/office/drawing/2014/main" id="{EB4533F9-4255-594D-88F0-BC44AF18BF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8400" y="3225800"/>
            <a:ext cx="0" cy="13033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2" name="Line 108">
            <a:extLst>
              <a:ext uri="{FF2B5EF4-FFF2-40B4-BE49-F238E27FC236}">
                <a16:creationId xmlns:a16="http://schemas.microsoft.com/office/drawing/2014/main" id="{250D6023-8ACE-4A42-8D8D-7C182C699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889375"/>
            <a:ext cx="0" cy="614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3" name="Rectangle 109">
            <a:extLst>
              <a:ext uri="{FF2B5EF4-FFF2-40B4-BE49-F238E27FC236}">
                <a16:creationId xmlns:a16="http://schemas.microsoft.com/office/drawing/2014/main" id="{BA28ADA5-FFDC-F848-8E74-ED46B413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4513263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 Adr</a:t>
            </a:r>
          </a:p>
        </p:txBody>
      </p:sp>
      <p:sp>
        <p:nvSpPr>
          <p:cNvPr id="98394" name="Rectangle 110">
            <a:extLst>
              <a:ext uri="{FF2B5EF4-FFF2-40B4-BE49-F238E27FC236}">
                <a16:creationId xmlns:a16="http://schemas.microsoft.com/office/drawing/2014/main" id="{A59EFFFA-6445-D344-81B5-667406D3D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868863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98395" name="Line 111">
            <a:extLst>
              <a:ext uri="{FF2B5EF4-FFF2-40B4-BE49-F238E27FC236}">
                <a16:creationId xmlns:a16="http://schemas.microsoft.com/office/drawing/2014/main" id="{FFE1178C-43C5-C14C-B3AB-89A8CDDB62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437515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6" name="Line 112">
            <a:extLst>
              <a:ext uri="{FF2B5EF4-FFF2-40B4-BE49-F238E27FC236}">
                <a16:creationId xmlns:a16="http://schemas.microsoft.com/office/drawing/2014/main" id="{825CDFFB-04C2-FE4A-851D-8CB5086FC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387850"/>
            <a:ext cx="0" cy="755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7" name="Line 113">
            <a:extLst>
              <a:ext uri="{FF2B5EF4-FFF2-40B4-BE49-F238E27FC236}">
                <a16:creationId xmlns:a16="http://schemas.microsoft.com/office/drawing/2014/main" id="{4E9CC97D-CCEE-E34A-9279-894A3AD652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3900" y="5156200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8" name="Line 114">
            <a:extLst>
              <a:ext uri="{FF2B5EF4-FFF2-40B4-BE49-F238E27FC236}">
                <a16:creationId xmlns:a16="http://schemas.microsoft.com/office/drawing/2014/main" id="{BA4B7A10-323D-474C-B439-B865F08F2A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850" y="431006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99" name="Rectangle 115">
            <a:extLst>
              <a:ext uri="{FF2B5EF4-FFF2-40B4-BE49-F238E27FC236}">
                <a16:creationId xmlns:a16="http://schemas.microsoft.com/office/drawing/2014/main" id="{F71AB474-D3E4-4746-BE1D-555E15B44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0243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98400" name="Rectangle 116">
            <a:extLst>
              <a:ext uri="{FF2B5EF4-FFF2-40B4-BE49-F238E27FC236}">
                <a16:creationId xmlns:a16="http://schemas.microsoft.com/office/drawing/2014/main" id="{09A9B08D-1896-2442-8AD7-12B758DE1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951163"/>
            <a:ext cx="1006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</a:p>
        </p:txBody>
      </p:sp>
      <p:grpSp>
        <p:nvGrpSpPr>
          <p:cNvPr id="217205" name="Group 117">
            <a:extLst>
              <a:ext uri="{FF2B5EF4-FFF2-40B4-BE49-F238E27FC236}">
                <a16:creationId xmlns:a16="http://schemas.microsoft.com/office/drawing/2014/main" id="{C3DB18F0-98CA-C149-B183-297F7ED92DA4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4330700"/>
            <a:ext cx="2146300" cy="412750"/>
            <a:chOff x="2400" y="3025"/>
            <a:chExt cx="1352" cy="260"/>
          </a:xfrm>
        </p:grpSpPr>
        <p:grpSp>
          <p:nvGrpSpPr>
            <p:cNvPr id="98439" name="Group 118">
              <a:extLst>
                <a:ext uri="{FF2B5EF4-FFF2-40B4-BE49-F238E27FC236}">
                  <a16:creationId xmlns:a16="http://schemas.microsoft.com/office/drawing/2014/main" id="{B38C3D83-FD5A-5B42-AD92-1F3FD36416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25"/>
              <a:ext cx="1352" cy="260"/>
              <a:chOff x="2400" y="3025"/>
              <a:chExt cx="1352" cy="260"/>
            </a:xfrm>
          </p:grpSpPr>
          <p:sp>
            <p:nvSpPr>
              <p:cNvPr id="98441" name="Line 119">
                <a:extLst>
                  <a:ext uri="{FF2B5EF4-FFF2-40B4-BE49-F238E27FC236}">
                    <a16:creationId xmlns:a16="http://schemas.microsoft.com/office/drawing/2014/main" id="{5AB6B25C-1925-6A43-889F-76CF188B5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2" y="3285"/>
                <a:ext cx="64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442" name="Line 120">
                <a:extLst>
                  <a:ext uri="{FF2B5EF4-FFF2-40B4-BE49-F238E27FC236}">
                    <a16:creationId xmlns:a16="http://schemas.microsoft.com/office/drawing/2014/main" id="{DEEAA7C5-CF1B-B549-9C52-E7C6555C3C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025"/>
                <a:ext cx="0" cy="252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8440" name="Line 121">
              <a:extLst>
                <a:ext uri="{FF2B5EF4-FFF2-40B4-BE49-F238E27FC236}">
                  <a16:creationId xmlns:a16="http://schemas.microsoft.com/office/drawing/2014/main" id="{812EEDD1-D209-904C-8370-3A811417A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3285"/>
              <a:ext cx="704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402" name="Rectangle 122">
            <a:extLst>
              <a:ext uri="{FF2B5EF4-FFF2-40B4-BE49-F238E27FC236}">
                <a16:creationId xmlns:a16="http://schemas.microsoft.com/office/drawing/2014/main" id="{D3C21E0E-63B3-FF4D-9E20-B0492B58F1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47444" y="3739357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grpSp>
        <p:nvGrpSpPr>
          <p:cNvPr id="98403" name="Group 145">
            <a:extLst>
              <a:ext uri="{FF2B5EF4-FFF2-40B4-BE49-F238E27FC236}">
                <a16:creationId xmlns:a16="http://schemas.microsoft.com/office/drawing/2014/main" id="{21E7A2B2-DFE5-3944-A23D-0158EE0463E5}"/>
              </a:ext>
            </a:extLst>
          </p:cNvPr>
          <p:cNvGrpSpPr>
            <a:grpSpLocks/>
          </p:cNvGrpSpPr>
          <p:nvPr/>
        </p:nvGrpSpPr>
        <p:grpSpPr bwMode="auto">
          <a:xfrm>
            <a:off x="1536700" y="2352675"/>
            <a:ext cx="804863" cy="352425"/>
            <a:chOff x="1625" y="1752"/>
            <a:chExt cx="507" cy="222"/>
          </a:xfrm>
        </p:grpSpPr>
        <p:sp>
          <p:nvSpPr>
            <p:cNvPr id="98437" name="Text Box 146">
              <a:extLst>
                <a:ext uri="{FF2B5EF4-FFF2-40B4-BE49-F238E27FC236}">
                  <a16:creationId xmlns:a16="http://schemas.microsoft.com/office/drawing/2014/main" id="{625A2D26-1B84-D740-AA41-31DC07934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75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8438" name="Text Box 147">
              <a:extLst>
                <a:ext uri="{FF2B5EF4-FFF2-40B4-BE49-F238E27FC236}">
                  <a16:creationId xmlns:a16="http://schemas.microsoft.com/office/drawing/2014/main" id="{F858D073-A1FD-C546-8AE2-E13DDB93B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176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8404" name="Group 148">
            <a:extLst>
              <a:ext uri="{FF2B5EF4-FFF2-40B4-BE49-F238E27FC236}">
                <a16:creationId xmlns:a16="http://schemas.microsoft.com/office/drawing/2014/main" id="{82F89915-9F23-1047-87D2-1EC45FFADBE0}"/>
              </a:ext>
            </a:extLst>
          </p:cNvPr>
          <p:cNvGrpSpPr>
            <a:grpSpLocks/>
          </p:cNvGrpSpPr>
          <p:nvPr/>
        </p:nvGrpSpPr>
        <p:grpSpPr bwMode="auto">
          <a:xfrm>
            <a:off x="4024313" y="4078288"/>
            <a:ext cx="225425" cy="992187"/>
            <a:chOff x="3075" y="2821"/>
            <a:chExt cx="142" cy="625"/>
          </a:xfrm>
        </p:grpSpPr>
        <p:sp>
          <p:nvSpPr>
            <p:cNvPr id="98435" name="Text Box 149">
              <a:extLst>
                <a:ext uri="{FF2B5EF4-FFF2-40B4-BE49-F238E27FC236}">
                  <a16:creationId xmlns:a16="http://schemas.microsoft.com/office/drawing/2014/main" id="{A8819F26-EFA2-E844-B2E9-C5CDC7E28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8436" name="Text Box 150">
              <a:extLst>
                <a:ext uri="{FF2B5EF4-FFF2-40B4-BE49-F238E27FC236}">
                  <a16:creationId xmlns:a16="http://schemas.microsoft.com/office/drawing/2014/main" id="{D1A5DDEE-9BD5-B04D-9B7A-D704B1263B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217242" name="Group 154">
            <a:extLst>
              <a:ext uri="{FF2B5EF4-FFF2-40B4-BE49-F238E27FC236}">
                <a16:creationId xmlns:a16="http://schemas.microsoft.com/office/drawing/2014/main" id="{9CC69B43-A6EA-2D43-B6C0-800000A31DE4}"/>
              </a:ext>
            </a:extLst>
          </p:cNvPr>
          <p:cNvGrpSpPr>
            <a:grpSpLocks/>
          </p:cNvGrpSpPr>
          <p:nvPr/>
        </p:nvGrpSpPr>
        <p:grpSpPr bwMode="auto">
          <a:xfrm>
            <a:off x="5326063" y="2368550"/>
            <a:ext cx="2627312" cy="2132013"/>
            <a:chOff x="3355" y="1492"/>
            <a:chExt cx="1655" cy="1343"/>
          </a:xfrm>
        </p:grpSpPr>
        <p:sp>
          <p:nvSpPr>
            <p:cNvPr id="98433" name="Text Box 152">
              <a:extLst>
                <a:ext uri="{FF2B5EF4-FFF2-40B4-BE49-F238E27FC236}">
                  <a16:creationId xmlns:a16="http://schemas.microsoft.com/office/drawing/2014/main" id="{4343A03A-66C9-8A47-9455-24EF590F9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5" y="1492"/>
              <a:ext cx="1655" cy="239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加兰色部分。为什么？</a:t>
              </a:r>
            </a:p>
          </p:txBody>
        </p:sp>
        <p:sp>
          <p:nvSpPr>
            <p:cNvPr id="98434" name="Line 153">
              <a:extLst>
                <a:ext uri="{FF2B5EF4-FFF2-40B4-BE49-F238E27FC236}">
                  <a16:creationId xmlns:a16="http://schemas.microsoft.com/office/drawing/2014/main" id="{CADAC9C9-3A8B-3745-8ACE-698255A43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9" y="1747"/>
              <a:ext cx="164" cy="10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7244" name="Text Box 156">
            <a:extLst>
              <a:ext uri="{FF2B5EF4-FFF2-40B4-BE49-F238E27FC236}">
                <a16:creationId xmlns:a16="http://schemas.microsoft.com/office/drawing/2014/main" id="{18B6E9F6-B680-AA45-A7CA-F0D2E94C4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00788"/>
            <a:ext cx="9144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RegDst=x, RegWr=0, ALUctr=addu, ExtOp=1, ALUSrc=1, MemWr=1, MemtoReg=x</a:t>
            </a:r>
            <a:endParaRPr lang="zh-CN" altLang="en-US" sz="18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98407" name="Group 157">
            <a:extLst>
              <a:ext uri="{FF2B5EF4-FFF2-40B4-BE49-F238E27FC236}">
                <a16:creationId xmlns:a16="http://schemas.microsoft.com/office/drawing/2014/main" id="{DC65C506-8768-3E4D-B167-3DC090D7704A}"/>
              </a:ext>
            </a:extLst>
          </p:cNvPr>
          <p:cNvGrpSpPr>
            <a:grpSpLocks/>
          </p:cNvGrpSpPr>
          <p:nvPr/>
        </p:nvGrpSpPr>
        <p:grpSpPr bwMode="auto">
          <a:xfrm>
            <a:off x="7626350" y="3622675"/>
            <a:ext cx="225425" cy="992188"/>
            <a:chOff x="3075" y="2821"/>
            <a:chExt cx="142" cy="625"/>
          </a:xfrm>
        </p:grpSpPr>
        <p:sp>
          <p:nvSpPr>
            <p:cNvPr id="98431" name="Text Box 158">
              <a:extLst>
                <a:ext uri="{FF2B5EF4-FFF2-40B4-BE49-F238E27FC236}">
                  <a16:creationId xmlns:a16="http://schemas.microsoft.com/office/drawing/2014/main" id="{7A123470-47FF-C449-AC35-4A01CA658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8432" name="Text Box 159">
              <a:extLst>
                <a:ext uri="{FF2B5EF4-FFF2-40B4-BE49-F238E27FC236}">
                  <a16:creationId xmlns:a16="http://schemas.microsoft.com/office/drawing/2014/main" id="{C154E97F-0585-D949-93FC-5AC2CC110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98408" name="Group 163">
            <a:extLst>
              <a:ext uri="{FF2B5EF4-FFF2-40B4-BE49-F238E27FC236}">
                <a16:creationId xmlns:a16="http://schemas.microsoft.com/office/drawing/2014/main" id="{03FA1D9D-7A74-2F48-B5CE-DF0C31A0908B}"/>
              </a:ext>
            </a:extLst>
          </p:cNvPr>
          <p:cNvGrpSpPr>
            <a:grpSpLocks/>
          </p:cNvGrpSpPr>
          <p:nvPr/>
        </p:nvGrpSpPr>
        <p:grpSpPr bwMode="auto">
          <a:xfrm>
            <a:off x="2293938" y="1200150"/>
            <a:ext cx="5999162" cy="989013"/>
            <a:chOff x="1918" y="1392"/>
            <a:chExt cx="3763" cy="607"/>
          </a:xfrm>
        </p:grpSpPr>
        <p:sp>
          <p:nvSpPr>
            <p:cNvPr id="98410" name="Rectangle 164">
              <a:extLst>
                <a:ext uri="{FF2B5EF4-FFF2-40B4-BE49-F238E27FC236}">
                  <a16:creationId xmlns:a16="http://schemas.microsoft.com/office/drawing/2014/main" id="{6D2547D1-465D-C948-A4C7-0E9F387E2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98411" name="Group 165">
              <a:extLst>
                <a:ext uri="{FF2B5EF4-FFF2-40B4-BE49-F238E27FC236}">
                  <a16:creationId xmlns:a16="http://schemas.microsoft.com/office/drawing/2014/main" id="{601C1FBB-32BB-D548-B1EF-B8AA53550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98429" name="Rectangle 166">
                <a:extLst>
                  <a:ext uri="{FF2B5EF4-FFF2-40B4-BE49-F238E27FC236}">
                    <a16:creationId xmlns:a16="http://schemas.microsoft.com/office/drawing/2014/main" id="{4971CC86-3898-7D43-8CD1-5747FDD3C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8430" name="Rectangle 167">
                <a:extLst>
                  <a:ext uri="{FF2B5EF4-FFF2-40B4-BE49-F238E27FC236}">
                    <a16:creationId xmlns:a16="http://schemas.microsoft.com/office/drawing/2014/main" id="{945A1263-844A-904A-8A35-2BF2A8451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98412" name="Group 168">
              <a:extLst>
                <a:ext uri="{FF2B5EF4-FFF2-40B4-BE49-F238E27FC236}">
                  <a16:creationId xmlns:a16="http://schemas.microsoft.com/office/drawing/2014/main" id="{08E4FC05-3AFE-024A-9522-03D378C0D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98427" name="Rectangle 169">
                <a:extLst>
                  <a:ext uri="{FF2B5EF4-FFF2-40B4-BE49-F238E27FC236}">
                    <a16:creationId xmlns:a16="http://schemas.microsoft.com/office/drawing/2014/main" id="{A27D9D67-0734-2849-8836-EFD248FE0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8428" name="Rectangle 170">
                <a:extLst>
                  <a:ext uri="{FF2B5EF4-FFF2-40B4-BE49-F238E27FC236}">
                    <a16:creationId xmlns:a16="http://schemas.microsoft.com/office/drawing/2014/main" id="{C8BC2AC2-E125-5348-805A-764716885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98413" name="Group 171">
              <a:extLst>
                <a:ext uri="{FF2B5EF4-FFF2-40B4-BE49-F238E27FC236}">
                  <a16:creationId xmlns:a16="http://schemas.microsoft.com/office/drawing/2014/main" id="{AB12BC9E-10A1-8846-A3C7-10DD15829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98425" name="Rectangle 172">
                <a:extLst>
                  <a:ext uri="{FF2B5EF4-FFF2-40B4-BE49-F238E27FC236}">
                    <a16:creationId xmlns:a16="http://schemas.microsoft.com/office/drawing/2014/main" id="{6D5F83C5-243E-9E44-BDF7-F2C42C16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98426" name="Rectangle 173">
                <a:extLst>
                  <a:ext uri="{FF2B5EF4-FFF2-40B4-BE49-F238E27FC236}">
                    <a16:creationId xmlns:a16="http://schemas.microsoft.com/office/drawing/2014/main" id="{CBF5048B-A510-A643-92E9-BBAF6F0E6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98414" name="Rectangle 174">
              <a:extLst>
                <a:ext uri="{FF2B5EF4-FFF2-40B4-BE49-F238E27FC236}">
                  <a16:creationId xmlns:a16="http://schemas.microsoft.com/office/drawing/2014/main" id="{725E338B-7EA3-E74E-BCD9-945EA046D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8415" name="Rectangle 175">
              <a:extLst>
                <a:ext uri="{FF2B5EF4-FFF2-40B4-BE49-F238E27FC236}">
                  <a16:creationId xmlns:a16="http://schemas.microsoft.com/office/drawing/2014/main" id="{2E117395-EFE8-D44C-A8B5-F2D987E15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98416" name="Rectangle 176">
              <a:extLst>
                <a:ext uri="{FF2B5EF4-FFF2-40B4-BE49-F238E27FC236}">
                  <a16:creationId xmlns:a16="http://schemas.microsoft.com/office/drawing/2014/main" id="{C125B50E-CC1C-F241-A1AF-27107EF4B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98417" name="Rectangle 177">
              <a:extLst>
                <a:ext uri="{FF2B5EF4-FFF2-40B4-BE49-F238E27FC236}">
                  <a16:creationId xmlns:a16="http://schemas.microsoft.com/office/drawing/2014/main" id="{8F9CB176-2647-AC40-B740-0CE5EF8DD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98418" name="Rectangle 178">
              <a:extLst>
                <a:ext uri="{FF2B5EF4-FFF2-40B4-BE49-F238E27FC236}">
                  <a16:creationId xmlns:a16="http://schemas.microsoft.com/office/drawing/2014/main" id="{87F3535D-7FC4-DE4E-8C8E-2FC2D389A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98419" name="Rectangle 179">
              <a:extLst>
                <a:ext uri="{FF2B5EF4-FFF2-40B4-BE49-F238E27FC236}">
                  <a16:creationId xmlns:a16="http://schemas.microsoft.com/office/drawing/2014/main" id="{8533A4F3-1595-094E-A653-DE5C5DF2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98420" name="Rectangle 180">
              <a:extLst>
                <a:ext uri="{FF2B5EF4-FFF2-40B4-BE49-F238E27FC236}">
                  <a16:creationId xmlns:a16="http://schemas.microsoft.com/office/drawing/2014/main" id="{28043371-37F6-C942-BB4D-46AF38E19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98421" name="Rectangle 181">
              <a:extLst>
                <a:ext uri="{FF2B5EF4-FFF2-40B4-BE49-F238E27FC236}">
                  <a16:creationId xmlns:a16="http://schemas.microsoft.com/office/drawing/2014/main" id="{E682A9EF-F08C-254C-9282-1C23E2614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8422" name="Rectangle 182">
              <a:extLst>
                <a:ext uri="{FF2B5EF4-FFF2-40B4-BE49-F238E27FC236}">
                  <a16:creationId xmlns:a16="http://schemas.microsoft.com/office/drawing/2014/main" id="{A36D2F47-B5C6-6A47-993C-FE375F2B0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8423" name="Rectangle 183">
              <a:extLst>
                <a:ext uri="{FF2B5EF4-FFF2-40B4-BE49-F238E27FC236}">
                  <a16:creationId xmlns:a16="http://schemas.microsoft.com/office/drawing/2014/main" id="{D0DA84B6-B6E7-FB48-9CEB-8C007DC46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98424" name="Rectangle 184">
              <a:extLst>
                <a:ext uri="{FF2B5EF4-FFF2-40B4-BE49-F238E27FC236}">
                  <a16:creationId xmlns:a16="http://schemas.microsoft.com/office/drawing/2014/main" id="{DC516FED-055F-4D4D-9FF0-49E45CE0B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sp>
        <p:nvSpPr>
          <p:cNvPr id="159" name="Text Box 133">
            <a:extLst>
              <a:ext uri="{FF2B5EF4-FFF2-40B4-BE49-F238E27FC236}">
                <a16:creationId xmlns:a16="http://schemas.microsoft.com/office/drawing/2014/main" id="{6A3339D4-CA3A-C846-9E2D-C015A7951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900" y="5918200"/>
            <a:ext cx="22780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244" grpId="0" animBg="1"/>
      <p:bldP spid="1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CDB03C3-26D2-6846-8894-4E93ACCE3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1363" y="207963"/>
            <a:ext cx="4933950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RTL: The Branch Instruction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576C1BE4-A308-E64F-AEB9-035E439F9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2600" y="2259013"/>
            <a:ext cx="8369300" cy="31019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beq	rs, rt, imm16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M[PC]			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Cond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R[rs] - R[rt]	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做减法比较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if (COND eq 0)		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计算下地址（根据比较结果，修改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2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 + ( SignExt(imm16) x 4 ) 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	else</a:t>
            </a:r>
          </a:p>
          <a:p>
            <a:pPr lvl="2">
              <a:lnSpc>
                <a:spcPct val="13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 + 4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210" name="Text Box 26">
            <a:extLst>
              <a:ext uri="{FF2B5EF4-FFF2-40B4-BE49-F238E27FC236}">
                <a16:creationId xmlns:a16="http://schemas.microsoft.com/office/drawing/2014/main" id="{AADC48DD-8AD7-0540-9438-4980E4B9A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5510213"/>
            <a:ext cx="83185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思考：立即数的含义是什么？是相对指令数还是相对单元数？</a:t>
            </a:r>
          </a:p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应在原数据通路上加哪些元件和连线？用什么控制信号来控制？</a:t>
            </a:r>
          </a:p>
        </p:txBody>
      </p:sp>
      <p:sp>
        <p:nvSpPr>
          <p:cNvPr id="100357" name="Text Box 27">
            <a:extLst>
              <a:ext uri="{FF2B5EF4-FFF2-40B4-BE49-F238E27FC236}">
                <a16:creationId xmlns:a16="http://schemas.microsoft.com/office/drawing/2014/main" id="{1262961A-5979-EB45-BFF0-8874C3E3A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488" y="708025"/>
            <a:ext cx="24479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2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立即数用补码表示</a:t>
            </a:r>
          </a:p>
        </p:txBody>
      </p:sp>
      <p:grpSp>
        <p:nvGrpSpPr>
          <p:cNvPr id="100358" name="Group 29">
            <a:extLst>
              <a:ext uri="{FF2B5EF4-FFF2-40B4-BE49-F238E27FC236}">
                <a16:creationId xmlns:a16="http://schemas.microsoft.com/office/drawing/2014/main" id="{4FC49BC7-F082-EA4A-BA8E-CD7957FAA879}"/>
              </a:ext>
            </a:extLst>
          </p:cNvPr>
          <p:cNvGrpSpPr>
            <a:grpSpLocks/>
          </p:cNvGrpSpPr>
          <p:nvPr/>
        </p:nvGrpSpPr>
        <p:grpSpPr bwMode="auto">
          <a:xfrm>
            <a:off x="2090738" y="1047750"/>
            <a:ext cx="5999162" cy="989013"/>
            <a:chOff x="1918" y="1392"/>
            <a:chExt cx="3763" cy="607"/>
          </a:xfrm>
        </p:grpSpPr>
        <p:sp>
          <p:nvSpPr>
            <p:cNvPr id="100359" name="Rectangle 30">
              <a:extLst>
                <a:ext uri="{FF2B5EF4-FFF2-40B4-BE49-F238E27FC236}">
                  <a16:creationId xmlns:a16="http://schemas.microsoft.com/office/drawing/2014/main" id="{83563B6F-47E3-F546-B445-11AEF7389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0360" name="Group 31">
              <a:extLst>
                <a:ext uri="{FF2B5EF4-FFF2-40B4-BE49-F238E27FC236}">
                  <a16:creationId xmlns:a16="http://schemas.microsoft.com/office/drawing/2014/main" id="{6A764EBA-6EFC-5B4D-BD1F-43A5E4A62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100378" name="Rectangle 32">
                <a:extLst>
                  <a:ext uri="{FF2B5EF4-FFF2-40B4-BE49-F238E27FC236}">
                    <a16:creationId xmlns:a16="http://schemas.microsoft.com/office/drawing/2014/main" id="{74695C76-E5D1-024D-AD07-650BE5D8D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0379" name="Rectangle 33">
                <a:extLst>
                  <a:ext uri="{FF2B5EF4-FFF2-40B4-BE49-F238E27FC236}">
                    <a16:creationId xmlns:a16="http://schemas.microsoft.com/office/drawing/2014/main" id="{FA376E05-6412-A446-80EF-DD5905760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00361" name="Group 34">
              <a:extLst>
                <a:ext uri="{FF2B5EF4-FFF2-40B4-BE49-F238E27FC236}">
                  <a16:creationId xmlns:a16="http://schemas.microsoft.com/office/drawing/2014/main" id="{3EB1ACB2-6BD4-9D4A-B400-C6F35DB1D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100376" name="Rectangle 35">
                <a:extLst>
                  <a:ext uri="{FF2B5EF4-FFF2-40B4-BE49-F238E27FC236}">
                    <a16:creationId xmlns:a16="http://schemas.microsoft.com/office/drawing/2014/main" id="{4A2871DD-B22A-A944-AFDF-5C5368F80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0377" name="Rectangle 36">
                <a:extLst>
                  <a:ext uri="{FF2B5EF4-FFF2-40B4-BE49-F238E27FC236}">
                    <a16:creationId xmlns:a16="http://schemas.microsoft.com/office/drawing/2014/main" id="{38942A2C-B6D9-B54E-A2D7-E5BD07724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00362" name="Group 37">
              <a:extLst>
                <a:ext uri="{FF2B5EF4-FFF2-40B4-BE49-F238E27FC236}">
                  <a16:creationId xmlns:a16="http://schemas.microsoft.com/office/drawing/2014/main" id="{74B8A78E-DEB2-C647-9A76-97DB30F9E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100374" name="Rectangle 38">
                <a:extLst>
                  <a:ext uri="{FF2B5EF4-FFF2-40B4-BE49-F238E27FC236}">
                    <a16:creationId xmlns:a16="http://schemas.microsoft.com/office/drawing/2014/main" id="{9C307D0A-42C8-7D4D-BF95-A512513E9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0375" name="Rectangle 39">
                <a:extLst>
                  <a:ext uri="{FF2B5EF4-FFF2-40B4-BE49-F238E27FC236}">
                    <a16:creationId xmlns:a16="http://schemas.microsoft.com/office/drawing/2014/main" id="{5AA71365-2280-7543-B1A0-32EC2E27E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00363" name="Rectangle 40">
              <a:extLst>
                <a:ext uri="{FF2B5EF4-FFF2-40B4-BE49-F238E27FC236}">
                  <a16:creationId xmlns:a16="http://schemas.microsoft.com/office/drawing/2014/main" id="{664D3A69-7567-B34A-95F9-A53E613F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0364" name="Rectangle 41">
              <a:extLst>
                <a:ext uri="{FF2B5EF4-FFF2-40B4-BE49-F238E27FC236}">
                  <a16:creationId xmlns:a16="http://schemas.microsoft.com/office/drawing/2014/main" id="{1602788D-BAA3-664D-8712-B8F32704E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100365" name="Rectangle 42">
              <a:extLst>
                <a:ext uri="{FF2B5EF4-FFF2-40B4-BE49-F238E27FC236}">
                  <a16:creationId xmlns:a16="http://schemas.microsoft.com/office/drawing/2014/main" id="{F3D406FF-312F-6C4A-A06D-A21DB5947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0366" name="Rectangle 43">
              <a:extLst>
                <a:ext uri="{FF2B5EF4-FFF2-40B4-BE49-F238E27FC236}">
                  <a16:creationId xmlns:a16="http://schemas.microsoft.com/office/drawing/2014/main" id="{2B49E9A5-81C3-7D4F-A29E-49052FA7E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00367" name="Rectangle 44">
              <a:extLst>
                <a:ext uri="{FF2B5EF4-FFF2-40B4-BE49-F238E27FC236}">
                  <a16:creationId xmlns:a16="http://schemas.microsoft.com/office/drawing/2014/main" id="{F841864D-55D6-264B-BC5B-D9CA6188D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00368" name="Rectangle 45">
              <a:extLst>
                <a:ext uri="{FF2B5EF4-FFF2-40B4-BE49-F238E27FC236}">
                  <a16:creationId xmlns:a16="http://schemas.microsoft.com/office/drawing/2014/main" id="{78472E9B-405C-6347-A2F8-3D6B02343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00369" name="Rectangle 46">
              <a:extLst>
                <a:ext uri="{FF2B5EF4-FFF2-40B4-BE49-F238E27FC236}">
                  <a16:creationId xmlns:a16="http://schemas.microsoft.com/office/drawing/2014/main" id="{AD8EF4A9-5DCB-D449-832E-D2E9D5878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00370" name="Rectangle 47">
              <a:extLst>
                <a:ext uri="{FF2B5EF4-FFF2-40B4-BE49-F238E27FC236}">
                  <a16:creationId xmlns:a16="http://schemas.microsoft.com/office/drawing/2014/main" id="{7BC81CF0-F8DD-F340-BA5F-584B3CEF5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0371" name="Rectangle 48">
              <a:extLst>
                <a:ext uri="{FF2B5EF4-FFF2-40B4-BE49-F238E27FC236}">
                  <a16:creationId xmlns:a16="http://schemas.microsoft.com/office/drawing/2014/main" id="{82165B11-4373-7C44-AB5B-C6F75C72B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0372" name="Rectangle 49">
              <a:extLst>
                <a:ext uri="{FF2B5EF4-FFF2-40B4-BE49-F238E27FC236}">
                  <a16:creationId xmlns:a16="http://schemas.microsoft.com/office/drawing/2014/main" id="{BBF6F5E6-BA16-D845-982E-F64482A99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0373" name="Rectangle 50">
              <a:extLst>
                <a:ext uri="{FF2B5EF4-FFF2-40B4-BE49-F238E27FC236}">
                  <a16:creationId xmlns:a16="http://schemas.microsoft.com/office/drawing/2014/main" id="{7DAD61C7-8993-5945-B5B8-65CEC3484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1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2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48F11A3B-8CE0-1F42-BC1B-3D5C22052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305550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条件转移指令的数据通路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84E8B6DD-036A-414E-9BB1-5FA24A3A3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3388" y="677863"/>
            <a:ext cx="8191500" cy="32543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beq    rs, rt, imm16		We need to compare Rs and Rt !</a:t>
            </a:r>
          </a:p>
        </p:txBody>
      </p:sp>
      <p:sp>
        <p:nvSpPr>
          <p:cNvPr id="102404" name="Line 26">
            <a:extLst>
              <a:ext uri="{FF2B5EF4-FFF2-40B4-BE49-F238E27FC236}">
                <a16:creationId xmlns:a16="http://schemas.microsoft.com/office/drawing/2014/main" id="{3D4365DA-8D95-9A49-9152-BC70BD3D0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3268663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5" name="Line 27">
            <a:extLst>
              <a:ext uri="{FF2B5EF4-FFF2-40B4-BE49-F238E27FC236}">
                <a16:creationId xmlns:a16="http://schemas.microsoft.com/office/drawing/2014/main" id="{4B8D97AA-C9DD-E642-BB0C-951B01326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3268663"/>
            <a:ext cx="446088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6" name="Line 28">
            <a:extLst>
              <a:ext uri="{FF2B5EF4-FFF2-40B4-BE49-F238E27FC236}">
                <a16:creationId xmlns:a16="http://schemas.microsoft.com/office/drawing/2014/main" id="{89E8AE3A-0266-C04F-B6CD-CF8264E81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0" y="3557588"/>
            <a:ext cx="203200" cy="120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7" name="Line 29">
            <a:extLst>
              <a:ext uri="{FF2B5EF4-FFF2-40B4-BE49-F238E27FC236}">
                <a16:creationId xmlns:a16="http://schemas.microsoft.com/office/drawing/2014/main" id="{F868A402-A757-424F-A877-1A05A7F3F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3703638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8" name="Line 30">
            <a:extLst>
              <a:ext uri="{FF2B5EF4-FFF2-40B4-BE49-F238E27FC236}">
                <a16:creationId xmlns:a16="http://schemas.microsoft.com/office/drawing/2014/main" id="{D134F9EA-C896-EC4E-BF28-ED0BAE3B2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0" y="3557588"/>
            <a:ext cx="0" cy="554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9" name="Line 31">
            <a:extLst>
              <a:ext uri="{FF2B5EF4-FFF2-40B4-BE49-F238E27FC236}">
                <a16:creationId xmlns:a16="http://schemas.microsoft.com/office/drawing/2014/main" id="{AAC610DC-A95A-554A-883D-D689F76898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4750" y="3967163"/>
            <a:ext cx="203200" cy="169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0" name="Line 32">
            <a:extLst>
              <a:ext uri="{FF2B5EF4-FFF2-40B4-BE49-F238E27FC236}">
                <a16:creationId xmlns:a16="http://schemas.microsoft.com/office/drawing/2014/main" id="{95BE7529-7005-4A43-BDEC-FB59AA96E0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4137025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1" name="Line 33">
            <a:extLst>
              <a:ext uri="{FF2B5EF4-FFF2-40B4-BE49-F238E27FC236}">
                <a16:creationId xmlns:a16="http://schemas.microsoft.com/office/drawing/2014/main" id="{49500581-4B63-7747-95ED-77BF23684C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4750" y="4111625"/>
            <a:ext cx="446088" cy="314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2" name="Line 34">
            <a:extLst>
              <a:ext uri="{FF2B5EF4-FFF2-40B4-BE49-F238E27FC236}">
                <a16:creationId xmlns:a16="http://schemas.microsoft.com/office/drawing/2014/main" id="{D21ACB54-10CD-C744-A164-24AE04763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2979738"/>
            <a:ext cx="0" cy="4079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3" name="Rectangle 35">
            <a:extLst>
              <a:ext uri="{FF2B5EF4-FFF2-40B4-BE49-F238E27FC236}">
                <a16:creationId xmlns:a16="http://schemas.microsoft.com/office/drawing/2014/main" id="{9C9A1A46-66D4-E14D-8CE8-B4FD57CE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2674938"/>
            <a:ext cx="10588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02414" name="Rectangle 36">
            <a:extLst>
              <a:ext uri="{FF2B5EF4-FFF2-40B4-BE49-F238E27FC236}">
                <a16:creationId xmlns:a16="http://schemas.microsoft.com/office/drawing/2014/main" id="{21E2E286-A9B3-6645-B845-86DBC46BC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986213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02415" name="Rectangle 37">
            <a:extLst>
              <a:ext uri="{FF2B5EF4-FFF2-40B4-BE49-F238E27FC236}">
                <a16:creationId xmlns:a16="http://schemas.microsoft.com/office/drawing/2014/main" id="{73EAC56D-36FB-704A-9E0E-57371D34C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63" y="3398838"/>
            <a:ext cx="803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02416" name="Rectangle 38">
            <a:extLst>
              <a:ext uri="{FF2B5EF4-FFF2-40B4-BE49-F238E27FC236}">
                <a16:creationId xmlns:a16="http://schemas.microsoft.com/office/drawing/2014/main" id="{60DDCD1C-77CE-944D-B207-BEE037A2C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3268663"/>
            <a:ext cx="1431925" cy="11509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17" name="Line 39">
            <a:extLst>
              <a:ext uri="{FF2B5EF4-FFF2-40B4-BE49-F238E27FC236}">
                <a16:creationId xmlns:a16="http://schemas.microsoft.com/office/drawing/2014/main" id="{80BD086F-A139-1246-9458-98AA52314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7988" y="4191000"/>
            <a:ext cx="309562" cy="650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8" name="Line 40">
            <a:extLst>
              <a:ext uri="{FF2B5EF4-FFF2-40B4-BE49-F238E27FC236}">
                <a16:creationId xmlns:a16="http://schemas.microsoft.com/office/drawing/2014/main" id="{5FCEC021-48F1-BB4F-BFBA-EB61F576EF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7038" y="4267200"/>
            <a:ext cx="301625" cy="10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19" name="Oval 41">
            <a:extLst>
              <a:ext uri="{FF2B5EF4-FFF2-40B4-BE49-F238E27FC236}">
                <a16:creationId xmlns:a16="http://schemas.microsoft.com/office/drawing/2014/main" id="{8992550A-1B6B-2142-B83D-65D686C62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25" y="4227513"/>
            <a:ext cx="127000" cy="119062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20" name="Rectangle 42">
            <a:extLst>
              <a:ext uri="{FF2B5EF4-FFF2-40B4-BE49-F238E27FC236}">
                <a16:creationId xmlns:a16="http://schemas.microsoft.com/office/drawing/2014/main" id="{4B5640A5-2B76-EF4E-93D1-644AD882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2746375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02421" name="Line 43">
            <a:extLst>
              <a:ext uri="{FF2B5EF4-FFF2-40B4-BE49-F238E27FC236}">
                <a16:creationId xmlns:a16="http://schemas.microsoft.com/office/drawing/2014/main" id="{360EE9F0-49F4-6A40-932A-736394DF37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150" y="3762375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2" name="Line 44">
            <a:extLst>
              <a:ext uri="{FF2B5EF4-FFF2-40B4-BE49-F238E27FC236}">
                <a16:creationId xmlns:a16="http://schemas.microsoft.com/office/drawing/2014/main" id="{42696A32-7633-084C-8EA1-DEE1BF6303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31900" y="3697288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3" name="Rectangle 45">
            <a:extLst>
              <a:ext uri="{FF2B5EF4-FFF2-40B4-BE49-F238E27FC236}">
                <a16:creationId xmlns:a16="http://schemas.microsoft.com/office/drawing/2014/main" id="{E5AECA14-16C0-7A48-BA04-460254373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3786188"/>
            <a:ext cx="498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02424" name="Line 46">
            <a:extLst>
              <a:ext uri="{FF2B5EF4-FFF2-40B4-BE49-F238E27FC236}">
                <a16:creationId xmlns:a16="http://schemas.microsoft.com/office/drawing/2014/main" id="{D2767D0A-1642-B447-BEFB-4347F9EEF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5950" y="3400425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5" name="Line 47">
            <a:extLst>
              <a:ext uri="{FF2B5EF4-FFF2-40B4-BE49-F238E27FC236}">
                <a16:creationId xmlns:a16="http://schemas.microsoft.com/office/drawing/2014/main" id="{C0BF3893-FBC8-AF43-B769-81B0302CA7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7500" y="3335338"/>
            <a:ext cx="88900" cy="131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6" name="Rectangle 48">
            <a:extLst>
              <a:ext uri="{FF2B5EF4-FFF2-40B4-BE49-F238E27FC236}">
                <a16:creationId xmlns:a16="http://schemas.microsoft.com/office/drawing/2014/main" id="{84E5692C-F0EA-AC40-A8E9-716913F8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34702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02427" name="Rectangle 49">
            <a:extLst>
              <a:ext uri="{FF2B5EF4-FFF2-40B4-BE49-F238E27FC236}">
                <a16:creationId xmlns:a16="http://schemas.microsoft.com/office/drawing/2014/main" id="{501AA139-197E-7545-B18F-7E6857C74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3109913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02428" name="Line 50">
            <a:extLst>
              <a:ext uri="{FF2B5EF4-FFF2-40B4-BE49-F238E27FC236}">
                <a16:creationId xmlns:a16="http://schemas.microsoft.com/office/drawing/2014/main" id="{84D701B7-4768-8E49-8B89-7ED4558769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7850" y="3025775"/>
            <a:ext cx="0" cy="242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9" name="Line 51">
            <a:extLst>
              <a:ext uri="{FF2B5EF4-FFF2-40B4-BE49-F238E27FC236}">
                <a16:creationId xmlns:a16="http://schemas.microsoft.com/office/drawing/2014/main" id="{E16C524A-FED8-5B48-9D1C-B2C80ACA0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5950" y="4268788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0" name="Line 52">
            <a:extLst>
              <a:ext uri="{FF2B5EF4-FFF2-40B4-BE49-F238E27FC236}">
                <a16:creationId xmlns:a16="http://schemas.microsoft.com/office/drawing/2014/main" id="{3BB4DC86-4CF1-D54D-8EA6-FC05C82CD6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70300" y="4203700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1" name="Rectangle 53">
            <a:extLst>
              <a:ext uri="{FF2B5EF4-FFF2-40B4-BE49-F238E27FC236}">
                <a16:creationId xmlns:a16="http://schemas.microsoft.com/office/drawing/2014/main" id="{882B5ED2-9D93-8649-8EBC-F70F33BCB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426720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02432" name="Rectangle 54">
            <a:extLst>
              <a:ext uri="{FF2B5EF4-FFF2-40B4-BE49-F238E27FC236}">
                <a16:creationId xmlns:a16="http://schemas.microsoft.com/office/drawing/2014/main" id="{29A17CBD-4575-4743-8723-217588F0C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3976688"/>
            <a:ext cx="752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02433" name="Line 55">
            <a:extLst>
              <a:ext uri="{FF2B5EF4-FFF2-40B4-BE49-F238E27FC236}">
                <a16:creationId xmlns:a16="http://schemas.microsoft.com/office/drawing/2014/main" id="{FBF1EB82-3739-8C4A-8137-7306E4BB99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0450" y="426878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4" name="Line 56">
            <a:extLst>
              <a:ext uri="{FF2B5EF4-FFF2-40B4-BE49-F238E27FC236}">
                <a16:creationId xmlns:a16="http://schemas.microsoft.com/office/drawing/2014/main" id="{2067C23C-53AB-6C40-BFEA-E35D53D18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2650" y="2617788"/>
            <a:ext cx="0" cy="6254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5" name="Line 57">
            <a:extLst>
              <a:ext uri="{FF2B5EF4-FFF2-40B4-BE49-F238E27FC236}">
                <a16:creationId xmlns:a16="http://schemas.microsoft.com/office/drawing/2014/main" id="{F6D259F5-8D33-8C4C-95D6-46E85FFC30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2800" y="2960688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6" name="Rectangle 58">
            <a:extLst>
              <a:ext uri="{FF2B5EF4-FFF2-40B4-BE49-F238E27FC236}">
                <a16:creationId xmlns:a16="http://schemas.microsoft.com/office/drawing/2014/main" id="{22AABBE7-492E-BB4C-9F95-F383918BB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2819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2437" name="Line 59">
            <a:extLst>
              <a:ext uri="{FF2B5EF4-FFF2-40B4-BE49-F238E27FC236}">
                <a16:creationId xmlns:a16="http://schemas.microsoft.com/office/drawing/2014/main" id="{ED7AFBCE-9D39-F241-9342-7551F7C829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650" y="2835275"/>
            <a:ext cx="0" cy="407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8" name="Line 60">
            <a:extLst>
              <a:ext uri="{FF2B5EF4-FFF2-40B4-BE49-F238E27FC236}">
                <a16:creationId xmlns:a16="http://schemas.microsoft.com/office/drawing/2014/main" id="{049F92FB-35B6-2B44-BE34-14FAA839C8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3800" y="2960688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9" name="Rectangle 61">
            <a:extLst>
              <a:ext uri="{FF2B5EF4-FFF2-40B4-BE49-F238E27FC236}">
                <a16:creationId xmlns:a16="http://schemas.microsoft.com/office/drawing/2014/main" id="{3371DC4E-F8F3-364B-99DD-1FA3A8012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763" y="2819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2440" name="Line 62">
            <a:extLst>
              <a:ext uri="{FF2B5EF4-FFF2-40B4-BE49-F238E27FC236}">
                <a16:creationId xmlns:a16="http://schemas.microsoft.com/office/drawing/2014/main" id="{E8B8CA3F-FAD8-A94A-A175-730A13F967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0850" y="2835275"/>
            <a:ext cx="0" cy="407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1" name="Line 63">
            <a:extLst>
              <a:ext uri="{FF2B5EF4-FFF2-40B4-BE49-F238E27FC236}">
                <a16:creationId xmlns:a16="http://schemas.microsoft.com/office/drawing/2014/main" id="{A348F116-49A7-AD40-A7C2-A0A61AB1EE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21000" y="2960688"/>
            <a:ext cx="139700" cy="157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2" name="Rectangle 64">
            <a:extLst>
              <a:ext uri="{FF2B5EF4-FFF2-40B4-BE49-F238E27FC236}">
                <a16:creationId xmlns:a16="http://schemas.microsoft.com/office/drawing/2014/main" id="{F2FF56F3-134D-2F44-A36F-DBD31B58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281940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02443" name="Rectangle 65">
            <a:extLst>
              <a:ext uri="{FF2B5EF4-FFF2-40B4-BE49-F238E27FC236}">
                <a16:creationId xmlns:a16="http://schemas.microsoft.com/office/drawing/2014/main" id="{725E2695-6900-E34D-9B92-1BAC520FE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763" y="3254375"/>
            <a:ext cx="523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02444" name="Rectangle 66">
            <a:extLst>
              <a:ext uri="{FF2B5EF4-FFF2-40B4-BE49-F238E27FC236}">
                <a16:creationId xmlns:a16="http://schemas.microsoft.com/office/drawing/2014/main" id="{1CC56FE6-69BC-3C4D-ADE9-80041BE56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3254375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02445" name="Rectangle 67">
            <a:extLst>
              <a:ext uri="{FF2B5EF4-FFF2-40B4-BE49-F238E27FC236}">
                <a16:creationId xmlns:a16="http://schemas.microsoft.com/office/drawing/2014/main" id="{BFB95660-1255-DF43-B650-423F946B6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7963" y="325437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02446" name="Rectangle 68">
            <a:extLst>
              <a:ext uri="{FF2B5EF4-FFF2-40B4-BE49-F238E27FC236}">
                <a16:creationId xmlns:a16="http://schemas.microsoft.com/office/drawing/2014/main" id="{5863D4DD-448F-EF4A-85E0-4DBBB8295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063" y="3594100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1800">
                <a:ea typeface="宋体" panose="02010600030101010101" pitchFamily="2" charset="-122"/>
              </a:rPr>
              <a:t>32-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02447" name="Rectangle 69">
            <a:extLst>
              <a:ext uri="{FF2B5EF4-FFF2-40B4-BE49-F238E27FC236}">
                <a16:creationId xmlns:a16="http://schemas.microsoft.com/office/drawing/2014/main" id="{C84EB3EE-EE3B-5F42-A5C8-FD911B99D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26035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02448" name="Rectangle 70">
            <a:extLst>
              <a:ext uri="{FF2B5EF4-FFF2-40B4-BE49-F238E27FC236}">
                <a16:creationId xmlns:a16="http://schemas.microsoft.com/office/drawing/2014/main" id="{D5845DEB-6280-FF48-B1B1-CBCCAB360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763" y="195262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02449" name="Line 71">
            <a:extLst>
              <a:ext uri="{FF2B5EF4-FFF2-40B4-BE49-F238E27FC236}">
                <a16:creationId xmlns:a16="http://schemas.microsoft.com/office/drawing/2014/main" id="{815E3D82-4642-B342-8414-F96C57368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3992563"/>
            <a:ext cx="0" cy="1101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0" name="Line 72">
            <a:extLst>
              <a:ext uri="{FF2B5EF4-FFF2-40B4-BE49-F238E27FC236}">
                <a16:creationId xmlns:a16="http://schemas.microsoft.com/office/drawing/2014/main" id="{D945D55E-983F-4645-A5E6-9F990ACD5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6550" y="3992563"/>
            <a:ext cx="279400" cy="1190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1" name="Line 73">
            <a:extLst>
              <a:ext uri="{FF2B5EF4-FFF2-40B4-BE49-F238E27FC236}">
                <a16:creationId xmlns:a16="http://schemas.microsoft.com/office/drawing/2014/main" id="{95E1B3FC-8DA1-0844-B70F-5E60BCA06C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6550" y="4906963"/>
            <a:ext cx="279400" cy="1698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2" name="Line 74">
            <a:extLst>
              <a:ext uri="{FF2B5EF4-FFF2-40B4-BE49-F238E27FC236}">
                <a16:creationId xmlns:a16="http://schemas.microsoft.com/office/drawing/2014/main" id="{6BA000A4-D0D8-8C45-B0E0-CD3CD151D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650" y="4121150"/>
            <a:ext cx="0" cy="8143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2453" name="Group 75">
            <a:extLst>
              <a:ext uri="{FF2B5EF4-FFF2-40B4-BE49-F238E27FC236}">
                <a16:creationId xmlns:a16="http://schemas.microsoft.com/office/drawing/2014/main" id="{B3B1E3E0-09D0-354C-9857-F5DDBED82E5A}"/>
              </a:ext>
            </a:extLst>
          </p:cNvPr>
          <p:cNvGrpSpPr>
            <a:grpSpLocks/>
          </p:cNvGrpSpPr>
          <p:nvPr/>
        </p:nvGrpSpPr>
        <p:grpSpPr bwMode="auto">
          <a:xfrm>
            <a:off x="1416050" y="2352675"/>
            <a:ext cx="1168400" cy="288925"/>
            <a:chOff x="928" y="1788"/>
            <a:chExt cx="736" cy="182"/>
          </a:xfrm>
        </p:grpSpPr>
        <p:sp>
          <p:nvSpPr>
            <p:cNvPr id="102537" name="Line 76">
              <a:extLst>
                <a:ext uri="{FF2B5EF4-FFF2-40B4-BE49-F238E27FC236}">
                  <a16:creationId xmlns:a16="http://schemas.microsoft.com/office/drawing/2014/main" id="{9AE21E32-18E3-7740-87CB-8DC31DFF7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88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8" name="Line 77">
              <a:extLst>
                <a:ext uri="{FF2B5EF4-FFF2-40B4-BE49-F238E27FC236}">
                  <a16:creationId xmlns:a16="http://schemas.microsoft.com/office/drawing/2014/main" id="{5E3DF059-2F18-B04E-922C-2B5842FAB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96"/>
              <a:ext cx="11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9" name="Line 78">
              <a:extLst>
                <a:ext uri="{FF2B5EF4-FFF2-40B4-BE49-F238E27FC236}">
                  <a16:creationId xmlns:a16="http://schemas.microsoft.com/office/drawing/2014/main" id="{90EE1B63-1E5F-7C44-BD00-726D7EA9B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96"/>
              <a:ext cx="8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0" name="Line 79">
              <a:extLst>
                <a:ext uri="{FF2B5EF4-FFF2-40B4-BE49-F238E27FC236}">
                  <a16:creationId xmlns:a16="http://schemas.microsoft.com/office/drawing/2014/main" id="{002633EB-EB38-0845-AC53-C715D44E7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70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454" name="Rectangle 80">
            <a:extLst>
              <a:ext uri="{FF2B5EF4-FFF2-40B4-BE49-F238E27FC236}">
                <a16:creationId xmlns:a16="http://schemas.microsoft.com/office/drawing/2014/main" id="{96031B3A-4497-DA45-8F07-63866A23A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611438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02455" name="Line 81">
            <a:extLst>
              <a:ext uri="{FF2B5EF4-FFF2-40B4-BE49-F238E27FC236}">
                <a16:creationId xmlns:a16="http://schemas.microsoft.com/office/drawing/2014/main" id="{57A7570E-4527-EB47-AD68-4507919EAE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05050" y="2111375"/>
            <a:ext cx="0" cy="250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6" name="Line 82">
            <a:extLst>
              <a:ext uri="{FF2B5EF4-FFF2-40B4-BE49-F238E27FC236}">
                <a16:creationId xmlns:a16="http://schemas.microsoft.com/office/drawing/2014/main" id="{FB186211-BBFB-4E44-893D-4CD7DB6C3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5450" y="2111375"/>
            <a:ext cx="0" cy="234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7" name="Rectangle 83">
            <a:extLst>
              <a:ext uri="{FF2B5EF4-FFF2-40B4-BE49-F238E27FC236}">
                <a16:creationId xmlns:a16="http://schemas.microsoft.com/office/drawing/2014/main" id="{FE06217F-AC06-2248-A548-260A146CF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163" y="195262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02458" name="Line 84">
            <a:extLst>
              <a:ext uri="{FF2B5EF4-FFF2-40B4-BE49-F238E27FC236}">
                <a16:creationId xmlns:a16="http://schemas.microsoft.com/office/drawing/2014/main" id="{BF2580D2-96AF-8945-BC73-F7CEC75FCD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5950" y="25336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9" name="Rectangle 85">
            <a:extLst>
              <a:ext uri="{FF2B5EF4-FFF2-40B4-BE49-F238E27FC236}">
                <a16:creationId xmlns:a16="http://schemas.microsoft.com/office/drawing/2014/main" id="{FE073EEC-E484-194B-B6F4-9E15A3410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3" y="2152650"/>
            <a:ext cx="981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02460" name="Rectangle 86">
            <a:extLst>
              <a:ext uri="{FF2B5EF4-FFF2-40B4-BE49-F238E27FC236}">
                <a16:creationId xmlns:a16="http://schemas.microsoft.com/office/drawing/2014/main" id="{AEBE0786-5552-F948-97B0-01DA98E6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0" y="4643438"/>
            <a:ext cx="355600" cy="91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461" name="Rectangle 87">
            <a:extLst>
              <a:ext uri="{FF2B5EF4-FFF2-40B4-BE49-F238E27FC236}">
                <a16:creationId xmlns:a16="http://schemas.microsoft.com/office/drawing/2014/main" id="{054D6238-F656-1E43-BF1D-1AC9270CA6F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31331" y="4952207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02462" name="Rectangle 88">
            <a:extLst>
              <a:ext uri="{FF2B5EF4-FFF2-40B4-BE49-F238E27FC236}">
                <a16:creationId xmlns:a16="http://schemas.microsoft.com/office/drawing/2014/main" id="{D8D5504D-FB42-3640-B12B-E2F8CDEAA62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25094" y="4375944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02463" name="Rectangle 89">
            <a:extLst>
              <a:ext uri="{FF2B5EF4-FFF2-40B4-BE49-F238E27FC236}">
                <a16:creationId xmlns:a16="http://schemas.microsoft.com/office/drawing/2014/main" id="{7106006D-EB5D-1642-9872-63A10599F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2349500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02464" name="Line 90">
            <a:extLst>
              <a:ext uri="{FF2B5EF4-FFF2-40B4-BE49-F238E27FC236}">
                <a16:creationId xmlns:a16="http://schemas.microsoft.com/office/drawing/2014/main" id="{9C8C880A-DA77-3E42-85DB-4965C823D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0" y="4919663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5" name="Rectangle 91">
            <a:extLst>
              <a:ext uri="{FF2B5EF4-FFF2-40B4-BE49-F238E27FC236}">
                <a16:creationId xmlns:a16="http://schemas.microsoft.com/office/drawing/2014/main" id="{B7497CDC-8DE6-4248-8747-5C0BCE0D7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413" y="49545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02466" name="Line 92">
            <a:extLst>
              <a:ext uri="{FF2B5EF4-FFF2-40B4-BE49-F238E27FC236}">
                <a16:creationId xmlns:a16="http://schemas.microsoft.com/office/drawing/2014/main" id="{A49F1ACF-A6CD-6349-B1BF-83F5646BC9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6500" y="485457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7" name="Line 93">
            <a:extLst>
              <a:ext uri="{FF2B5EF4-FFF2-40B4-BE49-F238E27FC236}">
                <a16:creationId xmlns:a16="http://schemas.microsoft.com/office/drawing/2014/main" id="{C593B14B-8D84-E046-9024-D35A7A3AE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9150" y="513715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8" name="Line 94">
            <a:extLst>
              <a:ext uri="{FF2B5EF4-FFF2-40B4-BE49-F238E27FC236}">
                <a16:creationId xmlns:a16="http://schemas.microsoft.com/office/drawing/2014/main" id="{E03FD671-7BAD-3145-982D-93A59AA397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7300" y="5070475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9" name="Rectangle 95">
            <a:extLst>
              <a:ext uri="{FF2B5EF4-FFF2-40B4-BE49-F238E27FC236}">
                <a16:creationId xmlns:a16="http://schemas.microsoft.com/office/drawing/2014/main" id="{953E314C-0BF2-BF40-B63F-88742A81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5135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02470" name="Rectangle 96">
            <a:extLst>
              <a:ext uri="{FF2B5EF4-FFF2-40B4-BE49-F238E27FC236}">
                <a16:creationId xmlns:a16="http://schemas.microsoft.com/office/drawing/2014/main" id="{C26407C4-42DD-544F-89C9-7F63730B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4875213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02471" name="Line 97">
            <a:extLst>
              <a:ext uri="{FF2B5EF4-FFF2-40B4-BE49-F238E27FC236}">
                <a16:creationId xmlns:a16="http://schemas.microsoft.com/office/drawing/2014/main" id="{AFE0ED60-6A32-A64B-86ED-6EE8DBA0C2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8950" y="4999038"/>
            <a:ext cx="0" cy="4206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2" name="Rectangle 98">
            <a:extLst>
              <a:ext uri="{FF2B5EF4-FFF2-40B4-BE49-F238E27FC236}">
                <a16:creationId xmlns:a16="http://schemas.microsoft.com/office/drawing/2014/main" id="{DA227571-2B52-B249-9DE3-F2EBE9888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5424488"/>
            <a:ext cx="1019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02473" name="Line 99">
            <a:extLst>
              <a:ext uri="{FF2B5EF4-FFF2-40B4-BE49-F238E27FC236}">
                <a16:creationId xmlns:a16="http://schemas.microsoft.com/office/drawing/2014/main" id="{9BBF8DB3-3ACB-9341-9E6C-FB6854451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1350" y="4268788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4" name="Line 100">
            <a:extLst>
              <a:ext uri="{FF2B5EF4-FFF2-40B4-BE49-F238E27FC236}">
                <a16:creationId xmlns:a16="http://schemas.microsoft.com/office/drawing/2014/main" id="{9ECFFE65-F187-614D-8BE1-2B2649712A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5595938"/>
            <a:ext cx="0" cy="258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5" name="Rectangle 101">
            <a:extLst>
              <a:ext uri="{FF2B5EF4-FFF2-40B4-BE49-F238E27FC236}">
                <a16:creationId xmlns:a16="http://schemas.microsoft.com/office/drawing/2014/main" id="{9B74C2BB-2BB0-094A-9D6C-E5BC7B54E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5527675"/>
            <a:ext cx="85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sp>
        <p:nvSpPr>
          <p:cNvPr id="102476" name="Rectangle 102">
            <a:extLst>
              <a:ext uri="{FF2B5EF4-FFF2-40B4-BE49-F238E27FC236}">
                <a16:creationId xmlns:a16="http://schemas.microsoft.com/office/drawing/2014/main" id="{18099E78-D838-D541-9BA4-86EF7192B6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64906" y="3674269"/>
            <a:ext cx="650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grpSp>
        <p:nvGrpSpPr>
          <p:cNvPr id="223335" name="Group 103">
            <a:extLst>
              <a:ext uri="{FF2B5EF4-FFF2-40B4-BE49-F238E27FC236}">
                <a16:creationId xmlns:a16="http://schemas.microsoft.com/office/drawing/2014/main" id="{F771860E-F6FF-6F40-8B97-F1D81FE53186}"/>
              </a:ext>
            </a:extLst>
          </p:cNvPr>
          <p:cNvGrpSpPr>
            <a:grpSpLocks/>
          </p:cNvGrpSpPr>
          <p:nvPr/>
        </p:nvGrpSpPr>
        <p:grpSpPr bwMode="auto">
          <a:xfrm>
            <a:off x="5297488" y="1720850"/>
            <a:ext cx="3846512" cy="2863850"/>
            <a:chOff x="3320" y="1382"/>
            <a:chExt cx="2348" cy="1804"/>
          </a:xfrm>
        </p:grpSpPr>
        <p:sp>
          <p:nvSpPr>
            <p:cNvPr id="102511" name="Rectangle 104">
              <a:extLst>
                <a:ext uri="{FF2B5EF4-FFF2-40B4-BE49-F238E27FC236}">
                  <a16:creationId xmlns:a16="http://schemas.microsoft.com/office/drawing/2014/main" id="{72A29C74-9253-2345-B287-D792FBD7A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1640"/>
              <a:ext cx="543" cy="171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12" name="Line 105">
              <a:extLst>
                <a:ext uri="{FF2B5EF4-FFF2-40B4-BE49-F238E27FC236}">
                  <a16:creationId xmlns:a16="http://schemas.microsoft.com/office/drawing/2014/main" id="{DD79AEFD-9E0A-6143-A7AB-0CA9E9BDD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1" y="1667"/>
              <a:ext cx="80" cy="6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3" name="Line 106">
              <a:extLst>
                <a:ext uri="{FF2B5EF4-FFF2-40B4-BE49-F238E27FC236}">
                  <a16:creationId xmlns:a16="http://schemas.microsoft.com/office/drawing/2014/main" id="{154F553E-4622-4746-9273-F4FE237B4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1" y="1731"/>
              <a:ext cx="80" cy="3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4" name="Oval 107">
              <a:extLst>
                <a:ext uri="{FF2B5EF4-FFF2-40B4-BE49-F238E27FC236}">
                  <a16:creationId xmlns:a16="http://schemas.microsoft.com/office/drawing/2014/main" id="{D9E70F13-C27B-CA4B-B5CD-51C14E27F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1683"/>
              <a:ext cx="80" cy="8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15" name="Line 108">
              <a:extLst>
                <a:ext uri="{FF2B5EF4-FFF2-40B4-BE49-F238E27FC236}">
                  <a16:creationId xmlns:a16="http://schemas.microsoft.com/office/drawing/2014/main" id="{0BF4B40F-FFFC-D345-A528-3C55FD002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3" y="1723"/>
              <a:ext cx="17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6" name="Rectangle 109">
              <a:extLst>
                <a:ext uri="{FF2B5EF4-FFF2-40B4-BE49-F238E27FC236}">
                  <a16:creationId xmlns:a16="http://schemas.microsoft.com/office/drawing/2014/main" id="{4C589449-3C3C-4649-AE4A-2794F7F6AFD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60" y="1622"/>
              <a:ext cx="3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02517" name="Rectangle 110">
              <a:extLst>
                <a:ext uri="{FF2B5EF4-FFF2-40B4-BE49-F238E27FC236}">
                  <a16:creationId xmlns:a16="http://schemas.microsoft.com/office/drawing/2014/main" id="{07C84D74-67C0-1043-BE0B-2DA7A44E25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946" y="1520"/>
              <a:ext cx="32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02518" name="Rectangle 111">
              <a:extLst>
                <a:ext uri="{FF2B5EF4-FFF2-40B4-BE49-F238E27FC236}">
                  <a16:creationId xmlns:a16="http://schemas.microsoft.com/office/drawing/2014/main" id="{56DF78DB-9416-F342-8963-792244D96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2" y="2072"/>
              <a:ext cx="826" cy="368"/>
            </a:xfrm>
            <a:prstGeom prst="rect">
              <a:avLst/>
            </a:prstGeom>
            <a:noFill/>
            <a:ln w="2540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519" name="Rectangle 112">
              <a:extLst>
                <a:ext uri="{FF2B5EF4-FFF2-40B4-BE49-F238E27FC236}">
                  <a16:creationId xmlns:a16="http://schemas.microsoft.com/office/drawing/2014/main" id="{A860D6F8-35A9-7B4A-A0F5-2A6BD2FBAB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961" y="2068"/>
              <a:ext cx="1034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Next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Logic</a:t>
              </a:r>
            </a:p>
          </p:txBody>
        </p:sp>
        <p:sp>
          <p:nvSpPr>
            <p:cNvPr id="102520" name="Line 113">
              <a:extLst>
                <a:ext uri="{FF2B5EF4-FFF2-40B4-BE49-F238E27FC236}">
                  <a16:creationId xmlns:a16="http://schemas.microsoft.com/office/drawing/2014/main" id="{87AEF3A7-21E2-B04F-B66B-9D7CF9EA1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400"/>
              <a:ext cx="0" cy="2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1" name="Line 114">
              <a:extLst>
                <a:ext uri="{FF2B5EF4-FFF2-40B4-BE49-F238E27FC236}">
                  <a16:creationId xmlns:a16="http://schemas.microsoft.com/office/drawing/2014/main" id="{0D9CAF18-B866-494C-9238-DD2E38884D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0" y="1392"/>
              <a:ext cx="68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2" name="Line 115">
              <a:extLst>
                <a:ext uri="{FF2B5EF4-FFF2-40B4-BE49-F238E27FC236}">
                  <a16:creationId xmlns:a16="http://schemas.microsoft.com/office/drawing/2014/main" id="{BB6786E7-B520-4041-B652-A1F1C9895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1382"/>
              <a:ext cx="0" cy="115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523" name="Group 116">
              <a:extLst>
                <a:ext uri="{FF2B5EF4-FFF2-40B4-BE49-F238E27FC236}">
                  <a16:creationId xmlns:a16="http://schemas.microsoft.com/office/drawing/2014/main" id="{1C17FD58-6B34-5B4F-A938-78823CE82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0" y="2204"/>
              <a:ext cx="464" cy="84"/>
              <a:chOff x="3560" y="2204"/>
              <a:chExt cx="464" cy="84"/>
            </a:xfrm>
          </p:grpSpPr>
          <p:sp>
            <p:nvSpPr>
              <p:cNvPr id="102535" name="Line 117">
                <a:extLst>
                  <a:ext uri="{FF2B5EF4-FFF2-40B4-BE49-F238E27FC236}">
                    <a16:creationId xmlns:a16="http://schemas.microsoft.com/office/drawing/2014/main" id="{1CA59929-9E24-114F-AB18-1FC37B852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2256"/>
                <a:ext cx="464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36" name="Line 118">
                <a:extLst>
                  <a:ext uri="{FF2B5EF4-FFF2-40B4-BE49-F238E27FC236}">
                    <a16:creationId xmlns:a16="http://schemas.microsoft.com/office/drawing/2014/main" id="{B8EF9CEF-F758-4F47-920E-50F0715D7C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0" y="2204"/>
                <a:ext cx="56" cy="84"/>
              </a:xfrm>
              <a:prstGeom prst="line">
                <a:avLst/>
              </a:prstGeom>
              <a:noFill/>
              <a:ln w="127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524" name="Rectangle 119">
              <a:extLst>
                <a:ext uri="{FF2B5EF4-FFF2-40B4-BE49-F238E27FC236}">
                  <a16:creationId xmlns:a16="http://schemas.microsoft.com/office/drawing/2014/main" id="{6863ECC1-9EC6-1A40-9036-A7749277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3" y="2293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02525" name="Rectangle 120">
              <a:extLst>
                <a:ext uri="{FF2B5EF4-FFF2-40B4-BE49-F238E27FC236}">
                  <a16:creationId xmlns:a16="http://schemas.microsoft.com/office/drawing/2014/main" id="{1B0A68E8-441B-B04A-BE38-11CA884FE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5" y="2009"/>
              <a:ext cx="55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102526" name="Line 121">
              <a:extLst>
                <a:ext uri="{FF2B5EF4-FFF2-40B4-BE49-F238E27FC236}">
                  <a16:creationId xmlns:a16="http://schemas.microsoft.com/office/drawing/2014/main" id="{D5FC6A16-65E2-D040-A9A3-C3513A586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36"/>
              <a:ext cx="0" cy="32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7" name="Rectangle 122">
              <a:extLst>
                <a:ext uri="{FF2B5EF4-FFF2-40B4-BE49-F238E27FC236}">
                  <a16:creationId xmlns:a16="http://schemas.microsoft.com/office/drawing/2014/main" id="{6E4296E3-5912-FE4D-9C87-518109B6D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5" y="1536"/>
              <a:ext cx="59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1"/>
                  </a:solidFill>
                  <a:ea typeface="宋体" panose="02010600030101010101" pitchFamily="2" charset="-122"/>
                </a:rPr>
                <a:t>Branch</a:t>
              </a:r>
            </a:p>
          </p:txBody>
        </p:sp>
        <p:sp>
          <p:nvSpPr>
            <p:cNvPr id="102528" name="Line 123">
              <a:extLst>
                <a:ext uri="{FF2B5EF4-FFF2-40B4-BE49-F238E27FC236}">
                  <a16:creationId xmlns:a16="http://schemas.microsoft.com/office/drawing/2014/main" id="{E0FD5C26-0E88-8040-A41F-94FDA5F77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832"/>
              <a:ext cx="0" cy="22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29" name="Line 124">
              <a:extLst>
                <a:ext uri="{FF2B5EF4-FFF2-40B4-BE49-F238E27FC236}">
                  <a16:creationId xmlns:a16="http://schemas.microsoft.com/office/drawing/2014/main" id="{B36357EF-4D26-234D-8B4E-269B805D4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56"/>
              <a:ext cx="0" cy="46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0" name="Line 125">
              <a:extLst>
                <a:ext uri="{FF2B5EF4-FFF2-40B4-BE49-F238E27FC236}">
                  <a16:creationId xmlns:a16="http://schemas.microsoft.com/office/drawing/2014/main" id="{25B4568C-818A-EA42-BC79-DA081AF8F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5" y="2544"/>
              <a:ext cx="636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1" name="Rectangle 126">
              <a:extLst>
                <a:ext uri="{FF2B5EF4-FFF2-40B4-BE49-F238E27FC236}">
                  <a16:creationId xmlns:a16="http://schemas.microsoft.com/office/drawing/2014/main" id="{291AE66A-6F73-684F-9335-95EA8190A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2784"/>
              <a:ext cx="10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To Instruction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02532" name="Line 127">
              <a:extLst>
                <a:ext uri="{FF2B5EF4-FFF2-40B4-BE49-F238E27FC236}">
                  <a16:creationId xmlns:a16="http://schemas.microsoft.com/office/drawing/2014/main" id="{DF6B25A6-92E8-9D4F-9C92-C5994644D3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" y="2976"/>
              <a:ext cx="848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3" name="Line 128">
              <a:extLst>
                <a:ext uri="{FF2B5EF4-FFF2-40B4-BE49-F238E27FC236}">
                  <a16:creationId xmlns:a16="http://schemas.microsoft.com/office/drawing/2014/main" id="{34E048C0-7F3A-2148-9F66-CD18C48B0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440"/>
              <a:ext cx="0" cy="54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4" name="Rectangle 129">
              <a:extLst>
                <a:ext uri="{FF2B5EF4-FFF2-40B4-BE49-F238E27FC236}">
                  <a16:creationId xmlns:a16="http://schemas.microsoft.com/office/drawing/2014/main" id="{029F3CCC-BDB6-624B-B8F1-728976004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784"/>
              <a:ext cx="41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Zero</a:t>
              </a:r>
            </a:p>
          </p:txBody>
        </p:sp>
      </p:grpSp>
      <p:grpSp>
        <p:nvGrpSpPr>
          <p:cNvPr id="223362" name="Group 130">
            <a:extLst>
              <a:ext uri="{FF2B5EF4-FFF2-40B4-BE49-F238E27FC236}">
                <a16:creationId xmlns:a16="http://schemas.microsoft.com/office/drawing/2014/main" id="{9BD55A48-0911-CE4B-9BE5-6CDB8C5E51A2}"/>
              </a:ext>
            </a:extLst>
          </p:cNvPr>
          <p:cNvGrpSpPr>
            <a:grpSpLocks/>
          </p:cNvGrpSpPr>
          <p:nvPr/>
        </p:nvGrpSpPr>
        <p:grpSpPr bwMode="auto">
          <a:xfrm>
            <a:off x="5187950" y="3535363"/>
            <a:ext cx="3656013" cy="1795462"/>
            <a:chOff x="3305" y="2533"/>
            <a:chExt cx="2223" cy="1131"/>
          </a:xfrm>
        </p:grpSpPr>
        <p:sp>
          <p:nvSpPr>
            <p:cNvPr id="102509" name="Text Box 131">
              <a:extLst>
                <a:ext uri="{FF2B5EF4-FFF2-40B4-BE49-F238E27FC236}">
                  <a16:creationId xmlns:a16="http://schemas.microsoft.com/office/drawing/2014/main" id="{0C2AAF26-E70A-5445-B1DD-4DA04589C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5" y="3395"/>
              <a:ext cx="222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思考：下址逻辑如何设计？</a:t>
              </a:r>
            </a:p>
          </p:txBody>
        </p:sp>
        <p:sp>
          <p:nvSpPr>
            <p:cNvPr id="102510" name="Line 132">
              <a:extLst>
                <a:ext uri="{FF2B5EF4-FFF2-40B4-BE49-F238E27FC236}">
                  <a16:creationId xmlns:a16="http://schemas.microsoft.com/office/drawing/2014/main" id="{FB5AC6F7-FBB5-DC4B-B472-5C1F462FDE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2533"/>
              <a:ext cx="283" cy="859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prstDash val="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3365" name="Text Box 133">
            <a:extLst>
              <a:ext uri="{FF2B5EF4-FFF2-40B4-BE49-F238E27FC236}">
                <a16:creationId xmlns:a16="http://schemas.microsoft.com/office/drawing/2014/main" id="{B2B6B77E-8880-184A-93A2-8C9B49E17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4800" y="5511800"/>
            <a:ext cx="22780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  <p:sp>
        <p:nvSpPr>
          <p:cNvPr id="223366" name="Text Box 134">
            <a:extLst>
              <a:ext uri="{FF2B5EF4-FFF2-40B4-BE49-F238E27FC236}">
                <a16:creationId xmlns:a16="http://schemas.microsoft.com/office/drawing/2014/main" id="{33776FD7-090F-7C4D-84F9-ED50065A8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6016625"/>
            <a:ext cx="75692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RegDst=x, RegWr=0, ALUctr=subu, ExtOp=x, ALUSrc=0, MemWr=0, MemtoReg=x, Branch=1</a:t>
            </a:r>
            <a:endParaRPr lang="zh-CN" altLang="en-US" sz="18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102481" name="Group 135">
            <a:extLst>
              <a:ext uri="{FF2B5EF4-FFF2-40B4-BE49-F238E27FC236}">
                <a16:creationId xmlns:a16="http://schemas.microsoft.com/office/drawing/2014/main" id="{11EB9535-C9AA-474F-ABE2-17B24149E762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2281238"/>
            <a:ext cx="804863" cy="352425"/>
            <a:chOff x="1625" y="1752"/>
            <a:chExt cx="507" cy="222"/>
          </a:xfrm>
        </p:grpSpPr>
        <p:sp>
          <p:nvSpPr>
            <p:cNvPr id="102507" name="Text Box 136">
              <a:extLst>
                <a:ext uri="{FF2B5EF4-FFF2-40B4-BE49-F238E27FC236}">
                  <a16:creationId xmlns:a16="http://schemas.microsoft.com/office/drawing/2014/main" id="{C6F16D86-CCD7-9E4F-BACC-04B45F72A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175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2508" name="Text Box 137">
              <a:extLst>
                <a:ext uri="{FF2B5EF4-FFF2-40B4-BE49-F238E27FC236}">
                  <a16:creationId xmlns:a16="http://schemas.microsoft.com/office/drawing/2014/main" id="{8EA1B4FE-2F58-1E40-B2A2-B912E67AC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1762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02482" name="Group 138">
            <a:extLst>
              <a:ext uri="{FF2B5EF4-FFF2-40B4-BE49-F238E27FC236}">
                <a16:creationId xmlns:a16="http://schemas.microsoft.com/office/drawing/2014/main" id="{C952CA8F-F907-DC46-9A4A-BA5C84504EF5}"/>
              </a:ext>
            </a:extLst>
          </p:cNvPr>
          <p:cNvGrpSpPr>
            <a:grpSpLocks/>
          </p:cNvGrpSpPr>
          <p:nvPr/>
        </p:nvGrpSpPr>
        <p:grpSpPr bwMode="auto">
          <a:xfrm>
            <a:off x="4068763" y="4065588"/>
            <a:ext cx="225425" cy="992187"/>
            <a:chOff x="3075" y="2821"/>
            <a:chExt cx="142" cy="625"/>
          </a:xfrm>
        </p:grpSpPr>
        <p:sp>
          <p:nvSpPr>
            <p:cNvPr id="102505" name="Text Box 139">
              <a:extLst>
                <a:ext uri="{FF2B5EF4-FFF2-40B4-BE49-F238E27FC236}">
                  <a16:creationId xmlns:a16="http://schemas.microsoft.com/office/drawing/2014/main" id="{928CD4E1-67C7-E84F-9953-F973E4332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2821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2506" name="Text Box 140">
              <a:extLst>
                <a:ext uri="{FF2B5EF4-FFF2-40B4-BE49-F238E27FC236}">
                  <a16:creationId xmlns:a16="http://schemas.microsoft.com/office/drawing/2014/main" id="{891EDF96-D5C6-9A4C-ABF1-E15CA9195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3234"/>
              <a:ext cx="1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02483" name="Group 142">
            <a:extLst>
              <a:ext uri="{FF2B5EF4-FFF2-40B4-BE49-F238E27FC236}">
                <a16:creationId xmlns:a16="http://schemas.microsoft.com/office/drawing/2014/main" id="{636F538C-C407-764E-A6DE-8193ADA561B9}"/>
              </a:ext>
            </a:extLst>
          </p:cNvPr>
          <p:cNvGrpSpPr>
            <a:grpSpLocks/>
          </p:cNvGrpSpPr>
          <p:nvPr/>
        </p:nvGrpSpPr>
        <p:grpSpPr bwMode="auto">
          <a:xfrm>
            <a:off x="1506538" y="984250"/>
            <a:ext cx="5999162" cy="989013"/>
            <a:chOff x="1918" y="1392"/>
            <a:chExt cx="3763" cy="607"/>
          </a:xfrm>
        </p:grpSpPr>
        <p:sp>
          <p:nvSpPr>
            <p:cNvPr id="102484" name="Rectangle 143">
              <a:extLst>
                <a:ext uri="{FF2B5EF4-FFF2-40B4-BE49-F238E27FC236}">
                  <a16:creationId xmlns:a16="http://schemas.microsoft.com/office/drawing/2014/main" id="{3E94FE69-E7AE-EA44-BCB1-0540487B8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2485" name="Group 144">
              <a:extLst>
                <a:ext uri="{FF2B5EF4-FFF2-40B4-BE49-F238E27FC236}">
                  <a16:creationId xmlns:a16="http://schemas.microsoft.com/office/drawing/2014/main" id="{3D749C8A-E129-CD4C-BB18-49CD4B576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102503" name="Rectangle 145">
                <a:extLst>
                  <a:ext uri="{FF2B5EF4-FFF2-40B4-BE49-F238E27FC236}">
                    <a16:creationId xmlns:a16="http://schemas.microsoft.com/office/drawing/2014/main" id="{E653955D-CD8A-DE4C-B476-9A2FC7DEA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504" name="Rectangle 146">
                <a:extLst>
                  <a:ext uri="{FF2B5EF4-FFF2-40B4-BE49-F238E27FC236}">
                    <a16:creationId xmlns:a16="http://schemas.microsoft.com/office/drawing/2014/main" id="{34516FC9-E440-A544-86A1-A0E3784CA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02486" name="Group 147">
              <a:extLst>
                <a:ext uri="{FF2B5EF4-FFF2-40B4-BE49-F238E27FC236}">
                  <a16:creationId xmlns:a16="http://schemas.microsoft.com/office/drawing/2014/main" id="{B63A49B8-DF25-4448-8D7F-63148F7FF2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102501" name="Rectangle 148">
                <a:extLst>
                  <a:ext uri="{FF2B5EF4-FFF2-40B4-BE49-F238E27FC236}">
                    <a16:creationId xmlns:a16="http://schemas.microsoft.com/office/drawing/2014/main" id="{AFDEB61A-2F37-C048-A1D5-B39CBC929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502" name="Rectangle 149">
                <a:extLst>
                  <a:ext uri="{FF2B5EF4-FFF2-40B4-BE49-F238E27FC236}">
                    <a16:creationId xmlns:a16="http://schemas.microsoft.com/office/drawing/2014/main" id="{6B998BD0-6558-364A-A9BE-8BE8487E7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02487" name="Group 150">
              <a:extLst>
                <a:ext uri="{FF2B5EF4-FFF2-40B4-BE49-F238E27FC236}">
                  <a16:creationId xmlns:a16="http://schemas.microsoft.com/office/drawing/2014/main" id="{EEB4B725-B22B-BE42-BC6D-4924BFEC0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102499" name="Rectangle 151">
                <a:extLst>
                  <a:ext uri="{FF2B5EF4-FFF2-40B4-BE49-F238E27FC236}">
                    <a16:creationId xmlns:a16="http://schemas.microsoft.com/office/drawing/2014/main" id="{BBE8DEA9-55B9-294F-BA80-59AE20DE2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2500" name="Rectangle 152">
                <a:extLst>
                  <a:ext uri="{FF2B5EF4-FFF2-40B4-BE49-F238E27FC236}">
                    <a16:creationId xmlns:a16="http://schemas.microsoft.com/office/drawing/2014/main" id="{FED778D5-171B-B04F-8573-98AE7C3F1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02488" name="Rectangle 153">
              <a:extLst>
                <a:ext uri="{FF2B5EF4-FFF2-40B4-BE49-F238E27FC236}">
                  <a16:creationId xmlns:a16="http://schemas.microsoft.com/office/drawing/2014/main" id="{39ACD775-AD32-864F-86DD-C3196216D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2489" name="Rectangle 154">
              <a:extLst>
                <a:ext uri="{FF2B5EF4-FFF2-40B4-BE49-F238E27FC236}">
                  <a16:creationId xmlns:a16="http://schemas.microsoft.com/office/drawing/2014/main" id="{E9813936-D089-6C4A-8778-6D228019F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imm16</a:t>
              </a:r>
            </a:p>
          </p:txBody>
        </p:sp>
        <p:sp>
          <p:nvSpPr>
            <p:cNvPr id="102490" name="Rectangle 155">
              <a:extLst>
                <a:ext uri="{FF2B5EF4-FFF2-40B4-BE49-F238E27FC236}">
                  <a16:creationId xmlns:a16="http://schemas.microsoft.com/office/drawing/2014/main" id="{7A9290AA-A90C-B148-B77C-FF0713A7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2491" name="Rectangle 156">
              <a:extLst>
                <a:ext uri="{FF2B5EF4-FFF2-40B4-BE49-F238E27FC236}">
                  <a16:creationId xmlns:a16="http://schemas.microsoft.com/office/drawing/2014/main" id="{96431AC0-F55E-ED43-8600-1AE501F47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02492" name="Rectangle 157">
              <a:extLst>
                <a:ext uri="{FF2B5EF4-FFF2-40B4-BE49-F238E27FC236}">
                  <a16:creationId xmlns:a16="http://schemas.microsoft.com/office/drawing/2014/main" id="{9B484C0A-EB21-BB40-B0DF-67D303D1E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02493" name="Rectangle 158">
              <a:extLst>
                <a:ext uri="{FF2B5EF4-FFF2-40B4-BE49-F238E27FC236}">
                  <a16:creationId xmlns:a16="http://schemas.microsoft.com/office/drawing/2014/main" id="{30900CAF-F96E-3642-A90C-514CF7BDC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02494" name="Rectangle 159">
              <a:extLst>
                <a:ext uri="{FF2B5EF4-FFF2-40B4-BE49-F238E27FC236}">
                  <a16:creationId xmlns:a16="http://schemas.microsoft.com/office/drawing/2014/main" id="{729F8DD5-6F25-7A40-8239-4BA099BB3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02495" name="Rectangle 160">
              <a:extLst>
                <a:ext uri="{FF2B5EF4-FFF2-40B4-BE49-F238E27FC236}">
                  <a16:creationId xmlns:a16="http://schemas.microsoft.com/office/drawing/2014/main" id="{431FC16E-A990-324B-928E-53E25BCE8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2496" name="Rectangle 161">
              <a:extLst>
                <a:ext uri="{FF2B5EF4-FFF2-40B4-BE49-F238E27FC236}">
                  <a16:creationId xmlns:a16="http://schemas.microsoft.com/office/drawing/2014/main" id="{A04F3796-557F-D944-813A-26521D5FD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2497" name="Rectangle 162">
              <a:extLst>
                <a:ext uri="{FF2B5EF4-FFF2-40B4-BE49-F238E27FC236}">
                  <a16:creationId xmlns:a16="http://schemas.microsoft.com/office/drawing/2014/main" id="{C13FB42A-6A2F-D347-8E8F-5B77A862F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2498" name="Rectangle 163">
              <a:extLst>
                <a:ext uri="{FF2B5EF4-FFF2-40B4-BE49-F238E27FC236}">
                  <a16:creationId xmlns:a16="http://schemas.microsoft.com/office/drawing/2014/main" id="{466419F0-F9D5-C848-A0F7-E49B7EB33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3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365" grpId="0"/>
      <p:bldP spid="22336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B31081D5-CA37-2E4D-A08B-BC64B604E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53752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下地址计算逻辑的设计</a:t>
            </a: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F9F1E2B7-4CD2-CE46-BFB6-A7A779C4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6225" y="835025"/>
            <a:ext cx="8410575" cy="16335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位地址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PC&lt;31:0&gt; = PC&lt;31:0&gt; + 4</a:t>
            </a:r>
          </a:p>
          <a:p>
            <a:pPr lvl="1"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PC&lt;31:0&gt; = PC&lt;31:0&gt; + 4 + SignExt[Imm16] × 4</a:t>
            </a:r>
          </a:p>
          <a:p>
            <a:pPr>
              <a:lnSpc>
                <a:spcPct val="120000"/>
              </a:lnSpc>
            </a:pPr>
            <a:endParaRPr lang="zh-CN" altLang="en-US" sz="2000">
              <a:ea typeface="黑体" panose="02010609060101010101" pitchFamily="49" charset="-122"/>
            </a:endParaRPr>
          </a:p>
        </p:txBody>
      </p:sp>
      <p:sp>
        <p:nvSpPr>
          <p:cNvPr id="225284" name="Rectangle 4">
            <a:extLst>
              <a:ext uri="{FF2B5EF4-FFF2-40B4-BE49-F238E27FC236}">
                <a16:creationId xmlns:a16="http://schemas.microsoft.com/office/drawing/2014/main" id="{DA8F07E3-BFEC-7040-BA83-3AB068BD6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876550"/>
            <a:ext cx="77914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MIPS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按字节编址，每条指令为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位，占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个字节，故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的值总是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的倍数，即后两位为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，因此，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只需要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位即可。</a:t>
            </a:r>
          </a:p>
        </p:txBody>
      </p:sp>
      <p:sp>
        <p:nvSpPr>
          <p:cNvPr id="225285" name="Rectangle 5">
            <a:extLst>
              <a:ext uri="{FF2B5EF4-FFF2-40B4-BE49-F238E27FC236}">
                <a16:creationId xmlns:a16="http://schemas.microsoft.com/office/drawing/2014/main" id="{8825E9BF-75A0-4E41-A741-0C747F250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4418013"/>
            <a:ext cx="8288338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下地址计算逻辑简化为：</a:t>
            </a:r>
          </a:p>
          <a:p>
            <a:pPr>
              <a:lnSpc>
                <a:spcPct val="140000"/>
              </a:lnSpc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PC&lt;31:2&gt; = PC&lt;31:2&gt; + 1</a:t>
            </a:r>
          </a:p>
          <a:p>
            <a:pPr lvl="1">
              <a:lnSpc>
                <a:spcPct val="14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PC&lt;31:2&gt; = PC&lt;31:2&gt; + 1 + SignExt[Imm16]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40000"/>
              </a:lnSpc>
              <a:spcBef>
                <a:spcPct val="15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指令地址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= PC&lt;31:2&gt;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串接 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00”</a:t>
            </a:r>
          </a:p>
        </p:txBody>
      </p:sp>
      <p:sp>
        <p:nvSpPr>
          <p:cNvPr id="225286" name="Text Box 6">
            <a:extLst>
              <a:ext uri="{FF2B5EF4-FFF2-40B4-BE49-F238E27FC236}">
                <a16:creationId xmlns:a16="http://schemas.microsoft.com/office/drawing/2014/main" id="{E3014475-82F6-794B-89B8-048FA84D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75" y="3979863"/>
            <a:ext cx="7377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采用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30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位后，其转移地址计算逻辑变得更加简单。</a:t>
            </a:r>
          </a:p>
        </p:txBody>
      </p:sp>
      <p:sp>
        <p:nvSpPr>
          <p:cNvPr id="225288" name="Text Box 8">
            <a:extLst>
              <a:ext uri="{FF2B5EF4-FFF2-40B4-BE49-F238E27FC236}">
                <a16:creationId xmlns:a16="http://schemas.microsoft.com/office/drawing/2014/main" id="{5801B44C-BC67-1345-BA37-DC4280B0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2149475"/>
            <a:ext cx="8618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时，可用左移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位实现“</a:t>
            </a:r>
            <a:r>
              <a:rPr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4”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操作，计算转移地址用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个加法器！ 可以用更简便的方式实现如下：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4" grpId="0"/>
      <p:bldP spid="225285" grpId="0"/>
      <p:bldP spid="225286" grpId="0"/>
      <p:bldP spid="22528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F17271F-2DD7-C445-BEBD-576E880AA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62515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下址逻辑设计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8DE9E2D-31F2-6C47-855A-3492A6092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685800"/>
            <a:ext cx="8356600" cy="184785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Using a 30-bit PC:</a:t>
            </a:r>
          </a:p>
          <a:p>
            <a:pPr lvl="1">
              <a:spcBef>
                <a:spcPct val="20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PC&lt;31:2&gt; = PC&lt;31:2&gt; + 1</a:t>
            </a:r>
          </a:p>
          <a:p>
            <a:pPr lvl="1">
              <a:spcBef>
                <a:spcPct val="20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转移执行时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PC&lt;31:2&gt; = PC&lt;31:2&gt; + 1 + SignExt[Imm16]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20000"/>
              </a:spcBef>
            </a:pP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取指令时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指令地址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= PC&lt;31:2&gt; concat “00”</a:t>
            </a:r>
          </a:p>
          <a:p>
            <a:pPr lvl="1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endParaRPr lang="en-US" altLang="zh-CN" sz="2000">
              <a:ea typeface="黑体" panose="02010609060101010101" pitchFamily="49" charset="-122"/>
            </a:endParaRPr>
          </a:p>
        </p:txBody>
      </p:sp>
      <p:sp>
        <p:nvSpPr>
          <p:cNvPr id="106500" name="Line 4">
            <a:extLst>
              <a:ext uri="{FF2B5EF4-FFF2-40B4-BE49-F238E27FC236}">
                <a16:creationId xmlns:a16="http://schemas.microsoft.com/office/drawing/2014/main" id="{B7585D17-0384-B740-B06C-BBAED1E9A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3109913"/>
            <a:ext cx="1193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1" name="Line 5">
            <a:extLst>
              <a:ext uri="{FF2B5EF4-FFF2-40B4-BE49-F238E27FC236}">
                <a16:creationId xmlns:a16="http://schemas.microsoft.com/office/drawing/2014/main" id="{1688B70D-3A71-6F4C-BD60-3C47CBFF4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3450" y="304482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2" name="Rectangle 6">
            <a:extLst>
              <a:ext uri="{FF2B5EF4-FFF2-40B4-BE49-F238E27FC236}">
                <a16:creationId xmlns:a16="http://schemas.microsoft.com/office/drawing/2014/main" id="{8D327E55-DE9A-6C4E-9C19-135A18B1B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1797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06503" name="Line 7">
            <a:extLst>
              <a:ext uri="{FF2B5EF4-FFF2-40B4-BE49-F238E27FC236}">
                <a16:creationId xmlns:a16="http://schemas.microsoft.com/office/drawing/2014/main" id="{DAE39AE6-0ED1-A94C-85BF-F4720FCEB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3338513"/>
            <a:ext cx="195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4" name="Line 8">
            <a:extLst>
              <a:ext uri="{FF2B5EF4-FFF2-40B4-BE49-F238E27FC236}">
                <a16:creationId xmlns:a16="http://schemas.microsoft.com/office/drawing/2014/main" id="{6755F285-1FC3-6349-A124-17EE9DF541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8050" y="3268663"/>
            <a:ext cx="88900" cy="166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5" name="Rectangle 9">
            <a:extLst>
              <a:ext uri="{FF2B5EF4-FFF2-40B4-BE49-F238E27FC236}">
                <a16:creationId xmlns:a16="http://schemas.microsoft.com/office/drawing/2014/main" id="{F96AECE9-FCC6-4E4A-9AF4-33E55894F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34432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06506" name="Rectangle 10">
            <a:extLst>
              <a:ext uri="{FF2B5EF4-FFF2-40B4-BE49-F238E27FC236}">
                <a16:creationId xmlns:a16="http://schemas.microsoft.com/office/drawing/2014/main" id="{59166750-27F5-C24F-BF3D-BC42A521CDF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732881" y="4760119"/>
            <a:ext cx="1133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SignExt</a:t>
            </a:r>
          </a:p>
        </p:txBody>
      </p:sp>
      <p:sp>
        <p:nvSpPr>
          <p:cNvPr id="106507" name="Line 11">
            <a:extLst>
              <a:ext uri="{FF2B5EF4-FFF2-40B4-BE49-F238E27FC236}">
                <a16:creationId xmlns:a16="http://schemas.microsoft.com/office/drawing/2014/main" id="{37C40E2A-99DD-984D-9CC4-479DD3D94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900" y="41719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8" name="Rectangle 12">
            <a:extLst>
              <a:ext uri="{FF2B5EF4-FFF2-40B4-BE49-F238E27FC236}">
                <a16:creationId xmlns:a16="http://schemas.microsoft.com/office/drawing/2014/main" id="{BBE88DCA-BE50-2948-AA2C-2A5ABB368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9163" y="42830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06509" name="Line 13">
            <a:extLst>
              <a:ext uri="{FF2B5EF4-FFF2-40B4-BE49-F238E27FC236}">
                <a16:creationId xmlns:a16="http://schemas.microsoft.com/office/drawing/2014/main" id="{32F46D9C-873C-0E49-8BF6-F453E29A61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0450" y="41068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0" name="Line 14">
            <a:extLst>
              <a:ext uri="{FF2B5EF4-FFF2-40B4-BE49-F238E27FC236}">
                <a16:creationId xmlns:a16="http://schemas.microsoft.com/office/drawing/2014/main" id="{8A8CDF80-C0FD-504D-B007-1970E9BAF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4862513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1" name="Line 15">
            <a:extLst>
              <a:ext uri="{FF2B5EF4-FFF2-40B4-BE49-F238E27FC236}">
                <a16:creationId xmlns:a16="http://schemas.microsoft.com/office/drawing/2014/main" id="{EF836456-F551-D54C-AD34-7BF1578969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0650" y="4779963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2" name="Rectangle 16">
            <a:extLst>
              <a:ext uri="{FF2B5EF4-FFF2-40B4-BE49-F238E27FC236}">
                <a16:creationId xmlns:a16="http://schemas.microsoft.com/office/drawing/2014/main" id="{7AE02E7F-37C9-DC4A-A5D3-99C5ED603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48450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06513" name="Rectangle 17">
            <a:extLst>
              <a:ext uri="{FF2B5EF4-FFF2-40B4-BE49-F238E27FC236}">
                <a16:creationId xmlns:a16="http://schemas.microsoft.com/office/drawing/2014/main" id="{30EC7437-D76D-1848-900D-DFA774E97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725" y="467042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06514" name="Line 18">
            <a:extLst>
              <a:ext uri="{FF2B5EF4-FFF2-40B4-BE49-F238E27FC236}">
                <a16:creationId xmlns:a16="http://schemas.microsoft.com/office/drawing/2014/main" id="{9C820058-17D3-7842-9AB7-7792C231A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4900" y="3978275"/>
            <a:ext cx="5080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5" name="Rectangle 19">
            <a:extLst>
              <a:ext uri="{FF2B5EF4-FFF2-40B4-BE49-F238E27FC236}">
                <a16:creationId xmlns:a16="http://schemas.microsoft.com/office/drawing/2014/main" id="{14D59A38-308F-DB4F-8A7F-3E49A3E7A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341813"/>
            <a:ext cx="355600" cy="1092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06516" name="Group 20">
            <a:extLst>
              <a:ext uri="{FF2B5EF4-FFF2-40B4-BE49-F238E27FC236}">
                <a16:creationId xmlns:a16="http://schemas.microsoft.com/office/drawing/2014/main" id="{025F0326-F0D3-7A49-800F-F59AE17D59A0}"/>
              </a:ext>
            </a:extLst>
          </p:cNvPr>
          <p:cNvGrpSpPr>
            <a:grpSpLocks/>
          </p:cNvGrpSpPr>
          <p:nvPr/>
        </p:nvGrpSpPr>
        <p:grpSpPr bwMode="auto">
          <a:xfrm>
            <a:off x="5262563" y="3092450"/>
            <a:ext cx="376237" cy="1325563"/>
            <a:chOff x="3315" y="2101"/>
            <a:chExt cx="237" cy="835"/>
          </a:xfrm>
        </p:grpSpPr>
        <p:grpSp>
          <p:nvGrpSpPr>
            <p:cNvPr id="106585" name="Group 21">
              <a:extLst>
                <a:ext uri="{FF2B5EF4-FFF2-40B4-BE49-F238E27FC236}">
                  <a16:creationId xmlns:a16="http://schemas.microsoft.com/office/drawing/2014/main" id="{40E117E9-181A-0546-8495-39BA2A9F9E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01"/>
              <a:ext cx="192" cy="835"/>
              <a:chOff x="3360" y="2101"/>
              <a:chExt cx="192" cy="835"/>
            </a:xfrm>
          </p:grpSpPr>
          <p:sp>
            <p:nvSpPr>
              <p:cNvPr id="106589" name="Line 22">
                <a:extLst>
                  <a:ext uri="{FF2B5EF4-FFF2-40B4-BE49-F238E27FC236}">
                    <a16:creationId xmlns:a16="http://schemas.microsoft.com/office/drawing/2014/main" id="{9767EF86-0917-744D-B181-B0C7D58B9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101"/>
                <a:ext cx="0" cy="81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590" name="Line 23">
                <a:extLst>
                  <a:ext uri="{FF2B5EF4-FFF2-40B4-BE49-F238E27FC236}">
                    <a16:creationId xmlns:a16="http://schemas.microsoft.com/office/drawing/2014/main" id="{97B7F054-1BEF-224B-AADD-E24A1FB1B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8" y="2101"/>
                <a:ext cx="176" cy="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591" name="Line 24">
                <a:extLst>
                  <a:ext uri="{FF2B5EF4-FFF2-40B4-BE49-F238E27FC236}">
                    <a16:creationId xmlns:a16="http://schemas.microsoft.com/office/drawing/2014/main" id="{869C671A-8D84-4840-804B-19CD11C9E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8" y="2809"/>
                <a:ext cx="176" cy="1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592" name="Line 25">
                <a:extLst>
                  <a:ext uri="{FF2B5EF4-FFF2-40B4-BE49-F238E27FC236}">
                    <a16:creationId xmlns:a16="http://schemas.microsoft.com/office/drawing/2014/main" id="{FB5C15D6-9C82-6D43-AE6A-6439CC33B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212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6586" name="Rectangle 26">
              <a:extLst>
                <a:ext uri="{FF2B5EF4-FFF2-40B4-BE49-F238E27FC236}">
                  <a16:creationId xmlns:a16="http://schemas.microsoft.com/office/drawing/2014/main" id="{F69EDA49-0123-C444-B024-825EB4A5B0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29" y="2422"/>
              <a:ext cx="40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Mux</a:t>
              </a:r>
            </a:p>
          </p:txBody>
        </p:sp>
        <p:sp>
          <p:nvSpPr>
            <p:cNvPr id="106587" name="Rectangle 27">
              <a:extLst>
                <a:ext uri="{FF2B5EF4-FFF2-40B4-BE49-F238E27FC236}">
                  <a16:creationId xmlns:a16="http://schemas.microsoft.com/office/drawing/2014/main" id="{2E4337FA-0E25-594B-A42A-39F697289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2181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6588" name="Rectangle 28">
              <a:extLst>
                <a:ext uri="{FF2B5EF4-FFF2-40B4-BE49-F238E27FC236}">
                  <a16:creationId xmlns:a16="http://schemas.microsoft.com/office/drawing/2014/main" id="{DCCC8416-A5FF-E843-97A1-BD7D91712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2651"/>
              <a:ext cx="18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06517" name="Group 29">
            <a:extLst>
              <a:ext uri="{FF2B5EF4-FFF2-40B4-BE49-F238E27FC236}">
                <a16:creationId xmlns:a16="http://schemas.microsoft.com/office/drawing/2014/main" id="{9EB3089E-E416-C142-8049-49422CFC054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978150"/>
            <a:ext cx="457200" cy="1157288"/>
            <a:chOff x="1824" y="2029"/>
            <a:chExt cx="288" cy="729"/>
          </a:xfrm>
        </p:grpSpPr>
        <p:sp>
          <p:nvSpPr>
            <p:cNvPr id="106577" name="Line 30">
              <a:extLst>
                <a:ext uri="{FF2B5EF4-FFF2-40B4-BE49-F238E27FC236}">
                  <a16:creationId xmlns:a16="http://schemas.microsoft.com/office/drawing/2014/main" id="{F7D91C07-9DF0-4044-B472-D70C202F7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029"/>
              <a:ext cx="0" cy="1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8" name="Line 31">
              <a:extLst>
                <a:ext uri="{FF2B5EF4-FFF2-40B4-BE49-F238E27FC236}">
                  <a16:creationId xmlns:a16="http://schemas.microsoft.com/office/drawing/2014/main" id="{DC9CE15D-06CD-2649-B4A0-AF803E78F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2029"/>
              <a:ext cx="272" cy="1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9" name="Line 32">
              <a:extLst>
                <a:ext uri="{FF2B5EF4-FFF2-40B4-BE49-F238E27FC236}">
                  <a16:creationId xmlns:a16="http://schemas.microsoft.com/office/drawing/2014/main" id="{8CE81186-943B-0A4F-BAC6-87129A21D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2211"/>
              <a:ext cx="128" cy="7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80" name="Line 33">
              <a:extLst>
                <a:ext uri="{FF2B5EF4-FFF2-40B4-BE49-F238E27FC236}">
                  <a16:creationId xmlns:a16="http://schemas.microsoft.com/office/drawing/2014/main" id="{EE9644D6-DD06-5A4A-BC0A-DFFC8B37CF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303"/>
              <a:ext cx="0" cy="1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81" name="Line 34">
              <a:extLst>
                <a:ext uri="{FF2B5EF4-FFF2-40B4-BE49-F238E27FC236}">
                  <a16:creationId xmlns:a16="http://schemas.microsoft.com/office/drawing/2014/main" id="{FD315794-8C53-B24B-9C0A-F46478AC4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211"/>
              <a:ext cx="0" cy="3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82" name="Line 35">
              <a:extLst>
                <a:ext uri="{FF2B5EF4-FFF2-40B4-BE49-F238E27FC236}">
                  <a16:creationId xmlns:a16="http://schemas.microsoft.com/office/drawing/2014/main" id="{0B936227-49B8-0544-BCD4-479D5EC58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2" y="2469"/>
              <a:ext cx="128" cy="1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83" name="Line 36">
              <a:extLst>
                <a:ext uri="{FF2B5EF4-FFF2-40B4-BE49-F238E27FC236}">
                  <a16:creationId xmlns:a16="http://schemas.microsoft.com/office/drawing/2014/main" id="{82370DBA-03D8-654B-8D8A-FC6A5905E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2576"/>
              <a:ext cx="0" cy="1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84" name="Line 37">
              <a:extLst>
                <a:ext uri="{FF2B5EF4-FFF2-40B4-BE49-F238E27FC236}">
                  <a16:creationId xmlns:a16="http://schemas.microsoft.com/office/drawing/2014/main" id="{6141D373-A412-9944-924B-9961E6DB9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2" y="2560"/>
              <a:ext cx="272" cy="19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518" name="Rectangle 38">
            <a:extLst>
              <a:ext uri="{FF2B5EF4-FFF2-40B4-BE49-F238E27FC236}">
                <a16:creationId xmlns:a16="http://schemas.microsoft.com/office/drawing/2014/main" id="{F3A2241B-8EC5-F847-8CCB-50009BA1F9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812256" y="3317082"/>
            <a:ext cx="841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Adder</a:t>
            </a:r>
          </a:p>
        </p:txBody>
      </p:sp>
      <p:sp>
        <p:nvSpPr>
          <p:cNvPr id="106519" name="Rectangle 39">
            <a:extLst>
              <a:ext uri="{FF2B5EF4-FFF2-40B4-BE49-F238E27FC236}">
                <a16:creationId xmlns:a16="http://schemas.microsoft.com/office/drawing/2014/main" id="{1A33292F-332E-DF49-9979-A1E4A5794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713" y="3795713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0000FF"/>
                </a:solidFill>
                <a:ea typeface="宋体" panose="02010600030101010101" pitchFamily="2" charset="-122"/>
              </a:rPr>
              <a:t>“1”</a:t>
            </a:r>
          </a:p>
        </p:txBody>
      </p:sp>
      <p:grpSp>
        <p:nvGrpSpPr>
          <p:cNvPr id="106520" name="Group 40">
            <a:extLst>
              <a:ext uri="{FF2B5EF4-FFF2-40B4-BE49-F238E27FC236}">
                <a16:creationId xmlns:a16="http://schemas.microsoft.com/office/drawing/2014/main" id="{22213597-5468-EA4D-8FF7-343FBF2277C7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2513013"/>
            <a:ext cx="585788" cy="2103437"/>
            <a:chOff x="824" y="1736"/>
            <a:chExt cx="369" cy="1325"/>
          </a:xfrm>
        </p:grpSpPr>
        <p:sp>
          <p:nvSpPr>
            <p:cNvPr id="106572" name="Rectangle 41">
              <a:extLst>
                <a:ext uri="{FF2B5EF4-FFF2-40B4-BE49-F238E27FC236}">
                  <a16:creationId xmlns:a16="http://schemas.microsoft.com/office/drawing/2014/main" id="{C70EB7D9-2487-D74A-8129-6EB7A92EA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736"/>
              <a:ext cx="176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6573" name="Oval 42">
              <a:extLst>
                <a:ext uri="{FF2B5EF4-FFF2-40B4-BE49-F238E27FC236}">
                  <a16:creationId xmlns:a16="http://schemas.microsoft.com/office/drawing/2014/main" id="{C1EB2429-4BBE-D647-89E8-AB66B3284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504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6574" name="Line 43">
              <a:extLst>
                <a:ext uri="{FF2B5EF4-FFF2-40B4-BE49-F238E27FC236}">
                  <a16:creationId xmlns:a16="http://schemas.microsoft.com/office/drawing/2014/main" id="{00C0CB5F-4821-9746-B4E8-94BB2D957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600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5" name="Rectangle 44">
              <a:extLst>
                <a:ext uri="{FF2B5EF4-FFF2-40B4-BE49-F238E27FC236}">
                  <a16:creationId xmlns:a16="http://schemas.microsoft.com/office/drawing/2014/main" id="{901ABD92-EFC4-E44E-933A-8D0D102D1B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2" y="2068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06576" name="Rectangle 45">
              <a:extLst>
                <a:ext uri="{FF2B5EF4-FFF2-40B4-BE49-F238E27FC236}">
                  <a16:creationId xmlns:a16="http://schemas.microsoft.com/office/drawing/2014/main" id="{F71A97F3-02AA-364B-A844-5CE9D41C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832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chemeClr val="accent1"/>
                  </a:solidFill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106521" name="Group 47">
            <a:extLst>
              <a:ext uri="{FF2B5EF4-FFF2-40B4-BE49-F238E27FC236}">
                <a16:creationId xmlns:a16="http://schemas.microsoft.com/office/drawing/2014/main" id="{B6733AD3-369D-C047-A801-43DA331CE532}"/>
              </a:ext>
            </a:extLst>
          </p:cNvPr>
          <p:cNvGrpSpPr>
            <a:grpSpLocks/>
          </p:cNvGrpSpPr>
          <p:nvPr/>
        </p:nvGrpSpPr>
        <p:grpSpPr bwMode="auto">
          <a:xfrm>
            <a:off x="4176713" y="3587750"/>
            <a:ext cx="457200" cy="1157288"/>
            <a:chOff x="2640" y="2413"/>
            <a:chExt cx="288" cy="729"/>
          </a:xfrm>
        </p:grpSpPr>
        <p:sp>
          <p:nvSpPr>
            <p:cNvPr id="106564" name="Line 48">
              <a:extLst>
                <a:ext uri="{FF2B5EF4-FFF2-40B4-BE49-F238E27FC236}">
                  <a16:creationId xmlns:a16="http://schemas.microsoft.com/office/drawing/2014/main" id="{DA7A9760-08E1-8643-9539-9E705DC21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13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5" name="Line 49">
              <a:extLst>
                <a:ext uri="{FF2B5EF4-FFF2-40B4-BE49-F238E27FC236}">
                  <a16:creationId xmlns:a16="http://schemas.microsoft.com/office/drawing/2014/main" id="{EA1299AF-1387-0642-BFC0-992CA081B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413"/>
              <a:ext cx="27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6" name="Line 50">
              <a:extLst>
                <a:ext uri="{FF2B5EF4-FFF2-40B4-BE49-F238E27FC236}">
                  <a16:creationId xmlns:a16="http://schemas.microsoft.com/office/drawing/2014/main" id="{2DF03C41-0F30-DE4B-B1F1-5FF785DE9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595"/>
              <a:ext cx="128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7" name="Line 51">
              <a:extLst>
                <a:ext uri="{FF2B5EF4-FFF2-40B4-BE49-F238E27FC236}">
                  <a16:creationId xmlns:a16="http://schemas.microsoft.com/office/drawing/2014/main" id="{2C5DCD7E-0A7E-134F-AC9F-67B63E93E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687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8" name="Line 52">
              <a:extLst>
                <a:ext uri="{FF2B5EF4-FFF2-40B4-BE49-F238E27FC236}">
                  <a16:creationId xmlns:a16="http://schemas.microsoft.com/office/drawing/2014/main" id="{16C3405E-1BDE-BC4D-943E-A12865727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95"/>
              <a:ext cx="0" cy="3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9" name="Line 53">
              <a:extLst>
                <a:ext uri="{FF2B5EF4-FFF2-40B4-BE49-F238E27FC236}">
                  <a16:creationId xmlns:a16="http://schemas.microsoft.com/office/drawing/2014/main" id="{FDC6401C-1DFF-4D45-90A8-1D4D9E13F4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853"/>
              <a:ext cx="128" cy="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0" name="Line 54">
              <a:extLst>
                <a:ext uri="{FF2B5EF4-FFF2-40B4-BE49-F238E27FC236}">
                  <a16:creationId xmlns:a16="http://schemas.microsoft.com/office/drawing/2014/main" id="{2F61BCF1-3E49-9448-9929-1300C3237B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960"/>
              <a:ext cx="0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71" name="Line 55">
              <a:extLst>
                <a:ext uri="{FF2B5EF4-FFF2-40B4-BE49-F238E27FC236}">
                  <a16:creationId xmlns:a16="http://schemas.microsoft.com/office/drawing/2014/main" id="{92BA59B8-D2DE-4C4B-8796-FD21F375F5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2944"/>
              <a:ext cx="272" cy="1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522" name="Rectangle 56">
            <a:extLst>
              <a:ext uri="{FF2B5EF4-FFF2-40B4-BE49-F238E27FC236}">
                <a16:creationId xmlns:a16="http://schemas.microsoft.com/office/drawing/2014/main" id="{A6469D26-0DAB-C44C-AD64-D0FE1D81FC4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093369" y="3953669"/>
            <a:ext cx="841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Adder</a:t>
            </a:r>
          </a:p>
        </p:txBody>
      </p:sp>
      <p:sp>
        <p:nvSpPr>
          <p:cNvPr id="106523" name="Line 57">
            <a:extLst>
              <a:ext uri="{FF2B5EF4-FFF2-40B4-BE49-F238E27FC236}">
                <a16:creationId xmlns:a16="http://schemas.microsoft.com/office/drawing/2014/main" id="{D9A60C7D-008F-434B-A169-72EDEBB833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46291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4" name="Rectangle 58">
            <a:extLst>
              <a:ext uri="{FF2B5EF4-FFF2-40B4-BE49-F238E27FC236}">
                <a16:creationId xmlns:a16="http://schemas.microsoft.com/office/drawing/2014/main" id="{7873AE01-4A27-BC45-B036-6B6034640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46640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06525" name="Line 59">
            <a:extLst>
              <a:ext uri="{FF2B5EF4-FFF2-40B4-BE49-F238E27FC236}">
                <a16:creationId xmlns:a16="http://schemas.microsoft.com/office/drawing/2014/main" id="{A410E9F7-5133-CC47-933D-42E8284C3B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7450" y="45640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26" name="Group 60">
            <a:extLst>
              <a:ext uri="{FF2B5EF4-FFF2-40B4-BE49-F238E27FC236}">
                <a16:creationId xmlns:a16="http://schemas.microsoft.com/office/drawing/2014/main" id="{2E979492-BFF7-2947-A931-197DE6094911}"/>
              </a:ext>
            </a:extLst>
          </p:cNvPr>
          <p:cNvGrpSpPr>
            <a:grpSpLocks/>
          </p:cNvGrpSpPr>
          <p:nvPr/>
        </p:nvGrpSpPr>
        <p:grpSpPr bwMode="auto">
          <a:xfrm>
            <a:off x="5332413" y="4616450"/>
            <a:ext cx="385762" cy="385763"/>
            <a:chOff x="3359" y="3061"/>
            <a:chExt cx="243" cy="243"/>
          </a:xfrm>
        </p:grpSpPr>
        <p:sp>
          <p:nvSpPr>
            <p:cNvPr id="106559" name="Arc 61">
              <a:extLst>
                <a:ext uri="{FF2B5EF4-FFF2-40B4-BE49-F238E27FC236}">
                  <a16:creationId xmlns:a16="http://schemas.microsoft.com/office/drawing/2014/main" id="{FDC9AB87-E204-2B4C-A6E9-4CDD3557130B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371" y="3049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0" name="Arc 62">
              <a:extLst>
                <a:ext uri="{FF2B5EF4-FFF2-40B4-BE49-F238E27FC236}">
                  <a16:creationId xmlns:a16="http://schemas.microsoft.com/office/drawing/2014/main" id="{B6B76115-A218-0C4C-8B1D-743D3AEAD61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499" y="3049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1" name="Line 63">
              <a:extLst>
                <a:ext uri="{FF2B5EF4-FFF2-40B4-BE49-F238E27FC236}">
                  <a16:creationId xmlns:a16="http://schemas.microsoft.com/office/drawing/2014/main" id="{65303876-48FD-FF46-96B0-E281B2E01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159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2" name="Line 64">
              <a:extLst>
                <a:ext uri="{FF2B5EF4-FFF2-40B4-BE49-F238E27FC236}">
                  <a16:creationId xmlns:a16="http://schemas.microsoft.com/office/drawing/2014/main" id="{97DD2BF8-4E29-DB48-A74C-6F4AC6766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3304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563" name="Line 65">
              <a:extLst>
                <a:ext uri="{FF2B5EF4-FFF2-40B4-BE49-F238E27FC236}">
                  <a16:creationId xmlns:a16="http://schemas.microsoft.com/office/drawing/2014/main" id="{0D3EAC96-DB2E-6041-BE50-CBAF1157A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159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527" name="Line 66">
            <a:extLst>
              <a:ext uri="{FF2B5EF4-FFF2-40B4-BE49-F238E27FC236}">
                <a16:creationId xmlns:a16="http://schemas.microsoft.com/office/drawing/2014/main" id="{6441DBEB-113A-1045-B0F6-FBBE02F1DB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4500" y="4318000"/>
            <a:ext cx="0" cy="2936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8" name="Line 67">
            <a:extLst>
              <a:ext uri="{FF2B5EF4-FFF2-40B4-BE49-F238E27FC236}">
                <a16:creationId xmlns:a16="http://schemas.microsoft.com/office/drawing/2014/main" id="{E1D136AD-FDCF-324A-A39C-065B787C8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02761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9" name="Line 68">
            <a:extLst>
              <a:ext uri="{FF2B5EF4-FFF2-40B4-BE49-F238E27FC236}">
                <a16:creationId xmlns:a16="http://schemas.microsoft.com/office/drawing/2014/main" id="{69EF1675-427B-1547-97D8-BE9DD626B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027613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0" name="Line 69">
            <a:extLst>
              <a:ext uri="{FF2B5EF4-FFF2-40B4-BE49-F238E27FC236}">
                <a16:creationId xmlns:a16="http://schemas.microsoft.com/office/drawing/2014/main" id="{F8EAB081-2BF6-9444-8237-0741DAC7C9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3719513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1" name="Line 70">
            <a:extLst>
              <a:ext uri="{FF2B5EF4-FFF2-40B4-BE49-F238E27FC236}">
                <a16:creationId xmlns:a16="http://schemas.microsoft.com/office/drawing/2014/main" id="{BFD86FAD-B4A8-9A47-9245-AD1C07858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335213"/>
            <a:ext cx="0" cy="139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2" name="Line 71">
            <a:extLst>
              <a:ext uri="{FF2B5EF4-FFF2-40B4-BE49-F238E27FC236}">
                <a16:creationId xmlns:a16="http://schemas.microsoft.com/office/drawing/2014/main" id="{D3F5CB98-4D36-9F4C-A816-B786602CE3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2347913"/>
            <a:ext cx="513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3" name="Line 72">
            <a:extLst>
              <a:ext uri="{FF2B5EF4-FFF2-40B4-BE49-F238E27FC236}">
                <a16:creationId xmlns:a16="http://schemas.microsoft.com/office/drawing/2014/main" id="{53A36004-6C48-1B40-90B4-4266586E5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360613"/>
            <a:ext cx="0" cy="73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4" name="Line 73">
            <a:extLst>
              <a:ext uri="{FF2B5EF4-FFF2-40B4-BE49-F238E27FC236}">
                <a16:creationId xmlns:a16="http://schemas.microsoft.com/office/drawing/2014/main" id="{1E15B051-397C-4F40-A8F7-E81534D3A9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310991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5" name="Line 74">
            <a:extLst>
              <a:ext uri="{FF2B5EF4-FFF2-40B4-BE49-F238E27FC236}">
                <a16:creationId xmlns:a16="http://schemas.microsoft.com/office/drawing/2014/main" id="{313CFF1E-1345-4447-8655-98D9C019E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2278063"/>
            <a:ext cx="88900" cy="166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36" name="Rectangle 75">
            <a:extLst>
              <a:ext uri="{FF2B5EF4-FFF2-40B4-BE49-F238E27FC236}">
                <a16:creationId xmlns:a16="http://schemas.microsoft.com/office/drawing/2014/main" id="{04AD0623-D8DF-8444-8C05-FAED1F28E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23764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06537" name="Rectangle 76">
            <a:extLst>
              <a:ext uri="{FF2B5EF4-FFF2-40B4-BE49-F238E27FC236}">
                <a16:creationId xmlns:a16="http://schemas.microsoft.com/office/drawing/2014/main" id="{15BB8002-B2B5-084E-BBCF-F19305D4B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413" y="5395913"/>
            <a:ext cx="968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06538" name="Rectangle 77">
            <a:extLst>
              <a:ext uri="{FF2B5EF4-FFF2-40B4-BE49-F238E27FC236}">
                <a16:creationId xmlns:a16="http://schemas.microsoft.com/office/drawing/2014/main" id="{FB20C775-8EEA-024C-B6E7-44565B7C1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675" y="5384800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06539" name="Rectangle 78">
            <a:extLst>
              <a:ext uri="{FF2B5EF4-FFF2-40B4-BE49-F238E27FC236}">
                <a16:creationId xmlns:a16="http://schemas.microsoft.com/office/drawing/2014/main" id="{B2EA3C67-E344-9945-B8A8-897EEBF74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75" y="2589213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6540" name="Rectangle 79">
            <a:extLst>
              <a:ext uri="{FF2B5EF4-FFF2-40B4-BE49-F238E27FC236}">
                <a16:creationId xmlns:a16="http://schemas.microsoft.com/office/drawing/2014/main" id="{50E7B35C-5F17-E74D-937C-0C60404C9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675" y="2576513"/>
            <a:ext cx="14192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Addr&lt;31:2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06541" name="Rectangle 80">
            <a:extLst>
              <a:ext uri="{FF2B5EF4-FFF2-40B4-BE49-F238E27FC236}">
                <a16:creationId xmlns:a16="http://schemas.microsoft.com/office/drawing/2014/main" id="{14A3131D-F0E9-D140-9BDF-B126E5CE5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5813" y="3262313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06542" name="Rectangle 81">
            <a:extLst>
              <a:ext uri="{FF2B5EF4-FFF2-40B4-BE49-F238E27FC236}">
                <a16:creationId xmlns:a16="http://schemas.microsoft.com/office/drawing/2014/main" id="{F16F2CC4-F261-F146-8545-51A739C9E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675" y="2881313"/>
            <a:ext cx="12922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06543" name="Line 82">
            <a:extLst>
              <a:ext uri="{FF2B5EF4-FFF2-40B4-BE49-F238E27FC236}">
                <a16:creationId xmlns:a16="http://schemas.microsoft.com/office/drawing/2014/main" id="{CED0D985-43CC-8643-A30F-B9CBC15BE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3500" y="3033713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4" name="Rectangle 83">
            <a:extLst>
              <a:ext uri="{FF2B5EF4-FFF2-40B4-BE49-F238E27FC236}">
                <a16:creationId xmlns:a16="http://schemas.microsoft.com/office/drawing/2014/main" id="{64CAF3E3-648B-7E47-A210-7270380EC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3033713"/>
            <a:ext cx="663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“00”</a:t>
            </a:r>
          </a:p>
        </p:txBody>
      </p:sp>
      <p:sp>
        <p:nvSpPr>
          <p:cNvPr id="106545" name="Line 84">
            <a:extLst>
              <a:ext uri="{FF2B5EF4-FFF2-40B4-BE49-F238E27FC236}">
                <a16:creationId xmlns:a16="http://schemas.microsoft.com/office/drawing/2014/main" id="{A94830D2-97C4-8244-B78E-FD22E1294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884613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6" name="Line 85">
            <a:extLst>
              <a:ext uri="{FF2B5EF4-FFF2-40B4-BE49-F238E27FC236}">
                <a16:creationId xmlns:a16="http://schemas.microsoft.com/office/drawing/2014/main" id="{F5822C22-D5EE-9340-881C-417789133A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02550" y="4246563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47" name="Rectangle 86">
            <a:extLst>
              <a:ext uri="{FF2B5EF4-FFF2-40B4-BE49-F238E27FC236}">
                <a16:creationId xmlns:a16="http://schemas.microsoft.com/office/drawing/2014/main" id="{2923E84D-C449-7747-90B9-9BB821B15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410051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06548" name="Rectangle 87">
            <a:extLst>
              <a:ext uri="{FF2B5EF4-FFF2-40B4-BE49-F238E27FC236}">
                <a16:creationId xmlns:a16="http://schemas.microsoft.com/office/drawing/2014/main" id="{A0CDAD3F-7875-8542-B9E8-9B2C5B500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4938713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06549" name="Line 88">
            <a:extLst>
              <a:ext uri="{FF2B5EF4-FFF2-40B4-BE49-F238E27FC236}">
                <a16:creationId xmlns:a16="http://schemas.microsoft.com/office/drawing/2014/main" id="{F7B8EB09-8822-4641-B79D-8131DA8787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21100" y="3719513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0" name="Line 89">
            <a:extLst>
              <a:ext uri="{FF2B5EF4-FFF2-40B4-BE49-F238E27FC236}">
                <a16:creationId xmlns:a16="http://schemas.microsoft.com/office/drawing/2014/main" id="{6ADD85D8-FBAD-544E-9633-FD6C7F65B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35121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1" name="Line 90">
            <a:extLst>
              <a:ext uri="{FF2B5EF4-FFF2-40B4-BE49-F238E27FC236}">
                <a16:creationId xmlns:a16="http://schemas.microsoft.com/office/drawing/2014/main" id="{95781BFA-AF25-3B4B-878B-8EBDB735CB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25700" y="2728913"/>
            <a:ext cx="4673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2" name="Line 91">
            <a:extLst>
              <a:ext uri="{FF2B5EF4-FFF2-40B4-BE49-F238E27FC236}">
                <a16:creationId xmlns:a16="http://schemas.microsoft.com/office/drawing/2014/main" id="{4541E3FB-38E9-2144-B41D-F045A1AFFC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716213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3" name="Rectangle 92">
            <a:extLst>
              <a:ext uri="{FF2B5EF4-FFF2-40B4-BE49-F238E27FC236}">
                <a16:creationId xmlns:a16="http://schemas.microsoft.com/office/drawing/2014/main" id="{7B416561-DB60-1441-AFBA-46AE788FE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3" y="5126038"/>
            <a:ext cx="20669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06554" name="Line 93">
            <a:extLst>
              <a:ext uri="{FF2B5EF4-FFF2-40B4-BE49-F238E27FC236}">
                <a16:creationId xmlns:a16="http://schemas.microsoft.com/office/drawing/2014/main" id="{D78D3074-25F6-7245-9A7A-EB75A1785C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8050" y="266382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55" name="Rectangle 94">
            <a:extLst>
              <a:ext uri="{FF2B5EF4-FFF2-40B4-BE49-F238E27FC236}">
                <a16:creationId xmlns:a16="http://schemas.microsoft.com/office/drawing/2014/main" id="{936502BE-6654-ED45-8953-A0B5020B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27987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227423" name="Text Box 95">
            <a:extLst>
              <a:ext uri="{FF2B5EF4-FFF2-40B4-BE49-F238E27FC236}">
                <a16:creationId xmlns:a16="http://schemas.microsoft.com/office/drawing/2014/main" id="{FF0BCFF7-D54B-BD4E-8CBE-63EDD0787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5880100"/>
            <a:ext cx="84947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先根据当前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取指令，  计算的下条指令地址在下一个时钟到来后才能写入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227424" name="Text Box 96">
            <a:extLst>
              <a:ext uri="{FF2B5EF4-FFF2-40B4-BE49-F238E27FC236}">
                <a16:creationId xmlns:a16="http://schemas.microsoft.com/office/drawing/2014/main" id="{BC9479E4-6ABD-5E4D-BB18-88877E7CE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5400675"/>
            <a:ext cx="2879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ea typeface="黑体" panose="02010609060101010101" pitchFamily="49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标志位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ZF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产生！</a:t>
            </a:r>
          </a:p>
        </p:txBody>
      </p:sp>
      <p:sp>
        <p:nvSpPr>
          <p:cNvPr id="227426" name="Text Box 98">
            <a:extLst>
              <a:ext uri="{FF2B5EF4-FFF2-40B4-BE49-F238E27FC236}">
                <a16:creationId xmlns:a16="http://schemas.microsoft.com/office/drawing/2014/main" id="{45A16B57-F60F-BA46-9F7E-4750CA5B0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6253163"/>
            <a:ext cx="88868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为什么这里没有用“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ALU”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而是用“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Adder”?   “ALU”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Adder”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有什么差别？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423" grpId="0"/>
      <p:bldP spid="227424" grpId="0"/>
      <p:bldP spid="2274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33096D4A-5C58-904D-B210-06FA21DBB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203200"/>
            <a:ext cx="723582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无条件转移指令</a:t>
            </a:r>
          </a:p>
        </p:txBody>
      </p:sp>
      <p:sp>
        <p:nvSpPr>
          <p:cNvPr id="108547" name="Rectangle 75">
            <a:extLst>
              <a:ext uri="{FF2B5EF4-FFF2-40B4-BE49-F238E27FC236}">
                <a16:creationId xmlns:a16="http://schemas.microsoft.com/office/drawing/2014/main" id="{840F0FA1-0698-CC4D-92EA-44AB37C83D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638" y="901700"/>
            <a:ext cx="3232150" cy="4783138"/>
          </a:xfrm>
        </p:spPr>
        <p:txBody>
          <a:bodyPr/>
          <a:lstStyle/>
          <a:p>
            <a:pPr marL="342900" indent="-342900">
              <a:buFontTx/>
              <a:buNone/>
            </a:pP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实现目标（</a:t>
            </a:r>
            <a:r>
              <a:rPr lang="en-US" altLang="zh-CN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3399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条指令）：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pPr marL="342900" indent="-34290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marL="742950" lvl="1" indent="-285750"/>
            <a:r>
              <a:rPr lang="en-US" altLang="zh-CN">
                <a:solidFill>
                  <a:srgbClr val="6D6D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pPr marL="342900" indent="-34290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marL="742950" lvl="1" indent="-285750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231500" name="Text Box 76">
            <a:extLst>
              <a:ext uri="{FF2B5EF4-FFF2-40B4-BE49-F238E27FC236}">
                <a16:creationId xmlns:a16="http://schemas.microsoft.com/office/drawing/2014/main" id="{F1934391-353D-6E49-AEA1-60E2A5DD6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3" y="4071938"/>
            <a:ext cx="58499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accent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6.  </a:t>
            </a:r>
            <a:r>
              <a:rPr lang="zh-CN" altLang="en-US" sz="2200">
                <a:solidFill>
                  <a:schemeClr val="accent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考虑</a:t>
            </a:r>
            <a:r>
              <a:rPr lang="en-US" altLang="zh-CN" sz="2200">
                <a:solidFill>
                  <a:schemeClr val="accent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Jump</a:t>
            </a:r>
            <a:r>
              <a:rPr lang="zh-CN" altLang="en-US" sz="2200">
                <a:solidFill>
                  <a:schemeClr val="accent1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指令（无条件转移指令的代表）</a:t>
            </a:r>
          </a:p>
        </p:txBody>
      </p:sp>
      <p:grpSp>
        <p:nvGrpSpPr>
          <p:cNvPr id="231504" name="Group 80">
            <a:extLst>
              <a:ext uri="{FF2B5EF4-FFF2-40B4-BE49-F238E27FC236}">
                <a16:creationId xmlns:a16="http://schemas.microsoft.com/office/drawing/2014/main" id="{13D25C30-1A36-1841-956D-1FB6B3D5FD09}"/>
              </a:ext>
            </a:extLst>
          </p:cNvPr>
          <p:cNvGrpSpPr>
            <a:grpSpLocks/>
          </p:cNvGrpSpPr>
          <p:nvPr/>
        </p:nvGrpSpPr>
        <p:grpSpPr bwMode="auto">
          <a:xfrm>
            <a:off x="436563" y="5097463"/>
            <a:ext cx="8707437" cy="1058862"/>
            <a:chOff x="239" y="3259"/>
            <a:chExt cx="5485" cy="667"/>
          </a:xfrm>
        </p:grpSpPr>
        <p:sp>
          <p:nvSpPr>
            <p:cNvPr id="108620" name="Text Box 78">
              <a:extLst>
                <a:ext uri="{FF2B5EF4-FFF2-40B4-BE49-F238E27FC236}">
                  <a16:creationId xmlns:a16="http://schemas.microsoft.com/office/drawing/2014/main" id="{399FDA17-895C-B14F-B77D-888BAEE3B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" y="3394"/>
              <a:ext cx="1572" cy="212"/>
            </a:xfrm>
            <a:prstGeom prst="rect">
              <a:avLst/>
            </a:prstGeom>
            <a:solidFill>
              <a:srgbClr val="FF99CC">
                <a:alpha val="4196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621" name="Rectangle 79">
              <a:extLst>
                <a:ext uri="{FF2B5EF4-FFF2-40B4-BE49-F238E27FC236}">
                  <a16:creationId xmlns:a16="http://schemas.microsoft.com/office/drawing/2014/main" id="{2B799235-D2C4-2042-9167-29BFC1095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" y="3259"/>
              <a:ext cx="3840" cy="667"/>
            </a:xfrm>
            <a:prstGeom prst="rect">
              <a:avLst/>
            </a:prstGeom>
            <a:solidFill>
              <a:srgbClr val="FF99CC">
                <a:alpha val="34901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0800">
                  <a:solidFill>
                    <a:srgbClr val="FE9A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108550" name="Group 82">
            <a:extLst>
              <a:ext uri="{FF2B5EF4-FFF2-40B4-BE49-F238E27FC236}">
                <a16:creationId xmlns:a16="http://schemas.microsoft.com/office/drawing/2014/main" id="{863E9A2B-40A1-774D-A74E-560F36D48B81}"/>
              </a:ext>
            </a:extLst>
          </p:cNvPr>
          <p:cNvGrpSpPr>
            <a:grpSpLocks/>
          </p:cNvGrpSpPr>
          <p:nvPr/>
        </p:nvGrpSpPr>
        <p:grpSpPr bwMode="auto">
          <a:xfrm>
            <a:off x="3068638" y="2266950"/>
            <a:ext cx="5999162" cy="989013"/>
            <a:chOff x="1918" y="1392"/>
            <a:chExt cx="3763" cy="607"/>
          </a:xfrm>
        </p:grpSpPr>
        <p:sp>
          <p:nvSpPr>
            <p:cNvPr id="108599" name="Rectangle 83">
              <a:extLst>
                <a:ext uri="{FF2B5EF4-FFF2-40B4-BE49-F238E27FC236}">
                  <a16:creationId xmlns:a16="http://schemas.microsoft.com/office/drawing/2014/main" id="{75711182-17DD-E441-B0D3-E1F693858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8600" name="Group 84">
              <a:extLst>
                <a:ext uri="{FF2B5EF4-FFF2-40B4-BE49-F238E27FC236}">
                  <a16:creationId xmlns:a16="http://schemas.microsoft.com/office/drawing/2014/main" id="{BFE493FC-5A05-6946-A70F-CE75249CD3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108618" name="Rectangle 85">
                <a:extLst>
                  <a:ext uri="{FF2B5EF4-FFF2-40B4-BE49-F238E27FC236}">
                    <a16:creationId xmlns:a16="http://schemas.microsoft.com/office/drawing/2014/main" id="{4912D461-DFC1-8E4C-BF87-FD4BBAA1D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8619" name="Rectangle 86">
                <a:extLst>
                  <a:ext uri="{FF2B5EF4-FFF2-40B4-BE49-F238E27FC236}">
                    <a16:creationId xmlns:a16="http://schemas.microsoft.com/office/drawing/2014/main" id="{FA52F0B1-ACC2-3A4B-9FF8-D52230E8E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08601" name="Group 87">
              <a:extLst>
                <a:ext uri="{FF2B5EF4-FFF2-40B4-BE49-F238E27FC236}">
                  <a16:creationId xmlns:a16="http://schemas.microsoft.com/office/drawing/2014/main" id="{835DB3E0-E237-1D45-B36D-4BC807992D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108616" name="Rectangle 88">
                <a:extLst>
                  <a:ext uri="{FF2B5EF4-FFF2-40B4-BE49-F238E27FC236}">
                    <a16:creationId xmlns:a16="http://schemas.microsoft.com/office/drawing/2014/main" id="{7C2C8681-D1B4-CA49-8B58-C6703BD88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8617" name="Rectangle 89">
                <a:extLst>
                  <a:ext uri="{FF2B5EF4-FFF2-40B4-BE49-F238E27FC236}">
                    <a16:creationId xmlns:a16="http://schemas.microsoft.com/office/drawing/2014/main" id="{84112D4D-7896-014E-97B3-F67B8C429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08602" name="Group 90">
              <a:extLst>
                <a:ext uri="{FF2B5EF4-FFF2-40B4-BE49-F238E27FC236}">
                  <a16:creationId xmlns:a16="http://schemas.microsoft.com/office/drawing/2014/main" id="{CC4BAA29-D4E5-B64E-B69E-61186E7C3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108614" name="Rectangle 91">
                <a:extLst>
                  <a:ext uri="{FF2B5EF4-FFF2-40B4-BE49-F238E27FC236}">
                    <a16:creationId xmlns:a16="http://schemas.microsoft.com/office/drawing/2014/main" id="{9DB432B6-071F-1745-B1B2-BD6B73AF1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8615" name="Rectangle 92">
                <a:extLst>
                  <a:ext uri="{FF2B5EF4-FFF2-40B4-BE49-F238E27FC236}">
                    <a16:creationId xmlns:a16="http://schemas.microsoft.com/office/drawing/2014/main" id="{20A822B3-A7D4-2945-947E-FC051AE28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08603" name="Rectangle 93">
              <a:extLst>
                <a:ext uri="{FF2B5EF4-FFF2-40B4-BE49-F238E27FC236}">
                  <a16:creationId xmlns:a16="http://schemas.microsoft.com/office/drawing/2014/main" id="{EE52FA23-FB9B-BA4C-BAB4-4400E3D21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604" name="Rectangle 94">
              <a:extLst>
                <a:ext uri="{FF2B5EF4-FFF2-40B4-BE49-F238E27FC236}">
                  <a16:creationId xmlns:a16="http://schemas.microsoft.com/office/drawing/2014/main" id="{C9E6AF07-8E44-E441-BD1D-A855DAE8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08605" name="Rectangle 95">
              <a:extLst>
                <a:ext uri="{FF2B5EF4-FFF2-40B4-BE49-F238E27FC236}">
                  <a16:creationId xmlns:a16="http://schemas.microsoft.com/office/drawing/2014/main" id="{AE0DF915-CFB2-DD4E-8E7F-B1ED32C3F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8606" name="Rectangle 96">
              <a:extLst>
                <a:ext uri="{FF2B5EF4-FFF2-40B4-BE49-F238E27FC236}">
                  <a16:creationId xmlns:a16="http://schemas.microsoft.com/office/drawing/2014/main" id="{1195A24D-9BA3-BB4D-B4BA-D8F501B6A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08607" name="Rectangle 97">
              <a:extLst>
                <a:ext uri="{FF2B5EF4-FFF2-40B4-BE49-F238E27FC236}">
                  <a16:creationId xmlns:a16="http://schemas.microsoft.com/office/drawing/2014/main" id="{A461AF71-C097-A048-8B02-63B83636C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08608" name="Rectangle 98">
              <a:extLst>
                <a:ext uri="{FF2B5EF4-FFF2-40B4-BE49-F238E27FC236}">
                  <a16:creationId xmlns:a16="http://schemas.microsoft.com/office/drawing/2014/main" id="{BF2F2125-8E17-4241-ABF2-B9AF0C0C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08609" name="Rectangle 99">
              <a:extLst>
                <a:ext uri="{FF2B5EF4-FFF2-40B4-BE49-F238E27FC236}">
                  <a16:creationId xmlns:a16="http://schemas.microsoft.com/office/drawing/2014/main" id="{0D3C6282-7786-AF4C-940B-E9CAEA285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08610" name="Rectangle 100">
              <a:extLst>
                <a:ext uri="{FF2B5EF4-FFF2-40B4-BE49-F238E27FC236}">
                  <a16:creationId xmlns:a16="http://schemas.microsoft.com/office/drawing/2014/main" id="{FFE5A865-2FB1-4D42-B8D6-FC1219E25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611" name="Rectangle 101">
              <a:extLst>
                <a:ext uri="{FF2B5EF4-FFF2-40B4-BE49-F238E27FC236}">
                  <a16:creationId xmlns:a16="http://schemas.microsoft.com/office/drawing/2014/main" id="{09C0C55D-5218-ED46-AF78-5F186B6D4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612" name="Rectangle 102">
              <a:extLst>
                <a:ext uri="{FF2B5EF4-FFF2-40B4-BE49-F238E27FC236}">
                  <a16:creationId xmlns:a16="http://schemas.microsoft.com/office/drawing/2014/main" id="{CBD32B42-78CD-3140-83EE-D6C7995FB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613" name="Rectangle 103">
              <a:extLst>
                <a:ext uri="{FF2B5EF4-FFF2-40B4-BE49-F238E27FC236}">
                  <a16:creationId xmlns:a16="http://schemas.microsoft.com/office/drawing/2014/main" id="{293976F6-9FBD-6E45-8DA4-C6D4B2540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08551" name="Group 104">
            <a:extLst>
              <a:ext uri="{FF2B5EF4-FFF2-40B4-BE49-F238E27FC236}">
                <a16:creationId xmlns:a16="http://schemas.microsoft.com/office/drawing/2014/main" id="{3C50287C-2770-E24D-9CA4-B07BFB12BE02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108564" name="Group 105">
              <a:extLst>
                <a:ext uri="{FF2B5EF4-FFF2-40B4-BE49-F238E27FC236}">
                  <a16:creationId xmlns:a16="http://schemas.microsoft.com/office/drawing/2014/main" id="{44E76BDC-CBA9-DE4E-9BE8-61D803C1E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108571" name="Group 106">
                <a:extLst>
                  <a:ext uri="{FF2B5EF4-FFF2-40B4-BE49-F238E27FC236}">
                    <a16:creationId xmlns:a16="http://schemas.microsoft.com/office/drawing/2014/main" id="{DAEC7E78-F016-3B44-B3A4-2B836800C3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108579" name="Rectangle 107">
                  <a:extLst>
                    <a:ext uri="{FF2B5EF4-FFF2-40B4-BE49-F238E27FC236}">
                      <a16:creationId xmlns:a16="http://schemas.microsoft.com/office/drawing/2014/main" id="{1D2C2CF1-4664-6646-9574-7CD0E2461A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08580" name="Group 108">
                  <a:extLst>
                    <a:ext uri="{FF2B5EF4-FFF2-40B4-BE49-F238E27FC236}">
                      <a16:creationId xmlns:a16="http://schemas.microsoft.com/office/drawing/2014/main" id="{37BD5B21-57EF-7C47-AA1D-0168318AE6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108581" name="Group 109">
                    <a:extLst>
                      <a:ext uri="{FF2B5EF4-FFF2-40B4-BE49-F238E27FC236}">
                        <a16:creationId xmlns:a16="http://schemas.microsoft.com/office/drawing/2014/main" id="{15189EEC-F26D-9944-A365-746271D6C0C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108597" name="Rectangle 110">
                      <a:extLst>
                        <a:ext uri="{FF2B5EF4-FFF2-40B4-BE49-F238E27FC236}">
                          <a16:creationId xmlns:a16="http://schemas.microsoft.com/office/drawing/2014/main" id="{DBB13811-ED00-1043-BAF9-AB6BFF938B7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98" name="Rectangle 111">
                      <a:extLst>
                        <a:ext uri="{FF2B5EF4-FFF2-40B4-BE49-F238E27FC236}">
                          <a16:creationId xmlns:a16="http://schemas.microsoft.com/office/drawing/2014/main" id="{4A177118-9A8D-E44C-B296-E16AE424D7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108582" name="Group 112">
                    <a:extLst>
                      <a:ext uri="{FF2B5EF4-FFF2-40B4-BE49-F238E27FC236}">
                        <a16:creationId xmlns:a16="http://schemas.microsoft.com/office/drawing/2014/main" id="{85F28AA0-016B-C44E-9086-555A7576DE1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108595" name="Rectangle 113">
                      <a:extLst>
                        <a:ext uri="{FF2B5EF4-FFF2-40B4-BE49-F238E27FC236}">
                          <a16:creationId xmlns:a16="http://schemas.microsoft.com/office/drawing/2014/main" id="{8EC3DAF1-F186-BF4B-B0E7-2A3AC275863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96" name="Rectangle 114">
                      <a:extLst>
                        <a:ext uri="{FF2B5EF4-FFF2-40B4-BE49-F238E27FC236}">
                          <a16:creationId xmlns:a16="http://schemas.microsoft.com/office/drawing/2014/main" id="{2B2F8221-F3EC-4447-B108-F0530AE7D5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108583" name="Group 115">
                    <a:extLst>
                      <a:ext uri="{FF2B5EF4-FFF2-40B4-BE49-F238E27FC236}">
                        <a16:creationId xmlns:a16="http://schemas.microsoft.com/office/drawing/2014/main" id="{6B290088-3894-8E48-A931-67711BA72E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108593" name="Rectangle 116">
                      <a:extLst>
                        <a:ext uri="{FF2B5EF4-FFF2-40B4-BE49-F238E27FC236}">
                          <a16:creationId xmlns:a16="http://schemas.microsoft.com/office/drawing/2014/main" id="{09FDC8DC-52D4-124B-919D-0642C226E4A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94" name="Rectangle 117">
                      <a:extLst>
                        <a:ext uri="{FF2B5EF4-FFF2-40B4-BE49-F238E27FC236}">
                          <a16:creationId xmlns:a16="http://schemas.microsoft.com/office/drawing/2014/main" id="{1339C767-6DE7-5041-8DE7-737F9B6471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08584" name="Group 118">
                    <a:extLst>
                      <a:ext uri="{FF2B5EF4-FFF2-40B4-BE49-F238E27FC236}">
                        <a16:creationId xmlns:a16="http://schemas.microsoft.com/office/drawing/2014/main" id="{81173A4B-142B-384C-87F2-624144FF18B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108591" name="Rectangle 119">
                      <a:extLst>
                        <a:ext uri="{FF2B5EF4-FFF2-40B4-BE49-F238E27FC236}">
                          <a16:creationId xmlns:a16="http://schemas.microsoft.com/office/drawing/2014/main" id="{D8C62296-D2D4-4141-9465-37F07ECDD57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92" name="Rectangle 120">
                      <a:extLst>
                        <a:ext uri="{FF2B5EF4-FFF2-40B4-BE49-F238E27FC236}">
                          <a16:creationId xmlns:a16="http://schemas.microsoft.com/office/drawing/2014/main" id="{98EF9346-23D3-E448-9F48-34FF9BC3C9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108585" name="Group 121">
                    <a:extLst>
                      <a:ext uri="{FF2B5EF4-FFF2-40B4-BE49-F238E27FC236}">
                        <a16:creationId xmlns:a16="http://schemas.microsoft.com/office/drawing/2014/main" id="{E86D77E4-0193-224D-80F6-3C21FB658FA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108589" name="Rectangle 122">
                      <a:extLst>
                        <a:ext uri="{FF2B5EF4-FFF2-40B4-BE49-F238E27FC236}">
                          <a16:creationId xmlns:a16="http://schemas.microsoft.com/office/drawing/2014/main" id="{D514681A-568A-DD4C-AE45-A80CE93D9E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90" name="Rectangle 123">
                      <a:extLst>
                        <a:ext uri="{FF2B5EF4-FFF2-40B4-BE49-F238E27FC236}">
                          <a16:creationId xmlns:a16="http://schemas.microsoft.com/office/drawing/2014/main" id="{EB2A46AF-5D03-ED4D-95B4-88F366F1B4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108586" name="Group 124">
                    <a:extLst>
                      <a:ext uri="{FF2B5EF4-FFF2-40B4-BE49-F238E27FC236}">
                        <a16:creationId xmlns:a16="http://schemas.microsoft.com/office/drawing/2014/main" id="{D35F29A8-87A8-0B4C-8446-667234B6DB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108587" name="Rectangle 125">
                      <a:extLst>
                        <a:ext uri="{FF2B5EF4-FFF2-40B4-BE49-F238E27FC236}">
                          <a16:creationId xmlns:a16="http://schemas.microsoft.com/office/drawing/2014/main" id="{FA1FDF0D-0BE3-0549-AABB-143801A54D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08588" name="Rectangle 126">
                      <a:extLst>
                        <a:ext uri="{FF2B5EF4-FFF2-40B4-BE49-F238E27FC236}">
                          <a16:creationId xmlns:a16="http://schemas.microsoft.com/office/drawing/2014/main" id="{E8A6F286-9611-0E4F-9CF1-6B4899E79CB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108572" name="Rectangle 127">
                <a:extLst>
                  <a:ext uri="{FF2B5EF4-FFF2-40B4-BE49-F238E27FC236}">
                    <a16:creationId xmlns:a16="http://schemas.microsoft.com/office/drawing/2014/main" id="{65C7CAB0-766E-AF4D-A341-32FEB59DA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8573" name="Rectangle 128">
                <a:extLst>
                  <a:ext uri="{FF2B5EF4-FFF2-40B4-BE49-F238E27FC236}">
                    <a16:creationId xmlns:a16="http://schemas.microsoft.com/office/drawing/2014/main" id="{FD0F0CD1-DAF0-1B43-90A0-5DFD31750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08574" name="Rectangle 129">
                <a:extLst>
                  <a:ext uri="{FF2B5EF4-FFF2-40B4-BE49-F238E27FC236}">
                    <a16:creationId xmlns:a16="http://schemas.microsoft.com/office/drawing/2014/main" id="{DD28FA2A-1387-1242-B5C5-3FD25D8F8C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108575" name="Rectangle 130">
                <a:extLst>
                  <a:ext uri="{FF2B5EF4-FFF2-40B4-BE49-F238E27FC236}">
                    <a16:creationId xmlns:a16="http://schemas.microsoft.com/office/drawing/2014/main" id="{B7DE307F-25DF-B54B-B0D0-F83B129BC3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08576" name="Rectangle 131">
                <a:extLst>
                  <a:ext uri="{FF2B5EF4-FFF2-40B4-BE49-F238E27FC236}">
                    <a16:creationId xmlns:a16="http://schemas.microsoft.com/office/drawing/2014/main" id="{AFADB901-5827-CB47-8F81-E5A3771C5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108577" name="Rectangle 132">
                <a:extLst>
                  <a:ext uri="{FF2B5EF4-FFF2-40B4-BE49-F238E27FC236}">
                    <a16:creationId xmlns:a16="http://schemas.microsoft.com/office/drawing/2014/main" id="{56FB4221-88BA-5141-BC47-A99FD4288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108578" name="Rectangle 133">
                <a:extLst>
                  <a:ext uri="{FF2B5EF4-FFF2-40B4-BE49-F238E27FC236}">
                    <a16:creationId xmlns:a16="http://schemas.microsoft.com/office/drawing/2014/main" id="{F975A9B2-F3D2-6545-9C08-E0B511BE5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108565" name="Rectangle 134">
              <a:extLst>
                <a:ext uri="{FF2B5EF4-FFF2-40B4-BE49-F238E27FC236}">
                  <a16:creationId xmlns:a16="http://schemas.microsoft.com/office/drawing/2014/main" id="{49B43F9B-0E12-2A40-BB8B-956423864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66" name="Rectangle 135">
              <a:extLst>
                <a:ext uri="{FF2B5EF4-FFF2-40B4-BE49-F238E27FC236}">
                  <a16:creationId xmlns:a16="http://schemas.microsoft.com/office/drawing/2014/main" id="{FD19D9BD-D6C8-DF4E-9F74-4D49CAA51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67" name="Rectangle 136">
              <a:extLst>
                <a:ext uri="{FF2B5EF4-FFF2-40B4-BE49-F238E27FC236}">
                  <a16:creationId xmlns:a16="http://schemas.microsoft.com/office/drawing/2014/main" id="{7CE120C7-903F-014D-9F8E-941CEAC82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68" name="Rectangle 137">
              <a:extLst>
                <a:ext uri="{FF2B5EF4-FFF2-40B4-BE49-F238E27FC236}">
                  <a16:creationId xmlns:a16="http://schemas.microsoft.com/office/drawing/2014/main" id="{EC4EB1A7-AE7B-CF41-BA08-7CB0F00F9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69" name="Rectangle 138">
              <a:extLst>
                <a:ext uri="{FF2B5EF4-FFF2-40B4-BE49-F238E27FC236}">
                  <a16:creationId xmlns:a16="http://schemas.microsoft.com/office/drawing/2014/main" id="{36D082D3-BFDD-E74C-91DF-8306ED749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70" name="Rectangle 139">
              <a:extLst>
                <a:ext uri="{FF2B5EF4-FFF2-40B4-BE49-F238E27FC236}">
                  <a16:creationId xmlns:a16="http://schemas.microsoft.com/office/drawing/2014/main" id="{90CF6FE6-CA64-844E-A892-853D5E159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08552" name="Group 140">
            <a:extLst>
              <a:ext uri="{FF2B5EF4-FFF2-40B4-BE49-F238E27FC236}">
                <a16:creationId xmlns:a16="http://schemas.microsoft.com/office/drawing/2014/main" id="{3BE49420-062A-0A4C-A4C6-D4BF16F68C49}"/>
              </a:ext>
            </a:extLst>
          </p:cNvPr>
          <p:cNvGrpSpPr>
            <a:grpSpLocks/>
          </p:cNvGrpSpPr>
          <p:nvPr/>
        </p:nvGrpSpPr>
        <p:grpSpPr bwMode="auto">
          <a:xfrm>
            <a:off x="3130550" y="5059363"/>
            <a:ext cx="5975350" cy="1012825"/>
            <a:chOff x="1918" y="3360"/>
            <a:chExt cx="3764" cy="599"/>
          </a:xfrm>
        </p:grpSpPr>
        <p:sp>
          <p:nvSpPr>
            <p:cNvPr id="108553" name="Rectangle 141">
              <a:extLst>
                <a:ext uri="{FF2B5EF4-FFF2-40B4-BE49-F238E27FC236}">
                  <a16:creationId xmlns:a16="http://schemas.microsoft.com/office/drawing/2014/main" id="{20487C8E-945E-0C41-B042-2B69D96FE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08554" name="Group 142">
              <a:extLst>
                <a:ext uri="{FF2B5EF4-FFF2-40B4-BE49-F238E27FC236}">
                  <a16:creationId xmlns:a16="http://schemas.microsoft.com/office/drawing/2014/main" id="{FAC48D49-454E-804C-BCC3-8B865567E2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108562" name="Rectangle 143">
                <a:extLst>
                  <a:ext uri="{FF2B5EF4-FFF2-40B4-BE49-F238E27FC236}">
                    <a16:creationId xmlns:a16="http://schemas.microsoft.com/office/drawing/2014/main" id="{1C2A799A-7E8F-5341-906F-E604C27D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08563" name="Rectangle 144">
                <a:extLst>
                  <a:ext uri="{FF2B5EF4-FFF2-40B4-BE49-F238E27FC236}">
                    <a16:creationId xmlns:a16="http://schemas.microsoft.com/office/drawing/2014/main" id="{491C6A13-DD5B-D043-BE2F-11E0E10F2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08555" name="Rectangle 145">
              <a:extLst>
                <a:ext uri="{FF2B5EF4-FFF2-40B4-BE49-F238E27FC236}">
                  <a16:creationId xmlns:a16="http://schemas.microsoft.com/office/drawing/2014/main" id="{65C3730B-ED48-884B-8356-86C959D3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8556" name="Rectangle 146">
              <a:extLst>
                <a:ext uri="{FF2B5EF4-FFF2-40B4-BE49-F238E27FC236}">
                  <a16:creationId xmlns:a16="http://schemas.microsoft.com/office/drawing/2014/main" id="{A7FB2DD1-1B2B-314B-9982-41F30E220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28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08557" name="Rectangle 147">
              <a:extLst>
                <a:ext uri="{FF2B5EF4-FFF2-40B4-BE49-F238E27FC236}">
                  <a16:creationId xmlns:a16="http://schemas.microsoft.com/office/drawing/2014/main" id="{7AAF87B0-6955-FE4A-891D-9190620BD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8558" name="Rectangle 148">
              <a:extLst>
                <a:ext uri="{FF2B5EF4-FFF2-40B4-BE49-F238E27FC236}">
                  <a16:creationId xmlns:a16="http://schemas.microsoft.com/office/drawing/2014/main" id="{AAD92BC9-FBBD-3E47-BD6E-7946ADFFC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08559" name="Rectangle 149">
              <a:extLst>
                <a:ext uri="{FF2B5EF4-FFF2-40B4-BE49-F238E27FC236}">
                  <a16:creationId xmlns:a16="http://schemas.microsoft.com/office/drawing/2014/main" id="{0B108157-C261-C94E-9A35-4AF2A8078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08560" name="Rectangle 150">
              <a:extLst>
                <a:ext uri="{FF2B5EF4-FFF2-40B4-BE49-F238E27FC236}">
                  <a16:creationId xmlns:a16="http://schemas.microsoft.com/office/drawing/2014/main" id="{339B1B4C-6535-5E46-B4E9-38F739CC0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08561" name="Rectangle 151">
              <a:extLst>
                <a:ext uri="{FF2B5EF4-FFF2-40B4-BE49-F238E27FC236}">
                  <a16:creationId xmlns:a16="http://schemas.microsoft.com/office/drawing/2014/main" id="{7E54FAC1-E6C8-EF45-9490-8723E2338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50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EF08789-B9C3-DD44-AB3F-B1B81D99D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207963"/>
            <a:ext cx="4656138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RTL: The Jump Instruction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18259D38-3DA0-894D-A686-93F5E8261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125" y="1889125"/>
            <a:ext cx="8905875" cy="1190625"/>
          </a:xfrm>
        </p:spPr>
        <p:txBody>
          <a:bodyPr/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j	target</a:t>
            </a: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M[PC]	   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取指令（公共操作，取指部件完成）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PC&lt;31:2&gt;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PC&lt;31:28&gt;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串接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target&lt;25:0&gt;     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计算目标地址</a:t>
            </a:r>
          </a:p>
        </p:txBody>
      </p:sp>
      <p:sp>
        <p:nvSpPr>
          <p:cNvPr id="233488" name="Text Box 16">
            <a:extLst>
              <a:ext uri="{FF2B5EF4-FFF2-40B4-BE49-F238E27FC236}">
                <a16:creationId xmlns:a16="http://schemas.microsoft.com/office/drawing/2014/main" id="{0D4939DE-3B4F-9241-8A9D-50CF0E434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588000"/>
            <a:ext cx="47894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思考：应在原数据通路上加哪些元件和连线？用什么控制信号来控制？</a:t>
            </a:r>
          </a:p>
        </p:txBody>
      </p:sp>
      <p:sp>
        <p:nvSpPr>
          <p:cNvPr id="233489" name="Text Box 17">
            <a:extLst>
              <a:ext uri="{FF2B5EF4-FFF2-40B4-BE49-F238E27FC236}">
                <a16:creationId xmlns:a16="http://schemas.microsoft.com/office/drawing/2014/main" id="{7D714E1B-B4EF-6244-A5CD-457A67B93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3349625"/>
            <a:ext cx="5942012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想一想：跳转指令的转移范围有多大？</a:t>
            </a:r>
          </a:p>
          <a:p>
            <a:pPr>
              <a:spcBef>
                <a:spcPct val="5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是当前指令后面的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0x000 0000~0xFFF FFFC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处？</a:t>
            </a:r>
          </a:p>
        </p:txBody>
      </p:sp>
      <p:sp>
        <p:nvSpPr>
          <p:cNvPr id="233490" name="Text Box 18">
            <a:extLst>
              <a:ext uri="{FF2B5EF4-FFF2-40B4-BE49-F238E27FC236}">
                <a16:creationId xmlns:a16="http://schemas.microsoft.com/office/drawing/2014/main" id="{83F06D95-8A4A-F848-8CD8-F6A86E2E0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695825"/>
            <a:ext cx="5029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不对！它不是相对寻址，而是绝对寻址</a:t>
            </a:r>
          </a:p>
        </p:txBody>
      </p:sp>
      <p:grpSp>
        <p:nvGrpSpPr>
          <p:cNvPr id="233512" name="Group 40">
            <a:extLst>
              <a:ext uri="{FF2B5EF4-FFF2-40B4-BE49-F238E27FC236}">
                <a16:creationId xmlns:a16="http://schemas.microsoft.com/office/drawing/2014/main" id="{A09160C2-9DAC-DC4D-BF76-FE22C1606414}"/>
              </a:ext>
            </a:extLst>
          </p:cNvPr>
          <p:cNvGrpSpPr>
            <a:grpSpLocks/>
          </p:cNvGrpSpPr>
          <p:nvPr/>
        </p:nvGrpSpPr>
        <p:grpSpPr bwMode="auto">
          <a:xfrm>
            <a:off x="5568950" y="3165475"/>
            <a:ext cx="3375025" cy="3692525"/>
            <a:chOff x="3756" y="1908"/>
            <a:chExt cx="1878" cy="2326"/>
          </a:xfrm>
        </p:grpSpPr>
        <p:grpSp>
          <p:nvGrpSpPr>
            <p:cNvPr id="110615" name="Group 39">
              <a:extLst>
                <a:ext uri="{FF2B5EF4-FFF2-40B4-BE49-F238E27FC236}">
                  <a16:creationId xmlns:a16="http://schemas.microsoft.com/office/drawing/2014/main" id="{58CF1BEA-F9D0-7044-B3B0-7E2494C561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2" y="1908"/>
              <a:ext cx="1872" cy="2326"/>
              <a:chOff x="3762" y="1908"/>
              <a:chExt cx="1872" cy="2326"/>
            </a:xfrm>
          </p:grpSpPr>
          <p:sp>
            <p:nvSpPr>
              <p:cNvPr id="110617" name="Rectangle 19">
                <a:extLst>
                  <a:ext uri="{FF2B5EF4-FFF2-40B4-BE49-F238E27FC236}">
                    <a16:creationId xmlns:a16="http://schemas.microsoft.com/office/drawing/2014/main" id="{6CD542C4-B1C1-EA48-BADC-50C1DD877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2" y="1968"/>
                <a:ext cx="924" cy="2244"/>
              </a:xfrm>
              <a:prstGeom prst="rect">
                <a:avLst/>
              </a:prstGeom>
              <a:noFill/>
              <a:ln w="50800">
                <a:solidFill>
                  <a:srgbClr val="FE9AAB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0618" name="Text Box 20">
                <a:extLst>
                  <a:ext uri="{FF2B5EF4-FFF2-40B4-BE49-F238E27FC236}">
                    <a16:creationId xmlns:a16="http://schemas.microsoft.com/office/drawing/2014/main" id="{16D023D3-7942-814A-A625-635D55B3A3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6" y="1908"/>
                <a:ext cx="768" cy="2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FFFF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FFFF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F000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0000</a:t>
                </a: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EFFF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FFFF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800"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E000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0000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AFFF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FFFF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A000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0000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endParaRPr lang="en-US" altLang="zh-CN" sz="1800"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0FFF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FFFF</a:t>
                </a:r>
              </a:p>
              <a:p>
                <a:pPr>
                  <a:lnSpc>
                    <a:spcPct val="85000"/>
                  </a:lnSpc>
                </a:pPr>
                <a:endParaRPr lang="en-US" altLang="zh-CN" sz="1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85000"/>
                  </a:lnSpc>
                </a:pPr>
                <a:r>
                  <a:rPr lang="en-US" altLang="zh-CN" sz="1800">
                    <a:ea typeface="宋体" panose="02010600030101010101" pitchFamily="2" charset="-122"/>
                  </a:rPr>
                  <a:t>0000</a:t>
                </a:r>
                <a:r>
                  <a:rPr lang="en-US" altLang="zh-CN" sz="140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0000</a:t>
                </a:r>
              </a:p>
            </p:txBody>
          </p:sp>
          <p:sp>
            <p:nvSpPr>
              <p:cNvPr id="110619" name="Line 21">
                <a:extLst>
                  <a:ext uri="{FF2B5EF4-FFF2-40B4-BE49-F238E27FC236}">
                    <a16:creationId xmlns:a16="http://schemas.microsoft.com/office/drawing/2014/main" id="{3026B475-0901-DC4D-AF6A-57A752B67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0" y="2370"/>
                <a:ext cx="924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0" name="Line 22">
                <a:extLst>
                  <a:ext uri="{FF2B5EF4-FFF2-40B4-BE49-F238E27FC236}">
                    <a16:creationId xmlns:a16="http://schemas.microsoft.com/office/drawing/2014/main" id="{1D5577AA-EE93-324B-A455-D70013813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2735"/>
                <a:ext cx="924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1" name="Line 23">
                <a:extLst>
                  <a:ext uri="{FF2B5EF4-FFF2-40B4-BE49-F238E27FC236}">
                    <a16:creationId xmlns:a16="http://schemas.microsoft.com/office/drawing/2014/main" id="{42B5F560-11E2-4043-B979-1C611FFFC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9" y="3167"/>
                <a:ext cx="924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2" name="Line 24">
                <a:extLst>
                  <a:ext uri="{FF2B5EF4-FFF2-40B4-BE49-F238E27FC236}">
                    <a16:creationId xmlns:a16="http://schemas.microsoft.com/office/drawing/2014/main" id="{309D8D8F-01CD-5842-B7E5-9C32CCCDB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9" y="3509"/>
                <a:ext cx="924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3" name="Line 25">
                <a:extLst>
                  <a:ext uri="{FF2B5EF4-FFF2-40B4-BE49-F238E27FC236}">
                    <a16:creationId xmlns:a16="http://schemas.microsoft.com/office/drawing/2014/main" id="{D23A5043-A59C-D44F-88FE-0D3A981019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3851"/>
                <a:ext cx="924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4" name="Line 26">
                <a:extLst>
                  <a:ext uri="{FF2B5EF4-FFF2-40B4-BE49-F238E27FC236}">
                    <a16:creationId xmlns:a16="http://schemas.microsoft.com/office/drawing/2014/main" id="{68AB36FE-88D7-3D48-B86E-1B6449C291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92" y="2832"/>
                <a:ext cx="6" cy="246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5" name="Line 27">
                <a:extLst>
                  <a:ext uri="{FF2B5EF4-FFF2-40B4-BE49-F238E27FC236}">
                    <a16:creationId xmlns:a16="http://schemas.microsoft.com/office/drawing/2014/main" id="{D2D771B9-5AE3-2A41-AE78-EF85D4B2A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91" y="3551"/>
                <a:ext cx="6" cy="246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6" name="Text Box 28">
                <a:extLst>
                  <a:ext uri="{FF2B5EF4-FFF2-40B4-BE49-F238E27FC236}">
                    <a16:creationId xmlns:a16="http://schemas.microsoft.com/office/drawing/2014/main" id="{69600D6D-549C-274C-A7E4-2FD4B6022C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3276"/>
                <a:ext cx="570" cy="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FE9AAB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j</a:t>
                </a:r>
                <a:r>
                  <a:rPr lang="en-US" altLang="zh-CN" sz="1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800">
                    <a:ea typeface="宋体" panose="02010600030101010101" pitchFamily="2" charset="-122"/>
                  </a:rPr>
                  <a:t>target</a:t>
                </a:r>
              </a:p>
            </p:txBody>
          </p:sp>
          <p:sp>
            <p:nvSpPr>
              <p:cNvPr id="110627" name="Line 31">
                <a:extLst>
                  <a:ext uri="{FF2B5EF4-FFF2-40B4-BE49-F238E27FC236}">
                    <a16:creationId xmlns:a16="http://schemas.microsoft.com/office/drawing/2014/main" id="{0D3B63B4-3685-824D-B8F6-5E0618ED8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2" y="3390"/>
                <a:ext cx="168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8" name="Line 32">
                <a:extLst>
                  <a:ext uri="{FF2B5EF4-FFF2-40B4-BE49-F238E27FC236}">
                    <a16:creationId xmlns:a16="http://schemas.microsoft.com/office/drawing/2014/main" id="{A2CC18EF-A76F-DE4F-ABB5-35FB66545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4" y="3264"/>
                <a:ext cx="0" cy="126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29" name="Line 33">
                <a:extLst>
                  <a:ext uri="{FF2B5EF4-FFF2-40B4-BE49-F238E27FC236}">
                    <a16:creationId xmlns:a16="http://schemas.microsoft.com/office/drawing/2014/main" id="{7810908C-F7B2-1648-8FBC-CE6938AB7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" y="3270"/>
                <a:ext cx="150" cy="0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30" name="Line 34">
                <a:extLst>
                  <a:ext uri="{FF2B5EF4-FFF2-40B4-BE49-F238E27FC236}">
                    <a16:creationId xmlns:a16="http://schemas.microsoft.com/office/drawing/2014/main" id="{599FA9B7-52CA-7342-867E-BA23D39F5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74" y="3036"/>
                <a:ext cx="0" cy="234"/>
              </a:xfrm>
              <a:prstGeom prst="line">
                <a:avLst/>
              </a:prstGeom>
              <a:noFill/>
              <a:ln w="50800">
                <a:solidFill>
                  <a:srgbClr val="FE9AAB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0616" name="Line 35">
              <a:extLst>
                <a:ext uri="{FF2B5EF4-FFF2-40B4-BE49-F238E27FC236}">
                  <a16:creationId xmlns:a16="http://schemas.microsoft.com/office/drawing/2014/main" id="{18AFC78F-4D1A-6E4C-AAA3-A72511B5E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3036"/>
              <a:ext cx="186" cy="0"/>
            </a:xfrm>
            <a:prstGeom prst="line">
              <a:avLst/>
            </a:prstGeom>
            <a:noFill/>
            <a:ln w="50800">
              <a:solidFill>
                <a:srgbClr val="FE9AAB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3510" name="Group 38">
            <a:extLst>
              <a:ext uri="{FF2B5EF4-FFF2-40B4-BE49-F238E27FC236}">
                <a16:creationId xmlns:a16="http://schemas.microsoft.com/office/drawing/2014/main" id="{FC72AB58-1077-774B-A76B-B8B58EEC062B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4737100"/>
            <a:ext cx="209550" cy="190500"/>
            <a:chOff x="3396" y="2898"/>
            <a:chExt cx="132" cy="120"/>
          </a:xfrm>
        </p:grpSpPr>
        <p:sp>
          <p:nvSpPr>
            <p:cNvPr id="110613" name="Line 36">
              <a:extLst>
                <a:ext uri="{FF2B5EF4-FFF2-40B4-BE49-F238E27FC236}">
                  <a16:creationId xmlns:a16="http://schemas.microsoft.com/office/drawing/2014/main" id="{D859EA7B-F6C9-034E-BCFA-8AEA3B1471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96" y="2910"/>
              <a:ext cx="132" cy="1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4" name="Line 37">
              <a:extLst>
                <a:ext uri="{FF2B5EF4-FFF2-40B4-BE49-F238E27FC236}">
                  <a16:creationId xmlns:a16="http://schemas.microsoft.com/office/drawing/2014/main" id="{F0F34FE7-4D54-3A4C-8C7A-A15388603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2" y="2898"/>
              <a:ext cx="120" cy="12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0601" name="Group 41">
            <a:extLst>
              <a:ext uri="{FF2B5EF4-FFF2-40B4-BE49-F238E27FC236}">
                <a16:creationId xmlns:a16="http://schemas.microsoft.com/office/drawing/2014/main" id="{D9532C28-73B7-A641-9ED9-1359BB8672B2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677863"/>
            <a:ext cx="5975350" cy="1012825"/>
            <a:chOff x="1918" y="3360"/>
            <a:chExt cx="3764" cy="599"/>
          </a:xfrm>
        </p:grpSpPr>
        <p:sp>
          <p:nvSpPr>
            <p:cNvPr id="110602" name="Rectangle 42">
              <a:extLst>
                <a:ext uri="{FF2B5EF4-FFF2-40B4-BE49-F238E27FC236}">
                  <a16:creationId xmlns:a16="http://schemas.microsoft.com/office/drawing/2014/main" id="{6F1656A3-44CB-E541-946B-CD22525C9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10603" name="Group 43">
              <a:extLst>
                <a:ext uri="{FF2B5EF4-FFF2-40B4-BE49-F238E27FC236}">
                  <a16:creationId xmlns:a16="http://schemas.microsoft.com/office/drawing/2014/main" id="{D35DCF30-86F3-6944-8606-0578AC2080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110611" name="Rectangle 44">
                <a:extLst>
                  <a:ext uri="{FF2B5EF4-FFF2-40B4-BE49-F238E27FC236}">
                    <a16:creationId xmlns:a16="http://schemas.microsoft.com/office/drawing/2014/main" id="{8B44915D-9CE5-EB40-B594-FF4D69EB7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0612" name="Rectangle 45">
                <a:extLst>
                  <a:ext uri="{FF2B5EF4-FFF2-40B4-BE49-F238E27FC236}">
                    <a16:creationId xmlns:a16="http://schemas.microsoft.com/office/drawing/2014/main" id="{3ED7359E-9413-E34B-AC08-73C242F5C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10604" name="Rectangle 46">
              <a:extLst>
                <a:ext uri="{FF2B5EF4-FFF2-40B4-BE49-F238E27FC236}">
                  <a16:creationId xmlns:a16="http://schemas.microsoft.com/office/drawing/2014/main" id="{0374F4F4-1A4B-0D46-BD48-164F71E31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0605" name="Rectangle 47">
              <a:extLst>
                <a:ext uri="{FF2B5EF4-FFF2-40B4-BE49-F238E27FC236}">
                  <a16:creationId xmlns:a16="http://schemas.microsoft.com/office/drawing/2014/main" id="{40A84F8C-7D4F-7A4E-8BBE-67D3303B3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43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10606" name="Rectangle 48">
              <a:extLst>
                <a:ext uri="{FF2B5EF4-FFF2-40B4-BE49-F238E27FC236}">
                  <a16:creationId xmlns:a16="http://schemas.microsoft.com/office/drawing/2014/main" id="{18082C93-B197-6347-9182-1F9E8F12C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0607" name="Rectangle 49">
              <a:extLst>
                <a:ext uri="{FF2B5EF4-FFF2-40B4-BE49-F238E27FC236}">
                  <a16:creationId xmlns:a16="http://schemas.microsoft.com/office/drawing/2014/main" id="{E125D5D0-DDE6-1C47-B931-773FFA7AD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10608" name="Rectangle 50">
              <a:extLst>
                <a:ext uri="{FF2B5EF4-FFF2-40B4-BE49-F238E27FC236}">
                  <a16:creationId xmlns:a16="http://schemas.microsoft.com/office/drawing/2014/main" id="{C7560258-4450-DA48-AFD3-98657B011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10609" name="Rectangle 51">
              <a:extLst>
                <a:ext uri="{FF2B5EF4-FFF2-40B4-BE49-F238E27FC236}">
                  <a16:creationId xmlns:a16="http://schemas.microsoft.com/office/drawing/2014/main" id="{6115A717-A4DA-414C-B85B-486998E37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0610" name="Rectangle 52">
              <a:extLst>
                <a:ext uri="{FF2B5EF4-FFF2-40B4-BE49-F238E27FC236}">
                  <a16:creationId xmlns:a16="http://schemas.microsoft.com/office/drawing/2014/main" id="{997AD9E9-ADCA-EB4A-9BB1-13F196BFC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3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34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88" grpId="0"/>
      <p:bldP spid="23349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22" name="Group 2">
            <a:extLst>
              <a:ext uri="{FF2B5EF4-FFF2-40B4-BE49-F238E27FC236}">
                <a16:creationId xmlns:a16="http://schemas.microsoft.com/office/drawing/2014/main" id="{A8AB503B-CD91-904D-8E6F-9ECDEFE2EAFE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4046538"/>
            <a:ext cx="2960687" cy="1450975"/>
            <a:chOff x="1065" y="2774"/>
            <a:chExt cx="1865" cy="914"/>
          </a:xfrm>
        </p:grpSpPr>
        <p:sp>
          <p:nvSpPr>
            <p:cNvPr id="112767" name="Oval 3">
              <a:extLst>
                <a:ext uri="{FF2B5EF4-FFF2-40B4-BE49-F238E27FC236}">
                  <a16:creationId xmlns:a16="http://schemas.microsoft.com/office/drawing/2014/main" id="{569BAC8A-3E19-1943-901D-327AEE9225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400000">
              <a:off x="1065" y="2774"/>
              <a:ext cx="1865" cy="876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2768" name="Line 4">
              <a:extLst>
                <a:ext uri="{FF2B5EF4-FFF2-40B4-BE49-F238E27FC236}">
                  <a16:creationId xmlns:a16="http://schemas.microsoft.com/office/drawing/2014/main" id="{7AA881CB-8658-2244-B6DC-9D01A944F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8" y="3352"/>
              <a:ext cx="224" cy="33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643" name="Rectangle 5">
            <a:extLst>
              <a:ext uri="{FF2B5EF4-FFF2-40B4-BE49-F238E27FC236}">
                <a16:creationId xmlns:a16="http://schemas.microsoft.com/office/drawing/2014/main" id="{797D093E-D9D5-9A46-8586-481CF1128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5827713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 Fetch Unit: </a:t>
            </a:r>
            <a:r>
              <a:rPr lang="zh-CN" altLang="en-US">
                <a:ea typeface="宋体" panose="02010600030101010101" pitchFamily="2" charset="-122"/>
              </a:rPr>
              <a:t>取指令部件</a:t>
            </a:r>
          </a:p>
        </p:txBody>
      </p:sp>
      <p:sp>
        <p:nvSpPr>
          <p:cNvPr id="112644" name="Line 6">
            <a:extLst>
              <a:ext uri="{FF2B5EF4-FFF2-40B4-BE49-F238E27FC236}">
                <a16:creationId xmlns:a16="http://schemas.microsoft.com/office/drawing/2014/main" id="{3303224F-D8BC-AF47-9335-E71D0750B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100" y="3224213"/>
            <a:ext cx="889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5" name="Line 7">
            <a:extLst>
              <a:ext uri="{FF2B5EF4-FFF2-40B4-BE49-F238E27FC236}">
                <a16:creationId xmlns:a16="http://schemas.microsoft.com/office/drawing/2014/main" id="{DB28B27E-8373-124D-86D6-9EEA7CDCCD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3159125"/>
            <a:ext cx="8890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Rectangle 8">
            <a:extLst>
              <a:ext uri="{FF2B5EF4-FFF2-40B4-BE49-F238E27FC236}">
                <a16:creationId xmlns:a16="http://schemas.microsoft.com/office/drawing/2014/main" id="{BF53F691-1B55-1146-989D-16A0CFF01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5313" y="3230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2647" name="Line 9">
            <a:extLst>
              <a:ext uri="{FF2B5EF4-FFF2-40B4-BE49-F238E27FC236}">
                <a16:creationId xmlns:a16="http://schemas.microsoft.com/office/drawing/2014/main" id="{F17F3A60-E7E6-B64A-914C-4D244C9C9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0700" y="3452813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8" name="Line 10">
            <a:extLst>
              <a:ext uri="{FF2B5EF4-FFF2-40B4-BE49-F238E27FC236}">
                <a16:creationId xmlns:a16="http://schemas.microsoft.com/office/drawing/2014/main" id="{72E7AF36-D61F-FE4F-A04F-119AEB3F4E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3382963"/>
            <a:ext cx="88900" cy="166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9" name="Rectangle 11">
            <a:extLst>
              <a:ext uri="{FF2B5EF4-FFF2-40B4-BE49-F238E27FC236}">
                <a16:creationId xmlns:a16="http://schemas.microsoft.com/office/drawing/2014/main" id="{400B3E15-6E6A-CB44-8499-CB0CD5565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34940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2650" name="Rectangle 12">
            <a:extLst>
              <a:ext uri="{FF2B5EF4-FFF2-40B4-BE49-F238E27FC236}">
                <a16:creationId xmlns:a16="http://schemas.microsoft.com/office/drawing/2014/main" id="{13ADE890-91A5-194C-B4E8-939F8729C0B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250281" y="4823619"/>
            <a:ext cx="1031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SignExt</a:t>
            </a:r>
          </a:p>
        </p:txBody>
      </p:sp>
      <p:sp>
        <p:nvSpPr>
          <p:cNvPr id="112651" name="Line 13">
            <a:extLst>
              <a:ext uri="{FF2B5EF4-FFF2-40B4-BE49-F238E27FC236}">
                <a16:creationId xmlns:a16="http://schemas.microsoft.com/office/drawing/2014/main" id="{0751BD2D-0916-B547-BD9B-053E9C7BB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42862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2" name="Rectangle 14">
            <a:extLst>
              <a:ext uri="{FF2B5EF4-FFF2-40B4-BE49-F238E27FC236}">
                <a16:creationId xmlns:a16="http://schemas.microsoft.com/office/drawing/2014/main" id="{BF1B29A3-55A2-DD4E-BAC1-8AA75FE95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42957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2653" name="Line 15">
            <a:extLst>
              <a:ext uri="{FF2B5EF4-FFF2-40B4-BE49-F238E27FC236}">
                <a16:creationId xmlns:a16="http://schemas.microsoft.com/office/drawing/2014/main" id="{58904E55-6A5B-8F42-BCFF-9A921720C8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37050" y="42211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4" name="Line 16">
            <a:extLst>
              <a:ext uri="{FF2B5EF4-FFF2-40B4-BE49-F238E27FC236}">
                <a16:creationId xmlns:a16="http://schemas.microsoft.com/office/drawing/2014/main" id="{88D22825-4728-7944-81B0-9F39AF20FF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4976813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5" name="Line 17">
            <a:extLst>
              <a:ext uri="{FF2B5EF4-FFF2-40B4-BE49-F238E27FC236}">
                <a16:creationId xmlns:a16="http://schemas.microsoft.com/office/drawing/2014/main" id="{FAD7F1F1-B58C-8E4E-93D0-C8C404CDB8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27250" y="4894263"/>
            <a:ext cx="88900" cy="13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6" name="Rectangle 18">
            <a:extLst>
              <a:ext uri="{FF2B5EF4-FFF2-40B4-BE49-F238E27FC236}">
                <a16:creationId xmlns:a16="http://schemas.microsoft.com/office/drawing/2014/main" id="{2F90AA57-8781-C747-A38E-7441B563A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013" y="49466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12657" name="Rectangle 19">
            <a:extLst>
              <a:ext uri="{FF2B5EF4-FFF2-40B4-BE49-F238E27FC236}">
                <a16:creationId xmlns:a16="http://schemas.microsoft.com/office/drawing/2014/main" id="{BE834774-6957-6542-9C4B-4D2609C97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813" y="4787900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12658" name="Line 20">
            <a:extLst>
              <a:ext uri="{FF2B5EF4-FFF2-40B4-BE49-F238E27FC236}">
                <a16:creationId xmlns:a16="http://schemas.microsoft.com/office/drawing/2014/main" id="{66CCEA1F-8A82-BF48-A998-0085BD4F1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4092575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59" name="Rectangle 21">
            <a:extLst>
              <a:ext uri="{FF2B5EF4-FFF2-40B4-BE49-F238E27FC236}">
                <a16:creationId xmlns:a16="http://schemas.microsoft.com/office/drawing/2014/main" id="{F766B626-C296-FF4E-9788-544988A4E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4456113"/>
            <a:ext cx="355600" cy="1066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60" name="Line 22">
            <a:extLst>
              <a:ext uri="{FF2B5EF4-FFF2-40B4-BE49-F238E27FC236}">
                <a16:creationId xmlns:a16="http://schemas.microsoft.com/office/drawing/2014/main" id="{12085B12-4FB0-5F4D-9059-A24DE61B7C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206750"/>
            <a:ext cx="0" cy="1300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1" name="Line 23">
            <a:extLst>
              <a:ext uri="{FF2B5EF4-FFF2-40B4-BE49-F238E27FC236}">
                <a16:creationId xmlns:a16="http://schemas.microsoft.com/office/drawing/2014/main" id="{5973726F-0B22-C649-BBED-E97FB30C2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3206750"/>
            <a:ext cx="309563" cy="193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2" name="Line 24">
            <a:extLst>
              <a:ext uri="{FF2B5EF4-FFF2-40B4-BE49-F238E27FC236}">
                <a16:creationId xmlns:a16="http://schemas.microsoft.com/office/drawing/2014/main" id="{D56697C2-AA33-F349-B416-CB3B1156FE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7425" y="4302125"/>
            <a:ext cx="309563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3" name="Line 25">
            <a:extLst>
              <a:ext uri="{FF2B5EF4-FFF2-40B4-BE49-F238E27FC236}">
                <a16:creationId xmlns:a16="http://schemas.microsoft.com/office/drawing/2014/main" id="{EF9F56D8-5E73-1244-B450-EBD7BD515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382963"/>
            <a:ext cx="0" cy="947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4" name="Rectangle 26">
            <a:extLst>
              <a:ext uri="{FF2B5EF4-FFF2-40B4-BE49-F238E27FC236}">
                <a16:creationId xmlns:a16="http://schemas.microsoft.com/office/drawing/2014/main" id="{AE1DAB16-DB1A-3A46-B28D-0F3C8C74386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591844" y="3717132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12665" name="Rectangle 27">
            <a:extLst>
              <a:ext uri="{FF2B5EF4-FFF2-40B4-BE49-F238E27FC236}">
                <a16:creationId xmlns:a16="http://schemas.microsoft.com/office/drawing/2014/main" id="{A934040C-A790-CF4C-A450-39851B01F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3333750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2666" name="Rectangle 28">
            <a:extLst>
              <a:ext uri="{FF2B5EF4-FFF2-40B4-BE49-F238E27FC236}">
                <a16:creationId xmlns:a16="http://schemas.microsoft.com/office/drawing/2014/main" id="{65F0B456-A5E6-A249-BD5D-7294AC656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07987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2667" name="Line 29">
            <a:extLst>
              <a:ext uri="{FF2B5EF4-FFF2-40B4-BE49-F238E27FC236}">
                <a16:creationId xmlns:a16="http://schemas.microsoft.com/office/drawing/2014/main" id="{779194A7-B76E-144E-9927-E91BE5B3F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092450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8" name="Line 30">
            <a:extLst>
              <a:ext uri="{FF2B5EF4-FFF2-40B4-BE49-F238E27FC236}">
                <a16:creationId xmlns:a16="http://schemas.microsoft.com/office/drawing/2014/main" id="{AB7AA7C9-7F77-0E41-9786-7B6731267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3092450"/>
            <a:ext cx="446088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69" name="Line 31">
            <a:extLst>
              <a:ext uri="{FF2B5EF4-FFF2-40B4-BE49-F238E27FC236}">
                <a16:creationId xmlns:a16="http://schemas.microsoft.com/office/drawing/2014/main" id="{B7993BBE-B482-9543-983C-981CD96A9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3381375"/>
            <a:ext cx="203200" cy="120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0" name="Line 32">
            <a:extLst>
              <a:ext uri="{FF2B5EF4-FFF2-40B4-BE49-F238E27FC236}">
                <a16:creationId xmlns:a16="http://schemas.microsoft.com/office/drawing/2014/main" id="{5B150C28-7E80-F840-BEF1-0F9E52573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27425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1" name="Line 33">
            <a:extLst>
              <a:ext uri="{FF2B5EF4-FFF2-40B4-BE49-F238E27FC236}">
                <a16:creationId xmlns:a16="http://schemas.microsoft.com/office/drawing/2014/main" id="{31BC2BFA-EDAC-0A4A-BF4F-1EC835AC37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381375"/>
            <a:ext cx="0" cy="5540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2" name="Line 34">
            <a:extLst>
              <a:ext uri="{FF2B5EF4-FFF2-40B4-BE49-F238E27FC236}">
                <a16:creationId xmlns:a16="http://schemas.microsoft.com/office/drawing/2014/main" id="{9F6E96E1-F9DE-364A-BE48-B117712CF3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3500" y="3790950"/>
            <a:ext cx="203200" cy="16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3" name="Line 35">
            <a:extLst>
              <a:ext uri="{FF2B5EF4-FFF2-40B4-BE49-F238E27FC236}">
                <a16:creationId xmlns:a16="http://schemas.microsoft.com/office/drawing/2014/main" id="{ACDFCAD4-8188-CE45-89E1-823785B9E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960813"/>
            <a:ext cx="0" cy="3063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4" name="Line 36">
            <a:extLst>
              <a:ext uri="{FF2B5EF4-FFF2-40B4-BE49-F238E27FC236}">
                <a16:creationId xmlns:a16="http://schemas.microsoft.com/office/drawing/2014/main" id="{A01DB301-4160-184C-A3AE-15F44DCFC5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3500" y="3906838"/>
            <a:ext cx="460375" cy="342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5" name="Rectangle 37">
            <a:extLst>
              <a:ext uri="{FF2B5EF4-FFF2-40B4-BE49-F238E27FC236}">
                <a16:creationId xmlns:a16="http://schemas.microsoft.com/office/drawing/2014/main" id="{304FF810-BD89-6743-8B0C-CE1FE7B4787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493169" y="3548857"/>
            <a:ext cx="841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Adder</a:t>
            </a:r>
          </a:p>
        </p:txBody>
      </p:sp>
      <p:sp>
        <p:nvSpPr>
          <p:cNvPr id="112676" name="Rectangle 38">
            <a:extLst>
              <a:ext uri="{FF2B5EF4-FFF2-40B4-BE49-F238E27FC236}">
                <a16:creationId xmlns:a16="http://schemas.microsoft.com/office/drawing/2014/main" id="{31CE07E8-A7D4-AD41-B995-67F33B77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757613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“1”</a:t>
            </a:r>
          </a:p>
        </p:txBody>
      </p:sp>
      <p:grpSp>
        <p:nvGrpSpPr>
          <p:cNvPr id="112677" name="Group 39">
            <a:extLst>
              <a:ext uri="{FF2B5EF4-FFF2-40B4-BE49-F238E27FC236}">
                <a16:creationId xmlns:a16="http://schemas.microsoft.com/office/drawing/2014/main" id="{6333554F-8FDE-284B-A012-CF3CA4E86ADF}"/>
              </a:ext>
            </a:extLst>
          </p:cNvPr>
          <p:cNvGrpSpPr>
            <a:grpSpLocks/>
          </p:cNvGrpSpPr>
          <p:nvPr/>
        </p:nvGrpSpPr>
        <p:grpSpPr bwMode="auto">
          <a:xfrm>
            <a:off x="1308100" y="2627313"/>
            <a:ext cx="585788" cy="2103437"/>
            <a:chOff x="824" y="1880"/>
            <a:chExt cx="369" cy="1325"/>
          </a:xfrm>
        </p:grpSpPr>
        <p:sp>
          <p:nvSpPr>
            <p:cNvPr id="112762" name="Rectangle 40">
              <a:extLst>
                <a:ext uri="{FF2B5EF4-FFF2-40B4-BE49-F238E27FC236}">
                  <a16:creationId xmlns:a16="http://schemas.microsoft.com/office/drawing/2014/main" id="{36E3E161-28CF-084D-A485-44EFC8571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880"/>
              <a:ext cx="176" cy="75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2763" name="Oval 41">
              <a:extLst>
                <a:ext uri="{FF2B5EF4-FFF2-40B4-BE49-F238E27FC236}">
                  <a16:creationId xmlns:a16="http://schemas.microsoft.com/office/drawing/2014/main" id="{6BE4B555-9CF6-1F4D-BEEA-6E893CCB7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64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2764" name="Line 42">
              <a:extLst>
                <a:ext uri="{FF2B5EF4-FFF2-40B4-BE49-F238E27FC236}">
                  <a16:creationId xmlns:a16="http://schemas.microsoft.com/office/drawing/2014/main" id="{C1F3A4DA-4E4B-F04C-98AA-1C9E6CBD4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74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5" name="Rectangle 43">
              <a:extLst>
                <a:ext uri="{FF2B5EF4-FFF2-40B4-BE49-F238E27FC236}">
                  <a16:creationId xmlns:a16="http://schemas.microsoft.com/office/drawing/2014/main" id="{3D17BBF7-1DAC-4840-A3B2-79EF7D3C68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82" y="2212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12766" name="Rectangle 44">
              <a:extLst>
                <a:ext uri="{FF2B5EF4-FFF2-40B4-BE49-F238E27FC236}">
                  <a16:creationId xmlns:a16="http://schemas.microsoft.com/office/drawing/2014/main" id="{2BF7C1D1-9F0E-9A4B-9416-3C23EB14C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2976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solidFill>
                    <a:srgbClr val="A50021"/>
                  </a:solidFill>
                  <a:ea typeface="宋体" panose="02010600030101010101" pitchFamily="2" charset="-122"/>
                </a:rPr>
                <a:t>Clk</a:t>
              </a:r>
            </a:p>
          </p:txBody>
        </p:sp>
      </p:grpSp>
      <p:grpSp>
        <p:nvGrpSpPr>
          <p:cNvPr id="112678" name="Group 45">
            <a:extLst>
              <a:ext uri="{FF2B5EF4-FFF2-40B4-BE49-F238E27FC236}">
                <a16:creationId xmlns:a16="http://schemas.microsoft.com/office/drawing/2014/main" id="{C4696327-48E4-D143-9519-4D12447C878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702050"/>
            <a:ext cx="476250" cy="1157288"/>
            <a:chOff x="2304" y="2557"/>
            <a:chExt cx="300" cy="729"/>
          </a:xfrm>
        </p:grpSpPr>
        <p:grpSp>
          <p:nvGrpSpPr>
            <p:cNvPr id="112752" name="Group 46">
              <a:extLst>
                <a:ext uri="{FF2B5EF4-FFF2-40B4-BE49-F238E27FC236}">
                  <a16:creationId xmlns:a16="http://schemas.microsoft.com/office/drawing/2014/main" id="{343215B3-3270-9741-A401-7A1B70A46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57"/>
              <a:ext cx="288" cy="729"/>
              <a:chOff x="2304" y="2557"/>
              <a:chExt cx="288" cy="729"/>
            </a:xfrm>
          </p:grpSpPr>
          <p:sp>
            <p:nvSpPr>
              <p:cNvPr id="112754" name="Line 47">
                <a:extLst>
                  <a:ext uri="{FF2B5EF4-FFF2-40B4-BE49-F238E27FC236}">
                    <a16:creationId xmlns:a16="http://schemas.microsoft.com/office/drawing/2014/main" id="{73665AD3-934E-5E44-9336-BC4C44C98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557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55" name="Line 48">
                <a:extLst>
                  <a:ext uri="{FF2B5EF4-FFF2-40B4-BE49-F238E27FC236}">
                    <a16:creationId xmlns:a16="http://schemas.microsoft.com/office/drawing/2014/main" id="{BF041550-AB58-354A-AAD4-F930DFB67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557"/>
                <a:ext cx="272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56" name="Line 49">
                <a:extLst>
                  <a:ext uri="{FF2B5EF4-FFF2-40B4-BE49-F238E27FC236}">
                    <a16:creationId xmlns:a16="http://schemas.microsoft.com/office/drawing/2014/main" id="{8970B97E-4CE9-3445-8578-8A9524B3F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739"/>
                <a:ext cx="128" cy="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57" name="Line 50">
                <a:extLst>
                  <a:ext uri="{FF2B5EF4-FFF2-40B4-BE49-F238E27FC236}">
                    <a16:creationId xmlns:a16="http://schemas.microsoft.com/office/drawing/2014/main" id="{FF1A1169-D8D8-0F4D-B585-5978075079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1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58" name="Line 51">
                <a:extLst>
                  <a:ext uri="{FF2B5EF4-FFF2-40B4-BE49-F238E27FC236}">
                    <a16:creationId xmlns:a16="http://schemas.microsoft.com/office/drawing/2014/main" id="{7303632D-163C-3947-95CB-3BDC6DF23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739"/>
                <a:ext cx="0" cy="34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59" name="Line 52">
                <a:extLst>
                  <a:ext uri="{FF2B5EF4-FFF2-40B4-BE49-F238E27FC236}">
                    <a16:creationId xmlns:a16="http://schemas.microsoft.com/office/drawing/2014/main" id="{46068FB8-EE60-E745-B33A-23B99E6CFA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2997"/>
                <a:ext cx="128" cy="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60" name="Line 53">
                <a:extLst>
                  <a:ext uri="{FF2B5EF4-FFF2-40B4-BE49-F238E27FC236}">
                    <a16:creationId xmlns:a16="http://schemas.microsoft.com/office/drawing/2014/main" id="{1F7240EE-977A-594C-B448-B7C7B72906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104"/>
                <a:ext cx="0" cy="16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61" name="Line 54">
                <a:extLst>
                  <a:ext uri="{FF2B5EF4-FFF2-40B4-BE49-F238E27FC236}">
                    <a16:creationId xmlns:a16="http://schemas.microsoft.com/office/drawing/2014/main" id="{DFAAB249-1495-0F43-B77D-065549C33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2" y="3088"/>
                <a:ext cx="272" cy="19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753" name="Rectangle 55">
              <a:extLst>
                <a:ext uri="{FF2B5EF4-FFF2-40B4-BE49-F238E27FC236}">
                  <a16:creationId xmlns:a16="http://schemas.microsoft.com/office/drawing/2014/main" id="{AEA26ABA-515E-0C42-8E0A-93CFA99CAC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225" y="2844"/>
              <a:ext cx="5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Adder</a:t>
              </a:r>
            </a:p>
          </p:txBody>
        </p:sp>
      </p:grpSp>
      <p:sp>
        <p:nvSpPr>
          <p:cNvPr id="112679" name="Line 56">
            <a:extLst>
              <a:ext uri="{FF2B5EF4-FFF2-40B4-BE49-F238E27FC236}">
                <a16:creationId xmlns:a16="http://schemas.microsoft.com/office/drawing/2014/main" id="{BB66A2D2-34A0-444C-ACFF-334981A5E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4500" y="4743450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0" name="Rectangle 57">
            <a:extLst>
              <a:ext uri="{FF2B5EF4-FFF2-40B4-BE49-F238E27FC236}">
                <a16:creationId xmlns:a16="http://schemas.microsoft.com/office/drawing/2014/main" id="{68412D8C-EC5D-AE46-842B-0428D27F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47783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2681" name="Line 58">
            <a:extLst>
              <a:ext uri="{FF2B5EF4-FFF2-40B4-BE49-F238E27FC236}">
                <a16:creationId xmlns:a16="http://schemas.microsoft.com/office/drawing/2014/main" id="{30AF5B27-4D8C-B446-AC83-8D0E870862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94050" y="4678363"/>
            <a:ext cx="88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682" name="Group 59">
            <a:extLst>
              <a:ext uri="{FF2B5EF4-FFF2-40B4-BE49-F238E27FC236}">
                <a16:creationId xmlns:a16="http://schemas.microsoft.com/office/drawing/2014/main" id="{40754806-213D-2743-8349-04B1E78D8A29}"/>
              </a:ext>
            </a:extLst>
          </p:cNvPr>
          <p:cNvGrpSpPr>
            <a:grpSpLocks/>
          </p:cNvGrpSpPr>
          <p:nvPr/>
        </p:nvGrpSpPr>
        <p:grpSpPr bwMode="auto">
          <a:xfrm>
            <a:off x="4799013" y="4730750"/>
            <a:ext cx="385762" cy="385763"/>
            <a:chOff x="3023" y="3205"/>
            <a:chExt cx="243" cy="243"/>
          </a:xfrm>
        </p:grpSpPr>
        <p:sp>
          <p:nvSpPr>
            <p:cNvPr id="112747" name="Arc 60">
              <a:extLst>
                <a:ext uri="{FF2B5EF4-FFF2-40B4-BE49-F238E27FC236}">
                  <a16:creationId xmlns:a16="http://schemas.microsoft.com/office/drawing/2014/main" id="{99379468-75B9-6B4F-9447-F7CD542EF12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35" y="3193"/>
              <a:ext cx="91" cy="1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8" name="Arc 61">
              <a:extLst>
                <a:ext uri="{FF2B5EF4-FFF2-40B4-BE49-F238E27FC236}">
                  <a16:creationId xmlns:a16="http://schemas.microsoft.com/office/drawing/2014/main" id="{7881C6EF-61DF-AB42-B99C-3ADD61D55FB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63" y="3193"/>
              <a:ext cx="91" cy="115"/>
            </a:xfrm>
            <a:custGeom>
              <a:avLst/>
              <a:gdLst>
                <a:gd name="T0" fmla="*/ 0 w 21599"/>
                <a:gd name="T1" fmla="*/ 0 h 21599"/>
                <a:gd name="T2" fmla="*/ 0 w 21599"/>
                <a:gd name="T3" fmla="*/ 0 h 21599"/>
                <a:gd name="T4" fmla="*/ 0 w 21599"/>
                <a:gd name="T5" fmla="*/ 0 h 215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599" fill="none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</a:path>
                <a:path w="21599" h="21599" stroke="0" extrusionOk="0">
                  <a:moveTo>
                    <a:pt x="-1" y="21411"/>
                  </a:moveTo>
                  <a:cubicBezTo>
                    <a:pt x="101" y="9647"/>
                    <a:pt x="9599" y="128"/>
                    <a:pt x="21363" y="0"/>
                  </a:cubicBezTo>
                  <a:lnTo>
                    <a:pt x="21599" y="21599"/>
                  </a:lnTo>
                  <a:lnTo>
                    <a:pt x="-1" y="21411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49" name="Line 62">
              <a:extLst>
                <a:ext uri="{FF2B5EF4-FFF2-40B4-BE49-F238E27FC236}">
                  <a16:creationId xmlns:a16="http://schemas.microsoft.com/office/drawing/2014/main" id="{C6AB1169-372A-A14F-AA9B-975285E56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0" name="Line 63">
              <a:extLst>
                <a:ext uri="{FF2B5EF4-FFF2-40B4-BE49-F238E27FC236}">
                  <a16:creationId xmlns:a16="http://schemas.microsoft.com/office/drawing/2014/main" id="{4D2DC702-6421-A247-902F-DEC49ABEC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448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1" name="Line 64">
              <a:extLst>
                <a:ext uri="{FF2B5EF4-FFF2-40B4-BE49-F238E27FC236}">
                  <a16:creationId xmlns:a16="http://schemas.microsoft.com/office/drawing/2014/main" id="{B644629B-1A27-6943-B418-6D0650FD9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03"/>
              <a:ext cx="0" cy="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683" name="Line 65">
            <a:extLst>
              <a:ext uri="{FF2B5EF4-FFF2-40B4-BE49-F238E27FC236}">
                <a16:creationId xmlns:a16="http://schemas.microsoft.com/office/drawing/2014/main" id="{E5D3B3E2-8ECF-1F41-9E8E-F181CF4396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1100" y="4373563"/>
            <a:ext cx="0" cy="352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4" name="Line 66">
            <a:extLst>
              <a:ext uri="{FF2B5EF4-FFF2-40B4-BE49-F238E27FC236}">
                <a16:creationId xmlns:a16="http://schemas.microsoft.com/office/drawing/2014/main" id="{3ED2C3FC-7D27-EF4A-8D3C-1C47D05F4A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141913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5" name="Line 67">
            <a:extLst>
              <a:ext uri="{FF2B5EF4-FFF2-40B4-BE49-F238E27FC236}">
                <a16:creationId xmlns:a16="http://schemas.microsoft.com/office/drawing/2014/main" id="{9CCAB8DE-F339-EF44-A239-52F36F7AA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141913"/>
            <a:ext cx="0" cy="66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6" name="Line 68">
            <a:extLst>
              <a:ext uri="{FF2B5EF4-FFF2-40B4-BE49-F238E27FC236}">
                <a16:creationId xmlns:a16="http://schemas.microsoft.com/office/drawing/2014/main" id="{2B7A7FC6-2FE1-3849-B0E1-188552EEB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4900" y="3071813"/>
            <a:ext cx="2174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7" name="Line 69">
            <a:extLst>
              <a:ext uri="{FF2B5EF4-FFF2-40B4-BE49-F238E27FC236}">
                <a16:creationId xmlns:a16="http://schemas.microsoft.com/office/drawing/2014/main" id="{4DF9C407-6A14-6044-9A48-BF12769726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1535113"/>
            <a:ext cx="0" cy="154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8" name="Line 70">
            <a:extLst>
              <a:ext uri="{FF2B5EF4-FFF2-40B4-BE49-F238E27FC236}">
                <a16:creationId xmlns:a16="http://schemas.microsoft.com/office/drawing/2014/main" id="{2F19DE1C-A4F6-7C4F-A566-70FF78392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1547813"/>
            <a:ext cx="566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9" name="Line 71">
            <a:extLst>
              <a:ext uri="{FF2B5EF4-FFF2-40B4-BE49-F238E27FC236}">
                <a16:creationId xmlns:a16="http://schemas.microsoft.com/office/drawing/2014/main" id="{4A36ACE6-863B-124B-83FB-74DFD3CA4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560513"/>
            <a:ext cx="0" cy="165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0" name="Line 72">
            <a:extLst>
              <a:ext uri="{FF2B5EF4-FFF2-40B4-BE49-F238E27FC236}">
                <a16:creationId xmlns:a16="http://schemas.microsoft.com/office/drawing/2014/main" id="{4CC8C0D2-B4AC-A94B-A93E-14C968400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00" y="322421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1" name="Line 73">
            <a:extLst>
              <a:ext uri="{FF2B5EF4-FFF2-40B4-BE49-F238E27FC236}">
                <a16:creationId xmlns:a16="http://schemas.microsoft.com/office/drawing/2014/main" id="{2B7340A3-D8CC-A44B-90E2-64A72E9DAE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2250" y="1477963"/>
            <a:ext cx="88900" cy="166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2" name="Rectangle 74">
            <a:extLst>
              <a:ext uri="{FF2B5EF4-FFF2-40B4-BE49-F238E27FC236}">
                <a16:creationId xmlns:a16="http://schemas.microsoft.com/office/drawing/2014/main" id="{23B8EE33-8A2A-EF47-A959-6EA9556C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15763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sp>
        <p:nvSpPr>
          <p:cNvPr id="112693" name="Rectangle 75">
            <a:extLst>
              <a:ext uri="{FF2B5EF4-FFF2-40B4-BE49-F238E27FC236}">
                <a16:creationId xmlns:a16="http://schemas.microsoft.com/office/drawing/2014/main" id="{D658CBAC-47DB-B94F-B875-083B5E4A3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713" y="5510213"/>
            <a:ext cx="968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12694" name="Rectangle 76">
            <a:extLst>
              <a:ext uri="{FF2B5EF4-FFF2-40B4-BE49-F238E27FC236}">
                <a16:creationId xmlns:a16="http://schemas.microsoft.com/office/drawing/2014/main" id="{7844DF39-A054-4648-BA62-35D93739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5535613"/>
            <a:ext cx="676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12695" name="Line 77">
            <a:extLst>
              <a:ext uri="{FF2B5EF4-FFF2-40B4-BE49-F238E27FC236}">
                <a16:creationId xmlns:a16="http://schemas.microsoft.com/office/drawing/2014/main" id="{2BC688BA-22FE-2948-BACE-D149B6DD6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5900" y="223361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6" name="Rectangle 78">
            <a:extLst>
              <a:ext uri="{FF2B5EF4-FFF2-40B4-BE49-F238E27FC236}">
                <a16:creationId xmlns:a16="http://schemas.microsoft.com/office/drawing/2014/main" id="{7385C21F-D657-9549-8AB3-20734D54F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233613"/>
            <a:ext cx="663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“00”</a:t>
            </a:r>
          </a:p>
        </p:txBody>
      </p:sp>
      <p:sp>
        <p:nvSpPr>
          <p:cNvPr id="112697" name="Rectangle 79">
            <a:extLst>
              <a:ext uri="{FF2B5EF4-FFF2-40B4-BE49-F238E27FC236}">
                <a16:creationId xmlns:a16="http://schemas.microsoft.com/office/drawing/2014/main" id="{25704BDE-6DF8-AC4C-9EE9-9A4B674E0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1789113"/>
            <a:ext cx="1355725" cy="1270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2698" name="Rectangle 80">
            <a:extLst>
              <a:ext uri="{FF2B5EF4-FFF2-40B4-BE49-F238E27FC236}">
                <a16:creationId xmlns:a16="http://schemas.microsoft.com/office/drawing/2014/main" id="{7BB0747C-1A2A-0945-8EA3-809C43AC8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1776413"/>
            <a:ext cx="1438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Addr&lt;31:2&gt;</a:t>
            </a:r>
          </a:p>
        </p:txBody>
      </p:sp>
      <p:sp>
        <p:nvSpPr>
          <p:cNvPr id="112699" name="Rectangle 81">
            <a:extLst>
              <a:ext uri="{FF2B5EF4-FFF2-40B4-BE49-F238E27FC236}">
                <a16:creationId xmlns:a16="http://schemas.microsoft.com/office/drawing/2014/main" id="{9DAC4365-A2BB-9D4A-AA70-18BCBB9A2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013" y="2462213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12700" name="Rectangle 82">
            <a:extLst>
              <a:ext uri="{FF2B5EF4-FFF2-40B4-BE49-F238E27FC236}">
                <a16:creationId xmlns:a16="http://schemas.microsoft.com/office/drawing/2014/main" id="{B30BB6CA-0A50-0B46-A961-640814651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5" y="2081213"/>
            <a:ext cx="129222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Addr&lt;1:0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12701" name="Line 83">
            <a:extLst>
              <a:ext uri="{FF2B5EF4-FFF2-40B4-BE49-F238E27FC236}">
                <a16:creationId xmlns:a16="http://schemas.microsoft.com/office/drawing/2014/main" id="{685921DE-DF79-974B-BB11-0E7E24820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084513"/>
            <a:ext cx="0" cy="536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2" name="Line 84">
            <a:extLst>
              <a:ext uri="{FF2B5EF4-FFF2-40B4-BE49-F238E27FC236}">
                <a16:creationId xmlns:a16="http://schemas.microsoft.com/office/drawing/2014/main" id="{C22D9955-28DC-4E4E-AD26-AFD30081C4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8750" y="3289300"/>
            <a:ext cx="1397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3" name="Rectangle 85">
            <a:extLst>
              <a:ext uri="{FF2B5EF4-FFF2-40B4-BE49-F238E27FC236}">
                <a16:creationId xmlns:a16="http://schemas.microsoft.com/office/drawing/2014/main" id="{F36BCCA1-AA2F-1444-96D6-939813C1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513" y="31432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2704" name="Line 86">
            <a:extLst>
              <a:ext uri="{FF2B5EF4-FFF2-40B4-BE49-F238E27FC236}">
                <a16:creationId xmlns:a16="http://schemas.microsoft.com/office/drawing/2014/main" id="{DDE09B4D-6BBC-F047-916E-E013CB8BD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8481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5" name="Line 87">
            <a:extLst>
              <a:ext uri="{FF2B5EF4-FFF2-40B4-BE49-F238E27FC236}">
                <a16:creationId xmlns:a16="http://schemas.microsoft.com/office/drawing/2014/main" id="{E563DEF5-A391-C44D-8C90-3AC2B5B29C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454400"/>
            <a:ext cx="0" cy="40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6" name="Line 88">
            <a:extLst>
              <a:ext uri="{FF2B5EF4-FFF2-40B4-BE49-F238E27FC236}">
                <a16:creationId xmlns:a16="http://schemas.microsoft.com/office/drawing/2014/main" id="{102F5FDA-993D-334D-ACFB-81224BA772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1916113"/>
            <a:ext cx="0" cy="132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7" name="Line 90">
            <a:extLst>
              <a:ext uri="{FF2B5EF4-FFF2-40B4-BE49-F238E27FC236}">
                <a16:creationId xmlns:a16="http://schemas.microsoft.com/office/drawing/2014/main" id="{B61A4535-D993-E441-94D9-556F2DF0A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2900" y="3376613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8" name="Line 91">
            <a:extLst>
              <a:ext uri="{FF2B5EF4-FFF2-40B4-BE49-F238E27FC236}">
                <a16:creationId xmlns:a16="http://schemas.microsoft.com/office/drawing/2014/main" id="{655733F9-773D-8D40-954C-2B9BAACF51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8100" y="3833813"/>
            <a:ext cx="2936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9" name="Line 92">
            <a:extLst>
              <a:ext uri="{FF2B5EF4-FFF2-40B4-BE49-F238E27FC236}">
                <a16:creationId xmlns:a16="http://schemas.microsoft.com/office/drawing/2014/main" id="{2E6E849F-7CDF-A948-834D-ECF31EFE3F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0200" y="3363913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0" name="Rectangle 93">
            <a:extLst>
              <a:ext uri="{FF2B5EF4-FFF2-40B4-BE49-F238E27FC236}">
                <a16:creationId xmlns:a16="http://schemas.microsoft.com/office/drawing/2014/main" id="{D6333279-33E9-CA4C-8470-AAEA088E8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700088"/>
            <a:ext cx="8191500" cy="696912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PC&lt;31:2&gt;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Wingdings" pitchFamily="2" charset="2"/>
              </a:rPr>
              <a:t>←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PC&lt;31:28&gt;  concat  target&lt;25:0&gt;</a:t>
            </a:r>
          </a:p>
        </p:txBody>
      </p:sp>
      <p:sp>
        <p:nvSpPr>
          <p:cNvPr id="112711" name="Rectangle 94">
            <a:extLst>
              <a:ext uri="{FF2B5EF4-FFF2-40B4-BE49-F238E27FC236}">
                <a16:creationId xmlns:a16="http://schemas.microsoft.com/office/drawing/2014/main" id="{9A137B82-38C1-404F-9BA5-DB07CD69E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3" y="5194300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Instruction&lt;15:0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12712" name="Rectangle 95">
            <a:extLst>
              <a:ext uri="{FF2B5EF4-FFF2-40B4-BE49-F238E27FC236}">
                <a16:creationId xmlns:a16="http://schemas.microsoft.com/office/drawing/2014/main" id="{85CA5C49-3AC7-CA4C-AEDB-E7789717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4013" y="3554413"/>
            <a:ext cx="2292350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  <a:p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imm16</a:t>
            </a:r>
            <a:r>
              <a:rPr lang="zh-CN" altLang="en-US" sz="1800">
                <a:solidFill>
                  <a:schemeClr val="accent2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Target</a:t>
            </a:r>
            <a:r>
              <a:rPr lang="zh-CN" altLang="en-US" sz="1800">
                <a:solidFill>
                  <a:schemeClr val="accent2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112713" name="Line 96">
            <a:extLst>
              <a:ext uri="{FF2B5EF4-FFF2-40B4-BE49-F238E27FC236}">
                <a16:creationId xmlns:a16="http://schemas.microsoft.com/office/drawing/2014/main" id="{5FE12833-E8D9-9549-874F-46C0A04EB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7700" y="1928813"/>
            <a:ext cx="523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4" name="Line 97">
            <a:extLst>
              <a:ext uri="{FF2B5EF4-FFF2-40B4-BE49-F238E27FC236}">
                <a16:creationId xmlns:a16="http://schemas.microsoft.com/office/drawing/2014/main" id="{CA81F061-8E95-3943-9B87-A80F4BB897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99050" y="1858963"/>
            <a:ext cx="88900" cy="166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5" name="Rectangle 98">
            <a:extLst>
              <a:ext uri="{FF2B5EF4-FFF2-40B4-BE49-F238E27FC236}">
                <a16:creationId xmlns:a16="http://schemas.microsoft.com/office/drawing/2014/main" id="{1508CAD1-3AD8-424D-A0F2-7ACC31A0B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213" y="19573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30</a:t>
            </a:r>
          </a:p>
        </p:txBody>
      </p:sp>
      <p:grpSp>
        <p:nvGrpSpPr>
          <p:cNvPr id="235619" name="Group 99">
            <a:extLst>
              <a:ext uri="{FF2B5EF4-FFF2-40B4-BE49-F238E27FC236}">
                <a16:creationId xmlns:a16="http://schemas.microsoft.com/office/drawing/2014/main" id="{CFB13F7B-68FE-554C-AF47-0FEF49C14C8B}"/>
              </a:ext>
            </a:extLst>
          </p:cNvPr>
          <p:cNvGrpSpPr>
            <a:grpSpLocks/>
          </p:cNvGrpSpPr>
          <p:nvPr/>
        </p:nvGrpSpPr>
        <p:grpSpPr bwMode="auto">
          <a:xfrm>
            <a:off x="1633538" y="2046288"/>
            <a:ext cx="4191000" cy="1981200"/>
            <a:chOff x="1000" y="1496"/>
            <a:chExt cx="2640" cy="1248"/>
          </a:xfrm>
        </p:grpSpPr>
        <p:sp>
          <p:nvSpPr>
            <p:cNvPr id="112745" name="Oval 100">
              <a:extLst>
                <a:ext uri="{FF2B5EF4-FFF2-40B4-BE49-F238E27FC236}">
                  <a16:creationId xmlns:a16="http://schemas.microsoft.com/office/drawing/2014/main" id="{03A9D6CE-6382-064F-8BB9-4AAC92720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" y="1496"/>
              <a:ext cx="2472" cy="648"/>
            </a:xfrm>
            <a:prstGeom prst="ellipse">
              <a:avLst/>
            </a:prstGeom>
            <a:solidFill>
              <a:srgbClr val="CCCCFF">
                <a:alpha val="65097"/>
              </a:srgbClr>
            </a:solidFill>
            <a:ln w="127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2746" name="Line 101">
              <a:extLst>
                <a:ext uri="{FF2B5EF4-FFF2-40B4-BE49-F238E27FC236}">
                  <a16:creationId xmlns:a16="http://schemas.microsoft.com/office/drawing/2014/main" id="{3B684D3F-C16D-4946-BAB9-181A4A266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2" y="2016"/>
              <a:ext cx="408" cy="72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5622" name="Group 102">
            <a:extLst>
              <a:ext uri="{FF2B5EF4-FFF2-40B4-BE49-F238E27FC236}">
                <a16:creationId xmlns:a16="http://schemas.microsoft.com/office/drawing/2014/main" id="{5C300F97-A8BD-1C4A-8E2A-24857DCDFE4D}"/>
              </a:ext>
            </a:extLst>
          </p:cNvPr>
          <p:cNvGrpSpPr>
            <a:grpSpLocks/>
          </p:cNvGrpSpPr>
          <p:nvPr/>
        </p:nvGrpSpPr>
        <p:grpSpPr bwMode="auto">
          <a:xfrm>
            <a:off x="1917700" y="2244725"/>
            <a:ext cx="4497388" cy="2105025"/>
            <a:chOff x="1208" y="1414"/>
            <a:chExt cx="2833" cy="1326"/>
          </a:xfrm>
        </p:grpSpPr>
        <p:sp>
          <p:nvSpPr>
            <p:cNvPr id="112722" name="Line 103">
              <a:extLst>
                <a:ext uri="{FF2B5EF4-FFF2-40B4-BE49-F238E27FC236}">
                  <a16:creationId xmlns:a16="http://schemas.microsoft.com/office/drawing/2014/main" id="{7D588694-CE1B-9B47-A6BC-44A1B233D1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4" y="1702"/>
              <a:ext cx="56" cy="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23" name="Rectangle 104">
              <a:extLst>
                <a:ext uri="{FF2B5EF4-FFF2-40B4-BE49-F238E27FC236}">
                  <a16:creationId xmlns:a16="http://schemas.microsoft.com/office/drawing/2014/main" id="{D8D5B94B-E4CD-5649-9E3B-A0D3C1D44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739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12724" name="Line 105">
              <a:extLst>
                <a:ext uri="{FF2B5EF4-FFF2-40B4-BE49-F238E27FC236}">
                  <a16:creationId xmlns:a16="http://schemas.microsoft.com/office/drawing/2014/main" id="{223E176A-4D0C-4B47-B7F1-DEA434F6B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4" y="1414"/>
              <a:ext cx="56" cy="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25" name="Rectangle 106">
              <a:extLst>
                <a:ext uri="{FF2B5EF4-FFF2-40B4-BE49-F238E27FC236}">
                  <a16:creationId xmlns:a16="http://schemas.microsoft.com/office/drawing/2014/main" id="{DA5C6A24-E97C-FB44-BCDE-58F83F3ED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1451"/>
              <a:ext cx="19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4</a:t>
              </a:r>
            </a:p>
          </p:txBody>
        </p:sp>
        <p:grpSp>
          <p:nvGrpSpPr>
            <p:cNvPr id="112726" name="Group 107">
              <a:extLst>
                <a:ext uri="{FF2B5EF4-FFF2-40B4-BE49-F238E27FC236}">
                  <a16:creationId xmlns:a16="http://schemas.microsoft.com/office/drawing/2014/main" id="{11E20B15-DE05-9143-B1F9-FE5B0F0F0F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8" y="1444"/>
              <a:ext cx="2833" cy="1296"/>
              <a:chOff x="1208" y="1444"/>
              <a:chExt cx="2833" cy="1296"/>
            </a:xfrm>
          </p:grpSpPr>
          <p:sp>
            <p:nvSpPr>
              <p:cNvPr id="112727" name="Line 108">
                <a:extLst>
                  <a:ext uri="{FF2B5EF4-FFF2-40B4-BE49-F238E27FC236}">
                    <a16:creationId xmlns:a16="http://schemas.microsoft.com/office/drawing/2014/main" id="{0F1DBCB7-D73D-2549-B0F6-5FEEAB3FD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7" y="1444"/>
                <a:ext cx="212" cy="113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28" name="Line 109">
                <a:extLst>
                  <a:ext uri="{FF2B5EF4-FFF2-40B4-BE49-F238E27FC236}">
                    <a16:creationId xmlns:a16="http://schemas.microsoft.com/office/drawing/2014/main" id="{0CE7ECC9-09EC-6649-B654-FAE1DF781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86" y="2143"/>
                <a:ext cx="213" cy="118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729" name="Line 110">
                <a:extLst>
                  <a:ext uri="{FF2B5EF4-FFF2-40B4-BE49-F238E27FC236}">
                    <a16:creationId xmlns:a16="http://schemas.microsoft.com/office/drawing/2014/main" id="{E3FFE807-71F5-4544-ACD3-156F86264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555"/>
                <a:ext cx="0" cy="597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2730" name="Group 111">
                <a:extLst>
                  <a:ext uri="{FF2B5EF4-FFF2-40B4-BE49-F238E27FC236}">
                    <a16:creationId xmlns:a16="http://schemas.microsoft.com/office/drawing/2014/main" id="{08C92F94-A4D5-A643-B3C2-82731BD1A5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8" y="1444"/>
                <a:ext cx="2833" cy="1296"/>
                <a:chOff x="1208" y="1444"/>
                <a:chExt cx="2833" cy="1296"/>
              </a:xfrm>
            </p:grpSpPr>
            <p:sp>
              <p:nvSpPr>
                <p:cNvPr id="112731" name="Line 112">
                  <a:extLst>
                    <a:ext uri="{FF2B5EF4-FFF2-40B4-BE49-F238E27FC236}">
                      <a16:creationId xmlns:a16="http://schemas.microsoft.com/office/drawing/2014/main" id="{828A6F1C-031F-F94A-A059-F5926E650F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1444"/>
                  <a:ext cx="0" cy="819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32" name="Rectangle 113">
                  <a:extLst>
                    <a:ext uri="{FF2B5EF4-FFF2-40B4-BE49-F238E27FC236}">
                      <a16:creationId xmlns:a16="http://schemas.microsoft.com/office/drawing/2014/main" id="{2C115A9F-5F85-7D41-AD0B-3BDA5D6CEA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65" y="1765"/>
                  <a:ext cx="402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Mux</a:t>
                  </a:r>
                </a:p>
              </p:txBody>
            </p:sp>
            <p:sp>
              <p:nvSpPr>
                <p:cNvPr id="112733" name="Rectangle 114">
                  <a:extLst>
                    <a:ext uri="{FF2B5EF4-FFF2-40B4-BE49-F238E27FC236}">
                      <a16:creationId xmlns:a16="http://schemas.microsoft.com/office/drawing/2014/main" id="{0CF19C6C-3A14-814E-9634-4588A164D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7" y="1524"/>
                  <a:ext cx="19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112734" name="Rectangle 115">
                  <a:extLst>
                    <a:ext uri="{FF2B5EF4-FFF2-40B4-BE49-F238E27FC236}">
                      <a16:creationId xmlns:a16="http://schemas.microsoft.com/office/drawing/2014/main" id="{10C39C81-C8FF-8F44-B2E2-D5E84894C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87" y="1994"/>
                  <a:ext cx="19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112735" name="Line 116">
                  <a:extLst>
                    <a:ext uri="{FF2B5EF4-FFF2-40B4-BE49-F238E27FC236}">
                      <a16:creationId xmlns:a16="http://schemas.microsoft.com/office/drawing/2014/main" id="{6BF389EE-F825-5946-88A0-59BA391888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64" y="1743"/>
                  <a:ext cx="512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36" name="Line 117">
                  <a:extLst>
                    <a:ext uri="{FF2B5EF4-FFF2-40B4-BE49-F238E27FC236}">
                      <a16:creationId xmlns:a16="http://schemas.microsoft.com/office/drawing/2014/main" id="{4920C380-BC33-B547-973F-A4A5A84C1A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8" y="1455"/>
                  <a:ext cx="1568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37" name="Rectangle 118">
                  <a:extLst>
                    <a:ext uri="{FF2B5EF4-FFF2-40B4-BE49-F238E27FC236}">
                      <a16:creationId xmlns:a16="http://schemas.microsoft.com/office/drawing/2014/main" id="{24454E56-A825-9B4B-8C03-BD87AFA418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5" y="1503"/>
                  <a:ext cx="55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Target</a:t>
                  </a:r>
                </a:p>
              </p:txBody>
            </p:sp>
            <p:sp>
              <p:nvSpPr>
                <p:cNvPr id="112738" name="Line 119">
                  <a:extLst>
                    <a:ext uri="{FF2B5EF4-FFF2-40B4-BE49-F238E27FC236}">
                      <a16:creationId xmlns:a16="http://schemas.microsoft.com/office/drawing/2014/main" id="{32E2D764-D4FE-6548-B7BD-9CB77FAA6D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84" y="1463"/>
                  <a:ext cx="0" cy="272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39" name="Line 120">
                  <a:extLst>
                    <a:ext uri="{FF2B5EF4-FFF2-40B4-BE49-F238E27FC236}">
                      <a16:creationId xmlns:a16="http://schemas.microsoft.com/office/drawing/2014/main" id="{2C122015-AC92-4A42-9806-2AC623FB54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92" y="1599"/>
                  <a:ext cx="896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40" name="Line 121">
                  <a:extLst>
                    <a:ext uri="{FF2B5EF4-FFF2-40B4-BE49-F238E27FC236}">
                      <a16:creationId xmlns:a16="http://schemas.microsoft.com/office/drawing/2014/main" id="{F4E8EF77-1A07-4347-ADD5-F0B7B5B211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64" y="1555"/>
                  <a:ext cx="56" cy="10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41" name="Rectangle 122">
                  <a:extLst>
                    <a:ext uri="{FF2B5EF4-FFF2-40B4-BE49-F238E27FC236}">
                      <a16:creationId xmlns:a16="http://schemas.microsoft.com/office/drawing/2014/main" id="{B792BAD5-6870-C24B-907B-9ED38AC35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5" y="1617"/>
                  <a:ext cx="274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>
                      <a:ea typeface="宋体" panose="02010600030101010101" pitchFamily="2" charset="-122"/>
                    </a:rPr>
                    <a:t>30</a:t>
                  </a:r>
                </a:p>
              </p:txBody>
            </p:sp>
            <p:sp>
              <p:nvSpPr>
                <p:cNvPr id="112742" name="Line 123">
                  <a:extLst>
                    <a:ext uri="{FF2B5EF4-FFF2-40B4-BE49-F238E27FC236}">
                      <a16:creationId xmlns:a16="http://schemas.microsoft.com/office/drawing/2014/main" id="{50D50431-C274-EB49-AE90-23E04B53D3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215"/>
                  <a:ext cx="0" cy="30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2743" name="Rectangle 124">
                  <a:extLst>
                    <a:ext uri="{FF2B5EF4-FFF2-40B4-BE49-F238E27FC236}">
                      <a16:creationId xmlns:a16="http://schemas.microsoft.com/office/drawing/2014/main" id="{ECF4146E-85B3-844C-B883-C00F159E6D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43" y="2511"/>
                  <a:ext cx="498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Jump</a:t>
                  </a:r>
                </a:p>
              </p:txBody>
            </p:sp>
            <p:sp>
              <p:nvSpPr>
                <p:cNvPr id="112744" name="Rectangle 125">
                  <a:extLst>
                    <a:ext uri="{FF2B5EF4-FFF2-40B4-BE49-F238E27FC236}">
                      <a16:creationId xmlns:a16="http://schemas.microsoft.com/office/drawing/2014/main" id="{EFBCD868-336A-874D-80D2-119125AC24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39" y="1647"/>
                  <a:ext cx="1050" cy="2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CN" sz="1800">
                      <a:ea typeface="宋体" panose="02010600030101010101" pitchFamily="2" charset="-122"/>
                    </a:rPr>
                    <a:t>Instruc&lt;25:0&gt;</a:t>
                  </a:r>
                </a:p>
              </p:txBody>
            </p:sp>
          </p:grpSp>
        </p:grpSp>
      </p:grpSp>
      <p:sp>
        <p:nvSpPr>
          <p:cNvPr id="235646" name="Text Box 126">
            <a:extLst>
              <a:ext uri="{FF2B5EF4-FFF2-40B4-BE49-F238E27FC236}">
                <a16:creationId xmlns:a16="http://schemas.microsoft.com/office/drawing/2014/main" id="{C52455A8-1223-1940-A45C-C7080DA16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514850"/>
            <a:ext cx="3509963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这是“取指部件”的完整设计</a:t>
            </a:r>
            <a:endParaRPr lang="en-US" altLang="zh-CN" sz="18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个输入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jump, Branch, Zero</a:t>
            </a:r>
          </a:p>
          <a:p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个输出</a:t>
            </a:r>
            <a:r>
              <a:rPr lang="en-US" altLang="zh-CN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zh-CN" altLang="en-US" sz="18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指令字</a:t>
            </a:r>
            <a:endParaRPr lang="en-US" altLang="zh-CN" sz="18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5647" name="Text Box 127">
            <a:extLst>
              <a:ext uri="{FF2B5EF4-FFF2-40B4-BE49-F238E27FC236}">
                <a16:creationId xmlns:a16="http://schemas.microsoft.com/office/drawing/2014/main" id="{1C100A38-9704-BB41-8D3B-5C798E793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3451225"/>
            <a:ext cx="957263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的改变在下个</a:t>
            </a:r>
            <a:r>
              <a:rPr lang="en-US" alt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到达后发生！</a:t>
            </a:r>
          </a:p>
        </p:txBody>
      </p:sp>
      <p:sp>
        <p:nvSpPr>
          <p:cNvPr id="235649" name="Text Box 129">
            <a:extLst>
              <a:ext uri="{FF2B5EF4-FFF2-40B4-BE49-F238E27FC236}">
                <a16:creationId xmlns:a16="http://schemas.microsoft.com/office/drawing/2014/main" id="{B0EFD7E3-45A8-934A-A38F-665BAB3DC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5991225"/>
            <a:ext cx="79676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RegDst=ExtOp=ALUSrc=MemtoReg=ALUctr=x,</a:t>
            </a:r>
            <a:r>
              <a:rPr lang="en-US" altLang="zh-CN" sz="1800">
                <a:ea typeface="黑体" panose="02010609060101010101" pitchFamily="49" charset="-122"/>
              </a:rPr>
              <a:t> </a:t>
            </a:r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RegWr=0,</a:t>
            </a:r>
            <a:r>
              <a:rPr lang="en-US" altLang="zh-CN" sz="1800">
                <a:ea typeface="黑体" panose="02010609060101010101" pitchFamily="49" charset="-122"/>
              </a:rPr>
              <a:t> </a:t>
            </a:r>
            <a:r>
              <a:rPr lang="en-US" altLang="zh-CN" sz="1800">
                <a:solidFill>
                  <a:schemeClr val="accent2"/>
                </a:solidFill>
                <a:ea typeface="黑体" panose="02010609060101010101" pitchFamily="49" charset="-122"/>
              </a:rPr>
              <a:t>MemWr=0, Branch=0, Jump=1</a:t>
            </a:r>
            <a:endParaRPr lang="zh-CN" altLang="en-US" sz="180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129" name="Text Box 133">
            <a:extLst>
              <a:ext uri="{FF2B5EF4-FFF2-40B4-BE49-F238E27FC236}">
                <a16:creationId xmlns:a16="http://schemas.microsoft.com/office/drawing/2014/main" id="{802A2C30-1637-DE4F-BA01-EFDEC4B23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38" y="5503863"/>
            <a:ext cx="22780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各控制信号取何值？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3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46" grpId="0"/>
      <p:bldP spid="235647" grpId="0"/>
      <p:bldP spid="235649" grpId="0"/>
      <p:bldP spid="1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BD4029D4-BCF8-B541-A85F-0272E1FCF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2300" y="152400"/>
            <a:ext cx="8343900" cy="4222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MIPS Subset(</a:t>
            </a:r>
            <a:r>
              <a:rPr lang="zh-CN" altLang="en-US">
                <a:ea typeface="宋体" panose="02010600030101010101" pitchFamily="2" charset="-122"/>
              </a:rPr>
              <a:t>考察实现以下指令的数据通路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A9320837-E3F2-F445-B0FB-BA451D844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1625" y="1163638"/>
            <a:ext cx="8370888" cy="4411662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and subtract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 rd, rs, rt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sub rd, rs, rt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 Immediate: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ori 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LOAD and STORE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lw rt, rs, imm16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 rt, rs,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beq rs, rt, imm16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JUMP:</a:t>
            </a:r>
          </a:p>
          <a:p>
            <a:pPr lvl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  target</a:t>
            </a:r>
          </a:p>
        </p:txBody>
      </p:sp>
      <p:sp>
        <p:nvSpPr>
          <p:cNvPr id="237642" name="Text Box 74">
            <a:extLst>
              <a:ext uri="{FF2B5EF4-FFF2-40B4-BE49-F238E27FC236}">
                <a16:creationId xmlns:a16="http://schemas.microsoft.com/office/drawing/2014/main" id="{1E715DD4-682E-614A-9A55-499522F68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3" y="5994400"/>
            <a:ext cx="84185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所有指令的数据通路都已设计好，合起来的数据通路是什么样的？</a:t>
            </a:r>
          </a:p>
        </p:txBody>
      </p:sp>
      <p:grpSp>
        <p:nvGrpSpPr>
          <p:cNvPr id="114693" name="Group 76">
            <a:extLst>
              <a:ext uri="{FF2B5EF4-FFF2-40B4-BE49-F238E27FC236}">
                <a16:creationId xmlns:a16="http://schemas.microsoft.com/office/drawing/2014/main" id="{47C07996-F870-C84B-B269-82FDE4BAB2FE}"/>
              </a:ext>
            </a:extLst>
          </p:cNvPr>
          <p:cNvGrpSpPr>
            <a:grpSpLocks/>
          </p:cNvGrpSpPr>
          <p:nvPr/>
        </p:nvGrpSpPr>
        <p:grpSpPr bwMode="auto">
          <a:xfrm>
            <a:off x="3068638" y="2266950"/>
            <a:ext cx="5999162" cy="989013"/>
            <a:chOff x="1918" y="1392"/>
            <a:chExt cx="3763" cy="607"/>
          </a:xfrm>
        </p:grpSpPr>
        <p:sp>
          <p:nvSpPr>
            <p:cNvPr id="114742" name="Rectangle 77">
              <a:extLst>
                <a:ext uri="{FF2B5EF4-FFF2-40B4-BE49-F238E27FC236}">
                  <a16:creationId xmlns:a16="http://schemas.microsoft.com/office/drawing/2014/main" id="{4AE389CD-277B-F54C-882E-CA712825F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1592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14743" name="Group 78">
              <a:extLst>
                <a:ext uri="{FF2B5EF4-FFF2-40B4-BE49-F238E27FC236}">
                  <a16:creationId xmlns:a16="http://schemas.microsoft.com/office/drawing/2014/main" id="{5EA940D6-9A86-3C48-8B9D-11973E1B7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1584"/>
              <a:ext cx="624" cy="223"/>
              <a:chOff x="1979" y="1584"/>
              <a:chExt cx="624" cy="223"/>
            </a:xfrm>
          </p:grpSpPr>
          <p:sp>
            <p:nvSpPr>
              <p:cNvPr id="114761" name="Rectangle 79">
                <a:extLst>
                  <a:ext uri="{FF2B5EF4-FFF2-40B4-BE49-F238E27FC236}">
                    <a16:creationId xmlns:a16="http://schemas.microsoft.com/office/drawing/2014/main" id="{AA4668B1-60EC-F84F-9471-2B0685B50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1588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4762" name="Rectangle 80">
                <a:extLst>
                  <a:ext uri="{FF2B5EF4-FFF2-40B4-BE49-F238E27FC236}">
                    <a16:creationId xmlns:a16="http://schemas.microsoft.com/office/drawing/2014/main" id="{740C7CDB-664B-9146-95FD-05ABB4A4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584"/>
                <a:ext cx="289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grpSp>
          <p:nvGrpSpPr>
            <p:cNvPr id="114744" name="Group 81">
              <a:extLst>
                <a:ext uri="{FF2B5EF4-FFF2-40B4-BE49-F238E27FC236}">
                  <a16:creationId xmlns:a16="http://schemas.microsoft.com/office/drawing/2014/main" id="{C9FD5425-2EB8-B84B-80D7-E350F9CE7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1" y="1584"/>
              <a:ext cx="580" cy="223"/>
              <a:chOff x="2611" y="1584"/>
              <a:chExt cx="580" cy="223"/>
            </a:xfrm>
          </p:grpSpPr>
          <p:sp>
            <p:nvSpPr>
              <p:cNvPr id="114759" name="Rectangle 82">
                <a:extLst>
                  <a:ext uri="{FF2B5EF4-FFF2-40B4-BE49-F238E27FC236}">
                    <a16:creationId xmlns:a16="http://schemas.microsoft.com/office/drawing/2014/main" id="{CCCA4CAB-E936-3344-BF13-354798433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1" y="1588"/>
                <a:ext cx="580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4760" name="Rectangle 83">
                <a:extLst>
                  <a:ext uri="{FF2B5EF4-FFF2-40B4-BE49-F238E27FC236}">
                    <a16:creationId xmlns:a16="http://schemas.microsoft.com/office/drawing/2014/main" id="{5E98F141-7DE4-294D-860B-F428D161B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6" y="1584"/>
                <a:ext cx="250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rs</a:t>
                </a:r>
              </a:p>
            </p:txBody>
          </p:sp>
        </p:grpSp>
        <p:grpSp>
          <p:nvGrpSpPr>
            <p:cNvPr id="114745" name="Group 84">
              <a:extLst>
                <a:ext uri="{FF2B5EF4-FFF2-40B4-BE49-F238E27FC236}">
                  <a16:creationId xmlns:a16="http://schemas.microsoft.com/office/drawing/2014/main" id="{5E0E2874-AF39-374B-9D01-28C4AD0C1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9" y="1584"/>
              <a:ext cx="579" cy="223"/>
              <a:chOff x="3199" y="1584"/>
              <a:chExt cx="579" cy="223"/>
            </a:xfrm>
          </p:grpSpPr>
          <p:sp>
            <p:nvSpPr>
              <p:cNvPr id="114757" name="Rectangle 85">
                <a:extLst>
                  <a:ext uri="{FF2B5EF4-FFF2-40B4-BE49-F238E27FC236}">
                    <a16:creationId xmlns:a16="http://schemas.microsoft.com/office/drawing/2014/main" id="{F99ABA78-8B8E-AE47-9046-EDD24E960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1588"/>
                <a:ext cx="579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4758" name="Rectangle 86">
                <a:extLst>
                  <a:ext uri="{FF2B5EF4-FFF2-40B4-BE49-F238E27FC236}">
                    <a16:creationId xmlns:a16="http://schemas.microsoft.com/office/drawing/2014/main" id="{8623AE1C-8D93-5143-B182-3CA5AE9AA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3" y="1584"/>
                <a:ext cx="217" cy="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rt</a:t>
                </a:r>
              </a:p>
            </p:txBody>
          </p:sp>
        </p:grpSp>
        <p:sp>
          <p:nvSpPr>
            <p:cNvPr id="114746" name="Rectangle 87">
              <a:extLst>
                <a:ext uri="{FF2B5EF4-FFF2-40B4-BE49-F238E27FC236}">
                  <a16:creationId xmlns:a16="http://schemas.microsoft.com/office/drawing/2014/main" id="{969B3FEE-2886-3846-9F93-F0923BE6A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" y="1588"/>
              <a:ext cx="1800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7" name="Rectangle 88">
              <a:extLst>
                <a:ext uri="{FF2B5EF4-FFF2-40B4-BE49-F238E27FC236}">
                  <a16:creationId xmlns:a16="http://schemas.microsoft.com/office/drawing/2014/main" id="{4D008C86-20A0-E444-80FC-77588C7C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" y="1584"/>
              <a:ext cx="82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immediate</a:t>
              </a:r>
            </a:p>
          </p:txBody>
        </p:sp>
        <p:sp>
          <p:nvSpPr>
            <p:cNvPr id="114748" name="Rectangle 89">
              <a:extLst>
                <a:ext uri="{FF2B5EF4-FFF2-40B4-BE49-F238E27FC236}">
                  <a16:creationId xmlns:a16="http://schemas.microsoft.com/office/drawing/2014/main" id="{49804F7D-39F8-6D4A-9501-528DA3B0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1392"/>
              <a:ext cx="19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4749" name="Rectangle 90">
              <a:extLst>
                <a:ext uri="{FF2B5EF4-FFF2-40B4-BE49-F238E27FC236}">
                  <a16:creationId xmlns:a16="http://schemas.microsoft.com/office/drawing/2014/main" id="{737D6D04-F50B-BF49-8D20-5DD36CEEB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14750" name="Rectangle 91">
              <a:extLst>
                <a:ext uri="{FF2B5EF4-FFF2-40B4-BE49-F238E27FC236}">
                  <a16:creationId xmlns:a16="http://schemas.microsoft.com/office/drawing/2014/main" id="{5667292E-3967-4047-869D-B4ECA47DC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21</a:t>
              </a:r>
            </a:p>
          </p:txBody>
        </p:sp>
        <p:sp>
          <p:nvSpPr>
            <p:cNvPr id="114751" name="Rectangle 92">
              <a:extLst>
                <a:ext uri="{FF2B5EF4-FFF2-40B4-BE49-F238E27FC236}">
                  <a16:creationId xmlns:a16="http://schemas.microsoft.com/office/drawing/2014/main" id="{61E3616D-73FD-AC4E-ACEC-BBF2FA17E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14752" name="Rectangle 93">
              <a:extLst>
                <a:ext uri="{FF2B5EF4-FFF2-40B4-BE49-F238E27FC236}">
                  <a16:creationId xmlns:a16="http://schemas.microsoft.com/office/drawing/2014/main" id="{148A70B7-EF9A-3D40-B306-86500C249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392"/>
              <a:ext cx="273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14753" name="Rectangle 94">
              <a:extLst>
                <a:ext uri="{FF2B5EF4-FFF2-40B4-BE49-F238E27FC236}">
                  <a16:creationId xmlns:a16="http://schemas.microsoft.com/office/drawing/2014/main" id="{61993E7B-5142-7746-B54D-A94F78C1C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776"/>
              <a:ext cx="48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54" name="Rectangle 95">
              <a:extLst>
                <a:ext uri="{FF2B5EF4-FFF2-40B4-BE49-F238E27FC236}">
                  <a16:creationId xmlns:a16="http://schemas.microsoft.com/office/drawing/2014/main" id="{5F3290B8-4A82-0C46-84EB-A95AB1265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" y="1776"/>
              <a:ext cx="56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55" name="Rectangle 96">
              <a:extLst>
                <a:ext uri="{FF2B5EF4-FFF2-40B4-BE49-F238E27FC236}">
                  <a16:creationId xmlns:a16="http://schemas.microsoft.com/office/drawing/2014/main" id="{5F7DBC3D-3571-314F-8EE8-AD6D8131F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1776"/>
              <a:ext cx="49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56" name="Rectangle 97">
              <a:extLst>
                <a:ext uri="{FF2B5EF4-FFF2-40B4-BE49-F238E27FC236}">
                  <a16:creationId xmlns:a16="http://schemas.microsoft.com/office/drawing/2014/main" id="{65EECC09-BDC7-2140-9CB0-88D18B944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776"/>
              <a:ext cx="48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14694" name="Group 98">
            <a:extLst>
              <a:ext uri="{FF2B5EF4-FFF2-40B4-BE49-F238E27FC236}">
                <a16:creationId xmlns:a16="http://schemas.microsoft.com/office/drawing/2014/main" id="{2150C4C6-EB3A-C048-B75A-5715796EE3CA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990600"/>
            <a:ext cx="5905500" cy="973138"/>
            <a:chOff x="1918" y="672"/>
            <a:chExt cx="3767" cy="613"/>
          </a:xfrm>
        </p:grpSpPr>
        <p:grpSp>
          <p:nvGrpSpPr>
            <p:cNvPr id="114707" name="Group 99">
              <a:extLst>
                <a:ext uri="{FF2B5EF4-FFF2-40B4-BE49-F238E27FC236}">
                  <a16:creationId xmlns:a16="http://schemas.microsoft.com/office/drawing/2014/main" id="{2109676E-A4C7-D545-BB14-16076EA122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8" y="672"/>
              <a:ext cx="3767" cy="421"/>
              <a:chOff x="1918" y="672"/>
              <a:chExt cx="3767" cy="421"/>
            </a:xfrm>
          </p:grpSpPr>
          <p:grpSp>
            <p:nvGrpSpPr>
              <p:cNvPr id="114714" name="Group 100">
                <a:extLst>
                  <a:ext uri="{FF2B5EF4-FFF2-40B4-BE49-F238E27FC236}">
                    <a16:creationId xmlns:a16="http://schemas.microsoft.com/office/drawing/2014/main" id="{037CE45B-508A-A844-A758-C95D9A95B8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79" y="864"/>
                <a:ext cx="3607" cy="229"/>
                <a:chOff x="1979" y="864"/>
                <a:chExt cx="3607" cy="229"/>
              </a:xfrm>
            </p:grpSpPr>
            <p:sp>
              <p:nvSpPr>
                <p:cNvPr id="114722" name="Rectangle 101">
                  <a:extLst>
                    <a:ext uri="{FF2B5EF4-FFF2-40B4-BE49-F238E27FC236}">
                      <a16:creationId xmlns:a16="http://schemas.microsoft.com/office/drawing/2014/main" id="{ABADB6D0-B8B6-4F4F-8134-6E651C3C4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83" y="872"/>
                  <a:ext cx="3599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zh-CN" altLang="en-US"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14723" name="Group 102">
                  <a:extLst>
                    <a:ext uri="{FF2B5EF4-FFF2-40B4-BE49-F238E27FC236}">
                      <a16:creationId xmlns:a16="http://schemas.microsoft.com/office/drawing/2014/main" id="{5CD3C280-EC64-3346-87F9-BA0B9B1090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79" y="864"/>
                  <a:ext cx="3607" cy="229"/>
                  <a:chOff x="1979" y="864"/>
                  <a:chExt cx="3607" cy="229"/>
                </a:xfrm>
              </p:grpSpPr>
              <p:grpSp>
                <p:nvGrpSpPr>
                  <p:cNvPr id="114724" name="Group 103">
                    <a:extLst>
                      <a:ext uri="{FF2B5EF4-FFF2-40B4-BE49-F238E27FC236}">
                        <a16:creationId xmlns:a16="http://schemas.microsoft.com/office/drawing/2014/main" id="{258893D1-E550-3049-AC2F-9666D3BA870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79" y="864"/>
                    <a:ext cx="624" cy="229"/>
                    <a:chOff x="1979" y="864"/>
                    <a:chExt cx="624" cy="229"/>
                  </a:xfrm>
                </p:grpSpPr>
                <p:sp>
                  <p:nvSpPr>
                    <p:cNvPr id="114740" name="Rectangle 104">
                      <a:extLst>
                        <a:ext uri="{FF2B5EF4-FFF2-40B4-BE49-F238E27FC236}">
                          <a16:creationId xmlns:a16="http://schemas.microsoft.com/office/drawing/2014/main" id="{EDE46D9B-5F30-A647-9549-90E9BB7FA3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79" y="868"/>
                      <a:ext cx="624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41" name="Rectangle 105">
                      <a:extLst>
                        <a:ext uri="{FF2B5EF4-FFF2-40B4-BE49-F238E27FC236}">
                          <a16:creationId xmlns:a16="http://schemas.microsoft.com/office/drawing/2014/main" id="{1FD9CDCC-5E77-2441-82CD-2A350D664C3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1" y="864"/>
                      <a:ext cx="29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op</a:t>
                      </a:r>
                    </a:p>
                  </p:txBody>
                </p:sp>
              </p:grpSp>
              <p:grpSp>
                <p:nvGrpSpPr>
                  <p:cNvPr id="114725" name="Group 106">
                    <a:extLst>
                      <a:ext uri="{FF2B5EF4-FFF2-40B4-BE49-F238E27FC236}">
                        <a16:creationId xmlns:a16="http://schemas.microsoft.com/office/drawing/2014/main" id="{435198DE-FBDB-734E-82E5-3CE0B7B35C0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11" y="864"/>
                    <a:ext cx="580" cy="229"/>
                    <a:chOff x="2611" y="864"/>
                    <a:chExt cx="580" cy="229"/>
                  </a:xfrm>
                </p:grpSpPr>
                <p:sp>
                  <p:nvSpPr>
                    <p:cNvPr id="114738" name="Rectangle 107">
                      <a:extLst>
                        <a:ext uri="{FF2B5EF4-FFF2-40B4-BE49-F238E27FC236}">
                          <a16:creationId xmlns:a16="http://schemas.microsoft.com/office/drawing/2014/main" id="{53010779-A25D-0948-9666-F0F651855A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11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39" name="Rectangle 108">
                      <a:extLst>
                        <a:ext uri="{FF2B5EF4-FFF2-40B4-BE49-F238E27FC236}">
                          <a16:creationId xmlns:a16="http://schemas.microsoft.com/office/drawing/2014/main" id="{607A86C3-1746-0042-A017-B397906240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76" y="864"/>
                      <a:ext cx="253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rs</a:t>
                      </a:r>
                    </a:p>
                  </p:txBody>
                </p:sp>
              </p:grpSp>
              <p:grpSp>
                <p:nvGrpSpPr>
                  <p:cNvPr id="114726" name="Group 109">
                    <a:extLst>
                      <a:ext uri="{FF2B5EF4-FFF2-40B4-BE49-F238E27FC236}">
                        <a16:creationId xmlns:a16="http://schemas.microsoft.com/office/drawing/2014/main" id="{28397745-9CE3-6343-B396-5F93C7BC4E5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99" y="864"/>
                    <a:ext cx="579" cy="229"/>
                    <a:chOff x="3199" y="864"/>
                    <a:chExt cx="579" cy="229"/>
                  </a:xfrm>
                </p:grpSpPr>
                <p:sp>
                  <p:nvSpPr>
                    <p:cNvPr id="114736" name="Rectangle 110">
                      <a:extLst>
                        <a:ext uri="{FF2B5EF4-FFF2-40B4-BE49-F238E27FC236}">
                          <a16:creationId xmlns:a16="http://schemas.microsoft.com/office/drawing/2014/main" id="{C62EC3E8-A811-7F40-9850-9385A0DD17C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9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37" name="Rectangle 111">
                      <a:extLst>
                        <a:ext uri="{FF2B5EF4-FFF2-40B4-BE49-F238E27FC236}">
                          <a16:creationId xmlns:a16="http://schemas.microsoft.com/office/drawing/2014/main" id="{E33B8FE9-B4D9-524D-809F-15FF0EC93E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63" y="864"/>
                      <a:ext cx="221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rt</a:t>
                      </a:r>
                    </a:p>
                  </p:txBody>
                </p:sp>
              </p:grpSp>
              <p:grpSp>
                <p:nvGrpSpPr>
                  <p:cNvPr id="114727" name="Group 112">
                    <a:extLst>
                      <a:ext uri="{FF2B5EF4-FFF2-40B4-BE49-F238E27FC236}">
                        <a16:creationId xmlns:a16="http://schemas.microsoft.com/office/drawing/2014/main" id="{89E4F40E-AF4E-DE47-8812-BCD8953E99B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86" y="864"/>
                    <a:ext cx="579" cy="229"/>
                    <a:chOff x="3786" y="864"/>
                    <a:chExt cx="579" cy="229"/>
                  </a:xfrm>
                </p:grpSpPr>
                <p:sp>
                  <p:nvSpPr>
                    <p:cNvPr id="114734" name="Rectangle 113">
                      <a:extLst>
                        <a:ext uri="{FF2B5EF4-FFF2-40B4-BE49-F238E27FC236}">
                          <a16:creationId xmlns:a16="http://schemas.microsoft.com/office/drawing/2014/main" id="{78E1C815-A3A8-634B-9B15-AD34D403AE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6" y="868"/>
                      <a:ext cx="579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35" name="Rectangle 114">
                      <a:extLst>
                        <a:ext uri="{FF2B5EF4-FFF2-40B4-BE49-F238E27FC236}">
                          <a16:creationId xmlns:a16="http://schemas.microsoft.com/office/drawing/2014/main" id="{9BA672B3-BA93-7340-B3A0-21F527CA777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51" y="864"/>
                      <a:ext cx="262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rd</a:t>
                      </a:r>
                    </a:p>
                  </p:txBody>
                </p:sp>
              </p:grpSp>
              <p:grpSp>
                <p:nvGrpSpPr>
                  <p:cNvPr id="114728" name="Group 115">
                    <a:extLst>
                      <a:ext uri="{FF2B5EF4-FFF2-40B4-BE49-F238E27FC236}">
                        <a16:creationId xmlns:a16="http://schemas.microsoft.com/office/drawing/2014/main" id="{0B751B65-3078-E943-ACC6-AFF37133999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73" y="864"/>
                    <a:ext cx="620" cy="229"/>
                    <a:chOff x="4373" y="864"/>
                    <a:chExt cx="620" cy="229"/>
                  </a:xfrm>
                </p:grpSpPr>
                <p:sp>
                  <p:nvSpPr>
                    <p:cNvPr id="114732" name="Rectangle 116">
                      <a:extLst>
                        <a:ext uri="{FF2B5EF4-FFF2-40B4-BE49-F238E27FC236}">
                          <a16:creationId xmlns:a16="http://schemas.microsoft.com/office/drawing/2014/main" id="{F7D44603-BDE9-AE44-9547-553EBF750C4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73" y="868"/>
                      <a:ext cx="580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33" name="Rectangle 117">
                      <a:extLst>
                        <a:ext uri="{FF2B5EF4-FFF2-40B4-BE49-F238E27FC236}">
                          <a16:creationId xmlns:a16="http://schemas.microsoft.com/office/drawing/2014/main" id="{305837A2-12F2-8C49-B890-C182E4C11D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48" y="864"/>
                      <a:ext cx="545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shamt</a:t>
                      </a:r>
                    </a:p>
                  </p:txBody>
                </p:sp>
              </p:grpSp>
              <p:grpSp>
                <p:nvGrpSpPr>
                  <p:cNvPr id="114729" name="Group 118">
                    <a:extLst>
                      <a:ext uri="{FF2B5EF4-FFF2-40B4-BE49-F238E27FC236}">
                        <a16:creationId xmlns:a16="http://schemas.microsoft.com/office/drawing/2014/main" id="{ADB1CDE0-17CF-5F4A-A0F4-27888979779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961" y="864"/>
                    <a:ext cx="625" cy="229"/>
                    <a:chOff x="4961" y="864"/>
                    <a:chExt cx="625" cy="229"/>
                  </a:xfrm>
                </p:grpSpPr>
                <p:sp>
                  <p:nvSpPr>
                    <p:cNvPr id="114730" name="Rectangle 119">
                      <a:extLst>
                        <a:ext uri="{FF2B5EF4-FFF2-40B4-BE49-F238E27FC236}">
                          <a16:creationId xmlns:a16="http://schemas.microsoft.com/office/drawing/2014/main" id="{87DEA9BC-B4B2-CB4A-B655-E6EDB6E156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61" y="868"/>
                      <a:ext cx="625" cy="184"/>
                    </a:xfrm>
                    <a:prstGeom prst="rect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endParaRPr lang="zh-CN" altLang="en-US"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14731" name="Rectangle 120">
                      <a:extLst>
                        <a:ext uri="{FF2B5EF4-FFF2-40B4-BE49-F238E27FC236}">
                          <a16:creationId xmlns:a16="http://schemas.microsoft.com/office/drawing/2014/main" id="{9CC52637-1683-2447-B963-64DC1CA5F3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43" y="864"/>
                      <a:ext cx="424" cy="22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lIns="90488" tIns="44450" rIns="90488" bIns="44450">
                      <a:spAutoFit/>
                    </a:bodyPr>
                    <a:lstStyle>
                      <a:lvl1pPr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r>
                        <a:rPr lang="en-US" altLang="zh-CN" sz="1800">
                          <a:ea typeface="宋体" panose="02010600030101010101" pitchFamily="2" charset="-122"/>
                        </a:rPr>
                        <a:t>func</a:t>
                      </a:r>
                    </a:p>
                  </p:txBody>
                </p:sp>
              </p:grpSp>
            </p:grpSp>
          </p:grpSp>
          <p:sp>
            <p:nvSpPr>
              <p:cNvPr id="114715" name="Rectangle 121">
                <a:extLst>
                  <a:ext uri="{FF2B5EF4-FFF2-40B4-BE49-F238E27FC236}">
                    <a16:creationId xmlns:a16="http://schemas.microsoft.com/office/drawing/2014/main" id="{7CFE5223-8584-324A-8AEA-BDF5F2B14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8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14716" name="Rectangle 122">
                <a:extLst>
                  <a:ext uri="{FF2B5EF4-FFF2-40B4-BE49-F238E27FC236}">
                    <a16:creationId xmlns:a16="http://schemas.microsoft.com/office/drawing/2014/main" id="{3CEEF2E2-8972-B542-968B-3BB645044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0" y="672"/>
                <a:ext cx="197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14717" name="Rectangle 123">
                <a:extLst>
                  <a:ext uri="{FF2B5EF4-FFF2-40B4-BE49-F238E27FC236}">
                    <a16:creationId xmlns:a16="http://schemas.microsoft.com/office/drawing/2014/main" id="{92A6166A-4ECD-144B-ACFB-6C15ECEAE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114718" name="Rectangle 124">
                <a:extLst>
                  <a:ext uri="{FF2B5EF4-FFF2-40B4-BE49-F238E27FC236}">
                    <a16:creationId xmlns:a16="http://schemas.microsoft.com/office/drawing/2014/main" id="{C44282AB-9105-874E-A529-870ABBF4B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9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16</a:t>
                </a:r>
              </a:p>
            </p:txBody>
          </p:sp>
          <p:sp>
            <p:nvSpPr>
              <p:cNvPr id="114719" name="Rectangle 125">
                <a:extLst>
                  <a:ext uri="{FF2B5EF4-FFF2-40B4-BE49-F238E27FC236}">
                    <a16:creationId xmlns:a16="http://schemas.microsoft.com/office/drawing/2014/main" id="{7B5B2588-5FBA-A441-906E-762BB4AEDE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2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21</a:t>
                </a:r>
              </a:p>
            </p:txBody>
          </p:sp>
          <p:sp>
            <p:nvSpPr>
              <p:cNvPr id="114720" name="Rectangle 126">
                <a:extLst>
                  <a:ext uri="{FF2B5EF4-FFF2-40B4-BE49-F238E27FC236}">
                    <a16:creationId xmlns:a16="http://schemas.microsoft.com/office/drawing/2014/main" id="{2259CD60-4DEC-2149-A4E4-7E6D1D8CB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4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26</a:t>
                </a:r>
              </a:p>
            </p:txBody>
          </p:sp>
          <p:sp>
            <p:nvSpPr>
              <p:cNvPr id="114721" name="Rectangle 127">
                <a:extLst>
                  <a:ext uri="{FF2B5EF4-FFF2-40B4-BE49-F238E27FC236}">
                    <a16:creationId xmlns:a16="http://schemas.microsoft.com/office/drawing/2014/main" id="{B6D68DBC-483F-6D49-8A83-6573540B1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" y="672"/>
                <a:ext cx="278" cy="2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1800">
                    <a:ea typeface="宋体" panose="02010600030101010101" pitchFamily="2" charset="-122"/>
                  </a:rPr>
                  <a:t>31</a:t>
                </a:r>
              </a:p>
            </p:txBody>
          </p:sp>
        </p:grpSp>
        <p:sp>
          <p:nvSpPr>
            <p:cNvPr id="114708" name="Rectangle 128">
              <a:extLst>
                <a:ext uri="{FF2B5EF4-FFF2-40B4-BE49-F238E27FC236}">
                  <a16:creationId xmlns:a16="http://schemas.microsoft.com/office/drawing/2014/main" id="{D9C5D828-2F04-BD47-881F-44515019C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056"/>
              <a:ext cx="49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09" name="Rectangle 129">
              <a:extLst>
                <a:ext uri="{FF2B5EF4-FFF2-40B4-BE49-F238E27FC236}">
                  <a16:creationId xmlns:a16="http://schemas.microsoft.com/office/drawing/2014/main" id="{00DA8096-6A55-594A-8F1A-97384DC8C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10" name="Rectangle 130">
              <a:extLst>
                <a:ext uri="{FF2B5EF4-FFF2-40B4-BE49-F238E27FC236}">
                  <a16:creationId xmlns:a16="http://schemas.microsoft.com/office/drawing/2014/main" id="{2B20CD34-597E-4B48-AF97-068AB58E0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11" name="Rectangle 131">
              <a:extLst>
                <a:ext uri="{FF2B5EF4-FFF2-40B4-BE49-F238E27FC236}">
                  <a16:creationId xmlns:a16="http://schemas.microsoft.com/office/drawing/2014/main" id="{919BE748-4D8D-E64B-91E4-DBF4FF2DD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056"/>
              <a:ext cx="49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12" name="Rectangle 132">
              <a:extLst>
                <a:ext uri="{FF2B5EF4-FFF2-40B4-BE49-F238E27FC236}">
                  <a16:creationId xmlns:a16="http://schemas.microsoft.com/office/drawing/2014/main" id="{9C9468A7-8525-084B-B0A1-14B4FA912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056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13" name="Rectangle 133">
              <a:extLst>
                <a:ext uri="{FF2B5EF4-FFF2-40B4-BE49-F238E27FC236}">
                  <a16:creationId xmlns:a16="http://schemas.microsoft.com/office/drawing/2014/main" id="{442236D4-30FE-B343-A96F-DFBDF7ECF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1" y="1056"/>
              <a:ext cx="489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  <p:grpSp>
        <p:nvGrpSpPr>
          <p:cNvPr id="114695" name="Group 134">
            <a:extLst>
              <a:ext uri="{FF2B5EF4-FFF2-40B4-BE49-F238E27FC236}">
                <a16:creationId xmlns:a16="http://schemas.microsoft.com/office/drawing/2014/main" id="{D33E8F29-5400-7244-82A6-D5C580146873}"/>
              </a:ext>
            </a:extLst>
          </p:cNvPr>
          <p:cNvGrpSpPr>
            <a:grpSpLocks/>
          </p:cNvGrpSpPr>
          <p:nvPr/>
        </p:nvGrpSpPr>
        <p:grpSpPr bwMode="auto">
          <a:xfrm>
            <a:off x="3168650" y="4932363"/>
            <a:ext cx="5975350" cy="1012825"/>
            <a:chOff x="1918" y="3360"/>
            <a:chExt cx="3764" cy="599"/>
          </a:xfrm>
        </p:grpSpPr>
        <p:sp>
          <p:nvSpPr>
            <p:cNvPr id="114696" name="Rectangle 135">
              <a:extLst>
                <a:ext uri="{FF2B5EF4-FFF2-40B4-BE49-F238E27FC236}">
                  <a16:creationId xmlns:a16="http://schemas.microsoft.com/office/drawing/2014/main" id="{7F7DE572-8046-3540-83E7-B75127FBC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3" y="3560"/>
              <a:ext cx="3599" cy="1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114697" name="Group 136">
              <a:extLst>
                <a:ext uri="{FF2B5EF4-FFF2-40B4-BE49-F238E27FC236}">
                  <a16:creationId xmlns:a16="http://schemas.microsoft.com/office/drawing/2014/main" id="{34618042-C586-8F4A-B91A-F6F0F9B778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9" y="3552"/>
              <a:ext cx="624" cy="216"/>
              <a:chOff x="1979" y="3552"/>
              <a:chExt cx="624" cy="216"/>
            </a:xfrm>
          </p:grpSpPr>
          <p:sp>
            <p:nvSpPr>
              <p:cNvPr id="114705" name="Rectangle 137">
                <a:extLst>
                  <a:ext uri="{FF2B5EF4-FFF2-40B4-BE49-F238E27FC236}">
                    <a16:creationId xmlns:a16="http://schemas.microsoft.com/office/drawing/2014/main" id="{6F09BDE2-ADE7-924C-95C4-5874D07CBA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9" y="3556"/>
                <a:ext cx="624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14706" name="Rectangle 138">
                <a:extLst>
                  <a:ext uri="{FF2B5EF4-FFF2-40B4-BE49-F238E27FC236}">
                    <a16:creationId xmlns:a16="http://schemas.microsoft.com/office/drawing/2014/main" id="{10D91DD4-2412-C64A-B8AF-BD22BE600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3552"/>
                <a:ext cx="290" cy="2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1800">
                    <a:ea typeface="宋体" panose="02010600030101010101" pitchFamily="2" charset="-122"/>
                  </a:rPr>
                  <a:t>op</a:t>
                </a:r>
              </a:p>
            </p:txBody>
          </p:sp>
        </p:grpSp>
        <p:sp>
          <p:nvSpPr>
            <p:cNvPr id="114698" name="Rectangle 139">
              <a:extLst>
                <a:ext uri="{FF2B5EF4-FFF2-40B4-BE49-F238E27FC236}">
                  <a16:creationId xmlns:a16="http://schemas.microsoft.com/office/drawing/2014/main" id="{14F81EE4-78D1-0747-B5B7-E6668D12F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1" y="3556"/>
              <a:ext cx="2975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699" name="Rectangle 140">
              <a:extLst>
                <a:ext uri="{FF2B5EF4-FFF2-40B4-BE49-F238E27FC236}">
                  <a16:creationId xmlns:a16="http://schemas.microsoft.com/office/drawing/2014/main" id="{007C09CB-9BC8-D246-9C5A-6CFEADF7F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552"/>
              <a:ext cx="1348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target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14700" name="Rectangle 141">
              <a:extLst>
                <a:ext uri="{FF2B5EF4-FFF2-40B4-BE49-F238E27FC236}">
                  <a16:creationId xmlns:a16="http://schemas.microsoft.com/office/drawing/2014/main" id="{B05C18A3-14D8-F14B-8376-51132E8C8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8" y="3360"/>
              <a:ext cx="19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4701" name="Rectangle 142">
              <a:extLst>
                <a:ext uri="{FF2B5EF4-FFF2-40B4-BE49-F238E27FC236}">
                  <a16:creationId xmlns:a16="http://schemas.microsoft.com/office/drawing/2014/main" id="{C32B6EFA-0787-7041-A321-615CFFB6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</a:t>
              </a:r>
            </a:p>
          </p:txBody>
        </p:sp>
        <p:sp>
          <p:nvSpPr>
            <p:cNvPr id="114702" name="Rectangle 143">
              <a:extLst>
                <a:ext uri="{FF2B5EF4-FFF2-40B4-BE49-F238E27FC236}">
                  <a16:creationId xmlns:a16="http://schemas.microsoft.com/office/drawing/2014/main" id="{9CDCC732-405B-7144-9614-C7C8D0ED3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3360"/>
              <a:ext cx="274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31</a:t>
              </a:r>
            </a:p>
          </p:txBody>
        </p:sp>
        <p:sp>
          <p:nvSpPr>
            <p:cNvPr id="114703" name="Rectangle 144">
              <a:extLst>
                <a:ext uri="{FF2B5EF4-FFF2-40B4-BE49-F238E27FC236}">
                  <a16:creationId xmlns:a16="http://schemas.microsoft.com/office/drawing/2014/main" id="{22FC659E-D036-4D48-A98C-5C5F46689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3744"/>
              <a:ext cx="482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6</a:t>
              </a:r>
              <a:r>
                <a:rPr lang="zh-CN" altLang="en-US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  <p:sp>
          <p:nvSpPr>
            <p:cNvPr id="114704" name="Rectangle 145">
              <a:extLst>
                <a:ext uri="{FF2B5EF4-FFF2-40B4-BE49-F238E27FC236}">
                  <a16:creationId xmlns:a16="http://schemas.microsoft.com/office/drawing/2014/main" id="{DBE52A66-5B77-0A40-98A8-74DDCFF5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744"/>
              <a:ext cx="570" cy="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26 </a:t>
              </a:r>
              <a:r>
                <a:rPr lang="en-US" altLang="zh-CN" sz="1800">
                  <a:ea typeface="宋体" panose="02010600030101010101" pitchFamily="2" charset="-122"/>
                </a:rPr>
                <a:t>bits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EC7F2711-29E1-604E-A8CE-7DFAAB8B2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9800" y="207963"/>
            <a:ext cx="8156575" cy="422275"/>
          </a:xfrm>
        </p:spPr>
        <p:txBody>
          <a:bodyPr wrap="none"/>
          <a:lstStyle/>
          <a:p>
            <a:r>
              <a:rPr lang="en-US" altLang="zh-CN">
                <a:ea typeface="宋体" panose="02010600030101010101" pitchFamily="2" charset="-122"/>
              </a:rPr>
              <a:t>Putting it All Together: A Single Cycle Datapath</a:t>
            </a:r>
          </a:p>
        </p:txBody>
      </p:sp>
      <p:grpSp>
        <p:nvGrpSpPr>
          <p:cNvPr id="116739" name="Group 3">
            <a:extLst>
              <a:ext uri="{FF2B5EF4-FFF2-40B4-BE49-F238E27FC236}">
                <a16:creationId xmlns:a16="http://schemas.microsoft.com/office/drawing/2014/main" id="{3974AF1E-BFA9-B14E-B5D4-88877CBACCD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770188"/>
            <a:ext cx="457200" cy="1136650"/>
            <a:chOff x="3168" y="2302"/>
            <a:chExt cx="288" cy="716"/>
          </a:xfrm>
        </p:grpSpPr>
        <p:sp>
          <p:nvSpPr>
            <p:cNvPr id="116884" name="Line 4">
              <a:extLst>
                <a:ext uri="{FF2B5EF4-FFF2-40B4-BE49-F238E27FC236}">
                  <a16:creationId xmlns:a16="http://schemas.microsoft.com/office/drawing/2014/main" id="{1EAD15B9-E943-AB45-84CC-CE6D3028E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302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5" name="Line 5">
              <a:extLst>
                <a:ext uri="{FF2B5EF4-FFF2-40B4-BE49-F238E27FC236}">
                  <a16:creationId xmlns:a16="http://schemas.microsoft.com/office/drawing/2014/main" id="{CD3D665A-2574-8747-90A3-6D6C8BE50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302"/>
              <a:ext cx="27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6" name="Line 6">
              <a:extLst>
                <a:ext uri="{FF2B5EF4-FFF2-40B4-BE49-F238E27FC236}">
                  <a16:creationId xmlns:a16="http://schemas.microsoft.com/office/drawing/2014/main" id="{A5F643E6-6A1B-9440-820F-C31C20C37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2481"/>
              <a:ext cx="128" cy="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7" name="Line 7">
              <a:extLst>
                <a:ext uri="{FF2B5EF4-FFF2-40B4-BE49-F238E27FC236}">
                  <a16:creationId xmlns:a16="http://schemas.microsoft.com/office/drawing/2014/main" id="{D77CB3AB-A999-2F44-8216-34C552D8C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571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8" name="Line 8">
              <a:extLst>
                <a:ext uri="{FF2B5EF4-FFF2-40B4-BE49-F238E27FC236}">
                  <a16:creationId xmlns:a16="http://schemas.microsoft.com/office/drawing/2014/main" id="{B93EFABC-A496-0E48-86A3-DA0949E02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481"/>
              <a:ext cx="0" cy="3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9" name="Line 9">
              <a:extLst>
                <a:ext uri="{FF2B5EF4-FFF2-40B4-BE49-F238E27FC236}">
                  <a16:creationId xmlns:a16="http://schemas.microsoft.com/office/drawing/2014/main" id="{962A14A6-2AD4-CC4F-8775-EA0D942CF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734"/>
              <a:ext cx="128" cy="10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90" name="Line 10">
              <a:extLst>
                <a:ext uri="{FF2B5EF4-FFF2-40B4-BE49-F238E27FC236}">
                  <a16:creationId xmlns:a16="http://schemas.microsoft.com/office/drawing/2014/main" id="{FFC2993F-165F-724D-81F9-C0050FE6D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839"/>
              <a:ext cx="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91" name="Line 11">
              <a:extLst>
                <a:ext uri="{FF2B5EF4-FFF2-40B4-BE49-F238E27FC236}">
                  <a16:creationId xmlns:a16="http://schemas.microsoft.com/office/drawing/2014/main" id="{34A1BC2D-EDF3-8648-824F-DF11FDA5A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6" y="2823"/>
              <a:ext cx="272" cy="1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6740" name="Line 12">
            <a:extLst>
              <a:ext uri="{FF2B5EF4-FFF2-40B4-BE49-F238E27FC236}">
                <a16:creationId xmlns:a16="http://schemas.microsoft.com/office/drawing/2014/main" id="{37CDD1DF-390B-D546-83A0-BB246F86F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3325813"/>
            <a:ext cx="2311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1" name="Line 13">
            <a:extLst>
              <a:ext uri="{FF2B5EF4-FFF2-40B4-BE49-F238E27FC236}">
                <a16:creationId xmlns:a16="http://schemas.microsoft.com/office/drawing/2014/main" id="{F74A844C-2B91-A148-B766-E9B551338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1050" y="3262313"/>
            <a:ext cx="88900" cy="128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Rectangle 14">
            <a:extLst>
              <a:ext uri="{FF2B5EF4-FFF2-40B4-BE49-F238E27FC236}">
                <a16:creationId xmlns:a16="http://schemas.microsoft.com/office/drawing/2014/main" id="{49922BB6-0777-7F47-B489-FC787D20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313" y="33242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743" name="Line 15">
            <a:extLst>
              <a:ext uri="{FF2B5EF4-FFF2-40B4-BE49-F238E27FC236}">
                <a16:creationId xmlns:a16="http://schemas.microsoft.com/office/drawing/2014/main" id="{A4BBD0E1-649B-954E-80F5-9F3FE391A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405063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Rectangle 16">
            <a:extLst>
              <a:ext uri="{FF2B5EF4-FFF2-40B4-BE49-F238E27FC236}">
                <a16:creationId xmlns:a16="http://schemas.microsoft.com/office/drawing/2014/main" id="{5C3B7E95-0993-5446-975E-1F2B2F6C5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0063" y="2263775"/>
            <a:ext cx="9794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ALUctr</a:t>
            </a:r>
          </a:p>
        </p:txBody>
      </p:sp>
      <p:sp>
        <p:nvSpPr>
          <p:cNvPr id="116745" name="Rectangle 17">
            <a:extLst>
              <a:ext uri="{FF2B5EF4-FFF2-40B4-BE49-F238E27FC236}">
                <a16:creationId xmlns:a16="http://schemas.microsoft.com/office/drawing/2014/main" id="{051965DF-30BC-3D48-AF67-BB738E510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8" y="347503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16746" name="Rectangle 18">
            <a:extLst>
              <a:ext uri="{FF2B5EF4-FFF2-40B4-BE49-F238E27FC236}">
                <a16:creationId xmlns:a16="http://schemas.microsoft.com/office/drawing/2014/main" id="{AE26F587-43D2-3643-9E0A-5A199E30E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897188"/>
            <a:ext cx="803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busW</a:t>
            </a:r>
          </a:p>
        </p:txBody>
      </p:sp>
      <p:sp>
        <p:nvSpPr>
          <p:cNvPr id="116747" name="Rectangle 19">
            <a:extLst>
              <a:ext uri="{FF2B5EF4-FFF2-40B4-BE49-F238E27FC236}">
                <a16:creationId xmlns:a16="http://schemas.microsoft.com/office/drawing/2014/main" id="{D167FB11-687E-7D43-876E-56751BC89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2770188"/>
            <a:ext cx="1431925" cy="1130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748" name="Line 20">
            <a:extLst>
              <a:ext uri="{FF2B5EF4-FFF2-40B4-BE49-F238E27FC236}">
                <a16:creationId xmlns:a16="http://schemas.microsoft.com/office/drawing/2014/main" id="{AF2E42F8-151D-D544-9BED-76DEB3E59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9425" y="3648075"/>
            <a:ext cx="323850" cy="1063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9" name="Line 21">
            <a:extLst>
              <a:ext uri="{FF2B5EF4-FFF2-40B4-BE49-F238E27FC236}">
                <a16:creationId xmlns:a16="http://schemas.microsoft.com/office/drawing/2014/main" id="{EF08E95D-E361-0545-B8A7-2F833100F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4188" y="3751263"/>
            <a:ext cx="301625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0" name="Oval 22">
            <a:extLst>
              <a:ext uri="{FF2B5EF4-FFF2-40B4-BE49-F238E27FC236}">
                <a16:creationId xmlns:a16="http://schemas.microsoft.com/office/drawing/2014/main" id="{4E34739E-D76E-2B49-A4D3-0717A88DF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3711575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751" name="Rectangle 23">
            <a:extLst>
              <a:ext uri="{FF2B5EF4-FFF2-40B4-BE49-F238E27FC236}">
                <a16:creationId xmlns:a16="http://schemas.microsoft.com/office/drawing/2014/main" id="{32A53174-D147-6A4F-B33B-A75829F8D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255838"/>
            <a:ext cx="917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RegWr</a:t>
            </a:r>
          </a:p>
        </p:txBody>
      </p:sp>
      <p:sp>
        <p:nvSpPr>
          <p:cNvPr id="116752" name="Line 24">
            <a:extLst>
              <a:ext uri="{FF2B5EF4-FFF2-40B4-BE49-F238E27FC236}">
                <a16:creationId xmlns:a16="http://schemas.microsoft.com/office/drawing/2014/main" id="{DBC7463D-B9A3-044E-99F4-3FFD8BF579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3255963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3" name="Line 25">
            <a:extLst>
              <a:ext uri="{FF2B5EF4-FFF2-40B4-BE49-F238E27FC236}">
                <a16:creationId xmlns:a16="http://schemas.microsoft.com/office/drawing/2014/main" id="{37B17128-878B-3947-8FE2-D61FE964EA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9050" y="3190875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4" name="Rectangle 26">
            <a:extLst>
              <a:ext uri="{FF2B5EF4-FFF2-40B4-BE49-F238E27FC236}">
                <a16:creationId xmlns:a16="http://schemas.microsoft.com/office/drawing/2014/main" id="{0B5083B0-96F8-BB40-8202-5D96BBE62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252788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755" name="Line 27">
            <a:extLst>
              <a:ext uri="{FF2B5EF4-FFF2-40B4-BE49-F238E27FC236}">
                <a16:creationId xmlns:a16="http://schemas.microsoft.com/office/drawing/2014/main" id="{84C9C02E-46C8-0C41-88B0-92F60D2BA2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2900363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6" name="Line 28">
            <a:extLst>
              <a:ext uri="{FF2B5EF4-FFF2-40B4-BE49-F238E27FC236}">
                <a16:creationId xmlns:a16="http://schemas.microsoft.com/office/drawing/2014/main" id="{D5C40E7F-A304-384D-AF79-F21CD76B09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84650" y="2835275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57" name="Rectangle 29">
            <a:extLst>
              <a:ext uri="{FF2B5EF4-FFF2-40B4-BE49-F238E27FC236}">
                <a16:creationId xmlns:a16="http://schemas.microsoft.com/office/drawing/2014/main" id="{788186A2-E643-6D48-B497-F4CE4C6FB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913" y="29686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758" name="Rectangle 30">
            <a:extLst>
              <a:ext uri="{FF2B5EF4-FFF2-40B4-BE49-F238E27FC236}">
                <a16:creationId xmlns:a16="http://schemas.microsoft.com/office/drawing/2014/main" id="{B5CFB1F9-2334-1B45-92D7-0DC9E964F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7113" y="2613025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busA</a:t>
            </a:r>
          </a:p>
        </p:txBody>
      </p:sp>
      <p:sp>
        <p:nvSpPr>
          <p:cNvPr id="116759" name="Line 31">
            <a:extLst>
              <a:ext uri="{FF2B5EF4-FFF2-40B4-BE49-F238E27FC236}">
                <a16:creationId xmlns:a16="http://schemas.microsoft.com/office/drawing/2014/main" id="{2481303A-DEC7-1649-BB09-AABCC20798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532063"/>
            <a:ext cx="0" cy="238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0" name="Line 32">
            <a:extLst>
              <a:ext uri="{FF2B5EF4-FFF2-40B4-BE49-F238E27FC236}">
                <a16:creationId xmlns:a16="http://schemas.microsoft.com/office/drawing/2014/main" id="{0EFA23E6-12CD-1842-B5C5-EFBBE3458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360045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1" name="Line 33">
            <a:extLst>
              <a:ext uri="{FF2B5EF4-FFF2-40B4-BE49-F238E27FC236}">
                <a16:creationId xmlns:a16="http://schemas.microsoft.com/office/drawing/2014/main" id="{A740F2AB-F1BE-C946-955A-DC2C6E5E12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3950" y="3452813"/>
            <a:ext cx="1397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2" name="Rectangle 34">
            <a:extLst>
              <a:ext uri="{FF2B5EF4-FFF2-40B4-BE49-F238E27FC236}">
                <a16:creationId xmlns:a16="http://schemas.microsoft.com/office/drawing/2014/main" id="{A33FB61C-CF88-3142-A4DC-88541F23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359727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763" name="Rectangle 35">
            <a:extLst>
              <a:ext uri="{FF2B5EF4-FFF2-40B4-BE49-F238E27FC236}">
                <a16:creationId xmlns:a16="http://schemas.microsoft.com/office/drawing/2014/main" id="{B3F084B6-DFA2-CB40-996A-3EA712F50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3270250"/>
            <a:ext cx="752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busB</a:t>
            </a:r>
          </a:p>
        </p:txBody>
      </p:sp>
      <p:sp>
        <p:nvSpPr>
          <p:cNvPr id="116764" name="Line 36">
            <a:extLst>
              <a:ext uri="{FF2B5EF4-FFF2-40B4-BE49-F238E27FC236}">
                <a16:creationId xmlns:a16="http://schemas.microsoft.com/office/drawing/2014/main" id="{CAF3B51B-A5FD-8340-BF66-52BC841161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0300" y="3752850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5" name="Line 37">
            <a:extLst>
              <a:ext uri="{FF2B5EF4-FFF2-40B4-BE49-F238E27FC236}">
                <a16:creationId xmlns:a16="http://schemas.microsoft.com/office/drawing/2014/main" id="{084B1153-A239-5D4E-81BD-236A71A50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234473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6" name="Line 38">
            <a:extLst>
              <a:ext uri="{FF2B5EF4-FFF2-40B4-BE49-F238E27FC236}">
                <a16:creationId xmlns:a16="http://schemas.microsoft.com/office/drawing/2014/main" id="{17EC1660-8E96-444C-BCFC-21EF5DED4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8150" y="2466975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7" name="Rectangle 39">
            <a:extLst>
              <a:ext uri="{FF2B5EF4-FFF2-40B4-BE49-F238E27FC236}">
                <a16:creationId xmlns:a16="http://schemas.microsoft.com/office/drawing/2014/main" id="{1B6A583C-B888-0D4F-A937-C98638090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23288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6768" name="Line 40">
            <a:extLst>
              <a:ext uri="{FF2B5EF4-FFF2-40B4-BE49-F238E27FC236}">
                <a16:creationId xmlns:a16="http://schemas.microsoft.com/office/drawing/2014/main" id="{B0D79328-5A6E-264B-88C5-B4A0DE057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132013"/>
            <a:ext cx="0" cy="612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69" name="Line 41">
            <a:extLst>
              <a:ext uri="{FF2B5EF4-FFF2-40B4-BE49-F238E27FC236}">
                <a16:creationId xmlns:a16="http://schemas.microsoft.com/office/drawing/2014/main" id="{0D8C1499-2C0D-E248-B4DB-1299790FA6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9950" y="2466975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70" name="Rectangle 42">
            <a:extLst>
              <a:ext uri="{FF2B5EF4-FFF2-40B4-BE49-F238E27FC236}">
                <a16:creationId xmlns:a16="http://schemas.microsoft.com/office/drawing/2014/main" id="{CC1E32F2-FB2C-3849-BE89-CC32DB672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23288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6771" name="Line 43">
            <a:extLst>
              <a:ext uri="{FF2B5EF4-FFF2-40B4-BE49-F238E27FC236}">
                <a16:creationId xmlns:a16="http://schemas.microsoft.com/office/drawing/2014/main" id="{4E751548-025F-2147-B8CB-9F4F7B6D9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344738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72" name="Line 44">
            <a:extLst>
              <a:ext uri="{FF2B5EF4-FFF2-40B4-BE49-F238E27FC236}">
                <a16:creationId xmlns:a16="http://schemas.microsoft.com/office/drawing/2014/main" id="{0D79EAD8-1D37-0F4C-8F5A-2B00A9CC3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20950" y="2466975"/>
            <a:ext cx="139700" cy="155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73" name="Rectangle 45">
            <a:extLst>
              <a:ext uri="{FF2B5EF4-FFF2-40B4-BE49-F238E27FC236}">
                <a16:creationId xmlns:a16="http://schemas.microsoft.com/office/drawing/2014/main" id="{68294E6D-D39C-F54A-98B0-10D0E8BD7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23288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16774" name="Rectangle 46">
            <a:extLst>
              <a:ext uri="{FF2B5EF4-FFF2-40B4-BE49-F238E27FC236}">
                <a16:creationId xmlns:a16="http://schemas.microsoft.com/office/drawing/2014/main" id="{D662272B-9FEB-8143-B467-A3B3DF97A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2755900"/>
            <a:ext cx="523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Rw</a:t>
            </a:r>
          </a:p>
        </p:txBody>
      </p:sp>
      <p:sp>
        <p:nvSpPr>
          <p:cNvPr id="116775" name="Rectangle 47">
            <a:extLst>
              <a:ext uri="{FF2B5EF4-FFF2-40B4-BE49-F238E27FC236}">
                <a16:creationId xmlns:a16="http://schemas.microsoft.com/office/drawing/2014/main" id="{193743E9-F4FE-844A-A28D-FD5B58C35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755900"/>
            <a:ext cx="473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Ra</a:t>
            </a:r>
          </a:p>
        </p:txBody>
      </p:sp>
      <p:sp>
        <p:nvSpPr>
          <p:cNvPr id="116776" name="Rectangle 48">
            <a:extLst>
              <a:ext uri="{FF2B5EF4-FFF2-40B4-BE49-F238E27FC236}">
                <a16:creationId xmlns:a16="http://schemas.microsoft.com/office/drawing/2014/main" id="{BDDE6CF9-6AD6-6741-BAD1-003711160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2755900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Rb</a:t>
            </a:r>
          </a:p>
        </p:txBody>
      </p:sp>
      <p:sp>
        <p:nvSpPr>
          <p:cNvPr id="116777" name="Rectangle 49">
            <a:extLst>
              <a:ext uri="{FF2B5EF4-FFF2-40B4-BE49-F238E27FC236}">
                <a16:creationId xmlns:a16="http://schemas.microsoft.com/office/drawing/2014/main" id="{E6566EBA-EFBE-C04B-A4C2-B3857A4AA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3" y="3040063"/>
            <a:ext cx="12223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1800">
                <a:ea typeface="宋体" panose="02010600030101010101" pitchFamily="2" charset="-122"/>
              </a:rPr>
              <a:t>32 32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bit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Registers</a:t>
            </a:r>
          </a:p>
        </p:txBody>
      </p:sp>
      <p:sp>
        <p:nvSpPr>
          <p:cNvPr id="116778" name="Line 50">
            <a:extLst>
              <a:ext uri="{FF2B5EF4-FFF2-40B4-BE49-F238E27FC236}">
                <a16:creationId xmlns:a16="http://schemas.microsoft.com/office/drawing/2014/main" id="{D7EBFE8E-0BFB-C441-8538-8CEB36F3CC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300" y="5287963"/>
            <a:ext cx="779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79" name="Line 51">
            <a:extLst>
              <a:ext uri="{FF2B5EF4-FFF2-40B4-BE49-F238E27FC236}">
                <a16:creationId xmlns:a16="http://schemas.microsoft.com/office/drawing/2014/main" id="{8C81721D-0C37-BB45-B576-A156F3052F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3243263"/>
            <a:ext cx="0" cy="2057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80" name="Rectangle 52">
            <a:extLst>
              <a:ext uri="{FF2B5EF4-FFF2-40B4-BE49-F238E27FC236}">
                <a16:creationId xmlns:a16="http://schemas.microsoft.com/office/drawing/2014/main" id="{C4BFE83D-68A4-D646-B488-6C68EA3A7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513" y="2116138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116781" name="Rectangle 53">
            <a:extLst>
              <a:ext uri="{FF2B5EF4-FFF2-40B4-BE49-F238E27FC236}">
                <a16:creationId xmlns:a16="http://schemas.microsoft.com/office/drawing/2014/main" id="{E082914F-F1C2-094D-B20B-B908C283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913" y="1476375"/>
            <a:ext cx="42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grpSp>
        <p:nvGrpSpPr>
          <p:cNvPr id="116782" name="Group 54">
            <a:extLst>
              <a:ext uri="{FF2B5EF4-FFF2-40B4-BE49-F238E27FC236}">
                <a16:creationId xmlns:a16="http://schemas.microsoft.com/office/drawing/2014/main" id="{C9D2EF9F-BC5D-654D-8253-3384A16F2B66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319463"/>
            <a:ext cx="304800" cy="1227137"/>
            <a:chOff x="2640" y="2648"/>
            <a:chExt cx="192" cy="773"/>
          </a:xfrm>
        </p:grpSpPr>
        <p:sp>
          <p:nvSpPr>
            <p:cNvPr id="116880" name="Line 55">
              <a:extLst>
                <a:ext uri="{FF2B5EF4-FFF2-40B4-BE49-F238E27FC236}">
                  <a16:creationId xmlns:a16="http://schemas.microsoft.com/office/drawing/2014/main" id="{A010922E-9614-5F4A-A07A-84B757094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648"/>
              <a:ext cx="0" cy="7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1" name="Line 56">
              <a:extLst>
                <a:ext uri="{FF2B5EF4-FFF2-40B4-BE49-F238E27FC236}">
                  <a16:creationId xmlns:a16="http://schemas.microsoft.com/office/drawing/2014/main" id="{B6ECABE9-516E-794A-B76F-F958FF505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2648"/>
              <a:ext cx="176" cy="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2" name="Line 57">
              <a:extLst>
                <a:ext uri="{FF2B5EF4-FFF2-40B4-BE49-F238E27FC236}">
                  <a16:creationId xmlns:a16="http://schemas.microsoft.com/office/drawing/2014/main" id="{EDE7AE06-E44E-3D4E-A60A-8B5BB63BA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8" y="3303"/>
              <a:ext cx="176" cy="1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83" name="Line 58">
              <a:extLst>
                <a:ext uri="{FF2B5EF4-FFF2-40B4-BE49-F238E27FC236}">
                  <a16:creationId xmlns:a16="http://schemas.microsoft.com/office/drawing/2014/main" id="{8C95E774-BE48-DB46-8961-1B4FA58DB5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50"/>
              <a:ext cx="0" cy="5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6783" name="Group 59">
            <a:extLst>
              <a:ext uri="{FF2B5EF4-FFF2-40B4-BE49-F238E27FC236}">
                <a16:creationId xmlns:a16="http://schemas.microsoft.com/office/drawing/2014/main" id="{BFECBE5D-DD6B-3744-B2BD-53396CD7C739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1870075"/>
            <a:ext cx="1168400" cy="284163"/>
            <a:chOff x="928" y="1735"/>
            <a:chExt cx="736" cy="179"/>
          </a:xfrm>
        </p:grpSpPr>
        <p:sp>
          <p:nvSpPr>
            <p:cNvPr id="116876" name="Line 60">
              <a:extLst>
                <a:ext uri="{FF2B5EF4-FFF2-40B4-BE49-F238E27FC236}">
                  <a16:creationId xmlns:a16="http://schemas.microsoft.com/office/drawing/2014/main" id="{6BF8C37E-F7AA-1A43-A459-1905DF1AC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" y="1735"/>
              <a:ext cx="7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7" name="Line 61">
              <a:extLst>
                <a:ext uri="{FF2B5EF4-FFF2-40B4-BE49-F238E27FC236}">
                  <a16:creationId xmlns:a16="http://schemas.microsoft.com/office/drawing/2014/main" id="{93C61E5D-E58A-0842-9B84-8734E3620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2" y="1743"/>
              <a:ext cx="112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8" name="Line 62">
              <a:extLst>
                <a:ext uri="{FF2B5EF4-FFF2-40B4-BE49-F238E27FC236}">
                  <a16:creationId xmlns:a16="http://schemas.microsoft.com/office/drawing/2014/main" id="{5E54E81D-302E-2D41-81B8-583023C91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4" y="1743"/>
              <a:ext cx="80" cy="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9" name="Line 63">
              <a:extLst>
                <a:ext uri="{FF2B5EF4-FFF2-40B4-BE49-F238E27FC236}">
                  <a16:creationId xmlns:a16="http://schemas.microsoft.com/office/drawing/2014/main" id="{038BF527-70D1-5549-BDFD-995E3C269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4" y="1914"/>
              <a:ext cx="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6784" name="Rectangle 64">
            <a:extLst>
              <a:ext uri="{FF2B5EF4-FFF2-40B4-BE49-F238E27FC236}">
                <a16:creationId xmlns:a16="http://schemas.microsoft.com/office/drawing/2014/main" id="{011A7E12-DCB3-D74C-8A4A-203E358D4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116138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16785" name="Line 65">
            <a:extLst>
              <a:ext uri="{FF2B5EF4-FFF2-40B4-BE49-F238E27FC236}">
                <a16:creationId xmlns:a16="http://schemas.microsoft.com/office/drawing/2014/main" id="{5E5269F1-EBDA-B141-9313-9E7F289ACE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6335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86" name="Line 66">
            <a:extLst>
              <a:ext uri="{FF2B5EF4-FFF2-40B4-BE49-F238E27FC236}">
                <a16:creationId xmlns:a16="http://schemas.microsoft.com/office/drawing/2014/main" id="{FA04F872-660E-3A4B-9793-738A46E01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1633538"/>
            <a:ext cx="0" cy="188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87" name="Rectangle 67">
            <a:extLst>
              <a:ext uri="{FF2B5EF4-FFF2-40B4-BE49-F238E27FC236}">
                <a16:creationId xmlns:a16="http://schemas.microsoft.com/office/drawing/2014/main" id="{1683CEF8-B2E1-1F48-95E5-1FEA05939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1476375"/>
            <a:ext cx="485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16788" name="Line 68">
            <a:extLst>
              <a:ext uri="{FF2B5EF4-FFF2-40B4-BE49-F238E27FC236}">
                <a16:creationId xmlns:a16="http://schemas.microsoft.com/office/drawing/2014/main" id="{EADD1650-AFA5-8549-8757-C24DE0F97E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4100" y="2011363"/>
            <a:ext cx="55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89" name="Rectangle 69">
            <a:extLst>
              <a:ext uri="{FF2B5EF4-FFF2-40B4-BE49-F238E27FC236}">
                <a16:creationId xmlns:a16="http://schemas.microsoft.com/office/drawing/2014/main" id="{2B0D35EF-826B-F842-AE93-978230E97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684338"/>
            <a:ext cx="981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RegDst</a:t>
            </a:r>
          </a:p>
        </p:txBody>
      </p:sp>
      <p:sp>
        <p:nvSpPr>
          <p:cNvPr id="116790" name="Rectangle 70">
            <a:extLst>
              <a:ext uri="{FF2B5EF4-FFF2-40B4-BE49-F238E27FC236}">
                <a16:creationId xmlns:a16="http://schemas.microsoft.com/office/drawing/2014/main" id="{15A663DC-994C-554D-AC91-6D2235264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900" y="4005263"/>
            <a:ext cx="3556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791" name="Rectangle 71">
            <a:extLst>
              <a:ext uri="{FF2B5EF4-FFF2-40B4-BE49-F238E27FC236}">
                <a16:creationId xmlns:a16="http://schemas.microsoft.com/office/drawing/2014/main" id="{CA9AC29D-7A14-4A46-9561-1B789A83F8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037681" y="4326732"/>
            <a:ext cx="536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Ext</a:t>
            </a:r>
          </a:p>
        </p:txBody>
      </p:sp>
      <p:sp>
        <p:nvSpPr>
          <p:cNvPr id="116792" name="Rectangle 72">
            <a:extLst>
              <a:ext uri="{FF2B5EF4-FFF2-40B4-BE49-F238E27FC236}">
                <a16:creationId xmlns:a16="http://schemas.microsoft.com/office/drawing/2014/main" id="{106F2B26-5E99-8A46-8E2E-A9637D24E6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982244" y="3736182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16793" name="Rectangle 73">
            <a:extLst>
              <a:ext uri="{FF2B5EF4-FFF2-40B4-BE49-F238E27FC236}">
                <a16:creationId xmlns:a16="http://schemas.microsoft.com/office/drawing/2014/main" id="{58AA2054-4592-1643-A0D9-89D0DD79C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3" y="1866900"/>
            <a:ext cx="638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16794" name="Line 74">
            <a:extLst>
              <a:ext uri="{FF2B5EF4-FFF2-40B4-BE49-F238E27FC236}">
                <a16:creationId xmlns:a16="http://schemas.microsoft.com/office/drawing/2014/main" id="{738FFDF3-0FDF-AF4B-813D-BAFF46345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4392613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95" name="Rectangle 75">
            <a:extLst>
              <a:ext uri="{FF2B5EF4-FFF2-40B4-BE49-F238E27FC236}">
                <a16:creationId xmlns:a16="http://schemas.microsoft.com/office/drawing/2014/main" id="{56760AF5-FB2C-B545-971E-1F6460B9B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44243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796" name="Line 76">
            <a:extLst>
              <a:ext uri="{FF2B5EF4-FFF2-40B4-BE49-F238E27FC236}">
                <a16:creationId xmlns:a16="http://schemas.microsoft.com/office/drawing/2014/main" id="{B8AA22B7-25FE-774C-A9F4-98DB9D13A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3650" y="4327525"/>
            <a:ext cx="8890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97" name="Line 77">
            <a:extLst>
              <a:ext uri="{FF2B5EF4-FFF2-40B4-BE49-F238E27FC236}">
                <a16:creationId xmlns:a16="http://schemas.microsoft.com/office/drawing/2014/main" id="{2A32834E-06B2-BD4B-A3D2-B89B881F53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6300" y="4533900"/>
            <a:ext cx="965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98" name="Line 78">
            <a:extLst>
              <a:ext uri="{FF2B5EF4-FFF2-40B4-BE49-F238E27FC236}">
                <a16:creationId xmlns:a16="http://schemas.microsoft.com/office/drawing/2014/main" id="{36255907-745A-CA4E-BC85-BD16593FA7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84450" y="447040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99" name="Rectangle 79">
            <a:extLst>
              <a:ext uri="{FF2B5EF4-FFF2-40B4-BE49-F238E27FC236}">
                <a16:creationId xmlns:a16="http://schemas.microsoft.com/office/drawing/2014/main" id="{C3775193-A696-0D43-A911-C55596A7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713" y="4530725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16</a:t>
            </a:r>
          </a:p>
        </p:txBody>
      </p:sp>
      <p:sp>
        <p:nvSpPr>
          <p:cNvPr id="116800" name="Rectangle 80">
            <a:extLst>
              <a:ext uri="{FF2B5EF4-FFF2-40B4-BE49-F238E27FC236}">
                <a16:creationId xmlns:a16="http://schemas.microsoft.com/office/drawing/2014/main" id="{0EC6FA31-4A42-3B4A-A9F7-34AC6EEA3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4346575"/>
            <a:ext cx="9048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16801" name="Line 81">
            <a:extLst>
              <a:ext uri="{FF2B5EF4-FFF2-40B4-BE49-F238E27FC236}">
                <a16:creationId xmlns:a16="http://schemas.microsoft.com/office/drawing/2014/main" id="{6C54091E-0BB6-0145-AD6A-A22DBDFC8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476750"/>
            <a:ext cx="0" cy="4000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02" name="Rectangle 82">
            <a:extLst>
              <a:ext uri="{FF2B5EF4-FFF2-40B4-BE49-F238E27FC236}">
                <a16:creationId xmlns:a16="http://schemas.microsoft.com/office/drawing/2014/main" id="{A937C53B-C375-904B-ABD4-31DC8BB76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4897438"/>
            <a:ext cx="1019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ALUSrc</a:t>
            </a:r>
          </a:p>
        </p:txBody>
      </p:sp>
      <p:sp>
        <p:nvSpPr>
          <p:cNvPr id="116803" name="Line 83">
            <a:extLst>
              <a:ext uri="{FF2B5EF4-FFF2-40B4-BE49-F238E27FC236}">
                <a16:creationId xmlns:a16="http://schemas.microsoft.com/office/drawing/2014/main" id="{69C4D15E-7235-7E40-9991-1942872AD2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37528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04" name="Line 84">
            <a:extLst>
              <a:ext uri="{FF2B5EF4-FFF2-40B4-BE49-F238E27FC236}">
                <a16:creationId xmlns:a16="http://schemas.microsoft.com/office/drawing/2014/main" id="{45A5F4EB-9499-D944-82E2-8FB1534ED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3622675"/>
            <a:ext cx="0" cy="1652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05" name="Line 85">
            <a:extLst>
              <a:ext uri="{FF2B5EF4-FFF2-40B4-BE49-F238E27FC236}">
                <a16:creationId xmlns:a16="http://schemas.microsoft.com/office/drawing/2014/main" id="{A3019A80-1B19-CD4F-926E-E8C446596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978400"/>
            <a:ext cx="0" cy="4714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06" name="Rectangle 86">
            <a:extLst>
              <a:ext uri="{FF2B5EF4-FFF2-40B4-BE49-F238E27FC236}">
                <a16:creationId xmlns:a16="http://schemas.microsoft.com/office/drawing/2014/main" id="{B5EDE0FB-FD03-8D46-A109-5AF6EC0BE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225" y="5268913"/>
            <a:ext cx="85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ExtOp</a:t>
            </a:r>
          </a:p>
        </p:txBody>
      </p:sp>
      <p:grpSp>
        <p:nvGrpSpPr>
          <p:cNvPr id="116807" name="Group 87">
            <a:extLst>
              <a:ext uri="{FF2B5EF4-FFF2-40B4-BE49-F238E27FC236}">
                <a16:creationId xmlns:a16="http://schemas.microsoft.com/office/drawing/2014/main" id="{20C37A98-68CE-C14C-9A95-331459E8478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3054350"/>
            <a:ext cx="304800" cy="1255713"/>
            <a:chOff x="4896" y="2481"/>
            <a:chExt cx="192" cy="791"/>
          </a:xfrm>
        </p:grpSpPr>
        <p:sp>
          <p:nvSpPr>
            <p:cNvPr id="116872" name="Line 88">
              <a:extLst>
                <a:ext uri="{FF2B5EF4-FFF2-40B4-BE49-F238E27FC236}">
                  <a16:creationId xmlns:a16="http://schemas.microsoft.com/office/drawing/2014/main" id="{AC7E9844-524E-6F40-9BC8-779CE28BD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481"/>
              <a:ext cx="0" cy="7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3" name="Line 89">
              <a:extLst>
                <a:ext uri="{FF2B5EF4-FFF2-40B4-BE49-F238E27FC236}">
                  <a16:creationId xmlns:a16="http://schemas.microsoft.com/office/drawing/2014/main" id="{260A3C34-804A-004C-A38F-A5D15DB018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" y="2481"/>
              <a:ext cx="176" cy="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4" name="Line 90">
              <a:extLst>
                <a:ext uri="{FF2B5EF4-FFF2-40B4-BE49-F238E27FC236}">
                  <a16:creationId xmlns:a16="http://schemas.microsoft.com/office/drawing/2014/main" id="{38054781-EADC-E04C-9C3C-9DB39DE86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04" y="3150"/>
              <a:ext cx="176" cy="1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75" name="Line 91">
              <a:extLst>
                <a:ext uri="{FF2B5EF4-FFF2-40B4-BE49-F238E27FC236}">
                  <a16:creationId xmlns:a16="http://schemas.microsoft.com/office/drawing/2014/main" id="{1BF03CD8-69F8-FA4B-A1FB-EE8A2302A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87"/>
              <a:ext cx="0" cy="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6808" name="Rectangle 92">
            <a:extLst>
              <a:ext uri="{FF2B5EF4-FFF2-40B4-BE49-F238E27FC236}">
                <a16:creationId xmlns:a16="http://schemas.microsoft.com/office/drawing/2014/main" id="{BD461505-B5B0-4E49-B0AB-316E87DCD37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44594" y="3591719"/>
            <a:ext cx="63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16809" name="Line 93">
            <a:extLst>
              <a:ext uri="{FF2B5EF4-FFF2-40B4-BE49-F238E27FC236}">
                <a16:creationId xmlns:a16="http://schemas.microsoft.com/office/drawing/2014/main" id="{3E0F3788-822E-F54C-87E3-AD204E2992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674938"/>
            <a:ext cx="0" cy="450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10" name="Rectangle 94">
            <a:extLst>
              <a:ext uri="{FF2B5EF4-FFF2-40B4-BE49-F238E27FC236}">
                <a16:creationId xmlns:a16="http://schemas.microsoft.com/office/drawing/2014/main" id="{18E064D0-A5F6-2E4A-818A-C681DE15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013" y="2552700"/>
            <a:ext cx="13493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MemtoReg</a:t>
            </a:r>
          </a:p>
        </p:txBody>
      </p:sp>
      <p:sp>
        <p:nvSpPr>
          <p:cNvPr id="116811" name="Line 95">
            <a:extLst>
              <a:ext uri="{FF2B5EF4-FFF2-40B4-BE49-F238E27FC236}">
                <a16:creationId xmlns:a16="http://schemas.microsoft.com/office/drawing/2014/main" id="{B9ADBC95-D6DC-4142-A827-2F20B23BF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9900" y="3609975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12" name="Rectangle 96">
            <a:extLst>
              <a:ext uri="{FF2B5EF4-FFF2-40B4-BE49-F238E27FC236}">
                <a16:creationId xmlns:a16="http://schemas.microsoft.com/office/drawing/2014/main" id="{964E3D31-D6F9-8D49-84E3-6A187582D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975" y="3978275"/>
            <a:ext cx="1127125" cy="11287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813" name="Line 97">
            <a:extLst>
              <a:ext uri="{FF2B5EF4-FFF2-40B4-BE49-F238E27FC236}">
                <a16:creationId xmlns:a16="http://schemas.microsoft.com/office/drawing/2014/main" id="{2463BF20-B8E6-B340-A54E-FC8A340668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7500" y="49609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14" name="Rectangle 98">
            <a:extLst>
              <a:ext uri="{FF2B5EF4-FFF2-40B4-BE49-F238E27FC236}">
                <a16:creationId xmlns:a16="http://schemas.microsoft.com/office/drawing/2014/main" id="{89CFBE0A-85F1-7B4E-A497-9A215DD8A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468153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16815" name="Rectangle 99">
            <a:extLst>
              <a:ext uri="{FF2B5EF4-FFF2-40B4-BE49-F238E27FC236}">
                <a16:creationId xmlns:a16="http://schemas.microsoft.com/office/drawing/2014/main" id="{2854088C-3C54-E549-B450-CFCC920FB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3808413"/>
            <a:ext cx="942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Data In</a:t>
            </a:r>
          </a:p>
        </p:txBody>
      </p:sp>
      <p:sp>
        <p:nvSpPr>
          <p:cNvPr id="116816" name="Line 100">
            <a:extLst>
              <a:ext uri="{FF2B5EF4-FFF2-40B4-BE49-F238E27FC236}">
                <a16:creationId xmlns:a16="http://schemas.microsoft.com/office/drawing/2014/main" id="{BD2B284C-3435-664A-BFD1-AA2DBB7A3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2338" y="4870450"/>
            <a:ext cx="309562" cy="777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17" name="Line 101">
            <a:extLst>
              <a:ext uri="{FF2B5EF4-FFF2-40B4-BE49-F238E27FC236}">
                <a16:creationId xmlns:a16="http://schemas.microsoft.com/office/drawing/2014/main" id="{074705DD-44B7-BA42-9D94-706C8F121A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1388" y="4945063"/>
            <a:ext cx="271462" cy="98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18" name="Oval 102">
            <a:extLst>
              <a:ext uri="{FF2B5EF4-FFF2-40B4-BE49-F238E27FC236}">
                <a16:creationId xmlns:a16="http://schemas.microsoft.com/office/drawing/2014/main" id="{334009B9-D1AF-C148-A987-B5F1EB137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491966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819" name="Rectangle 103">
            <a:extLst>
              <a:ext uri="{FF2B5EF4-FFF2-40B4-BE49-F238E27FC236}">
                <a16:creationId xmlns:a16="http://schemas.microsoft.com/office/drawing/2014/main" id="{60761D77-F5AD-A74F-9D39-6015897AF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3960813"/>
            <a:ext cx="777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WrEn</a:t>
            </a:r>
          </a:p>
        </p:txBody>
      </p:sp>
      <p:sp>
        <p:nvSpPr>
          <p:cNvPr id="116820" name="Line 104">
            <a:extLst>
              <a:ext uri="{FF2B5EF4-FFF2-40B4-BE49-F238E27FC236}">
                <a16:creationId xmlns:a16="http://schemas.microsoft.com/office/drawing/2014/main" id="{CEF4899A-7074-0D41-80B0-A92E9E7F7C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16500" y="4178300"/>
            <a:ext cx="101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1" name="Line 105">
            <a:extLst>
              <a:ext uri="{FF2B5EF4-FFF2-40B4-BE49-F238E27FC236}">
                <a16:creationId xmlns:a16="http://schemas.microsoft.com/office/drawing/2014/main" id="{6E71BA74-4C17-114A-984B-DEEF3D16C6E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56250" y="411480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2" name="Rectangle 106">
            <a:extLst>
              <a:ext uri="{FF2B5EF4-FFF2-40B4-BE49-F238E27FC236}">
                <a16:creationId xmlns:a16="http://schemas.microsoft.com/office/drawing/2014/main" id="{0F01AC1C-2CC9-0545-87DC-7706C301C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4246563"/>
            <a:ext cx="434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823" name="Line 107">
            <a:extLst>
              <a:ext uri="{FF2B5EF4-FFF2-40B4-BE49-F238E27FC236}">
                <a16:creationId xmlns:a16="http://schemas.microsoft.com/office/drawing/2014/main" id="{57170DC1-97FD-E443-AA37-A997793B8D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11900" y="3113088"/>
            <a:ext cx="12700" cy="865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4" name="Line 108">
            <a:extLst>
              <a:ext uri="{FF2B5EF4-FFF2-40B4-BE49-F238E27FC236}">
                <a16:creationId xmlns:a16="http://schemas.microsoft.com/office/drawing/2014/main" id="{CE342DA6-3A55-3C46-926C-61FD13F44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338513"/>
            <a:ext cx="0" cy="6143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5" name="Rectangle 109">
            <a:extLst>
              <a:ext uri="{FF2B5EF4-FFF2-40B4-BE49-F238E27FC236}">
                <a16:creationId xmlns:a16="http://schemas.microsoft.com/office/drawing/2014/main" id="{0B0B55D4-6F62-1E4A-8F4F-3498C501B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3" y="396240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Adr</a:t>
            </a:r>
          </a:p>
        </p:txBody>
      </p:sp>
      <p:sp>
        <p:nvSpPr>
          <p:cNvPr id="116826" name="Rectangle 110">
            <a:extLst>
              <a:ext uri="{FF2B5EF4-FFF2-40B4-BE49-F238E27FC236}">
                <a16:creationId xmlns:a16="http://schemas.microsoft.com/office/drawing/2014/main" id="{FB4F47BC-3E83-7547-8E89-CAB23124C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4318000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Data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Memory</a:t>
            </a:r>
          </a:p>
        </p:txBody>
      </p:sp>
      <p:sp>
        <p:nvSpPr>
          <p:cNvPr id="116827" name="Line 111">
            <a:extLst>
              <a:ext uri="{FF2B5EF4-FFF2-40B4-BE49-F238E27FC236}">
                <a16:creationId xmlns:a16="http://schemas.microsoft.com/office/drawing/2014/main" id="{8A7DCA73-3022-324D-9BF0-15C8C6E22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9325" y="4129088"/>
            <a:ext cx="460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8" name="Line 112">
            <a:extLst>
              <a:ext uri="{FF2B5EF4-FFF2-40B4-BE49-F238E27FC236}">
                <a16:creationId xmlns:a16="http://schemas.microsoft.com/office/drawing/2014/main" id="{A7E3190C-2BDF-B843-960C-6C7771BF6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4143375"/>
            <a:ext cx="0" cy="449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29" name="Line 113">
            <a:extLst>
              <a:ext uri="{FF2B5EF4-FFF2-40B4-BE49-F238E27FC236}">
                <a16:creationId xmlns:a16="http://schemas.microsoft.com/office/drawing/2014/main" id="{5C585AF8-C607-4A4B-80D9-C727DD2A26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50100" y="4605338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0" name="Line 114">
            <a:extLst>
              <a:ext uri="{FF2B5EF4-FFF2-40B4-BE49-F238E27FC236}">
                <a16:creationId xmlns:a16="http://schemas.microsoft.com/office/drawing/2014/main" id="{9F99A464-306A-054B-948E-CC051CC608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85050" y="4064000"/>
            <a:ext cx="88900" cy="128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1" name="Rectangle 115">
            <a:extLst>
              <a:ext uri="{FF2B5EF4-FFF2-40B4-BE49-F238E27FC236}">
                <a16:creationId xmlns:a16="http://schemas.microsoft.com/office/drawing/2014/main" id="{F0203752-9497-E143-ACA9-18498A798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3765550"/>
            <a:ext cx="434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32</a:t>
            </a:r>
          </a:p>
        </p:txBody>
      </p:sp>
      <p:sp>
        <p:nvSpPr>
          <p:cNvPr id="116832" name="Rectangle 116">
            <a:extLst>
              <a:ext uri="{FF2B5EF4-FFF2-40B4-BE49-F238E27FC236}">
                <a16:creationId xmlns:a16="http://schemas.microsoft.com/office/drawing/2014/main" id="{46E6479D-1E4C-8649-92C2-94ED60319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100" y="2782888"/>
            <a:ext cx="1006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MemWr</a:t>
            </a:r>
          </a:p>
        </p:txBody>
      </p:sp>
      <p:sp>
        <p:nvSpPr>
          <p:cNvPr id="116833" name="Line 117">
            <a:extLst>
              <a:ext uri="{FF2B5EF4-FFF2-40B4-BE49-F238E27FC236}">
                <a16:creationId xmlns:a16="http://schemas.microsoft.com/office/drawing/2014/main" id="{E1203497-7B9F-F040-B0D5-9B91C7B57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595688"/>
            <a:ext cx="0" cy="569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4" name="Line 118">
            <a:extLst>
              <a:ext uri="{FF2B5EF4-FFF2-40B4-BE49-F238E27FC236}">
                <a16:creationId xmlns:a16="http://schemas.microsoft.com/office/drawing/2014/main" id="{A721732A-44B1-A044-A46C-15EA5C1A3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5238" y="4170363"/>
            <a:ext cx="1211262" cy="7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5" name="Rectangle 119">
            <a:extLst>
              <a:ext uri="{FF2B5EF4-FFF2-40B4-BE49-F238E27FC236}">
                <a16:creationId xmlns:a16="http://schemas.microsoft.com/office/drawing/2014/main" id="{94FDCE8C-D6A5-7548-817B-0D796C64BD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23644" y="3188494"/>
            <a:ext cx="650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ALU</a:t>
            </a:r>
          </a:p>
        </p:txBody>
      </p:sp>
      <p:sp>
        <p:nvSpPr>
          <p:cNvPr id="116836" name="Rectangle 120">
            <a:extLst>
              <a:ext uri="{FF2B5EF4-FFF2-40B4-BE49-F238E27FC236}">
                <a16:creationId xmlns:a16="http://schemas.microsoft.com/office/drawing/2014/main" id="{48134E49-69A6-3049-8631-04285443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1109663"/>
            <a:ext cx="1203325" cy="873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837" name="Line 121">
            <a:extLst>
              <a:ext uri="{FF2B5EF4-FFF2-40B4-BE49-F238E27FC236}">
                <a16:creationId xmlns:a16="http://schemas.microsoft.com/office/drawing/2014/main" id="{B59B2BCD-651C-2D4D-AA6E-C153ED0936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9700" y="1836738"/>
            <a:ext cx="48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8" name="Line 122">
            <a:extLst>
              <a:ext uri="{FF2B5EF4-FFF2-40B4-BE49-F238E27FC236}">
                <a16:creationId xmlns:a16="http://schemas.microsoft.com/office/drawing/2014/main" id="{799E43DD-BCCF-4B4D-85E1-074E1C24C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5" y="1731963"/>
            <a:ext cx="307975" cy="92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39" name="Line 123">
            <a:extLst>
              <a:ext uri="{FF2B5EF4-FFF2-40B4-BE49-F238E27FC236}">
                <a16:creationId xmlns:a16="http://schemas.microsoft.com/office/drawing/2014/main" id="{4F301E3E-1013-4E45-8433-F3FF258CEB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9300" y="1835150"/>
            <a:ext cx="301625" cy="841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40" name="Oval 124">
            <a:extLst>
              <a:ext uri="{FF2B5EF4-FFF2-40B4-BE49-F238E27FC236}">
                <a16:creationId xmlns:a16="http://schemas.microsoft.com/office/drawing/2014/main" id="{0D95273D-0216-1848-A3E4-CD1FF34EE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2775" y="1795463"/>
            <a:ext cx="127000" cy="117475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16841" name="Rectangle 125">
            <a:extLst>
              <a:ext uri="{FF2B5EF4-FFF2-40B4-BE49-F238E27FC236}">
                <a16:creationId xmlns:a16="http://schemas.microsoft.com/office/drawing/2014/main" id="{0898C627-A6B3-C34F-BA1A-0FB5F2DE1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4213" y="1193800"/>
            <a:ext cx="1362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ea typeface="宋体" panose="02010600030101010101" pitchFamily="2" charset="-122"/>
              </a:rPr>
              <a:t>Instruction</a:t>
            </a:r>
          </a:p>
          <a:p>
            <a:pPr algn="ctr"/>
            <a:r>
              <a:rPr lang="en-US" altLang="zh-CN" sz="1800">
                <a:ea typeface="宋体" panose="02010600030101010101" pitchFamily="2" charset="-122"/>
              </a:rPr>
              <a:t>Fetch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>
                <a:ea typeface="宋体" panose="02010600030101010101" pitchFamily="2" charset="-122"/>
              </a:rPr>
              <a:t>Unit</a:t>
            </a:r>
          </a:p>
        </p:txBody>
      </p:sp>
      <p:sp>
        <p:nvSpPr>
          <p:cNvPr id="116842" name="Rectangle 126">
            <a:extLst>
              <a:ext uri="{FF2B5EF4-FFF2-40B4-BE49-F238E27FC236}">
                <a16:creationId xmlns:a16="http://schemas.microsoft.com/office/drawing/2014/main" id="{1F848FD8-1A0F-DF42-A44E-20C78DBF1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1646238"/>
            <a:ext cx="536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Clk</a:t>
            </a:r>
          </a:p>
        </p:txBody>
      </p:sp>
      <p:sp>
        <p:nvSpPr>
          <p:cNvPr id="116843" name="Line 127">
            <a:extLst>
              <a:ext uri="{FF2B5EF4-FFF2-40B4-BE49-F238E27FC236}">
                <a16:creationId xmlns:a16="http://schemas.microsoft.com/office/drawing/2014/main" id="{8DF8D2BD-17EC-BB4B-B19E-111A8717C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970088"/>
            <a:ext cx="0" cy="11969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44" name="Line 128">
            <a:extLst>
              <a:ext uri="{FF2B5EF4-FFF2-40B4-BE49-F238E27FC236}">
                <a16:creationId xmlns:a16="http://schemas.microsoft.com/office/drawing/2014/main" id="{7E1AC5B9-6959-4B44-9EA4-3F1DB32E81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73700" y="3154363"/>
            <a:ext cx="17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45" name="Rectangle 129">
            <a:extLst>
              <a:ext uri="{FF2B5EF4-FFF2-40B4-BE49-F238E27FC236}">
                <a16:creationId xmlns:a16="http://schemas.microsoft.com/office/drawing/2014/main" id="{9DF488C4-0B16-714E-B8A1-4050E6949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2606675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</a:rPr>
              <a:t>Zero</a:t>
            </a:r>
          </a:p>
        </p:txBody>
      </p:sp>
      <p:sp>
        <p:nvSpPr>
          <p:cNvPr id="116846" name="Line 130">
            <a:extLst>
              <a:ext uri="{FF2B5EF4-FFF2-40B4-BE49-F238E27FC236}">
                <a16:creationId xmlns:a16="http://schemas.microsoft.com/office/drawing/2014/main" id="{6CFDCA98-63AD-9B44-8A07-6EE6BE458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1249363"/>
            <a:ext cx="248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47" name="Rectangle 131">
            <a:extLst>
              <a:ext uri="{FF2B5EF4-FFF2-40B4-BE49-F238E27FC236}">
                <a16:creationId xmlns:a16="http://schemas.microsoft.com/office/drawing/2014/main" id="{49B4EAFC-786A-9E47-A70B-4022EDBEA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860425"/>
            <a:ext cx="20669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Instruction&lt;31:0</a:t>
            </a:r>
            <a:r>
              <a:rPr lang="en-US" altLang="zh-CN" b="0"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</a:p>
        </p:txBody>
      </p:sp>
      <p:sp>
        <p:nvSpPr>
          <p:cNvPr id="116848" name="Line 132">
            <a:extLst>
              <a:ext uri="{FF2B5EF4-FFF2-40B4-BE49-F238E27FC236}">
                <a16:creationId xmlns:a16="http://schemas.microsoft.com/office/drawing/2014/main" id="{A0FFA109-4AA0-CC4A-AF8A-D22DD1090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155416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49" name="Line 133">
            <a:extLst>
              <a:ext uri="{FF2B5EF4-FFF2-40B4-BE49-F238E27FC236}">
                <a16:creationId xmlns:a16="http://schemas.microsoft.com/office/drawing/2014/main" id="{552A6099-03F6-AC4C-9DD9-D07E19069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5100" y="1249363"/>
            <a:ext cx="58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50" name="Rectangle 134">
            <a:extLst>
              <a:ext uri="{FF2B5EF4-FFF2-40B4-BE49-F238E27FC236}">
                <a16:creationId xmlns:a16="http://schemas.microsoft.com/office/drawing/2014/main" id="{51975D72-C6DC-9048-AE22-9E81736DC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038" y="1341438"/>
            <a:ext cx="7905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Jump</a:t>
            </a:r>
          </a:p>
        </p:txBody>
      </p:sp>
      <p:sp>
        <p:nvSpPr>
          <p:cNvPr id="116851" name="Rectangle 135">
            <a:extLst>
              <a:ext uri="{FF2B5EF4-FFF2-40B4-BE49-F238E27FC236}">
                <a16:creationId xmlns:a16="http://schemas.microsoft.com/office/drawing/2014/main" id="{A826CBD9-7282-FB49-A06F-6EBDCD91D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8638" y="960438"/>
            <a:ext cx="9683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Branch</a:t>
            </a:r>
          </a:p>
        </p:txBody>
      </p:sp>
      <p:sp>
        <p:nvSpPr>
          <p:cNvPr id="116852" name="Rectangle 137">
            <a:extLst>
              <a:ext uri="{FF2B5EF4-FFF2-40B4-BE49-F238E27FC236}">
                <a16:creationId xmlns:a16="http://schemas.microsoft.com/office/drawing/2014/main" id="{4FF19923-2495-8940-9E42-4C85CBC6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3154363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6853" name="Rectangle 138">
            <a:extLst>
              <a:ext uri="{FF2B5EF4-FFF2-40B4-BE49-F238E27FC236}">
                <a16:creationId xmlns:a16="http://schemas.microsoft.com/office/drawing/2014/main" id="{5D2D4150-F63D-184C-90D4-9E8DA5AC5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2713" y="3933825"/>
            <a:ext cx="28257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6854" name="Rectangle 139">
            <a:extLst>
              <a:ext uri="{FF2B5EF4-FFF2-40B4-BE49-F238E27FC236}">
                <a16:creationId xmlns:a16="http://schemas.microsoft.com/office/drawing/2014/main" id="{617E8F45-6EFE-BD4B-A00A-D374E48A8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33829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6855" name="Rectangle 140">
            <a:extLst>
              <a:ext uri="{FF2B5EF4-FFF2-40B4-BE49-F238E27FC236}">
                <a16:creationId xmlns:a16="http://schemas.microsoft.com/office/drawing/2014/main" id="{E08A1FAF-D232-E347-B7B0-59D0BECC8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162425"/>
            <a:ext cx="307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6856" name="Rectangle 141">
            <a:extLst>
              <a:ext uri="{FF2B5EF4-FFF2-40B4-BE49-F238E27FC236}">
                <a16:creationId xmlns:a16="http://schemas.microsoft.com/office/drawing/2014/main" id="{C31E5D36-CE74-AA42-B986-70CABAFA6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18335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16857" name="Rectangle 142">
            <a:extLst>
              <a:ext uri="{FF2B5EF4-FFF2-40B4-BE49-F238E27FC236}">
                <a16:creationId xmlns:a16="http://schemas.microsoft.com/office/drawing/2014/main" id="{F0F2A46E-CE63-F74D-96A5-659D1C703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438" y="1833563"/>
            <a:ext cx="307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6858" name="Line 143">
            <a:extLst>
              <a:ext uri="{FF2B5EF4-FFF2-40B4-BE49-F238E27FC236}">
                <a16:creationId xmlns:a16="http://schemas.microsoft.com/office/drawing/2014/main" id="{296A8C5E-E71C-3C46-A873-F312EC3FC1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26206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59" name="Rectangle 144">
            <a:extLst>
              <a:ext uri="{FF2B5EF4-FFF2-40B4-BE49-F238E27FC236}">
                <a16:creationId xmlns:a16="http://schemas.microsoft.com/office/drawing/2014/main" id="{EF3AFD8E-7975-1E46-ABE2-515250917C5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7069" y="1540669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&lt;21:25&gt;</a:t>
            </a:r>
          </a:p>
        </p:txBody>
      </p:sp>
      <p:sp>
        <p:nvSpPr>
          <p:cNvPr id="116860" name="Rectangle 145">
            <a:extLst>
              <a:ext uri="{FF2B5EF4-FFF2-40B4-BE49-F238E27FC236}">
                <a16:creationId xmlns:a16="http://schemas.microsoft.com/office/drawing/2014/main" id="{03D8BE48-8E43-084C-9F06-8551980FDE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290469" y="1540669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&lt;16:20&gt;</a:t>
            </a:r>
          </a:p>
        </p:txBody>
      </p:sp>
      <p:sp>
        <p:nvSpPr>
          <p:cNvPr id="116861" name="Rectangle 146">
            <a:extLst>
              <a:ext uri="{FF2B5EF4-FFF2-40B4-BE49-F238E27FC236}">
                <a16:creationId xmlns:a16="http://schemas.microsoft.com/office/drawing/2014/main" id="{EF063C07-5566-D74A-AB1D-A8F2AB6EDD7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23869" y="1540669"/>
            <a:ext cx="1031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&lt;11:15&gt;</a:t>
            </a:r>
          </a:p>
        </p:txBody>
      </p:sp>
      <p:sp>
        <p:nvSpPr>
          <p:cNvPr id="116862" name="Rectangle 147">
            <a:extLst>
              <a:ext uri="{FF2B5EF4-FFF2-40B4-BE49-F238E27FC236}">
                <a16:creationId xmlns:a16="http://schemas.microsoft.com/office/drawing/2014/main" id="{D18ED899-51EB-3F46-92CB-89A3A61F224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69969" y="1527969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>
                <a:ea typeface="宋体" panose="02010600030101010101" pitchFamily="2" charset="-122"/>
              </a:rPr>
              <a:t>&lt;0:15&gt;</a:t>
            </a:r>
          </a:p>
        </p:txBody>
      </p:sp>
      <p:sp>
        <p:nvSpPr>
          <p:cNvPr id="116863" name="Line 148">
            <a:extLst>
              <a:ext uri="{FF2B5EF4-FFF2-40B4-BE49-F238E27FC236}">
                <a16:creationId xmlns:a16="http://schemas.microsoft.com/office/drawing/2014/main" id="{983C69A6-70E1-914F-9006-0AC590719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26206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64" name="Line 149">
            <a:extLst>
              <a:ext uri="{FF2B5EF4-FFF2-40B4-BE49-F238E27FC236}">
                <a16:creationId xmlns:a16="http://schemas.microsoft.com/office/drawing/2014/main" id="{D5BCE931-B397-524A-952A-CBDB012E1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126206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65" name="Line 150">
            <a:extLst>
              <a:ext uri="{FF2B5EF4-FFF2-40B4-BE49-F238E27FC236}">
                <a16:creationId xmlns:a16="http://schemas.microsoft.com/office/drawing/2014/main" id="{11A75874-F22A-D74D-ADA6-5B22C0CEA8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1262063"/>
            <a:ext cx="0" cy="889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866" name="Rectangle 151">
            <a:extLst>
              <a:ext uri="{FF2B5EF4-FFF2-40B4-BE49-F238E27FC236}">
                <a16:creationId xmlns:a16="http://schemas.microsoft.com/office/drawing/2014/main" id="{E281B319-0D14-CD45-8522-8662A0B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087563"/>
            <a:ext cx="904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Imm16</a:t>
            </a:r>
          </a:p>
        </p:txBody>
      </p:sp>
      <p:sp>
        <p:nvSpPr>
          <p:cNvPr id="116867" name="Rectangle 152">
            <a:extLst>
              <a:ext uri="{FF2B5EF4-FFF2-40B4-BE49-F238E27FC236}">
                <a16:creationId xmlns:a16="http://schemas.microsoft.com/office/drawing/2014/main" id="{4C2CE1D6-5DC0-7B49-87C1-418C486D3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087563"/>
            <a:ext cx="485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116868" name="Rectangle 153">
            <a:extLst>
              <a:ext uri="{FF2B5EF4-FFF2-40B4-BE49-F238E27FC236}">
                <a16:creationId xmlns:a16="http://schemas.microsoft.com/office/drawing/2014/main" id="{1D0E645E-0D55-A94A-9CD4-4B224CA56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087563"/>
            <a:ext cx="4222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Rt</a:t>
            </a:r>
          </a:p>
        </p:txBody>
      </p:sp>
      <p:sp>
        <p:nvSpPr>
          <p:cNvPr id="116869" name="Rectangle 154">
            <a:extLst>
              <a:ext uri="{FF2B5EF4-FFF2-40B4-BE49-F238E27FC236}">
                <a16:creationId xmlns:a16="http://schemas.microsoft.com/office/drawing/2014/main" id="{03EB02DE-31D9-2148-88E6-2C85606FC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2087563"/>
            <a:ext cx="473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Rs</a:t>
            </a:r>
          </a:p>
        </p:txBody>
      </p:sp>
      <p:sp>
        <p:nvSpPr>
          <p:cNvPr id="239771" name="Text Box 155">
            <a:extLst>
              <a:ext uri="{FF2B5EF4-FFF2-40B4-BE49-F238E27FC236}">
                <a16:creationId xmlns:a16="http://schemas.microsoft.com/office/drawing/2014/main" id="{E56A0208-A6DC-D34F-BA62-3BCDDF4EF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5861050"/>
            <a:ext cx="84613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指令执行结果总是在下个时钟到来时开始保存在 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 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 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存储器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或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PC</a:t>
            </a:r>
            <a:r>
              <a:rPr lang="en-US" altLang="zh-CN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9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中！</a:t>
            </a:r>
          </a:p>
        </p:txBody>
      </p:sp>
      <p:sp>
        <p:nvSpPr>
          <p:cNvPr id="239773" name="Rectangle 157">
            <a:extLst>
              <a:ext uri="{FF2B5EF4-FFF2-40B4-BE49-F238E27FC236}">
                <a16:creationId xmlns:a16="http://schemas.microsoft.com/office/drawing/2014/main" id="{0FDD6698-1DE7-7043-8A9C-87E7725D8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2675" y="6235700"/>
            <a:ext cx="7807325" cy="434975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10000"/>
              </a:spcBef>
              <a:buFontTx/>
              <a:buNone/>
            </a:pPr>
            <a:r>
              <a:rPr lang="zh-CN" altLang="en-US" sz="2100">
                <a:latin typeface="微软雅黑" panose="020B0503020204020204" pitchFamily="34" charset="-122"/>
                <a:ea typeface="微软雅黑" panose="020B0503020204020204" pitchFamily="34" charset="-122"/>
              </a:rPr>
              <a:t>下一讲考虑：如何产生控制信号！（控制器的设计内容）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771" grpId="0"/>
      <p:bldP spid="23977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CE01C8D4-788B-4940-9DFC-8B5AF90A6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813" y="158750"/>
            <a:ext cx="6416675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数据通路中的关键路径</a:t>
            </a:r>
            <a:r>
              <a:rPr lang="en-US" altLang="zh-CN">
                <a:ea typeface="宋体" panose="02010600030101010101" pitchFamily="2" charset="-122"/>
              </a:rPr>
              <a:t>(Load</a:t>
            </a:r>
            <a:r>
              <a:rPr lang="zh-CN" altLang="en-US">
                <a:ea typeface="宋体" panose="02010600030101010101" pitchFamily="2" charset="-122"/>
              </a:rPr>
              <a:t>操作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9D4CC94B-7402-CB46-8AB5-321BD431C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88" y="649288"/>
            <a:ext cx="8723312" cy="1547812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记住：寄存器组和理想存储器的定时方式</a:t>
            </a:r>
          </a:p>
          <a:p>
            <a:pPr lvl="1"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写操作时，作为时序逻辑电路。即：</a:t>
            </a:r>
          </a:p>
          <a:p>
            <a:pPr lvl="2"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时钟到达前，输入需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setup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；到达后经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Clk-to-Q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，写入数据到达输出端</a:t>
            </a:r>
          </a:p>
          <a:p>
            <a:pPr lvl="1"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读操作时，作为组合逻辑电路。即：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ct val="1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地址有效后经过 “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access time”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，输出开始有效</a:t>
            </a:r>
          </a:p>
        </p:txBody>
      </p:sp>
      <p:grpSp>
        <p:nvGrpSpPr>
          <p:cNvPr id="118788" name="Group 88">
            <a:extLst>
              <a:ext uri="{FF2B5EF4-FFF2-40B4-BE49-F238E27FC236}">
                <a16:creationId xmlns:a16="http://schemas.microsoft.com/office/drawing/2014/main" id="{7101EB83-AD9D-DB42-8847-21ADFC0DFB57}"/>
              </a:ext>
            </a:extLst>
          </p:cNvPr>
          <p:cNvGrpSpPr>
            <a:grpSpLocks/>
          </p:cNvGrpSpPr>
          <p:nvPr/>
        </p:nvGrpSpPr>
        <p:grpSpPr bwMode="auto">
          <a:xfrm>
            <a:off x="217488" y="2252663"/>
            <a:ext cx="8780462" cy="4356100"/>
            <a:chOff x="137" y="1419"/>
            <a:chExt cx="5531" cy="2744"/>
          </a:xfrm>
        </p:grpSpPr>
        <p:sp>
          <p:nvSpPr>
            <p:cNvPr id="118791" name="Line 4">
              <a:extLst>
                <a:ext uri="{FF2B5EF4-FFF2-40B4-BE49-F238E27FC236}">
                  <a16:creationId xmlns:a16="http://schemas.microsoft.com/office/drawing/2014/main" id="{141A4864-7399-B34F-9A48-952CCCE09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3683"/>
              <a:ext cx="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2" name="Rectangle 5">
              <a:extLst>
                <a:ext uri="{FF2B5EF4-FFF2-40B4-BE49-F238E27FC236}">
                  <a16:creationId xmlns:a16="http://schemas.microsoft.com/office/drawing/2014/main" id="{0C70D41E-BA3F-7440-9660-A6EEBFCB5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" y="3518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18793" name="Rectangle 6">
              <a:extLst>
                <a:ext uri="{FF2B5EF4-FFF2-40B4-BE49-F238E27FC236}">
                  <a16:creationId xmlns:a16="http://schemas.microsoft.com/office/drawing/2014/main" id="{BBDEC2A7-CFE8-2740-91D2-828065B0F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3048"/>
              <a:ext cx="818" cy="748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794" name="Line 7">
              <a:extLst>
                <a:ext uri="{FF2B5EF4-FFF2-40B4-BE49-F238E27FC236}">
                  <a16:creationId xmlns:a16="http://schemas.microsoft.com/office/drawing/2014/main" id="{0B69D710-D2C3-104D-870C-6AF4230DF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3652"/>
              <a:ext cx="128" cy="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5" name="Line 8">
              <a:extLst>
                <a:ext uri="{FF2B5EF4-FFF2-40B4-BE49-F238E27FC236}">
                  <a16:creationId xmlns:a16="http://schemas.microsoft.com/office/drawing/2014/main" id="{16DC05E4-D118-8A48-BC2E-979B5E881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2" y="3712"/>
              <a:ext cx="135" cy="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6" name="Oval 9">
              <a:extLst>
                <a:ext uri="{FF2B5EF4-FFF2-40B4-BE49-F238E27FC236}">
                  <a16:creationId xmlns:a16="http://schemas.microsoft.com/office/drawing/2014/main" id="{55D9178E-8709-DC46-B044-4BB230EFA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" y="3676"/>
              <a:ext cx="72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797" name="Line 10">
              <a:extLst>
                <a:ext uri="{FF2B5EF4-FFF2-40B4-BE49-F238E27FC236}">
                  <a16:creationId xmlns:a16="http://schemas.microsoft.com/office/drawing/2014/main" id="{25288C13-F3FB-894A-B6C7-39DC5C3D3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1" y="3704"/>
              <a:ext cx="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8" name="Line 11">
              <a:extLst>
                <a:ext uri="{FF2B5EF4-FFF2-40B4-BE49-F238E27FC236}">
                  <a16:creationId xmlns:a16="http://schemas.microsoft.com/office/drawing/2014/main" id="{8179B6AE-DBC7-D74A-85DC-1BA8890F4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385"/>
              <a:ext cx="8" cy="65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799" name="Line 12">
              <a:extLst>
                <a:ext uri="{FF2B5EF4-FFF2-40B4-BE49-F238E27FC236}">
                  <a16:creationId xmlns:a16="http://schemas.microsoft.com/office/drawing/2014/main" id="{E7880093-F962-A84A-B124-A66AB2607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5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00" name="Rectangle 13">
              <a:extLst>
                <a:ext uri="{FF2B5EF4-FFF2-40B4-BE49-F238E27FC236}">
                  <a16:creationId xmlns:a16="http://schemas.microsoft.com/office/drawing/2014/main" id="{1027EF68-6E16-504E-82EC-0DF198E3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2552"/>
              <a:ext cx="23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8801" name="Rectangle 14">
              <a:extLst>
                <a:ext uri="{FF2B5EF4-FFF2-40B4-BE49-F238E27FC236}">
                  <a16:creationId xmlns:a16="http://schemas.microsoft.com/office/drawing/2014/main" id="{0AEA0957-8446-7D4D-A604-730B17D63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3032"/>
              <a:ext cx="3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Rw</a:t>
              </a:r>
            </a:p>
          </p:txBody>
        </p:sp>
        <p:sp>
          <p:nvSpPr>
            <p:cNvPr id="118802" name="Rectangle 15">
              <a:extLst>
                <a:ext uri="{FF2B5EF4-FFF2-40B4-BE49-F238E27FC236}">
                  <a16:creationId xmlns:a16="http://schemas.microsoft.com/office/drawing/2014/main" id="{5142EB32-12C8-D14A-B241-9AE1A95F1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3032"/>
              <a:ext cx="29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Ra</a:t>
              </a:r>
            </a:p>
          </p:txBody>
        </p:sp>
        <p:sp>
          <p:nvSpPr>
            <p:cNvPr id="118803" name="Rectangle 16">
              <a:extLst>
                <a:ext uri="{FF2B5EF4-FFF2-40B4-BE49-F238E27FC236}">
                  <a16:creationId xmlns:a16="http://schemas.microsoft.com/office/drawing/2014/main" id="{D98D2F3B-4B27-0149-8257-0BA2DBF6F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3032"/>
              <a:ext cx="3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Rb</a:t>
              </a:r>
            </a:p>
          </p:txBody>
        </p:sp>
        <p:sp>
          <p:nvSpPr>
            <p:cNvPr id="118804" name="Rectangle 17">
              <a:extLst>
                <a:ext uri="{FF2B5EF4-FFF2-40B4-BE49-F238E27FC236}">
                  <a16:creationId xmlns:a16="http://schemas.microsoft.com/office/drawing/2014/main" id="{36C2B610-649C-9541-84F9-02281443F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3224"/>
              <a:ext cx="770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>
                  <a:ea typeface="宋体" panose="02010600030101010101" pitchFamily="2" charset="-122"/>
                </a:rPr>
                <a:t>32-</a:t>
              </a:r>
              <a:r>
                <a:rPr lang="en-US" altLang="zh-CN" sz="1800">
                  <a:ea typeface="宋体" panose="02010600030101010101" pitchFamily="2" charset="-122"/>
                </a:rPr>
                <a:t>bit</a:t>
              </a:r>
            </a:p>
            <a:p>
              <a:r>
                <a:rPr lang="en-US" altLang="zh-CN" sz="1800">
                  <a:ea typeface="宋体" panose="02010600030101010101" pitchFamily="2" charset="-122"/>
                </a:rPr>
                <a:t>Registers</a:t>
              </a:r>
            </a:p>
          </p:txBody>
        </p:sp>
        <p:sp>
          <p:nvSpPr>
            <p:cNvPr id="118805" name="Rectangle 18">
              <a:extLst>
                <a:ext uri="{FF2B5EF4-FFF2-40B4-BE49-F238E27FC236}">
                  <a16:creationId xmlns:a16="http://schemas.microsoft.com/office/drawing/2014/main" id="{2754831F-C10D-384B-87E1-664A24440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0" y="2408"/>
              <a:ext cx="30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Rd</a:t>
              </a:r>
            </a:p>
          </p:txBody>
        </p:sp>
        <p:grpSp>
          <p:nvGrpSpPr>
            <p:cNvPr id="118806" name="Group 20">
              <a:extLst>
                <a:ext uri="{FF2B5EF4-FFF2-40B4-BE49-F238E27FC236}">
                  <a16:creationId xmlns:a16="http://schemas.microsoft.com/office/drawing/2014/main" id="{DCCF14CF-C780-CB4A-8F52-F041C2040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3" y="3040"/>
              <a:ext cx="288" cy="768"/>
              <a:chOff x="3057" y="2968"/>
              <a:chExt cx="288" cy="768"/>
            </a:xfrm>
          </p:grpSpPr>
          <p:sp>
            <p:nvSpPr>
              <p:cNvPr id="118864" name="Line 21">
                <a:extLst>
                  <a:ext uri="{FF2B5EF4-FFF2-40B4-BE49-F238E27FC236}">
                    <a16:creationId xmlns:a16="http://schemas.microsoft.com/office/drawing/2014/main" id="{24C73F7B-6830-D64B-8D9D-165485531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296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65" name="Line 22">
                <a:extLst>
                  <a:ext uri="{FF2B5EF4-FFF2-40B4-BE49-F238E27FC236}">
                    <a16:creationId xmlns:a16="http://schemas.microsoft.com/office/drawing/2014/main" id="{E29D39F8-18E3-BE43-BF4E-AC423148E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5" y="2968"/>
                <a:ext cx="272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66" name="Line 23">
                <a:extLst>
                  <a:ext uri="{FF2B5EF4-FFF2-40B4-BE49-F238E27FC236}">
                    <a16:creationId xmlns:a16="http://schemas.microsoft.com/office/drawing/2014/main" id="{4E62C574-95B2-A94B-ABD8-2737AF1DA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5" y="3160"/>
                <a:ext cx="128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67" name="Line 24">
                <a:extLst>
                  <a:ext uri="{FF2B5EF4-FFF2-40B4-BE49-F238E27FC236}">
                    <a16:creationId xmlns:a16="http://schemas.microsoft.com/office/drawing/2014/main" id="{3990EFBD-7F06-7343-B24A-D07F2ED13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1" y="3256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68" name="Line 25">
                <a:extLst>
                  <a:ext uri="{FF2B5EF4-FFF2-40B4-BE49-F238E27FC236}">
                    <a16:creationId xmlns:a16="http://schemas.microsoft.com/office/drawing/2014/main" id="{45CD9C18-72AC-B04A-83AF-C8D4E8F63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45" y="3160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69" name="Line 26">
                <a:extLst>
                  <a:ext uri="{FF2B5EF4-FFF2-40B4-BE49-F238E27FC236}">
                    <a16:creationId xmlns:a16="http://schemas.microsoft.com/office/drawing/2014/main" id="{895F19AF-B8E4-6147-A132-40E7EB540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5" y="3432"/>
                <a:ext cx="128" cy="1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70" name="Line 27">
                <a:extLst>
                  <a:ext uri="{FF2B5EF4-FFF2-40B4-BE49-F238E27FC236}">
                    <a16:creationId xmlns:a16="http://schemas.microsoft.com/office/drawing/2014/main" id="{177931DE-BD97-EB43-A736-A95E550C13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" y="354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871" name="Line 28">
                <a:extLst>
                  <a:ext uri="{FF2B5EF4-FFF2-40B4-BE49-F238E27FC236}">
                    <a16:creationId xmlns:a16="http://schemas.microsoft.com/office/drawing/2014/main" id="{593D4575-2301-1D46-B371-9E3DED1FC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5" y="3528"/>
                <a:ext cx="272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8807" name="Rectangle 29">
              <a:extLst>
                <a:ext uri="{FF2B5EF4-FFF2-40B4-BE49-F238E27FC236}">
                  <a16:creationId xmlns:a16="http://schemas.microsoft.com/office/drawing/2014/main" id="{618D4068-1495-5B48-89FF-ABC1A27BF3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4" y="3295"/>
              <a:ext cx="4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ALU</a:t>
              </a:r>
            </a:p>
          </p:txBody>
        </p:sp>
        <p:sp>
          <p:nvSpPr>
            <p:cNvPr id="118808" name="Rectangle 30">
              <a:extLst>
                <a:ext uri="{FF2B5EF4-FFF2-40B4-BE49-F238E27FC236}">
                  <a16:creationId xmlns:a16="http://schemas.microsoft.com/office/drawing/2014/main" id="{31A5E914-ECFB-A949-A821-C4EF149A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" y="3844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18809" name="Rectangle 31">
              <a:extLst>
                <a:ext uri="{FF2B5EF4-FFF2-40B4-BE49-F238E27FC236}">
                  <a16:creationId xmlns:a16="http://schemas.microsoft.com/office/drawing/2014/main" id="{80F2C51F-E9D8-C94E-8639-405A2EF00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3405"/>
              <a:ext cx="68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DataIn</a:t>
              </a:r>
            </a:p>
          </p:txBody>
        </p:sp>
        <p:sp>
          <p:nvSpPr>
            <p:cNvPr id="118810" name="Rectangle 32">
              <a:extLst>
                <a:ext uri="{FF2B5EF4-FFF2-40B4-BE49-F238E27FC236}">
                  <a16:creationId xmlns:a16="http://schemas.microsoft.com/office/drawing/2014/main" id="{FF60DAFF-994B-E849-B793-4955BCD8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3075"/>
              <a:ext cx="757" cy="685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811" name="Line 33">
              <a:extLst>
                <a:ext uri="{FF2B5EF4-FFF2-40B4-BE49-F238E27FC236}">
                  <a16:creationId xmlns:a16="http://schemas.microsoft.com/office/drawing/2014/main" id="{007A52CC-C75F-0D4E-BE67-309EED980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2" y="3653"/>
              <a:ext cx="78" cy="1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12" name="Line 34">
              <a:extLst>
                <a:ext uri="{FF2B5EF4-FFF2-40B4-BE49-F238E27FC236}">
                  <a16:creationId xmlns:a16="http://schemas.microsoft.com/office/drawing/2014/main" id="{E791CFDB-7DB9-124C-A7B8-85D93F7F3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2" y="3644"/>
              <a:ext cx="60" cy="1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13" name="Oval 35">
              <a:extLst>
                <a:ext uri="{FF2B5EF4-FFF2-40B4-BE49-F238E27FC236}">
                  <a16:creationId xmlns:a16="http://schemas.microsoft.com/office/drawing/2014/main" id="{F59EA4DE-B129-C445-AC21-467AAE9D1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784"/>
              <a:ext cx="81" cy="6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814" name="Rectangle 36">
              <a:extLst>
                <a:ext uri="{FF2B5EF4-FFF2-40B4-BE49-F238E27FC236}">
                  <a16:creationId xmlns:a16="http://schemas.microsoft.com/office/drawing/2014/main" id="{30CAC854-B0BF-3343-BAA6-37207BF2A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173"/>
              <a:ext cx="6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DataOut</a:t>
              </a:r>
            </a:p>
          </p:txBody>
        </p:sp>
        <p:sp>
          <p:nvSpPr>
            <p:cNvPr id="118815" name="Line 37">
              <a:extLst>
                <a:ext uri="{FF2B5EF4-FFF2-40B4-BE49-F238E27FC236}">
                  <a16:creationId xmlns:a16="http://schemas.microsoft.com/office/drawing/2014/main" id="{40C71938-C0D9-AD46-AB26-8513D20E4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3848"/>
              <a:ext cx="5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16" name="Line 38">
              <a:extLst>
                <a:ext uri="{FF2B5EF4-FFF2-40B4-BE49-F238E27FC236}">
                  <a16:creationId xmlns:a16="http://schemas.microsoft.com/office/drawing/2014/main" id="{8CC644A5-FDAD-7C4D-8D90-1A8D33D5A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3299"/>
              <a:ext cx="896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17" name="Rectangle 39">
              <a:extLst>
                <a:ext uri="{FF2B5EF4-FFF2-40B4-BE49-F238E27FC236}">
                  <a16:creationId xmlns:a16="http://schemas.microsoft.com/office/drawing/2014/main" id="{A8005200-F3C5-2B4A-9890-A90A49B06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4" y="2913"/>
              <a:ext cx="690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Data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18818" name="Rectangle 40">
              <a:extLst>
                <a:ext uri="{FF2B5EF4-FFF2-40B4-BE49-F238E27FC236}">
                  <a16:creationId xmlns:a16="http://schemas.microsoft.com/office/drawing/2014/main" id="{68B5098E-FCFD-3448-81E8-1E34AC63F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3080"/>
              <a:ext cx="666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Ideal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Data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18819" name="Rectangle 41">
              <a:extLst>
                <a:ext uri="{FF2B5EF4-FFF2-40B4-BE49-F238E27FC236}">
                  <a16:creationId xmlns:a16="http://schemas.microsoft.com/office/drawing/2014/main" id="{3045C994-FD5C-C14D-975F-3FD04FD6F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046"/>
              <a:ext cx="782" cy="757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820" name="Rectangle 42">
              <a:extLst>
                <a:ext uri="{FF2B5EF4-FFF2-40B4-BE49-F238E27FC236}">
                  <a16:creationId xmlns:a16="http://schemas.microsoft.com/office/drawing/2014/main" id="{A3E8C39A-74E8-2F4E-A7BE-7F3FB0FFC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76"/>
              <a:ext cx="115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Instruction bus</a:t>
              </a:r>
            </a:p>
          </p:txBody>
        </p:sp>
        <p:sp>
          <p:nvSpPr>
            <p:cNvPr id="118821" name="Line 43">
              <a:extLst>
                <a:ext uri="{FF2B5EF4-FFF2-40B4-BE49-F238E27FC236}">
                  <a16:creationId xmlns:a16="http://schemas.microsoft.com/office/drawing/2014/main" id="{15AB35B2-3663-9440-93E0-C1D438545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376"/>
              <a:ext cx="87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22" name="Line 44">
              <a:extLst>
                <a:ext uri="{FF2B5EF4-FFF2-40B4-BE49-F238E27FC236}">
                  <a16:creationId xmlns:a16="http://schemas.microsoft.com/office/drawing/2014/main" id="{2DC9D04A-BEC2-C144-90ED-21982E920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9" y="1728"/>
              <a:ext cx="0" cy="323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23" name="Rectangle 45">
              <a:extLst>
                <a:ext uri="{FF2B5EF4-FFF2-40B4-BE49-F238E27FC236}">
                  <a16:creationId xmlns:a16="http://schemas.microsoft.com/office/drawing/2014/main" id="{38AA835A-DA86-4B4F-BEF8-9B5D7475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1760"/>
              <a:ext cx="14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Instruction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>
                  <a:ea typeface="宋体" panose="02010600030101010101" pitchFamily="2" charset="-122"/>
                </a:rPr>
                <a:t>Address</a:t>
              </a:r>
            </a:p>
          </p:txBody>
        </p:sp>
        <p:sp>
          <p:nvSpPr>
            <p:cNvPr id="118824" name="Rectangle 46">
              <a:extLst>
                <a:ext uri="{FF2B5EF4-FFF2-40B4-BE49-F238E27FC236}">
                  <a16:creationId xmlns:a16="http://schemas.microsoft.com/office/drawing/2014/main" id="{7DC90064-CC1C-6E43-8065-2EC63A9FF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" y="2144"/>
              <a:ext cx="858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Ideal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Instruction</a:t>
              </a: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18825" name="Rectangle 47">
              <a:extLst>
                <a:ext uri="{FF2B5EF4-FFF2-40B4-BE49-F238E27FC236}">
                  <a16:creationId xmlns:a16="http://schemas.microsoft.com/office/drawing/2014/main" id="{C6ECFAFB-C978-1343-8EDA-EF2862A7D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" y="1419"/>
              <a:ext cx="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Clk</a:t>
              </a:r>
            </a:p>
          </p:txBody>
        </p:sp>
        <p:sp>
          <p:nvSpPr>
            <p:cNvPr id="118826" name="Rectangle 48">
              <a:extLst>
                <a:ext uri="{FF2B5EF4-FFF2-40B4-BE49-F238E27FC236}">
                  <a16:creationId xmlns:a16="http://schemas.microsoft.com/office/drawing/2014/main" id="{7BE24A8B-5417-D24A-9AEF-8F22F51CD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" y="1548"/>
              <a:ext cx="748" cy="166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827" name="Line 49">
              <a:extLst>
                <a:ext uri="{FF2B5EF4-FFF2-40B4-BE49-F238E27FC236}">
                  <a16:creationId xmlns:a16="http://schemas.microsoft.com/office/drawing/2014/main" id="{0F255BA2-20B3-D440-BC04-CB4191CD2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1588"/>
              <a:ext cx="128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28" name="Line 50">
              <a:extLst>
                <a:ext uri="{FF2B5EF4-FFF2-40B4-BE49-F238E27FC236}">
                  <a16:creationId xmlns:a16="http://schemas.microsoft.com/office/drawing/2014/main" id="{7A2156B5-9334-A846-99DA-AB7AF4EBB3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2" y="1636"/>
              <a:ext cx="160" cy="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29" name="Oval 51">
              <a:extLst>
                <a:ext uri="{FF2B5EF4-FFF2-40B4-BE49-F238E27FC236}">
                  <a16:creationId xmlns:a16="http://schemas.microsoft.com/office/drawing/2014/main" id="{22F3756B-5661-7E47-8DA8-90CDD6002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" y="1588"/>
              <a:ext cx="80" cy="8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8830" name="Line 52">
              <a:extLst>
                <a:ext uri="{FF2B5EF4-FFF2-40B4-BE49-F238E27FC236}">
                  <a16:creationId xmlns:a16="http://schemas.microsoft.com/office/drawing/2014/main" id="{6177E461-13C3-024F-801D-2661D4E6F7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" y="1629"/>
              <a:ext cx="2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31" name="Rectangle 53">
              <a:extLst>
                <a:ext uri="{FF2B5EF4-FFF2-40B4-BE49-F238E27FC236}">
                  <a16:creationId xmlns:a16="http://schemas.microsoft.com/office/drawing/2014/main" id="{9FE5D931-0D29-D146-8E0B-06615748C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1523"/>
              <a:ext cx="31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PC</a:t>
              </a:r>
            </a:p>
          </p:txBody>
        </p:sp>
        <p:sp>
          <p:nvSpPr>
            <p:cNvPr id="118832" name="Line 54">
              <a:extLst>
                <a:ext uri="{FF2B5EF4-FFF2-40B4-BE49-F238E27FC236}">
                  <a16:creationId xmlns:a16="http://schemas.microsoft.com/office/drawing/2014/main" id="{7EB6F44C-DC46-B34D-8E2D-708CE8997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7" y="2375"/>
              <a:ext cx="0" cy="647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33" name="Line 55">
              <a:extLst>
                <a:ext uri="{FF2B5EF4-FFF2-40B4-BE49-F238E27FC236}">
                  <a16:creationId xmlns:a16="http://schemas.microsoft.com/office/drawing/2014/main" id="{14483ECF-7F3B-7A4A-A3F4-21B1330F81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3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34" name="Rectangle 56">
              <a:extLst>
                <a:ext uri="{FF2B5EF4-FFF2-40B4-BE49-F238E27FC236}">
                  <a16:creationId xmlns:a16="http://schemas.microsoft.com/office/drawing/2014/main" id="{10F5A4A1-5A4C-F74D-A9BF-1AC6F644F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9" y="2552"/>
              <a:ext cx="23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8835" name="Rectangle 57">
              <a:extLst>
                <a:ext uri="{FF2B5EF4-FFF2-40B4-BE49-F238E27FC236}">
                  <a16:creationId xmlns:a16="http://schemas.microsoft.com/office/drawing/2014/main" id="{08999A64-A358-584A-8062-81CDEA5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2408"/>
              <a:ext cx="29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Rs</a:t>
              </a:r>
            </a:p>
          </p:txBody>
        </p:sp>
        <p:sp>
          <p:nvSpPr>
            <p:cNvPr id="118836" name="Line 58">
              <a:extLst>
                <a:ext uri="{FF2B5EF4-FFF2-40B4-BE49-F238E27FC236}">
                  <a16:creationId xmlns:a16="http://schemas.microsoft.com/office/drawing/2014/main" id="{23E7CB22-B91E-7C44-8C33-8EC113D1E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3" y="2385"/>
              <a:ext cx="0" cy="646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37" name="Line 59">
              <a:extLst>
                <a:ext uri="{FF2B5EF4-FFF2-40B4-BE49-F238E27FC236}">
                  <a16:creationId xmlns:a16="http://schemas.microsoft.com/office/drawing/2014/main" id="{8B2EFC84-446C-2244-9613-5C43DFD4C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9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38" name="Rectangle 60">
              <a:extLst>
                <a:ext uri="{FF2B5EF4-FFF2-40B4-BE49-F238E27FC236}">
                  <a16:creationId xmlns:a16="http://schemas.microsoft.com/office/drawing/2014/main" id="{C2DC6D7D-DB74-A146-BECF-C1A6DA90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7" y="2552"/>
              <a:ext cx="233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18839" name="Rectangle 61">
              <a:extLst>
                <a:ext uri="{FF2B5EF4-FFF2-40B4-BE49-F238E27FC236}">
                  <a16:creationId xmlns:a16="http://schemas.microsoft.com/office/drawing/2014/main" id="{BE35D09B-5641-524C-8269-58A062D6E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2408"/>
              <a:ext cx="26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Rt</a:t>
              </a:r>
            </a:p>
          </p:txBody>
        </p:sp>
        <p:sp>
          <p:nvSpPr>
            <p:cNvPr id="118840" name="Line 62">
              <a:extLst>
                <a:ext uri="{FF2B5EF4-FFF2-40B4-BE49-F238E27FC236}">
                  <a16:creationId xmlns:a16="http://schemas.microsoft.com/office/drawing/2014/main" id="{49D58758-DEDC-E54F-9A93-B839D9808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1" y="2395"/>
              <a:ext cx="0" cy="1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1" name="Line 63">
              <a:extLst>
                <a:ext uri="{FF2B5EF4-FFF2-40B4-BE49-F238E27FC236}">
                  <a16:creationId xmlns:a16="http://schemas.microsoft.com/office/drawing/2014/main" id="{3E64C8BA-B063-4D4A-9560-E5C76906A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7" y="2644"/>
              <a:ext cx="11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2" name="Rectangle 64">
              <a:extLst>
                <a:ext uri="{FF2B5EF4-FFF2-40B4-BE49-F238E27FC236}">
                  <a16:creationId xmlns:a16="http://schemas.microsoft.com/office/drawing/2014/main" id="{7E9FAAB6-5681-6B44-812B-18EC39BEF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" y="2552"/>
              <a:ext cx="28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118843" name="Rectangle 65">
              <a:extLst>
                <a:ext uri="{FF2B5EF4-FFF2-40B4-BE49-F238E27FC236}">
                  <a16:creationId xmlns:a16="http://schemas.microsoft.com/office/drawing/2014/main" id="{E66C6B68-B8C6-C24E-BA7C-28C3C43F1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2392"/>
              <a:ext cx="49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>
                  <a:ea typeface="宋体" panose="02010600030101010101" pitchFamily="2" charset="-122"/>
                </a:rPr>
                <a:t>Imm</a:t>
              </a:r>
            </a:p>
          </p:txBody>
        </p:sp>
        <p:sp>
          <p:nvSpPr>
            <p:cNvPr id="118844" name="Line 66">
              <a:extLst>
                <a:ext uri="{FF2B5EF4-FFF2-40B4-BE49-F238E27FC236}">
                  <a16:creationId xmlns:a16="http://schemas.microsoft.com/office/drawing/2014/main" id="{1A7CF3C9-B930-4D4B-9C88-741DCBB97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3107"/>
              <a:ext cx="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5" name="Line 67">
              <a:extLst>
                <a:ext uri="{FF2B5EF4-FFF2-40B4-BE49-F238E27FC236}">
                  <a16:creationId xmlns:a16="http://schemas.microsoft.com/office/drawing/2014/main" id="{1A8B5CFD-B6A7-0745-9DA1-EE7F1E864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" y="3691"/>
              <a:ext cx="0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6" name="Line 68">
              <a:extLst>
                <a:ext uri="{FF2B5EF4-FFF2-40B4-BE49-F238E27FC236}">
                  <a16:creationId xmlns:a16="http://schemas.microsoft.com/office/drawing/2014/main" id="{65E2179D-71DC-7345-BC2E-11B7EAFCA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3875"/>
              <a:ext cx="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7" name="Line 69">
              <a:extLst>
                <a:ext uri="{FF2B5EF4-FFF2-40B4-BE49-F238E27FC236}">
                  <a16:creationId xmlns:a16="http://schemas.microsoft.com/office/drawing/2014/main" id="{CB667429-ADD2-594A-A910-EA28B4DAD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1" y="3635"/>
              <a:ext cx="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8" name="Line 70">
              <a:extLst>
                <a:ext uri="{FF2B5EF4-FFF2-40B4-BE49-F238E27FC236}">
                  <a16:creationId xmlns:a16="http://schemas.microsoft.com/office/drawing/2014/main" id="{312FA721-5D4D-FB45-8EDE-D8DFCFABF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3" y="3643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49" name="Line 71">
              <a:extLst>
                <a:ext uri="{FF2B5EF4-FFF2-40B4-BE49-F238E27FC236}">
                  <a16:creationId xmlns:a16="http://schemas.microsoft.com/office/drawing/2014/main" id="{9DFA5B74-C8FC-2A41-AEBA-4407B65BEA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5" y="3783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0" name="Rectangle 72">
              <a:extLst>
                <a:ext uri="{FF2B5EF4-FFF2-40B4-BE49-F238E27FC236}">
                  <a16:creationId xmlns:a16="http://schemas.microsoft.com/office/drawing/2014/main" id="{DDACE07D-77FE-CD4C-831C-EED79E038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3923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18851" name="Line 73">
              <a:extLst>
                <a:ext uri="{FF2B5EF4-FFF2-40B4-BE49-F238E27FC236}">
                  <a16:creationId xmlns:a16="http://schemas.microsoft.com/office/drawing/2014/main" id="{B17AF058-AE68-F24B-AD59-37227E8116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9" y="3207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2" name="Rectangle 74">
              <a:extLst>
                <a:ext uri="{FF2B5EF4-FFF2-40B4-BE49-F238E27FC236}">
                  <a16:creationId xmlns:a16="http://schemas.microsoft.com/office/drawing/2014/main" id="{B2183D54-31CB-9F48-94AC-BE72AE621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" y="3011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18853" name="Line 75">
              <a:extLst>
                <a:ext uri="{FF2B5EF4-FFF2-40B4-BE49-F238E27FC236}">
                  <a16:creationId xmlns:a16="http://schemas.microsoft.com/office/drawing/2014/main" id="{2658877B-AE48-6E4B-A329-0BDBDD33F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7" y="3015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4" name="Rectangle 76">
              <a:extLst>
                <a:ext uri="{FF2B5EF4-FFF2-40B4-BE49-F238E27FC236}">
                  <a16:creationId xmlns:a16="http://schemas.microsoft.com/office/drawing/2014/main" id="{65E9E30A-B506-8C44-BA12-8AEC0AE0F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3155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18855" name="Line 77">
              <a:extLst>
                <a:ext uri="{FF2B5EF4-FFF2-40B4-BE49-F238E27FC236}">
                  <a16:creationId xmlns:a16="http://schemas.microsoft.com/office/drawing/2014/main" id="{0037F13C-2EFE-2A44-AC7F-4B85B23ED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3395"/>
              <a:ext cx="562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6" name="Line 78">
              <a:extLst>
                <a:ext uri="{FF2B5EF4-FFF2-40B4-BE49-F238E27FC236}">
                  <a16:creationId xmlns:a16="http://schemas.microsoft.com/office/drawing/2014/main" id="{98DF50D7-2625-E140-B549-2939755CC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5" y="3384"/>
              <a:ext cx="0" cy="763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7" name="Line 79">
              <a:extLst>
                <a:ext uri="{FF2B5EF4-FFF2-40B4-BE49-F238E27FC236}">
                  <a16:creationId xmlns:a16="http://schemas.microsoft.com/office/drawing/2014/main" id="{6F637058-CDDB-834D-9B2C-0868AA464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3" y="4163"/>
              <a:ext cx="4688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8" name="Line 80">
              <a:extLst>
                <a:ext uri="{FF2B5EF4-FFF2-40B4-BE49-F238E27FC236}">
                  <a16:creationId xmlns:a16="http://schemas.microsoft.com/office/drawing/2014/main" id="{A6205A44-1127-A54F-B390-4AC4DB521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" y="3335"/>
              <a:ext cx="0" cy="812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59" name="Line 81">
              <a:extLst>
                <a:ext uri="{FF2B5EF4-FFF2-40B4-BE49-F238E27FC236}">
                  <a16:creationId xmlns:a16="http://schemas.microsoft.com/office/drawing/2014/main" id="{A1755FA9-AB21-5640-BBF7-AC86C8252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6" y="3347"/>
              <a:ext cx="611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0" name="Line 82">
              <a:extLst>
                <a:ext uri="{FF2B5EF4-FFF2-40B4-BE49-F238E27FC236}">
                  <a16:creationId xmlns:a16="http://schemas.microsoft.com/office/drawing/2014/main" id="{A2AC9C78-9CE1-4F4B-83B0-0D951D6E80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5" y="3255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1" name="Rectangle 83">
              <a:extLst>
                <a:ext uri="{FF2B5EF4-FFF2-40B4-BE49-F238E27FC236}">
                  <a16:creationId xmlns:a16="http://schemas.microsoft.com/office/drawing/2014/main" id="{D8A36A1B-6ABA-4941-A6F7-072A125BD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3107"/>
              <a:ext cx="27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18862" name="Line 84">
              <a:extLst>
                <a:ext uri="{FF2B5EF4-FFF2-40B4-BE49-F238E27FC236}">
                  <a16:creationId xmlns:a16="http://schemas.microsoft.com/office/drawing/2014/main" id="{47950D0B-CF85-8146-A261-CC3BB32AE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7" y="3307"/>
              <a:ext cx="0" cy="8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63" name="Line 85">
              <a:extLst>
                <a:ext uri="{FF2B5EF4-FFF2-40B4-BE49-F238E27FC236}">
                  <a16:creationId xmlns:a16="http://schemas.microsoft.com/office/drawing/2014/main" id="{7C70B692-DC38-974D-BFC8-7635D816ED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2376"/>
              <a:ext cx="5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4214" name="Rectangle 86">
            <a:extLst>
              <a:ext uri="{FF2B5EF4-FFF2-40B4-BE49-F238E27FC236}">
                <a16:creationId xmlns:a16="http://schemas.microsoft.com/office/drawing/2014/main" id="{94418485-A7D7-144C-A676-EF23515D0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2214563"/>
            <a:ext cx="440372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宋体" panose="02010600030101010101" pitchFamily="2" charset="-122"/>
              </a:rPr>
              <a:t>Critical Path (Load Operation) = 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PC’s prop time (Clk-to-Q)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Instruction Memory’s Access Time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Register File’s Access Time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ALU to Perform a 32-bit Add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Data Memory Access Time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Setup Time for Register File Write +</a:t>
            </a:r>
          </a:p>
          <a:p>
            <a:r>
              <a:rPr lang="en-US" altLang="zh-CN" sz="1800">
                <a:ea typeface="宋体" panose="02010600030101010101" pitchFamily="2" charset="-122"/>
              </a:rPr>
              <a:t>    Clock Skew</a:t>
            </a:r>
          </a:p>
        </p:txBody>
      </p:sp>
      <p:sp>
        <p:nvSpPr>
          <p:cNvPr id="304215" name="Text Box 87">
            <a:extLst>
              <a:ext uri="{FF2B5EF4-FFF2-40B4-BE49-F238E27FC236}">
                <a16:creationId xmlns:a16="http://schemas.microsoft.com/office/drawing/2014/main" id="{05C6D1A2-C9E3-B74F-8A66-4ED3D206A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788" y="542925"/>
            <a:ext cx="3179762" cy="646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Load</a:t>
            </a:r>
            <a:r>
              <a:rPr lang="zh-CN" altLang="en-US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操作：</a:t>
            </a:r>
            <a:endParaRPr lang="en-US" altLang="zh-CN" sz="18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8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R[Rt] ← M[R[Rs]+Imm16]</a:t>
            </a:r>
            <a:endParaRPr lang="en-US" altLang="en-US" sz="18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214" grpId="0"/>
      <p:bldP spid="3042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E04BD46B-2AE6-1B47-BC7C-7E89A1C78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2865438" cy="422275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第二讲小结</a:t>
            </a:r>
          </a:p>
        </p:txBody>
      </p:sp>
      <p:sp>
        <p:nvSpPr>
          <p:cNvPr id="310276" name="Rectangle 4">
            <a:extLst>
              <a:ext uri="{FF2B5EF4-FFF2-40B4-BE49-F238E27FC236}">
                <a16:creationId xmlns:a16="http://schemas.microsoft.com/office/drawing/2014/main" id="{3DFBACF1-2E5D-2B4F-B74F-48EC328A0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865188"/>
            <a:ext cx="8512175" cy="5468937"/>
          </a:xfrm>
        </p:spPr>
        <p:txBody>
          <a:bodyPr/>
          <a:lstStyle/>
          <a:p>
            <a:pPr marL="342900" indent="-342900">
              <a:spcBef>
                <a:spcPct val="2500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设计直接决定了时钟周期宽度和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，所以对计算机性能非常重要！</a:t>
            </a:r>
          </a:p>
          <a:p>
            <a:pPr marL="342900" indent="-342900">
              <a:spcBef>
                <a:spcPct val="2500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主要由数据通路和控制器组成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数据通路：实现指令集中所有指令的操作功能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控制器：控制数据通路中各部件进行正确操作</a:t>
            </a:r>
          </a:p>
          <a:p>
            <a:pPr marL="342900" indent="-34290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数据通路中包含两种元件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操作元件（组合电路）：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Ext.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Adder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Reg/Mem Read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状态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存储元件（时序电路）：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Reg/Mem Write</a:t>
            </a:r>
          </a:p>
          <a:p>
            <a:pPr marL="342900" indent="-34290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数据通路的定时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数据通路中的操作元件没有存储功能，其操作结果必须写到存储元件中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在时钟到达后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clk-to-Q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时存储元件开始更新状态</a:t>
            </a:r>
          </a:p>
          <a:p>
            <a:pPr marL="342900" indent="-342900">
              <a:spcBef>
                <a:spcPct val="2500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指令集的一个子集作为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的实现目标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公共操作：取指令和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PC+4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下址计算：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，三路选择：顺序、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Branch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（结合标志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Zero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Jump</a:t>
            </a:r>
          </a:p>
          <a:p>
            <a:pPr marL="742950" lvl="1" indent="-285750">
              <a:spcBef>
                <a:spcPct val="25000"/>
              </a:spcBef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型：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两个操作数来自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，结果写到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rd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访存：符号扩展，数据在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和主存单元中交换</a:t>
            </a:r>
          </a:p>
          <a:p>
            <a:pPr marL="742950" lvl="1" indent="-285750">
              <a:spcBef>
                <a:spcPct val="25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立即数：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扩展后的操作数送到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的一个输入端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0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0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0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0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0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0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0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0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0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10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102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02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02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102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102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102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2184127932</TotalTime>
  <Pages>40</Pages>
  <Words>4020</Words>
  <Application>Microsoft Macintosh PowerPoint</Application>
  <PresentationFormat>全屏显示(4:3)</PresentationFormat>
  <Paragraphs>1322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0" baseType="lpstr">
      <vt:lpstr>黑体</vt:lpstr>
      <vt:lpstr>微软雅黑</vt:lpstr>
      <vt:lpstr>Arial</vt:lpstr>
      <vt:lpstr>Tahoma</vt:lpstr>
      <vt:lpstr>Times New Roman</vt:lpstr>
      <vt:lpstr>Wingdings</vt:lpstr>
      <vt:lpstr>lecture1</vt:lpstr>
      <vt:lpstr>第二讲 单周期数据通路的设计</vt:lpstr>
      <vt:lpstr>MIPS的三种指令类型</vt:lpstr>
      <vt:lpstr>设计处理器的步骤</vt:lpstr>
      <vt:lpstr>RTL:  The ADD Instruction（加法指令）</vt:lpstr>
      <vt:lpstr>RTL: The Load Instruction（装入指令）</vt:lpstr>
      <vt:lpstr>取指令部件(Instruction Fetch Unit) </vt:lpstr>
      <vt:lpstr>加法和减法指令(R-type类型）</vt:lpstr>
      <vt:lpstr>RR（R-type）型指令的数据通路</vt:lpstr>
      <vt:lpstr>例：实现某11条MIPS指令的ALU</vt:lpstr>
      <vt:lpstr>ALUctr与ALU内部控制信号的关系</vt:lpstr>
      <vt:lpstr>带立即数的逻辑指令（ori指令）</vt:lpstr>
      <vt:lpstr>RTL: The OR Immediate Instruction</vt:lpstr>
      <vt:lpstr>带立即数的逻辑指令的数据通路</vt:lpstr>
      <vt:lpstr>访存指令中的数据装入指令 (lw)</vt:lpstr>
      <vt:lpstr>RTL: The Load Instruction</vt:lpstr>
      <vt:lpstr>装入(lw)指令的数据通路</vt:lpstr>
      <vt:lpstr>访存指令中的存数指令 (sw)</vt:lpstr>
      <vt:lpstr>RTL: The Store Instruction</vt:lpstr>
      <vt:lpstr>存数(sw)指令的数据通路</vt:lpstr>
      <vt:lpstr>分支（条件转移）指令（相等转移：beq）</vt:lpstr>
      <vt:lpstr>回顾：RTL: The Store Instruction</vt:lpstr>
      <vt:lpstr>回顾：存数(sw)指令的数据通路</vt:lpstr>
      <vt:lpstr>RTL: The Branch Instruction</vt:lpstr>
      <vt:lpstr>条件转移指令的数据通路</vt:lpstr>
      <vt:lpstr>下地址计算逻辑的设计</vt:lpstr>
      <vt:lpstr>下址逻辑设计</vt:lpstr>
      <vt:lpstr>无条件转移指令</vt:lpstr>
      <vt:lpstr>RTL: The Jump Instruction</vt:lpstr>
      <vt:lpstr>Instruction Fetch Unit: 取指令部件</vt:lpstr>
      <vt:lpstr>The MIPS Subset(考察实现以下指令的数据通路)</vt:lpstr>
      <vt:lpstr>Putting it All Together: A Single Cycle Datapath</vt:lpstr>
      <vt:lpstr>数据通路中的关键路径(Load操作)</vt:lpstr>
      <vt:lpstr>第二讲小结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Designing a Multiple Cycle Processor</dc:subject>
  <dc:creator>CFYUAN</dc:creator>
  <cp:keywords/>
  <dc:description/>
  <cp:lastModifiedBy>Sen Liu</cp:lastModifiedBy>
  <cp:revision>1288</cp:revision>
  <cp:lastPrinted>1998-02-02T13:15:44Z</cp:lastPrinted>
  <dcterms:created xsi:type="dcterms:W3CDTF">1996-09-09T11:33:30Z</dcterms:created>
  <dcterms:modified xsi:type="dcterms:W3CDTF">2024-04-24T08:48:02Z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