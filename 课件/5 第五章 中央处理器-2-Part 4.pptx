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408" r:id="rId2"/>
    <p:sldId id="398" r:id="rId3"/>
    <p:sldId id="486" r:id="rId4"/>
    <p:sldId id="482" r:id="rId5"/>
    <p:sldId id="263" r:id="rId6"/>
    <p:sldId id="497" r:id="rId7"/>
    <p:sldId id="410" r:id="rId8"/>
    <p:sldId id="499" r:id="rId9"/>
    <p:sldId id="532" r:id="rId10"/>
    <p:sldId id="533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4" r:id="rId22"/>
    <p:sldId id="545" r:id="rId23"/>
    <p:sldId id="54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294" r:id="rId32"/>
    <p:sldId id="307" r:id="rId33"/>
    <p:sldId id="454" r:id="rId34"/>
    <p:sldId id="309" r:id="rId35"/>
    <p:sldId id="310" r:id="rId36"/>
    <p:sldId id="469" r:id="rId37"/>
    <p:sldId id="478" r:id="rId38"/>
    <p:sldId id="413" r:id="rId39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5" autoAdjust="0"/>
    <p:restoredTop sz="80990" autoAdjust="0"/>
  </p:normalViewPr>
  <p:slideViewPr>
    <p:cSldViewPr snapToGrid="0">
      <p:cViewPr varScale="1">
        <p:scale>
          <a:sx n="82" d="100"/>
          <a:sy n="82" d="100"/>
        </p:scale>
        <p:origin x="87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17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530" y="-72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4F5BA-9A5E-6D40-9DF3-AE09CA8F7E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3A2F36-25E0-D64C-AACC-6C17C7F4CB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461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A5941F81-ABF1-F64B-9F79-EBE8BD5FB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9770081F-4259-DF4C-BA6A-6A5D70380F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7520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C238B29D-AAF9-1F44-B886-8B62ECA40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8D988C44-2CF9-EB46-9C13-DC6A5839D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0E1D8774-937F-A04B-819F-011BFDE4A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D865C65D-4464-4F4F-9F83-0579EED03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幻灯片图像占位符 1">
            <a:extLst>
              <a:ext uri="{FF2B5EF4-FFF2-40B4-BE49-F238E27FC236}">
                <a16:creationId xmlns:a16="http://schemas.microsoft.com/office/drawing/2014/main" id="{91E85310-2BE6-354F-B9DD-785212E8E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299" name="备注占位符 2">
            <a:extLst>
              <a:ext uri="{FF2B5EF4-FFF2-40B4-BE49-F238E27FC236}">
                <a16:creationId xmlns:a16="http://schemas.microsoft.com/office/drawing/2014/main" id="{FFE4D71E-EB1F-8C42-9DA4-F3354A22C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6925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483F3E82-B6D2-2443-8769-2041590D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B014784E-CD1F-D94F-B13B-535842AEF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5788141B-1B03-B543-BA5F-D3949AA36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4CE3A9A3-A205-3F49-A5D7-EBBEECBC89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5BDE85F4-4C55-AB45-85CA-20035DF47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50F3411E-04DE-E248-B20C-1C9F883FB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56656CE6-7216-7949-B09D-6155D7088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10744238-D4FB-E34F-B1FD-EFCBCB6976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B854634D-DDCE-6F42-99C7-773714B99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3AA3689D-CD3A-474F-8045-F6196F6287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DA2EA683-767B-424A-B09B-07EEFCFFA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A2866C21-F608-7C42-91A2-657AF1F09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3DA769F9-03E7-3142-A01C-283D055A8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0C82C290-6A21-C64D-AF11-5FF582FB3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71A03C65-81B4-E948-8CBC-DC5071AEE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DB3A50C9-41B7-7F4D-A4A2-8297F504B7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4DDC518A-F7D8-8044-8C6A-7ECAA7BC1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05A8AED-4E37-5B45-A80F-2D81A27CC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13236CDE-E1B5-AA43-AB3B-832E6F0A59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C53E61F0-862E-554D-AE0A-BD4B0DBD1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16EE49E2-4978-BC4B-BEA0-F71D6EAD4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1A58EC2A-094B-BE46-A0B3-E2ECF6C09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59D9B259-87E3-7D4F-AC28-CDF811AB8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57E6F4F7-5DEA-004B-8AE0-889D002FD5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1026">
            <a:extLst>
              <a:ext uri="{FF2B5EF4-FFF2-40B4-BE49-F238E27FC236}">
                <a16:creationId xmlns:a16="http://schemas.microsoft.com/office/drawing/2014/main" id="{5682A467-F45E-FF43-9069-8FF30FFCE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11971" name="Rectangle 1027">
            <a:extLst>
              <a:ext uri="{FF2B5EF4-FFF2-40B4-BE49-F238E27FC236}">
                <a16:creationId xmlns:a16="http://schemas.microsoft.com/office/drawing/2014/main" id="{8DF552A9-61D0-0B4E-ACD4-E0376AED10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5A6BDE7D-5C60-D247-B41F-C44204EE1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A0C46771-F395-A74A-B8A8-FAD3698A96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CDC813C2-B7D8-5848-A59A-9D42D6671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1FC4A034-1527-8348-93DE-C51553C0E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394A8595-43E3-1A41-9F76-6A04FF260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09F3BFA2-9163-274E-9856-9390C521D6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DE2F5299-D6FF-5046-975A-867DE75B0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0CC79D74-15CF-AB45-9CF9-D03486FE82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29960A3D-E732-FD48-8B35-0F225856E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F2EED32E-8666-884E-BBC0-79E5E2E727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1BAD2954-80CD-434B-9D90-872C0EE0C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E76474E7-90BF-0F49-9821-BEFAFF747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3A97F804-A48B-744D-B881-C9CDA82C1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26FF9F99-BB9F-0D41-B056-8F961F05D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86146830-B9F1-684F-A94A-33E0ACF85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C2AAC47D-5247-284B-8768-C900084C06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5B7BF5BC-1CAF-9440-BDC7-2B3E6395F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9F731483-35E7-B44A-9AA0-955997667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74377087-C43E-1F45-9B57-922FCCA97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3C26C8A8-097A-144B-840F-2863B63315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050">
            <a:extLst>
              <a:ext uri="{FF2B5EF4-FFF2-40B4-BE49-F238E27FC236}">
                <a16:creationId xmlns:a16="http://schemas.microsoft.com/office/drawing/2014/main" id="{4F52467C-4976-8443-A778-F3ED71AA83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4499" name="Rectangle 2051">
            <a:extLst>
              <a:ext uri="{FF2B5EF4-FFF2-40B4-BE49-F238E27FC236}">
                <a16:creationId xmlns:a16="http://schemas.microsoft.com/office/drawing/2014/main" id="{0246A8A0-AC61-0F44-8F9C-1FE8272C8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589C0136-AED5-7540-892E-DC9952056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32306E7C-BBD9-B64B-8413-BDAA52F0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E911373A-D2BF-F841-BBF9-E30982124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5E7FF800-D6C0-B641-8507-2CEDD62A58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52DCFCE8-F7BF-374A-A0E2-5A6DAF8CC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277" tIns="49259" rIns="100277" bIns="49259"/>
          <a:lstStyle/>
          <a:p>
            <a:endParaRPr lang="en-US" altLang="zh-CN" sz="1800" b="1" dirty="0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76BF8EFD-6FFB-AF4A-8992-FEAD949F8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8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9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49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4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2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38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64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561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7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203200"/>
            <a:ext cx="2060575" cy="327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203200"/>
            <a:ext cx="6029325" cy="327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11280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14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462213"/>
            <a:ext cx="4019550" cy="101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312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95300" y="1295400"/>
            <a:ext cx="8191500" cy="21828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66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8D1772-028C-7F4F-AF0D-622CE6ED9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3200"/>
            <a:ext cx="7499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F6EA149F-8210-1F42-A477-DF33EAA0D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7CA66598-929D-E048-97EC-97BDE98A56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596900"/>
            <a:ext cx="865187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 kern="12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4AC06425-2315-F44A-86FC-23C92AE4E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9467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第四讲 多周期处理器的设计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C4D45070-8BC2-7945-B8CD-CD90C16AA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382713"/>
            <a:ext cx="8191500" cy="5230812"/>
          </a:xfrm>
        </p:spPr>
        <p:txBody>
          <a:bodyPr/>
          <a:lstStyle/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多周期数据通路实现思想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单周期数据通路和多周期数据通路的差别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通过简要分析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指令分阶段执行过程，以加深理解单周期和多周期数据通路的差别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多周期通路中存储单元的“竞争”问题及其解决思路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详细分析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条指令在多周期通路中的执行过程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在分析执行过程基础上，分析每个周期内控制信号的取值，生成相应的状态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综合生成所有指令的状态转换图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根据状态转换图，生成控制器输出的逻辑表达式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根据逻辑表达式，用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PLA(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硬布线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实现控制逻辑</a:t>
            </a:r>
          </a:p>
          <a:p>
            <a:pPr>
              <a:spcBef>
                <a:spcPct val="50000"/>
              </a:spcBef>
            </a:pPr>
            <a:endParaRPr lang="zh-CN" altLang="en-US" sz="2200">
              <a:ea typeface="黑体" panose="02010609060101010101" pitchFamily="49" charset="-122"/>
            </a:endParaRPr>
          </a:p>
        </p:txBody>
      </p:sp>
      <p:sp>
        <p:nvSpPr>
          <p:cNvPr id="174084" name="Text Box 4">
            <a:extLst>
              <a:ext uri="{FF2B5EF4-FFF2-40B4-BE49-F238E27FC236}">
                <a16:creationId xmlns:a16="http://schemas.microsoft.com/office/drawing/2014/main" id="{E35BCD73-F825-4E42-AFC5-3132175D3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150" y="741363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 要 内 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A2D0933B-CF72-7841-BDBC-16ED809E6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3913" y="207963"/>
            <a:ext cx="6299200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Drawback of Single Cycle Processor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A7877BFD-140D-1E42-A18E-75A49CDBF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776288"/>
            <a:ext cx="8191500" cy="5761037"/>
          </a:xfrm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，所有指令执行时间都以最长的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load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指令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为准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最长指令时间（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指令执行时间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）为：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PC’s Clock -to-Q 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Instruction Memory Access Time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 Access Time 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ALU Delay (address calculation) 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Data Memory Access Time 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 Setup Time  +</a:t>
            </a:r>
          </a:p>
          <a:p>
            <a:pPr lvl="2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Clock Skew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时钟周期远远大于其他指令实际所需的执行时间，效率极低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指令、立即数运算指令不需要读内存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指令不需要写寄存器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（无需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Setup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时间）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分支指令不需要访问内存和写寄存器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Jump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运算，不需要读内存，也不需要读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写寄存器</a:t>
            </a:r>
          </a:p>
        </p:txBody>
      </p:sp>
      <p:sp>
        <p:nvSpPr>
          <p:cNvPr id="296022" name="Text Box 86">
            <a:extLst>
              <a:ext uri="{FF2B5EF4-FFF2-40B4-BE49-F238E27FC236}">
                <a16:creationId xmlns:a16="http://schemas.microsoft.com/office/drawing/2014/main" id="{A482322F-CFA3-4147-AA6C-02642B991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600" y="3981450"/>
            <a:ext cx="8588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3" action="ppaction://hlinksldjump"/>
              </a:rPr>
              <a:t>SKIP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5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5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5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5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5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9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0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0095D5AD-6FA3-B648-B9FB-992D2C428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回顾（单周期处理器）：</a:t>
            </a:r>
            <a:r>
              <a:rPr lang="en-US" altLang="zh-CN">
                <a:ea typeface="宋体" panose="02010600030101010101" pitchFamily="2" charset="-122"/>
              </a:rPr>
              <a:t> Load </a:t>
            </a:r>
            <a:r>
              <a:rPr lang="zh-CN" altLang="en-US">
                <a:ea typeface="宋体" panose="02010600030101010101" pitchFamily="2" charset="-122"/>
              </a:rPr>
              <a:t>指令执行过程</a:t>
            </a:r>
          </a:p>
        </p:txBody>
      </p:sp>
      <p:grpSp>
        <p:nvGrpSpPr>
          <p:cNvPr id="177155" name="Group 4">
            <a:extLst>
              <a:ext uri="{FF2B5EF4-FFF2-40B4-BE49-F238E27FC236}">
                <a16:creationId xmlns:a16="http://schemas.microsoft.com/office/drawing/2014/main" id="{8B3D75AE-BFE8-7C41-A4AF-47AF56C3CD21}"/>
              </a:ext>
            </a:extLst>
          </p:cNvPr>
          <p:cNvGrpSpPr>
            <a:grpSpLocks/>
          </p:cNvGrpSpPr>
          <p:nvPr/>
        </p:nvGrpSpPr>
        <p:grpSpPr bwMode="auto">
          <a:xfrm>
            <a:off x="192088" y="1155700"/>
            <a:ext cx="8780462" cy="4629150"/>
            <a:chOff x="137" y="1419"/>
            <a:chExt cx="5531" cy="2744"/>
          </a:xfrm>
        </p:grpSpPr>
        <p:sp>
          <p:nvSpPr>
            <p:cNvPr id="177156" name="Line 5">
              <a:extLst>
                <a:ext uri="{FF2B5EF4-FFF2-40B4-BE49-F238E27FC236}">
                  <a16:creationId xmlns:a16="http://schemas.microsoft.com/office/drawing/2014/main" id="{769052B9-06AE-CA45-A474-FD8B11F38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3683"/>
              <a:ext cx="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57" name="Rectangle 6">
              <a:extLst>
                <a:ext uri="{FF2B5EF4-FFF2-40B4-BE49-F238E27FC236}">
                  <a16:creationId xmlns:a16="http://schemas.microsoft.com/office/drawing/2014/main" id="{EDEE766B-09EB-7D45-AB05-C5FB5B738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3518"/>
              <a:ext cx="338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77158" name="Rectangle 7">
              <a:extLst>
                <a:ext uri="{FF2B5EF4-FFF2-40B4-BE49-F238E27FC236}">
                  <a16:creationId xmlns:a16="http://schemas.microsoft.com/office/drawing/2014/main" id="{9FBB69FC-6154-C14C-A8F3-B925023AD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048"/>
              <a:ext cx="818" cy="748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59" name="Line 8">
              <a:extLst>
                <a:ext uri="{FF2B5EF4-FFF2-40B4-BE49-F238E27FC236}">
                  <a16:creationId xmlns:a16="http://schemas.microsoft.com/office/drawing/2014/main" id="{AF580E69-357A-ED44-95B5-58A95D92A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3652"/>
              <a:ext cx="128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0" name="Line 9">
              <a:extLst>
                <a:ext uri="{FF2B5EF4-FFF2-40B4-BE49-F238E27FC236}">
                  <a16:creationId xmlns:a16="http://schemas.microsoft.com/office/drawing/2014/main" id="{891B8D92-87C1-8A41-8AE0-4D7D1C413B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2" y="3712"/>
              <a:ext cx="135" cy="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1" name="Oval 10">
              <a:extLst>
                <a:ext uri="{FF2B5EF4-FFF2-40B4-BE49-F238E27FC236}">
                  <a16:creationId xmlns:a16="http://schemas.microsoft.com/office/drawing/2014/main" id="{FFDB0BED-8336-E74C-B060-85C2F6FD1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3676"/>
              <a:ext cx="72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62" name="Line 11">
              <a:extLst>
                <a:ext uri="{FF2B5EF4-FFF2-40B4-BE49-F238E27FC236}">
                  <a16:creationId xmlns:a16="http://schemas.microsoft.com/office/drawing/2014/main" id="{79E95A2F-AC93-4446-8219-EEC1F2019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1" y="3704"/>
              <a:ext cx="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3" name="Line 12">
              <a:extLst>
                <a:ext uri="{FF2B5EF4-FFF2-40B4-BE49-F238E27FC236}">
                  <a16:creationId xmlns:a16="http://schemas.microsoft.com/office/drawing/2014/main" id="{30310011-DA07-E343-B7AB-A11E347F5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385"/>
              <a:ext cx="8" cy="65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4" name="Line 13">
              <a:extLst>
                <a:ext uri="{FF2B5EF4-FFF2-40B4-BE49-F238E27FC236}">
                  <a16:creationId xmlns:a16="http://schemas.microsoft.com/office/drawing/2014/main" id="{8BD2619A-D7FF-9C41-B195-92709B424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5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65" name="Rectangle 14">
              <a:extLst>
                <a:ext uri="{FF2B5EF4-FFF2-40B4-BE49-F238E27FC236}">
                  <a16:creationId xmlns:a16="http://schemas.microsoft.com/office/drawing/2014/main" id="{8CDDDBE6-D55F-5847-A9A4-C68DB2C5B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552"/>
              <a:ext cx="23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7166" name="Rectangle 15">
              <a:extLst>
                <a:ext uri="{FF2B5EF4-FFF2-40B4-BE49-F238E27FC236}">
                  <a16:creationId xmlns:a16="http://schemas.microsoft.com/office/drawing/2014/main" id="{1A78E1F9-FF51-C247-9364-CDBD41272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3032"/>
              <a:ext cx="33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Rw</a:t>
              </a:r>
            </a:p>
          </p:txBody>
        </p:sp>
        <p:sp>
          <p:nvSpPr>
            <p:cNvPr id="177167" name="Rectangle 16">
              <a:extLst>
                <a:ext uri="{FF2B5EF4-FFF2-40B4-BE49-F238E27FC236}">
                  <a16:creationId xmlns:a16="http://schemas.microsoft.com/office/drawing/2014/main" id="{EB5AAEDE-F78C-264F-9DE3-3F7D8ABB9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3032"/>
              <a:ext cx="29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Ra</a:t>
              </a:r>
            </a:p>
          </p:txBody>
        </p:sp>
        <p:sp>
          <p:nvSpPr>
            <p:cNvPr id="177168" name="Rectangle 17">
              <a:extLst>
                <a:ext uri="{FF2B5EF4-FFF2-40B4-BE49-F238E27FC236}">
                  <a16:creationId xmlns:a16="http://schemas.microsoft.com/office/drawing/2014/main" id="{960679BC-5D8A-A940-A53E-39CDF8DA7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3032"/>
              <a:ext cx="30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Rb</a:t>
              </a:r>
            </a:p>
          </p:txBody>
        </p:sp>
        <p:sp>
          <p:nvSpPr>
            <p:cNvPr id="177169" name="Rectangle 18">
              <a:extLst>
                <a:ext uri="{FF2B5EF4-FFF2-40B4-BE49-F238E27FC236}">
                  <a16:creationId xmlns:a16="http://schemas.microsoft.com/office/drawing/2014/main" id="{3B9CB56D-4A19-DB46-B145-545797591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3224"/>
              <a:ext cx="770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>
                  <a:ea typeface="宋体" panose="02010600030101010101" pitchFamily="2" charset="-122"/>
                </a:rPr>
                <a:t>32-</a:t>
              </a:r>
              <a:r>
                <a:rPr lang="en-US" altLang="zh-CN" sz="1800">
                  <a:ea typeface="宋体" panose="02010600030101010101" pitchFamily="2" charset="-122"/>
                </a:rPr>
                <a:t>bit</a:t>
              </a:r>
            </a:p>
            <a:p>
              <a:r>
                <a:rPr lang="en-US" altLang="zh-CN" sz="1800">
                  <a:ea typeface="宋体" panose="02010600030101010101" pitchFamily="2" charset="-122"/>
                </a:rPr>
                <a:t>Registers</a:t>
              </a:r>
            </a:p>
          </p:txBody>
        </p:sp>
        <p:sp>
          <p:nvSpPr>
            <p:cNvPr id="177170" name="Rectangle 19">
              <a:extLst>
                <a:ext uri="{FF2B5EF4-FFF2-40B4-BE49-F238E27FC236}">
                  <a16:creationId xmlns:a16="http://schemas.microsoft.com/office/drawing/2014/main" id="{1DCA9084-5F00-B94C-9DFC-B65994F4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0" y="2408"/>
              <a:ext cx="30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Rd</a:t>
              </a:r>
            </a:p>
          </p:txBody>
        </p:sp>
        <p:grpSp>
          <p:nvGrpSpPr>
            <p:cNvPr id="177171" name="Group 20">
              <a:extLst>
                <a:ext uri="{FF2B5EF4-FFF2-40B4-BE49-F238E27FC236}">
                  <a16:creationId xmlns:a16="http://schemas.microsoft.com/office/drawing/2014/main" id="{0363B950-1784-9747-A4F9-081C92AC5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3" y="3040"/>
              <a:ext cx="288" cy="768"/>
              <a:chOff x="3057" y="2968"/>
              <a:chExt cx="288" cy="768"/>
            </a:xfrm>
          </p:grpSpPr>
          <p:sp>
            <p:nvSpPr>
              <p:cNvPr id="177229" name="Line 21">
                <a:extLst>
                  <a:ext uri="{FF2B5EF4-FFF2-40B4-BE49-F238E27FC236}">
                    <a16:creationId xmlns:a16="http://schemas.microsoft.com/office/drawing/2014/main" id="{927DF96C-25FE-7343-AD9E-5E9193910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296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0" name="Line 22">
                <a:extLst>
                  <a:ext uri="{FF2B5EF4-FFF2-40B4-BE49-F238E27FC236}">
                    <a16:creationId xmlns:a16="http://schemas.microsoft.com/office/drawing/2014/main" id="{A6147776-5060-1F46-AA11-C98F0ABB6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5" y="2968"/>
                <a:ext cx="272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1" name="Line 23">
                <a:extLst>
                  <a:ext uri="{FF2B5EF4-FFF2-40B4-BE49-F238E27FC236}">
                    <a16:creationId xmlns:a16="http://schemas.microsoft.com/office/drawing/2014/main" id="{88853A0A-F028-394B-9A10-80A6B7B99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5" y="3160"/>
                <a:ext cx="128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2" name="Line 24">
                <a:extLst>
                  <a:ext uri="{FF2B5EF4-FFF2-40B4-BE49-F238E27FC236}">
                    <a16:creationId xmlns:a16="http://schemas.microsoft.com/office/drawing/2014/main" id="{B662A4A0-E54B-CF43-9CE9-C2DFB25CA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1" y="325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3" name="Line 25">
                <a:extLst>
                  <a:ext uri="{FF2B5EF4-FFF2-40B4-BE49-F238E27FC236}">
                    <a16:creationId xmlns:a16="http://schemas.microsoft.com/office/drawing/2014/main" id="{BE4922A7-3D39-E24E-B2CF-EAADDCDFA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5" y="316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4" name="Line 26">
                <a:extLst>
                  <a:ext uri="{FF2B5EF4-FFF2-40B4-BE49-F238E27FC236}">
                    <a16:creationId xmlns:a16="http://schemas.microsoft.com/office/drawing/2014/main" id="{34301BC8-B7B7-A248-BEC4-9E8A0913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5" y="3432"/>
                <a:ext cx="128" cy="1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5" name="Line 27">
                <a:extLst>
                  <a:ext uri="{FF2B5EF4-FFF2-40B4-BE49-F238E27FC236}">
                    <a16:creationId xmlns:a16="http://schemas.microsoft.com/office/drawing/2014/main" id="{05ED3EEE-BB54-7740-BC3F-9C3571498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354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7236" name="Line 28">
                <a:extLst>
                  <a:ext uri="{FF2B5EF4-FFF2-40B4-BE49-F238E27FC236}">
                    <a16:creationId xmlns:a16="http://schemas.microsoft.com/office/drawing/2014/main" id="{15308725-ADDB-D648-B741-C90EA3520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5" y="3528"/>
                <a:ext cx="272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7172" name="Rectangle 29">
              <a:extLst>
                <a:ext uri="{FF2B5EF4-FFF2-40B4-BE49-F238E27FC236}">
                  <a16:creationId xmlns:a16="http://schemas.microsoft.com/office/drawing/2014/main" id="{7ACCAB46-0618-1849-B3C9-749654BB92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6" y="3283"/>
              <a:ext cx="38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77173" name="Rectangle 30">
              <a:extLst>
                <a:ext uri="{FF2B5EF4-FFF2-40B4-BE49-F238E27FC236}">
                  <a16:creationId xmlns:a16="http://schemas.microsoft.com/office/drawing/2014/main" id="{D346461F-4937-B447-8C7C-41B9A4030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3844"/>
              <a:ext cx="33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77174" name="Rectangle 31">
              <a:extLst>
                <a:ext uri="{FF2B5EF4-FFF2-40B4-BE49-F238E27FC236}">
                  <a16:creationId xmlns:a16="http://schemas.microsoft.com/office/drawing/2014/main" id="{66B1F017-761B-A84B-B409-F052EDEC7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3405"/>
              <a:ext cx="68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DataIn</a:t>
              </a:r>
            </a:p>
          </p:txBody>
        </p:sp>
        <p:sp>
          <p:nvSpPr>
            <p:cNvPr id="177175" name="Rectangle 32">
              <a:extLst>
                <a:ext uri="{FF2B5EF4-FFF2-40B4-BE49-F238E27FC236}">
                  <a16:creationId xmlns:a16="http://schemas.microsoft.com/office/drawing/2014/main" id="{35BE0BE8-24C3-AD4A-B7BD-78B4A278B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3075"/>
              <a:ext cx="757" cy="685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76" name="Line 33">
              <a:extLst>
                <a:ext uri="{FF2B5EF4-FFF2-40B4-BE49-F238E27FC236}">
                  <a16:creationId xmlns:a16="http://schemas.microsoft.com/office/drawing/2014/main" id="{12266264-4502-9842-9A7A-5F018E2C4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3653"/>
              <a:ext cx="78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7" name="Line 34">
              <a:extLst>
                <a:ext uri="{FF2B5EF4-FFF2-40B4-BE49-F238E27FC236}">
                  <a16:creationId xmlns:a16="http://schemas.microsoft.com/office/drawing/2014/main" id="{7531CC5A-ADAD-5F40-B604-7E60FDD0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644"/>
              <a:ext cx="6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78" name="Oval 35">
              <a:extLst>
                <a:ext uri="{FF2B5EF4-FFF2-40B4-BE49-F238E27FC236}">
                  <a16:creationId xmlns:a16="http://schemas.microsoft.com/office/drawing/2014/main" id="{A008C5BF-BAA6-5646-AD8A-F76E8A76E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784"/>
              <a:ext cx="81" cy="6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79" name="Rectangle 36">
              <a:extLst>
                <a:ext uri="{FF2B5EF4-FFF2-40B4-BE49-F238E27FC236}">
                  <a16:creationId xmlns:a16="http://schemas.microsoft.com/office/drawing/2014/main" id="{7E24625D-45DB-D14F-A405-8FE76B408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173"/>
              <a:ext cx="67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DataOut</a:t>
              </a:r>
            </a:p>
          </p:txBody>
        </p:sp>
        <p:sp>
          <p:nvSpPr>
            <p:cNvPr id="177180" name="Line 37">
              <a:extLst>
                <a:ext uri="{FF2B5EF4-FFF2-40B4-BE49-F238E27FC236}">
                  <a16:creationId xmlns:a16="http://schemas.microsoft.com/office/drawing/2014/main" id="{DF23613F-340D-FD47-B9E3-CDC13F737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3848"/>
              <a:ext cx="5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1" name="Line 38">
              <a:extLst>
                <a:ext uri="{FF2B5EF4-FFF2-40B4-BE49-F238E27FC236}">
                  <a16:creationId xmlns:a16="http://schemas.microsoft.com/office/drawing/2014/main" id="{86B66F89-C1BF-7B49-B382-396F1A42F9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3299"/>
              <a:ext cx="896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2" name="Rectangle 39">
              <a:extLst>
                <a:ext uri="{FF2B5EF4-FFF2-40B4-BE49-F238E27FC236}">
                  <a16:creationId xmlns:a16="http://schemas.microsoft.com/office/drawing/2014/main" id="{63F7E5AD-30A1-954F-8B6E-D41BB2B81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" y="2913"/>
              <a:ext cx="690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Data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77183" name="Rectangle 40">
              <a:extLst>
                <a:ext uri="{FF2B5EF4-FFF2-40B4-BE49-F238E27FC236}">
                  <a16:creationId xmlns:a16="http://schemas.microsoft.com/office/drawing/2014/main" id="{DE299250-CBF5-CF4E-A3A0-1C2905F35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3080"/>
              <a:ext cx="666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Ideal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Data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77184" name="Rectangle 41">
              <a:extLst>
                <a:ext uri="{FF2B5EF4-FFF2-40B4-BE49-F238E27FC236}">
                  <a16:creationId xmlns:a16="http://schemas.microsoft.com/office/drawing/2014/main" id="{3CB44D45-CA0E-E64E-A00E-9A3690A5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046"/>
              <a:ext cx="782" cy="757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85" name="Rectangle 42">
              <a:extLst>
                <a:ext uri="{FF2B5EF4-FFF2-40B4-BE49-F238E27FC236}">
                  <a16:creationId xmlns:a16="http://schemas.microsoft.com/office/drawing/2014/main" id="{E0818DAE-9453-7A48-9FB5-E37890575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76"/>
              <a:ext cx="115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Instruction bus</a:t>
              </a:r>
            </a:p>
          </p:txBody>
        </p:sp>
        <p:sp>
          <p:nvSpPr>
            <p:cNvPr id="177186" name="Line 43">
              <a:extLst>
                <a:ext uri="{FF2B5EF4-FFF2-40B4-BE49-F238E27FC236}">
                  <a16:creationId xmlns:a16="http://schemas.microsoft.com/office/drawing/2014/main" id="{DACFA2B1-BF54-2742-8BCD-EF6E64296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376"/>
              <a:ext cx="87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7" name="Line 44">
              <a:extLst>
                <a:ext uri="{FF2B5EF4-FFF2-40B4-BE49-F238E27FC236}">
                  <a16:creationId xmlns:a16="http://schemas.microsoft.com/office/drawing/2014/main" id="{2E2CA624-6E54-1445-BD39-2FEFC2196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" y="1728"/>
              <a:ext cx="0" cy="323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88" name="Rectangle 45">
              <a:extLst>
                <a:ext uri="{FF2B5EF4-FFF2-40B4-BE49-F238E27FC236}">
                  <a16:creationId xmlns:a16="http://schemas.microsoft.com/office/drawing/2014/main" id="{520BF31F-2D9D-734F-8292-622FFE65D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1760"/>
              <a:ext cx="146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Instruction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77189" name="Rectangle 46">
              <a:extLst>
                <a:ext uri="{FF2B5EF4-FFF2-40B4-BE49-F238E27FC236}">
                  <a16:creationId xmlns:a16="http://schemas.microsoft.com/office/drawing/2014/main" id="{0927C2A3-4E73-DC4A-B564-1D9D377E1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2144"/>
              <a:ext cx="85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Ideal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Instruction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77190" name="Rectangle 47">
              <a:extLst>
                <a:ext uri="{FF2B5EF4-FFF2-40B4-BE49-F238E27FC236}">
                  <a16:creationId xmlns:a16="http://schemas.microsoft.com/office/drawing/2014/main" id="{BA2E8CF0-506C-9648-93BF-2949212FC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419"/>
              <a:ext cx="33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77191" name="Rectangle 48">
              <a:extLst>
                <a:ext uri="{FF2B5EF4-FFF2-40B4-BE49-F238E27FC236}">
                  <a16:creationId xmlns:a16="http://schemas.microsoft.com/office/drawing/2014/main" id="{DCD270AB-662C-F749-B089-845412E40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1548"/>
              <a:ext cx="748" cy="166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92" name="Line 49">
              <a:extLst>
                <a:ext uri="{FF2B5EF4-FFF2-40B4-BE49-F238E27FC236}">
                  <a16:creationId xmlns:a16="http://schemas.microsoft.com/office/drawing/2014/main" id="{5C4D76F1-589D-5C47-AA35-AD5B8F840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1588"/>
              <a:ext cx="128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3" name="Line 50">
              <a:extLst>
                <a:ext uri="{FF2B5EF4-FFF2-40B4-BE49-F238E27FC236}">
                  <a16:creationId xmlns:a16="http://schemas.microsoft.com/office/drawing/2014/main" id="{E740D760-F599-4C47-9E05-E7D5DFF6F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" y="1636"/>
              <a:ext cx="16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4" name="Oval 51">
              <a:extLst>
                <a:ext uri="{FF2B5EF4-FFF2-40B4-BE49-F238E27FC236}">
                  <a16:creationId xmlns:a16="http://schemas.microsoft.com/office/drawing/2014/main" id="{78788B83-E0E1-3F4E-9B0F-FDE3E550F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158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7195" name="Line 52">
              <a:extLst>
                <a:ext uri="{FF2B5EF4-FFF2-40B4-BE49-F238E27FC236}">
                  <a16:creationId xmlns:a16="http://schemas.microsoft.com/office/drawing/2014/main" id="{21BF65BF-6A67-6B4F-8A42-BF9BD31102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" y="1629"/>
              <a:ext cx="2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6" name="Rectangle 53">
              <a:extLst>
                <a:ext uri="{FF2B5EF4-FFF2-40B4-BE49-F238E27FC236}">
                  <a16:creationId xmlns:a16="http://schemas.microsoft.com/office/drawing/2014/main" id="{ACAD2EF9-7E07-A140-ABAF-46521E0E2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1523"/>
              <a:ext cx="31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77197" name="Line 54">
              <a:extLst>
                <a:ext uri="{FF2B5EF4-FFF2-40B4-BE49-F238E27FC236}">
                  <a16:creationId xmlns:a16="http://schemas.microsoft.com/office/drawing/2014/main" id="{2C5DA664-F87D-8B43-A24B-701C5BE87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2375"/>
              <a:ext cx="0" cy="647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8" name="Line 55">
              <a:extLst>
                <a:ext uri="{FF2B5EF4-FFF2-40B4-BE49-F238E27FC236}">
                  <a16:creationId xmlns:a16="http://schemas.microsoft.com/office/drawing/2014/main" id="{89E0F2E2-057F-174A-9D30-F8962EFFB2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3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9" name="Rectangle 56">
              <a:extLst>
                <a:ext uri="{FF2B5EF4-FFF2-40B4-BE49-F238E27FC236}">
                  <a16:creationId xmlns:a16="http://schemas.microsoft.com/office/drawing/2014/main" id="{8F81359B-11EF-654D-9C5B-A3C46CDC7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9" y="2552"/>
              <a:ext cx="23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7200" name="Rectangle 57">
              <a:extLst>
                <a:ext uri="{FF2B5EF4-FFF2-40B4-BE49-F238E27FC236}">
                  <a16:creationId xmlns:a16="http://schemas.microsoft.com/office/drawing/2014/main" id="{B0B8D9EF-A5CE-5146-B862-F15DA489F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408"/>
              <a:ext cx="29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Rs</a:t>
              </a:r>
            </a:p>
          </p:txBody>
        </p:sp>
        <p:sp>
          <p:nvSpPr>
            <p:cNvPr id="177201" name="Line 58">
              <a:extLst>
                <a:ext uri="{FF2B5EF4-FFF2-40B4-BE49-F238E27FC236}">
                  <a16:creationId xmlns:a16="http://schemas.microsoft.com/office/drawing/2014/main" id="{1948A5EE-6BAF-C044-BFCC-3CBCCF404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" y="2385"/>
              <a:ext cx="0" cy="64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2" name="Line 59">
              <a:extLst>
                <a:ext uri="{FF2B5EF4-FFF2-40B4-BE49-F238E27FC236}">
                  <a16:creationId xmlns:a16="http://schemas.microsoft.com/office/drawing/2014/main" id="{496D6603-2174-D441-BB8F-8EC886791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9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3" name="Rectangle 60">
              <a:extLst>
                <a:ext uri="{FF2B5EF4-FFF2-40B4-BE49-F238E27FC236}">
                  <a16:creationId xmlns:a16="http://schemas.microsoft.com/office/drawing/2014/main" id="{F607C889-5243-FB4E-8FDC-86FD95DDE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552"/>
              <a:ext cx="23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77204" name="Rectangle 61">
              <a:extLst>
                <a:ext uri="{FF2B5EF4-FFF2-40B4-BE49-F238E27FC236}">
                  <a16:creationId xmlns:a16="http://schemas.microsoft.com/office/drawing/2014/main" id="{96213FA2-90B2-9448-9942-D441BC790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2408"/>
              <a:ext cx="26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Rt</a:t>
              </a:r>
            </a:p>
          </p:txBody>
        </p:sp>
        <p:sp>
          <p:nvSpPr>
            <p:cNvPr id="177205" name="Line 62">
              <a:extLst>
                <a:ext uri="{FF2B5EF4-FFF2-40B4-BE49-F238E27FC236}">
                  <a16:creationId xmlns:a16="http://schemas.microsoft.com/office/drawing/2014/main" id="{EA9360BA-3948-6B4A-BBFB-3666292A4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395"/>
              <a:ext cx="0" cy="1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6" name="Line 63">
              <a:extLst>
                <a:ext uri="{FF2B5EF4-FFF2-40B4-BE49-F238E27FC236}">
                  <a16:creationId xmlns:a16="http://schemas.microsoft.com/office/drawing/2014/main" id="{1C530A93-D988-3841-BF68-033737489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7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07" name="Rectangle 64">
              <a:extLst>
                <a:ext uri="{FF2B5EF4-FFF2-40B4-BE49-F238E27FC236}">
                  <a16:creationId xmlns:a16="http://schemas.microsoft.com/office/drawing/2014/main" id="{D53BCDB1-3AFA-C54F-AE3C-5A38F4A28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" y="2552"/>
              <a:ext cx="281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77208" name="Rectangle 65">
              <a:extLst>
                <a:ext uri="{FF2B5EF4-FFF2-40B4-BE49-F238E27FC236}">
                  <a16:creationId xmlns:a16="http://schemas.microsoft.com/office/drawing/2014/main" id="{02E64CA6-3186-A840-8D11-09C7B249C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2392"/>
              <a:ext cx="490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</a:t>
              </a:r>
            </a:p>
          </p:txBody>
        </p:sp>
        <p:sp>
          <p:nvSpPr>
            <p:cNvPr id="177209" name="Line 66">
              <a:extLst>
                <a:ext uri="{FF2B5EF4-FFF2-40B4-BE49-F238E27FC236}">
                  <a16:creationId xmlns:a16="http://schemas.microsoft.com/office/drawing/2014/main" id="{3D2A13EE-F074-3448-A960-DDCB9AFA6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3107"/>
              <a:ext cx="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0" name="Line 67">
              <a:extLst>
                <a:ext uri="{FF2B5EF4-FFF2-40B4-BE49-F238E27FC236}">
                  <a16:creationId xmlns:a16="http://schemas.microsoft.com/office/drawing/2014/main" id="{B816A9DF-7D90-3041-882E-876BB6E56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" y="3691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1" name="Line 68">
              <a:extLst>
                <a:ext uri="{FF2B5EF4-FFF2-40B4-BE49-F238E27FC236}">
                  <a16:creationId xmlns:a16="http://schemas.microsoft.com/office/drawing/2014/main" id="{3EB52304-63BD-3B47-9B16-53D30FD2E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3875"/>
              <a:ext cx="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2" name="Line 69">
              <a:extLst>
                <a:ext uri="{FF2B5EF4-FFF2-40B4-BE49-F238E27FC236}">
                  <a16:creationId xmlns:a16="http://schemas.microsoft.com/office/drawing/2014/main" id="{CD3FA6CB-A90A-CF42-AACA-6E59969B5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3635"/>
              <a:ext cx="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3" name="Line 70">
              <a:extLst>
                <a:ext uri="{FF2B5EF4-FFF2-40B4-BE49-F238E27FC236}">
                  <a16:creationId xmlns:a16="http://schemas.microsoft.com/office/drawing/2014/main" id="{F6B416E0-E5E7-D044-8D9B-DFC6E6DDF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3" y="3643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4" name="Line 71">
              <a:extLst>
                <a:ext uri="{FF2B5EF4-FFF2-40B4-BE49-F238E27FC236}">
                  <a16:creationId xmlns:a16="http://schemas.microsoft.com/office/drawing/2014/main" id="{12E7D0B1-600A-E44A-94A0-1BB7E7FBD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5" y="3783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5" name="Rectangle 72">
              <a:extLst>
                <a:ext uri="{FF2B5EF4-FFF2-40B4-BE49-F238E27FC236}">
                  <a16:creationId xmlns:a16="http://schemas.microsoft.com/office/drawing/2014/main" id="{FD50DCE8-BF10-AE48-A83F-C798C9476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3923"/>
              <a:ext cx="27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77216" name="Line 73">
              <a:extLst>
                <a:ext uri="{FF2B5EF4-FFF2-40B4-BE49-F238E27FC236}">
                  <a16:creationId xmlns:a16="http://schemas.microsoft.com/office/drawing/2014/main" id="{FEF90DF5-091C-C14E-90D2-8E94E6481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9" y="3207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7" name="Rectangle 74">
              <a:extLst>
                <a:ext uri="{FF2B5EF4-FFF2-40B4-BE49-F238E27FC236}">
                  <a16:creationId xmlns:a16="http://schemas.microsoft.com/office/drawing/2014/main" id="{E600A851-D600-954D-A19A-B37B78B10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011"/>
              <a:ext cx="27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77218" name="Line 75">
              <a:extLst>
                <a:ext uri="{FF2B5EF4-FFF2-40B4-BE49-F238E27FC236}">
                  <a16:creationId xmlns:a16="http://schemas.microsoft.com/office/drawing/2014/main" id="{A20C3ED0-27AA-4C4D-BE13-B7361A2D1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7" y="3015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19" name="Rectangle 76">
              <a:extLst>
                <a:ext uri="{FF2B5EF4-FFF2-40B4-BE49-F238E27FC236}">
                  <a16:creationId xmlns:a16="http://schemas.microsoft.com/office/drawing/2014/main" id="{B4E53ECC-95DA-AB40-B055-CA797A2D1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3155"/>
              <a:ext cx="27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77220" name="Line 77">
              <a:extLst>
                <a:ext uri="{FF2B5EF4-FFF2-40B4-BE49-F238E27FC236}">
                  <a16:creationId xmlns:a16="http://schemas.microsoft.com/office/drawing/2014/main" id="{FDB1796B-A2EF-424A-BB41-B37464325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3395"/>
              <a:ext cx="56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1" name="Line 78">
              <a:extLst>
                <a:ext uri="{FF2B5EF4-FFF2-40B4-BE49-F238E27FC236}">
                  <a16:creationId xmlns:a16="http://schemas.microsoft.com/office/drawing/2014/main" id="{9229B14A-9559-F144-A3AD-1C9044E8E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5" y="3384"/>
              <a:ext cx="0" cy="763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2" name="Line 79">
              <a:extLst>
                <a:ext uri="{FF2B5EF4-FFF2-40B4-BE49-F238E27FC236}">
                  <a16:creationId xmlns:a16="http://schemas.microsoft.com/office/drawing/2014/main" id="{97C450F8-EB35-994C-BF08-9FA4F722E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3" y="4163"/>
              <a:ext cx="4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3" name="Line 80">
              <a:extLst>
                <a:ext uri="{FF2B5EF4-FFF2-40B4-BE49-F238E27FC236}">
                  <a16:creationId xmlns:a16="http://schemas.microsoft.com/office/drawing/2014/main" id="{55C774FD-8299-CA4D-881C-4B5A116D1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3335"/>
              <a:ext cx="0" cy="812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4" name="Line 81">
              <a:extLst>
                <a:ext uri="{FF2B5EF4-FFF2-40B4-BE49-F238E27FC236}">
                  <a16:creationId xmlns:a16="http://schemas.microsoft.com/office/drawing/2014/main" id="{506C7722-5214-E843-9038-A7AD3DA23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" y="3347"/>
              <a:ext cx="611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5" name="Line 82">
              <a:extLst>
                <a:ext uri="{FF2B5EF4-FFF2-40B4-BE49-F238E27FC236}">
                  <a16:creationId xmlns:a16="http://schemas.microsoft.com/office/drawing/2014/main" id="{6E38392B-D076-3945-B793-24F3B4092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5" y="3255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6" name="Rectangle 83">
              <a:extLst>
                <a:ext uri="{FF2B5EF4-FFF2-40B4-BE49-F238E27FC236}">
                  <a16:creationId xmlns:a16="http://schemas.microsoft.com/office/drawing/2014/main" id="{190776DB-9066-9C4D-8960-67B1E8337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3107"/>
              <a:ext cx="274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77227" name="Line 84">
              <a:extLst>
                <a:ext uri="{FF2B5EF4-FFF2-40B4-BE49-F238E27FC236}">
                  <a16:creationId xmlns:a16="http://schemas.microsoft.com/office/drawing/2014/main" id="{55147553-DA6B-5E4C-B6CC-2925ECC74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7" y="3307"/>
              <a:ext cx="0" cy="8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228" name="Line 85">
              <a:extLst>
                <a:ext uri="{FF2B5EF4-FFF2-40B4-BE49-F238E27FC236}">
                  <a16:creationId xmlns:a16="http://schemas.microsoft.com/office/drawing/2014/main" id="{8AF14EF5-E1C8-F44B-84E1-99C53EE42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376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FB826AF3-1C64-C848-A021-A45D3A430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657600"/>
            <a:ext cx="77724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7ABBEE83-5576-2745-B8AF-7F9DC025D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00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0" name="Rectangle 4">
            <a:extLst>
              <a:ext uri="{FF2B5EF4-FFF2-40B4-BE49-F238E27FC236}">
                <a16:creationId xmlns:a16="http://schemas.microsoft.com/office/drawing/2014/main" id="{3D015980-4443-604D-837F-D89D09C9D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1" name="Rectangle 5">
            <a:extLst>
              <a:ext uri="{FF2B5EF4-FFF2-40B4-BE49-F238E27FC236}">
                <a16:creationId xmlns:a16="http://schemas.microsoft.com/office/drawing/2014/main" id="{3531D907-5F49-6F4D-9F51-5755D65EF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2" name="Rectangle 6">
            <a:extLst>
              <a:ext uri="{FF2B5EF4-FFF2-40B4-BE49-F238E27FC236}">
                <a16:creationId xmlns:a16="http://schemas.microsoft.com/office/drawing/2014/main" id="{F4FA6A1D-F3D0-E74D-A1D3-C9CA83BE3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816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3" name="Rectangle 7">
            <a:extLst>
              <a:ext uri="{FF2B5EF4-FFF2-40B4-BE49-F238E27FC236}">
                <a16:creationId xmlns:a16="http://schemas.microsoft.com/office/drawing/2014/main" id="{AC92446B-D042-F342-867F-AC10EB717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150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4" name="Rectangle 8">
            <a:extLst>
              <a:ext uri="{FF2B5EF4-FFF2-40B4-BE49-F238E27FC236}">
                <a16:creationId xmlns:a16="http://schemas.microsoft.com/office/drawing/2014/main" id="{799EA76C-7326-B342-A2BB-BAABB5A3B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48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5" name="Rectangle 9">
            <a:extLst>
              <a:ext uri="{FF2B5EF4-FFF2-40B4-BE49-F238E27FC236}">
                <a16:creationId xmlns:a16="http://schemas.microsoft.com/office/drawing/2014/main" id="{ED0C1836-0ADD-8841-BA44-8018EC9BD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43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6" name="Rectangle 10">
            <a:extLst>
              <a:ext uri="{FF2B5EF4-FFF2-40B4-BE49-F238E27FC236}">
                <a16:creationId xmlns:a16="http://schemas.microsoft.com/office/drawing/2014/main" id="{4AD26DCA-B6F1-274E-957F-74F25F8D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860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7" name="Rectangle 11">
            <a:extLst>
              <a:ext uri="{FF2B5EF4-FFF2-40B4-BE49-F238E27FC236}">
                <a16:creationId xmlns:a16="http://schemas.microsoft.com/office/drawing/2014/main" id="{2AB28816-CF3B-674D-BAB0-BBB031DE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52600"/>
            <a:ext cx="77724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8" name="Rectangle 12">
            <a:extLst>
              <a:ext uri="{FF2B5EF4-FFF2-40B4-BE49-F238E27FC236}">
                <a16:creationId xmlns:a16="http://schemas.microsoft.com/office/drawing/2014/main" id="{1A9D453A-D5F2-2C44-BEB5-8294732F6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2296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189" name="Rectangle 13">
            <a:extLst>
              <a:ext uri="{FF2B5EF4-FFF2-40B4-BE49-F238E27FC236}">
                <a16:creationId xmlns:a16="http://schemas.microsoft.com/office/drawing/2014/main" id="{1B0C7813-0F82-6347-AE99-0F6E354C4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138" y="122238"/>
            <a:ext cx="8539162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回顾（单周期处理器）：</a:t>
            </a:r>
            <a:r>
              <a:rPr lang="en-US" altLang="zh-CN">
                <a:ea typeface="宋体" panose="02010600030101010101" pitchFamily="2" charset="-122"/>
              </a:rPr>
              <a:t>lw</a:t>
            </a:r>
            <a:r>
              <a:rPr lang="zh-CN" altLang="en-US">
                <a:ea typeface="宋体" panose="02010600030101010101" pitchFamily="2" charset="-122"/>
              </a:rPr>
              <a:t>指令执行时间为</a:t>
            </a: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时钟周期</a:t>
            </a:r>
          </a:p>
        </p:txBody>
      </p:sp>
      <p:sp>
        <p:nvSpPr>
          <p:cNvPr id="178190" name="Line 14">
            <a:extLst>
              <a:ext uri="{FF2B5EF4-FFF2-40B4-BE49-F238E27FC236}">
                <a16:creationId xmlns:a16="http://schemas.microsoft.com/office/drawing/2014/main" id="{DFEA58FE-EF10-3A43-A585-9EA4882F7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685800"/>
            <a:ext cx="119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1" name="Line 15">
            <a:extLst>
              <a:ext uri="{FF2B5EF4-FFF2-40B4-BE49-F238E27FC236}">
                <a16:creationId xmlns:a16="http://schemas.microsoft.com/office/drawing/2014/main" id="{80BF19E4-AA07-E640-8F6E-7BA17DD52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2" name="Line 16">
            <a:extLst>
              <a:ext uri="{FF2B5EF4-FFF2-40B4-BE49-F238E27FC236}">
                <a16:creationId xmlns:a16="http://schemas.microsoft.com/office/drawing/2014/main" id="{038F4B5F-E616-1E43-A495-C9D2EA1C9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914400"/>
            <a:ext cx="302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3" name="Line 17">
            <a:extLst>
              <a:ext uri="{FF2B5EF4-FFF2-40B4-BE49-F238E27FC236}">
                <a16:creationId xmlns:a16="http://schemas.microsoft.com/office/drawing/2014/main" id="{4385CFEE-261A-CD4E-AE72-1629F60D3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4" name="Line 18">
            <a:extLst>
              <a:ext uri="{FF2B5EF4-FFF2-40B4-BE49-F238E27FC236}">
                <a16:creationId xmlns:a16="http://schemas.microsoft.com/office/drawing/2014/main" id="{747EE4E0-F7A1-A040-8C7A-458522CBA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685800"/>
            <a:ext cx="340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5" name="Line 19">
            <a:extLst>
              <a:ext uri="{FF2B5EF4-FFF2-40B4-BE49-F238E27FC236}">
                <a16:creationId xmlns:a16="http://schemas.microsoft.com/office/drawing/2014/main" id="{79B4C9FD-7986-3546-90CF-C4B2BA0DD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6" name="Line 20">
            <a:extLst>
              <a:ext uri="{FF2B5EF4-FFF2-40B4-BE49-F238E27FC236}">
                <a16:creationId xmlns:a16="http://schemas.microsoft.com/office/drawing/2014/main" id="{1099986A-3AF0-634F-8264-BC03B86FD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9144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7" name="Rectangle 21">
            <a:extLst>
              <a:ext uri="{FF2B5EF4-FFF2-40B4-BE49-F238E27FC236}">
                <a16:creationId xmlns:a16="http://schemas.microsoft.com/office/drawing/2014/main" id="{2CC253F8-F83B-DB40-B838-3976C6E9A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709613"/>
            <a:ext cx="457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78198" name="Line 22">
            <a:extLst>
              <a:ext uri="{FF2B5EF4-FFF2-40B4-BE49-F238E27FC236}">
                <a16:creationId xmlns:a16="http://schemas.microsoft.com/office/drawing/2014/main" id="{5161C7E9-467E-9246-B0A9-6DC4D8C5F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2192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9" name="Line 23">
            <a:extLst>
              <a:ext uri="{FF2B5EF4-FFF2-40B4-BE49-F238E27FC236}">
                <a16:creationId xmlns:a16="http://schemas.microsoft.com/office/drawing/2014/main" id="{52536ECF-5414-0A49-B77C-8991CD05D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0" name="Line 24">
            <a:extLst>
              <a:ext uri="{FF2B5EF4-FFF2-40B4-BE49-F238E27FC236}">
                <a16:creationId xmlns:a16="http://schemas.microsoft.com/office/drawing/2014/main" id="{3EF4BF95-BF82-B34D-93C4-31749D77A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4478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1" name="Line 25">
            <a:extLst>
              <a:ext uri="{FF2B5EF4-FFF2-40B4-BE49-F238E27FC236}">
                <a16:creationId xmlns:a16="http://schemas.microsoft.com/office/drawing/2014/main" id="{57DE4954-0C33-4444-8929-4990D5E511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2" name="Line 26">
            <a:extLst>
              <a:ext uri="{FF2B5EF4-FFF2-40B4-BE49-F238E27FC236}">
                <a16:creationId xmlns:a16="http://schemas.microsoft.com/office/drawing/2014/main" id="{F9EEAB9D-3196-0F43-A048-B27CCBCA7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2192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3" name="Rectangle 27">
            <a:extLst>
              <a:ext uri="{FF2B5EF4-FFF2-40B4-BE49-F238E27FC236}">
                <a16:creationId xmlns:a16="http://schemas.microsoft.com/office/drawing/2014/main" id="{D197975F-1F22-F04D-AFF2-C2FCBC75E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219200"/>
            <a:ext cx="4524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78204" name="Line 28">
            <a:extLst>
              <a:ext uri="{FF2B5EF4-FFF2-40B4-BE49-F238E27FC236}">
                <a16:creationId xmlns:a16="http://schemas.microsoft.com/office/drawing/2014/main" id="{120ADE2B-95F2-6B4B-AAB7-E7D8EE926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4478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5" name="Line 29">
            <a:extLst>
              <a:ext uri="{FF2B5EF4-FFF2-40B4-BE49-F238E27FC236}">
                <a16:creationId xmlns:a16="http://schemas.microsoft.com/office/drawing/2014/main" id="{0B566A82-2517-5E43-BF8E-7BDB9EC4C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003300"/>
            <a:ext cx="0" cy="561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6" name="Line 30">
            <a:extLst>
              <a:ext uri="{FF2B5EF4-FFF2-40B4-BE49-F238E27FC236}">
                <a16:creationId xmlns:a16="http://schemas.microsoft.com/office/drawing/2014/main" id="{1F2C5EAD-9017-E643-AF44-3A080CFD3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003300"/>
            <a:ext cx="0" cy="553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7" name="Line 31">
            <a:extLst>
              <a:ext uri="{FF2B5EF4-FFF2-40B4-BE49-F238E27FC236}">
                <a16:creationId xmlns:a16="http://schemas.microsoft.com/office/drawing/2014/main" id="{26B4AFF2-32F1-5F49-A8E2-8AA78DC6C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8" name="Line 32">
            <a:extLst>
              <a:ext uri="{FF2B5EF4-FFF2-40B4-BE49-F238E27FC236}">
                <a16:creationId xmlns:a16="http://schemas.microsoft.com/office/drawing/2014/main" id="{3AACE032-99E3-7E4E-9B66-1FDF0355E0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8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09" name="Line 33">
            <a:extLst>
              <a:ext uri="{FF2B5EF4-FFF2-40B4-BE49-F238E27FC236}">
                <a16:creationId xmlns:a16="http://schemas.microsoft.com/office/drawing/2014/main" id="{4FC3EA06-BF89-6846-876F-9746D2010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7526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0" name="Line 34">
            <a:extLst>
              <a:ext uri="{FF2B5EF4-FFF2-40B4-BE49-F238E27FC236}">
                <a16:creationId xmlns:a16="http://schemas.microsoft.com/office/drawing/2014/main" id="{47B7CD5F-9DB7-C84B-A5DE-749900A0D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1765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1" name="Line 35">
            <a:extLst>
              <a:ext uri="{FF2B5EF4-FFF2-40B4-BE49-F238E27FC236}">
                <a16:creationId xmlns:a16="http://schemas.microsoft.com/office/drawing/2014/main" id="{76B61CF0-02F6-7F4C-B6FD-6C896942B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9812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2" name="Line 36">
            <a:extLst>
              <a:ext uri="{FF2B5EF4-FFF2-40B4-BE49-F238E27FC236}">
                <a16:creationId xmlns:a16="http://schemas.microsoft.com/office/drawing/2014/main" id="{2D737F01-7461-A646-B526-A38615977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6900" y="1739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3" name="Line 37">
            <a:extLst>
              <a:ext uri="{FF2B5EF4-FFF2-40B4-BE49-F238E27FC236}">
                <a16:creationId xmlns:a16="http://schemas.microsoft.com/office/drawing/2014/main" id="{B5EA0FBB-8251-4D4E-9AE3-0A1B3C5B0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7526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4" name="Rectangle 38">
            <a:extLst>
              <a:ext uri="{FF2B5EF4-FFF2-40B4-BE49-F238E27FC236}">
                <a16:creationId xmlns:a16="http://schemas.microsoft.com/office/drawing/2014/main" id="{028DB47D-DB1F-1F45-8DB1-48FBB2842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633538"/>
            <a:ext cx="1139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Rs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Rt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Op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78215" name="Line 39">
            <a:extLst>
              <a:ext uri="{FF2B5EF4-FFF2-40B4-BE49-F238E27FC236}">
                <a16:creationId xmlns:a16="http://schemas.microsoft.com/office/drawing/2014/main" id="{A22365EB-A2E4-3247-A56B-12620A336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9812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6" name="Line 40">
            <a:extLst>
              <a:ext uri="{FF2B5EF4-FFF2-40B4-BE49-F238E27FC236}">
                <a16:creationId xmlns:a16="http://schemas.microsoft.com/office/drawing/2014/main" id="{34ABA641-A92A-4948-B9B9-18C096CE9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003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9" name="Rectangle 41">
            <a:extLst>
              <a:ext uri="{FF2B5EF4-FFF2-40B4-BE49-F238E27FC236}">
                <a16:creationId xmlns:a16="http://schemas.microsoft.com/office/drawing/2014/main" id="{FBC38726-641B-6A46-8F54-27FFC6092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938213"/>
            <a:ext cx="8604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Clk-to-Q</a:t>
            </a:r>
          </a:p>
        </p:txBody>
      </p:sp>
      <p:sp>
        <p:nvSpPr>
          <p:cNvPr id="178218" name="Line 42">
            <a:extLst>
              <a:ext uri="{FF2B5EF4-FFF2-40B4-BE49-F238E27FC236}">
                <a16:creationId xmlns:a16="http://schemas.microsoft.com/office/drawing/2014/main" id="{EC265CC8-71AD-294D-A1E6-CCB63D05D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9" name="Line 43">
            <a:extLst>
              <a:ext uri="{FF2B5EF4-FFF2-40B4-BE49-F238E27FC236}">
                <a16:creationId xmlns:a16="http://schemas.microsoft.com/office/drawing/2014/main" id="{CBD9A602-82A3-7D49-B708-B3EBF57950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0" name="Line 44">
            <a:extLst>
              <a:ext uri="{FF2B5EF4-FFF2-40B4-BE49-F238E27FC236}">
                <a16:creationId xmlns:a16="http://schemas.microsoft.com/office/drawing/2014/main" id="{A1126B20-5D79-934C-8EB0-EA745DEA0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286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1" name="Line 45">
            <a:extLst>
              <a:ext uri="{FF2B5EF4-FFF2-40B4-BE49-F238E27FC236}">
                <a16:creationId xmlns:a16="http://schemas.microsoft.com/office/drawing/2014/main" id="{EC6EF016-0B35-EA43-99F7-66AF0608B8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2298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2" name="Line 46">
            <a:extLst>
              <a:ext uri="{FF2B5EF4-FFF2-40B4-BE49-F238E27FC236}">
                <a16:creationId xmlns:a16="http://schemas.microsoft.com/office/drawing/2014/main" id="{0DC7FCBF-EB5C-B74B-9755-AD8B88D30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5146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3" name="Line 47">
            <a:extLst>
              <a:ext uri="{FF2B5EF4-FFF2-40B4-BE49-F238E27FC236}">
                <a16:creationId xmlns:a16="http://schemas.microsoft.com/office/drawing/2014/main" id="{906215AE-CB35-164B-A518-3CFA0E2725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273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4" name="Line 48">
            <a:extLst>
              <a:ext uri="{FF2B5EF4-FFF2-40B4-BE49-F238E27FC236}">
                <a16:creationId xmlns:a16="http://schemas.microsoft.com/office/drawing/2014/main" id="{54CA16CA-9057-7A4F-B703-B77AE9C29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2860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5" name="Line 49">
            <a:extLst>
              <a:ext uri="{FF2B5EF4-FFF2-40B4-BE49-F238E27FC236}">
                <a16:creationId xmlns:a16="http://schemas.microsoft.com/office/drawing/2014/main" id="{9AB179F0-1F14-204C-B6F7-19974E188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5146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6" name="Line 50">
            <a:extLst>
              <a:ext uri="{FF2B5EF4-FFF2-40B4-BE49-F238E27FC236}">
                <a16:creationId xmlns:a16="http://schemas.microsoft.com/office/drawing/2014/main" id="{DF72D328-F4E6-0C45-B5DD-E7F125AB4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4330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7" name="Line 51">
            <a:extLst>
              <a:ext uri="{FF2B5EF4-FFF2-40B4-BE49-F238E27FC236}">
                <a16:creationId xmlns:a16="http://schemas.microsoft.com/office/drawing/2014/main" id="{6E623066-E220-2A45-8975-B985E5031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4660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8" name="Line 52">
            <a:extLst>
              <a:ext uri="{FF2B5EF4-FFF2-40B4-BE49-F238E27FC236}">
                <a16:creationId xmlns:a16="http://schemas.microsoft.com/office/drawing/2014/main" id="{9972000B-048A-2644-89CA-6E4FFDD9F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876800"/>
            <a:ext cx="4330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29" name="Line 53">
            <a:extLst>
              <a:ext uri="{FF2B5EF4-FFF2-40B4-BE49-F238E27FC236}">
                <a16:creationId xmlns:a16="http://schemas.microsoft.com/office/drawing/2014/main" id="{ADC7B9BF-14A4-564C-AF88-315C8AF88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4300" y="4635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0" name="Line 54">
            <a:extLst>
              <a:ext uri="{FF2B5EF4-FFF2-40B4-BE49-F238E27FC236}">
                <a16:creationId xmlns:a16="http://schemas.microsoft.com/office/drawing/2014/main" id="{C8C3748D-073C-D44F-99E8-59212F1FF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6700" y="4876800"/>
            <a:ext cx="347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1" name="Line 55">
            <a:extLst>
              <a:ext uri="{FF2B5EF4-FFF2-40B4-BE49-F238E27FC236}">
                <a16:creationId xmlns:a16="http://schemas.microsoft.com/office/drawing/2014/main" id="{78414EA2-12E7-394C-B68B-C53205E48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181600"/>
            <a:ext cx="417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2" name="Line 56">
            <a:extLst>
              <a:ext uri="{FF2B5EF4-FFF2-40B4-BE49-F238E27FC236}">
                <a16:creationId xmlns:a16="http://schemas.microsoft.com/office/drawing/2014/main" id="{B0479812-3A5B-6D4A-8061-BB224EFD0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5194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3" name="Line 57">
            <a:extLst>
              <a:ext uri="{FF2B5EF4-FFF2-40B4-BE49-F238E27FC236}">
                <a16:creationId xmlns:a16="http://schemas.microsoft.com/office/drawing/2014/main" id="{2D8AF378-DC23-8742-B742-FE989F419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410200"/>
            <a:ext cx="417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4" name="Line 58">
            <a:extLst>
              <a:ext uri="{FF2B5EF4-FFF2-40B4-BE49-F238E27FC236}">
                <a16:creationId xmlns:a16="http://schemas.microsoft.com/office/drawing/2014/main" id="{0D7E045E-5D76-3849-91EA-81B4CD7B3C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1900" y="5168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5" name="Line 59">
            <a:extLst>
              <a:ext uri="{FF2B5EF4-FFF2-40B4-BE49-F238E27FC236}">
                <a16:creationId xmlns:a16="http://schemas.microsoft.com/office/drawing/2014/main" id="{F170EE3D-F652-F64F-9F51-41AA3AEEF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51816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6" name="Line 60">
            <a:extLst>
              <a:ext uri="{FF2B5EF4-FFF2-40B4-BE49-F238E27FC236}">
                <a16:creationId xmlns:a16="http://schemas.microsoft.com/office/drawing/2014/main" id="{58FE8063-6F6F-7B46-9FF5-3AE86052E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54102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37" name="Rectangle 61">
            <a:extLst>
              <a:ext uri="{FF2B5EF4-FFF2-40B4-BE49-F238E27FC236}">
                <a16:creationId xmlns:a16="http://schemas.microsoft.com/office/drawing/2014/main" id="{0DBB8DCB-BC05-9C49-B6F9-6E2518BEF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2251075"/>
            <a:ext cx="839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78238" name="Line 62">
            <a:extLst>
              <a:ext uri="{FF2B5EF4-FFF2-40B4-BE49-F238E27FC236}">
                <a16:creationId xmlns:a16="http://schemas.microsoft.com/office/drawing/2014/main" id="{25AD23F5-A0FA-274B-A0B0-32528F162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6700"/>
            <a:ext cx="0" cy="3022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31" name="Rectangle 63">
            <a:extLst>
              <a:ext uri="{FF2B5EF4-FFF2-40B4-BE49-F238E27FC236}">
                <a16:creationId xmlns:a16="http://schemas.microsoft.com/office/drawing/2014/main" id="{34D8985E-800D-FD40-8649-8ECCFF919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1471613"/>
            <a:ext cx="2717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Instruction Memory Access Time</a:t>
            </a:r>
          </a:p>
        </p:txBody>
      </p:sp>
      <p:sp>
        <p:nvSpPr>
          <p:cNvPr id="178240" name="Line 64">
            <a:extLst>
              <a:ext uri="{FF2B5EF4-FFF2-40B4-BE49-F238E27FC236}">
                <a16:creationId xmlns:a16="http://schemas.microsoft.com/office/drawing/2014/main" id="{F1FFCF00-E3F0-CF4D-BF72-302B8B304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16002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1" name="Rectangle 65">
            <a:extLst>
              <a:ext uri="{FF2B5EF4-FFF2-40B4-BE49-F238E27FC236}">
                <a16:creationId xmlns:a16="http://schemas.microsoft.com/office/drawing/2014/main" id="{1270CFE4-820C-CC49-8D6B-4207F5B4D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2251075"/>
            <a:ext cx="1155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78242" name="Rectangle 66">
            <a:extLst>
              <a:ext uri="{FF2B5EF4-FFF2-40B4-BE49-F238E27FC236}">
                <a16:creationId xmlns:a16="http://schemas.microsoft.com/office/drawing/2014/main" id="{8D3FF8AA-1F0F-1A4D-836B-A743D9A22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2510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43" name="Line 67">
            <a:extLst>
              <a:ext uri="{FF2B5EF4-FFF2-40B4-BE49-F238E27FC236}">
                <a16:creationId xmlns:a16="http://schemas.microsoft.com/office/drawing/2014/main" id="{BC55BEC3-CD72-164D-BBB4-44BAD12DE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317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4" name="Line 68">
            <a:extLst>
              <a:ext uri="{FF2B5EF4-FFF2-40B4-BE49-F238E27FC236}">
                <a16:creationId xmlns:a16="http://schemas.microsoft.com/office/drawing/2014/main" id="{96B93CB1-5975-3940-AD88-1D08719AB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1148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5" name="Line 69">
            <a:extLst>
              <a:ext uri="{FF2B5EF4-FFF2-40B4-BE49-F238E27FC236}">
                <a16:creationId xmlns:a16="http://schemas.microsoft.com/office/drawing/2014/main" id="{B4CD1731-9838-3642-8739-3F49ADDB3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41275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6" name="Line 70">
            <a:extLst>
              <a:ext uri="{FF2B5EF4-FFF2-40B4-BE49-F238E27FC236}">
                <a16:creationId xmlns:a16="http://schemas.microsoft.com/office/drawing/2014/main" id="{5398BDF2-D6CE-0D49-B2DA-A0082C12D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343400"/>
            <a:ext cx="3568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7" name="Line 71">
            <a:extLst>
              <a:ext uri="{FF2B5EF4-FFF2-40B4-BE49-F238E27FC236}">
                <a16:creationId xmlns:a16="http://schemas.microsoft.com/office/drawing/2014/main" id="{D787648E-7751-A440-9AF0-446C0C11D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3434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48" name="Rectangle 72">
            <a:extLst>
              <a:ext uri="{FF2B5EF4-FFF2-40B4-BE49-F238E27FC236}">
                <a16:creationId xmlns:a16="http://schemas.microsoft.com/office/drawing/2014/main" id="{AC73D9BE-B707-C448-B040-DB00F1356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0798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78249" name="Rectangle 73">
            <a:extLst>
              <a:ext uri="{FF2B5EF4-FFF2-40B4-BE49-F238E27FC236}">
                <a16:creationId xmlns:a16="http://schemas.microsoft.com/office/drawing/2014/main" id="{1CDF6FCE-2123-0247-9163-33A94C937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4079875"/>
            <a:ext cx="11430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50" name="Rectangle 74">
            <a:extLst>
              <a:ext uri="{FF2B5EF4-FFF2-40B4-BE49-F238E27FC236}">
                <a16:creationId xmlns:a16="http://schemas.microsoft.com/office/drawing/2014/main" id="{09D7FCE7-13A1-6A47-B873-F1A649A91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0798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51" name="Line 75">
            <a:extLst>
              <a:ext uri="{FF2B5EF4-FFF2-40B4-BE49-F238E27FC236}">
                <a16:creationId xmlns:a16="http://schemas.microsoft.com/office/drawing/2014/main" id="{E6DFFC59-C48C-374A-97F3-35C040BFF1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2133600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44" name="Rectangle 76">
            <a:extLst>
              <a:ext uri="{FF2B5EF4-FFF2-40B4-BE49-F238E27FC236}">
                <a16:creationId xmlns:a16="http://schemas.microsoft.com/office/drawing/2014/main" id="{D8D8A0B2-B4F9-7046-B145-7250B66D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005013"/>
            <a:ext cx="23780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Delay through Control Logic</a:t>
            </a:r>
          </a:p>
        </p:txBody>
      </p:sp>
      <p:sp>
        <p:nvSpPr>
          <p:cNvPr id="178253" name="Line 77">
            <a:extLst>
              <a:ext uri="{FF2B5EF4-FFF2-40B4-BE49-F238E27FC236}">
                <a16:creationId xmlns:a16="http://schemas.microsoft.com/office/drawing/2014/main" id="{44760C0C-04C7-2B4B-8240-6C979B348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6700" y="4648200"/>
            <a:ext cx="347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54" name="Rectangle 78">
            <a:extLst>
              <a:ext uri="{FF2B5EF4-FFF2-40B4-BE49-F238E27FC236}">
                <a16:creationId xmlns:a16="http://schemas.microsoft.com/office/drawing/2014/main" id="{8C25AFBD-40CF-DA47-9017-87589E791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13275"/>
            <a:ext cx="698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78255" name="Line 79">
            <a:extLst>
              <a:ext uri="{FF2B5EF4-FFF2-40B4-BE49-F238E27FC236}">
                <a16:creationId xmlns:a16="http://schemas.microsoft.com/office/drawing/2014/main" id="{1AC1FBFD-3FA8-8B45-A87A-4B2AC56AE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32300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56" name="Line 80">
            <a:extLst>
              <a:ext uri="{FF2B5EF4-FFF2-40B4-BE49-F238E27FC236}">
                <a16:creationId xmlns:a16="http://schemas.microsoft.com/office/drawing/2014/main" id="{70C9DCA1-F51C-A643-8403-D757A44B8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958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49" name="Rectangle 81">
            <a:extLst>
              <a:ext uri="{FF2B5EF4-FFF2-40B4-BE49-F238E27FC236}">
                <a16:creationId xmlns:a16="http://schemas.microsoft.com/office/drawing/2014/main" id="{71890827-ECDA-D142-A118-27F05C65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4367213"/>
            <a:ext cx="2135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Register File Access Time</a:t>
            </a:r>
          </a:p>
        </p:txBody>
      </p:sp>
      <p:sp>
        <p:nvSpPr>
          <p:cNvPr id="178258" name="Rectangle 82">
            <a:extLst>
              <a:ext uri="{FF2B5EF4-FFF2-40B4-BE49-F238E27FC236}">
                <a16:creationId xmlns:a16="http://schemas.microsoft.com/office/drawing/2014/main" id="{794BA469-3C2B-4845-932A-7CA6120D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4613275"/>
            <a:ext cx="1435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59" name="Rectangle 83">
            <a:extLst>
              <a:ext uri="{FF2B5EF4-FFF2-40B4-BE49-F238E27FC236}">
                <a16:creationId xmlns:a16="http://schemas.microsoft.com/office/drawing/2014/main" id="{9605CB77-A469-BA49-ACF4-B39B6BBE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4613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60" name="Rectangle 84">
            <a:extLst>
              <a:ext uri="{FF2B5EF4-FFF2-40B4-BE49-F238E27FC236}">
                <a16:creationId xmlns:a16="http://schemas.microsoft.com/office/drawing/2014/main" id="{FBA6309F-F132-0241-825C-E7202B9A6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51466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78261" name="Line 85">
            <a:extLst>
              <a:ext uri="{FF2B5EF4-FFF2-40B4-BE49-F238E27FC236}">
                <a16:creationId xmlns:a16="http://schemas.microsoft.com/office/drawing/2014/main" id="{EEFF28A4-AC64-364C-9647-FEEA8B7D9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499100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62" name="Line 86">
            <a:extLst>
              <a:ext uri="{FF2B5EF4-FFF2-40B4-BE49-F238E27FC236}">
                <a16:creationId xmlns:a16="http://schemas.microsoft.com/office/drawing/2014/main" id="{84B53F23-6091-C845-AF9D-BE61EDDF0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55626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55" name="Rectangle 87">
            <a:extLst>
              <a:ext uri="{FF2B5EF4-FFF2-40B4-BE49-F238E27FC236}">
                <a16:creationId xmlns:a16="http://schemas.microsoft.com/office/drawing/2014/main" id="{07EB7802-6E0C-0246-AFAB-3849C38C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5434013"/>
            <a:ext cx="10366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 Delay</a:t>
            </a:r>
          </a:p>
        </p:txBody>
      </p:sp>
      <p:sp>
        <p:nvSpPr>
          <p:cNvPr id="178264" name="Rectangle 88">
            <a:extLst>
              <a:ext uri="{FF2B5EF4-FFF2-40B4-BE49-F238E27FC236}">
                <a16:creationId xmlns:a16="http://schemas.microsoft.com/office/drawing/2014/main" id="{EA0D0A91-9329-C94E-8353-38DCFE82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146675"/>
            <a:ext cx="1587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78265" name="Rectangle 89">
            <a:extLst>
              <a:ext uri="{FF2B5EF4-FFF2-40B4-BE49-F238E27FC236}">
                <a16:creationId xmlns:a16="http://schemas.microsoft.com/office/drawing/2014/main" id="{EE354963-5B68-CF4D-B085-FCADB675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5146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66" name="Rectangle 90">
            <a:extLst>
              <a:ext uri="{FF2B5EF4-FFF2-40B4-BE49-F238E27FC236}">
                <a16:creationId xmlns:a16="http://schemas.microsoft.com/office/drawing/2014/main" id="{AB07B584-737C-B048-BBA3-2FB785879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1717675"/>
            <a:ext cx="1054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67" name="Line 91">
            <a:extLst>
              <a:ext uri="{FF2B5EF4-FFF2-40B4-BE49-F238E27FC236}">
                <a16:creationId xmlns:a16="http://schemas.microsoft.com/office/drawing/2014/main" id="{6D7FE7D6-229A-6A4F-8C77-A57BFBC28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219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68" name="Line 92">
            <a:extLst>
              <a:ext uri="{FF2B5EF4-FFF2-40B4-BE49-F238E27FC236}">
                <a16:creationId xmlns:a16="http://schemas.microsoft.com/office/drawing/2014/main" id="{2CF9DF52-2366-B342-8D6B-030C7D327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447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69" name="Rectangle 93">
            <a:extLst>
              <a:ext uri="{FF2B5EF4-FFF2-40B4-BE49-F238E27FC236}">
                <a16:creationId xmlns:a16="http://schemas.microsoft.com/office/drawing/2014/main" id="{F2F97AF6-CA1D-2449-B771-B3D6C0CC9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1717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70" name="Rectangle 94">
            <a:extLst>
              <a:ext uri="{FF2B5EF4-FFF2-40B4-BE49-F238E27FC236}">
                <a16:creationId xmlns:a16="http://schemas.microsoft.com/office/drawing/2014/main" id="{1F0EF6C2-24ED-6146-8187-8D696D1A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184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71" name="Rectangle 95">
            <a:extLst>
              <a:ext uri="{FF2B5EF4-FFF2-40B4-BE49-F238E27FC236}">
                <a16:creationId xmlns:a16="http://schemas.microsoft.com/office/drawing/2014/main" id="{BEE6326D-961F-3341-98C7-61886375C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1184275"/>
            <a:ext cx="9271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72" name="Oval 96">
            <a:extLst>
              <a:ext uri="{FF2B5EF4-FFF2-40B4-BE49-F238E27FC236}">
                <a16:creationId xmlns:a16="http://schemas.microsoft.com/office/drawing/2014/main" id="{97BE9198-A216-A646-8FE6-5ECD916A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4197350"/>
            <a:ext cx="139700" cy="215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273" name="Line 97">
            <a:extLst>
              <a:ext uri="{FF2B5EF4-FFF2-40B4-BE49-F238E27FC236}">
                <a16:creationId xmlns:a16="http://schemas.microsoft.com/office/drawing/2014/main" id="{3FEFD1A0-384D-E642-9312-C9552923F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7432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4" name="Line 98">
            <a:extLst>
              <a:ext uri="{FF2B5EF4-FFF2-40B4-BE49-F238E27FC236}">
                <a16:creationId xmlns:a16="http://schemas.microsoft.com/office/drawing/2014/main" id="{EBA37577-3639-1647-A0E3-03F895E2F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718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5" name="Line 99">
            <a:extLst>
              <a:ext uri="{FF2B5EF4-FFF2-40B4-BE49-F238E27FC236}">
                <a16:creationId xmlns:a16="http://schemas.microsoft.com/office/drawing/2014/main" id="{B3C20144-AD37-0344-ACCD-09EE490ACB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730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6" name="Rectangle 100">
            <a:extLst>
              <a:ext uri="{FF2B5EF4-FFF2-40B4-BE49-F238E27FC236}">
                <a16:creationId xmlns:a16="http://schemas.microsoft.com/office/drawing/2014/main" id="{354A1D36-E84A-DA42-80BF-26D603FF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7082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78277" name="Rectangle 101">
            <a:extLst>
              <a:ext uri="{FF2B5EF4-FFF2-40B4-BE49-F238E27FC236}">
                <a16:creationId xmlns:a16="http://schemas.microsoft.com/office/drawing/2014/main" id="{622110DF-B779-834B-A32E-F44C7B4D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2708275"/>
            <a:ext cx="1168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78" name="Rectangle 102">
            <a:extLst>
              <a:ext uri="{FF2B5EF4-FFF2-40B4-BE49-F238E27FC236}">
                <a16:creationId xmlns:a16="http://schemas.microsoft.com/office/drawing/2014/main" id="{158F02A3-1685-6F4D-AE51-93969169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708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79" name="Line 103">
            <a:extLst>
              <a:ext uri="{FF2B5EF4-FFF2-40B4-BE49-F238E27FC236}">
                <a16:creationId xmlns:a16="http://schemas.microsoft.com/office/drawing/2014/main" id="{94C19E19-AB59-8F4A-BE66-4FE895BEA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004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0" name="Line 104">
            <a:extLst>
              <a:ext uri="{FF2B5EF4-FFF2-40B4-BE49-F238E27FC236}">
                <a16:creationId xmlns:a16="http://schemas.microsoft.com/office/drawing/2014/main" id="{31AA518B-BCA4-674F-B47A-8BD845421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429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1" name="Line 105">
            <a:extLst>
              <a:ext uri="{FF2B5EF4-FFF2-40B4-BE49-F238E27FC236}">
                <a16:creationId xmlns:a16="http://schemas.microsoft.com/office/drawing/2014/main" id="{D20A45E6-AD00-1B42-B624-3011522772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187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" name="Rectangle 106">
            <a:extLst>
              <a:ext uri="{FF2B5EF4-FFF2-40B4-BE49-F238E27FC236}">
                <a16:creationId xmlns:a16="http://schemas.microsoft.com/office/drawing/2014/main" id="{6BDE36CE-FA0C-1A47-92D9-8928C550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1654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78283" name="Rectangle 107">
            <a:extLst>
              <a:ext uri="{FF2B5EF4-FFF2-40B4-BE49-F238E27FC236}">
                <a16:creationId xmlns:a16="http://schemas.microsoft.com/office/drawing/2014/main" id="{40B1448B-0262-3C49-8326-BBFF40902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165475"/>
            <a:ext cx="1320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78284" name="Rectangle 108">
            <a:extLst>
              <a:ext uri="{FF2B5EF4-FFF2-40B4-BE49-F238E27FC236}">
                <a16:creationId xmlns:a16="http://schemas.microsoft.com/office/drawing/2014/main" id="{00C15193-F9F8-1E4F-B9A7-845003818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1654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85" name="Line 109">
            <a:extLst>
              <a:ext uri="{FF2B5EF4-FFF2-40B4-BE49-F238E27FC236}">
                <a16:creationId xmlns:a16="http://schemas.microsoft.com/office/drawing/2014/main" id="{CB42515D-06E3-5245-8DCA-4AFC616C2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657600"/>
            <a:ext cx="775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6" name="Line 110">
            <a:extLst>
              <a:ext uri="{FF2B5EF4-FFF2-40B4-BE49-F238E27FC236}">
                <a16:creationId xmlns:a16="http://schemas.microsoft.com/office/drawing/2014/main" id="{160B3C88-CA4E-E84E-8748-84DD7C5AF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886200"/>
            <a:ext cx="318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7" name="Line 111">
            <a:extLst>
              <a:ext uri="{FF2B5EF4-FFF2-40B4-BE49-F238E27FC236}">
                <a16:creationId xmlns:a16="http://schemas.microsoft.com/office/drawing/2014/main" id="{441ACB1D-DFE0-1545-8B5D-C8A91AB806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644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8" name="Rectangle 112">
            <a:extLst>
              <a:ext uri="{FF2B5EF4-FFF2-40B4-BE49-F238E27FC236}">
                <a16:creationId xmlns:a16="http://schemas.microsoft.com/office/drawing/2014/main" id="{BE06DE60-E692-1147-8B2E-6D615B4B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622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78289" name="Rectangle 113">
            <a:extLst>
              <a:ext uri="{FF2B5EF4-FFF2-40B4-BE49-F238E27FC236}">
                <a16:creationId xmlns:a16="http://schemas.microsoft.com/office/drawing/2014/main" id="{48BAB248-3284-C24B-A749-9913ACAE8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622675"/>
            <a:ext cx="1384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78290" name="Rectangle 114">
            <a:extLst>
              <a:ext uri="{FF2B5EF4-FFF2-40B4-BE49-F238E27FC236}">
                <a16:creationId xmlns:a16="http://schemas.microsoft.com/office/drawing/2014/main" id="{A0C13988-BE95-6B4E-99E9-49049F373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622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78291" name="Line 115">
            <a:extLst>
              <a:ext uri="{FF2B5EF4-FFF2-40B4-BE49-F238E27FC236}">
                <a16:creationId xmlns:a16="http://schemas.microsoft.com/office/drawing/2014/main" id="{9869185D-1854-1A49-9082-32F7FE873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150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2" name="Line 116">
            <a:extLst>
              <a:ext uri="{FF2B5EF4-FFF2-40B4-BE49-F238E27FC236}">
                <a16:creationId xmlns:a16="http://schemas.microsoft.com/office/drawing/2014/main" id="{E27088C4-7E86-5741-BFDF-3F326486F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5727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3" name="Line 117">
            <a:extLst>
              <a:ext uri="{FF2B5EF4-FFF2-40B4-BE49-F238E27FC236}">
                <a16:creationId xmlns:a16="http://schemas.microsoft.com/office/drawing/2014/main" id="{E479992E-7EF8-864E-AB33-C411116CF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9436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4" name="Line 118">
            <a:extLst>
              <a:ext uri="{FF2B5EF4-FFF2-40B4-BE49-F238E27FC236}">
                <a16:creationId xmlns:a16="http://schemas.microsoft.com/office/drawing/2014/main" id="{1E06E495-9264-8143-A259-69E327B343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32500" y="5702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5" name="Line 119">
            <a:extLst>
              <a:ext uri="{FF2B5EF4-FFF2-40B4-BE49-F238E27FC236}">
                <a16:creationId xmlns:a16="http://schemas.microsoft.com/office/drawing/2014/main" id="{B975860F-03A6-0A4F-B353-65537F415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7150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6" name="Line 120">
            <a:extLst>
              <a:ext uri="{FF2B5EF4-FFF2-40B4-BE49-F238E27FC236}">
                <a16:creationId xmlns:a16="http://schemas.microsoft.com/office/drawing/2014/main" id="{4BD72A2A-21BA-4145-B2CC-721DF48BA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9436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97" name="Rectangle 121">
            <a:extLst>
              <a:ext uri="{FF2B5EF4-FFF2-40B4-BE49-F238E27FC236}">
                <a16:creationId xmlns:a16="http://schemas.microsoft.com/office/drawing/2014/main" id="{05F7794C-7F21-1F40-BF4F-2D64A5150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5680075"/>
            <a:ext cx="839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178298" name="Rectangle 122">
            <a:extLst>
              <a:ext uri="{FF2B5EF4-FFF2-40B4-BE49-F238E27FC236}">
                <a16:creationId xmlns:a16="http://schemas.microsoft.com/office/drawing/2014/main" id="{3AACE8BC-E13D-794E-8997-048173C25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680075"/>
            <a:ext cx="1282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299" name="Rectangle 123">
            <a:extLst>
              <a:ext uri="{FF2B5EF4-FFF2-40B4-BE49-F238E27FC236}">
                <a16:creationId xmlns:a16="http://schemas.microsoft.com/office/drawing/2014/main" id="{8B3CF0E3-1CD6-D44E-A656-E554FF01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56800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78300" name="Line 124">
            <a:extLst>
              <a:ext uri="{FF2B5EF4-FFF2-40B4-BE49-F238E27FC236}">
                <a16:creationId xmlns:a16="http://schemas.microsoft.com/office/drawing/2014/main" id="{10F52B7E-B730-ED4A-940B-7304BF829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2484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1" name="Line 125">
            <a:extLst>
              <a:ext uri="{FF2B5EF4-FFF2-40B4-BE49-F238E27FC236}">
                <a16:creationId xmlns:a16="http://schemas.microsoft.com/office/drawing/2014/main" id="{2095AE1A-CC5B-CF4E-9CD0-4E495E2C5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62611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2" name="Line 126">
            <a:extLst>
              <a:ext uri="{FF2B5EF4-FFF2-40B4-BE49-F238E27FC236}">
                <a16:creationId xmlns:a16="http://schemas.microsoft.com/office/drawing/2014/main" id="{6D104007-B5BF-6E4E-993C-615FEF210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4770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3" name="Line 127">
            <a:extLst>
              <a:ext uri="{FF2B5EF4-FFF2-40B4-BE49-F238E27FC236}">
                <a16:creationId xmlns:a16="http://schemas.microsoft.com/office/drawing/2014/main" id="{3066B6DD-2298-7F48-9D07-04BD70850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100" y="6235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4" name="Line 128">
            <a:extLst>
              <a:ext uri="{FF2B5EF4-FFF2-40B4-BE49-F238E27FC236}">
                <a16:creationId xmlns:a16="http://schemas.microsoft.com/office/drawing/2014/main" id="{91F77131-B6F8-5246-86C8-4524EEB34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2484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5" name="Line 129">
            <a:extLst>
              <a:ext uri="{FF2B5EF4-FFF2-40B4-BE49-F238E27FC236}">
                <a16:creationId xmlns:a16="http://schemas.microsoft.com/office/drawing/2014/main" id="{2EA4F003-E0A0-C749-A31F-EF0A8EFE9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477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6" name="Rectangle 130">
            <a:extLst>
              <a:ext uri="{FF2B5EF4-FFF2-40B4-BE49-F238E27FC236}">
                <a16:creationId xmlns:a16="http://schemas.microsoft.com/office/drawing/2014/main" id="{17962D15-85C7-EE4D-86B1-F5626BE6A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62134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78307" name="Line 131">
            <a:extLst>
              <a:ext uri="{FF2B5EF4-FFF2-40B4-BE49-F238E27FC236}">
                <a16:creationId xmlns:a16="http://schemas.microsoft.com/office/drawing/2014/main" id="{156BF612-365B-EA42-9B34-16197C347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700" y="6096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08" name="Rectangle 132">
            <a:extLst>
              <a:ext uri="{FF2B5EF4-FFF2-40B4-BE49-F238E27FC236}">
                <a16:creationId xmlns:a16="http://schemas.microsoft.com/office/drawing/2014/main" id="{3EA6453A-A630-5542-9B2F-0F65D55EA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62134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78309" name="Rectangle 133">
            <a:extLst>
              <a:ext uri="{FF2B5EF4-FFF2-40B4-BE49-F238E27FC236}">
                <a16:creationId xmlns:a16="http://schemas.microsoft.com/office/drawing/2014/main" id="{F51A316A-BAFF-3548-A9B5-57349E3E8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62134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</a:p>
        </p:txBody>
      </p:sp>
      <p:sp>
        <p:nvSpPr>
          <p:cNvPr id="178310" name="Oval 134">
            <a:extLst>
              <a:ext uri="{FF2B5EF4-FFF2-40B4-BE49-F238E27FC236}">
                <a16:creationId xmlns:a16="http://schemas.microsoft.com/office/drawing/2014/main" id="{F5D0564B-4F0C-C744-AE4F-81DFDEA1A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6102350"/>
            <a:ext cx="139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8311" name="Line 135">
            <a:extLst>
              <a:ext uri="{FF2B5EF4-FFF2-40B4-BE49-F238E27FC236}">
                <a16:creationId xmlns:a16="http://schemas.microsoft.com/office/drawing/2014/main" id="{BCAADE84-D6BF-5542-BA8C-8A24771B7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9657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12" name="Line 136">
            <a:extLst>
              <a:ext uri="{FF2B5EF4-FFF2-40B4-BE49-F238E27FC236}">
                <a16:creationId xmlns:a16="http://schemas.microsoft.com/office/drawing/2014/main" id="{864C2218-85E4-D64B-9756-B0757AFF3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0292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905" name="Rectangle 137">
            <a:extLst>
              <a:ext uri="{FF2B5EF4-FFF2-40B4-BE49-F238E27FC236}">
                <a16:creationId xmlns:a16="http://schemas.microsoft.com/office/drawing/2014/main" id="{1EA54F0C-C68C-FE44-9328-C7EA69290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4900613"/>
            <a:ext cx="26098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Delay through Extender &amp; Mux</a:t>
            </a:r>
          </a:p>
        </p:txBody>
      </p:sp>
      <p:sp>
        <p:nvSpPr>
          <p:cNvPr id="416906" name="Oval 138">
            <a:extLst>
              <a:ext uri="{FF2B5EF4-FFF2-40B4-BE49-F238E27FC236}">
                <a16:creationId xmlns:a16="http://schemas.microsoft.com/office/drawing/2014/main" id="{1859577D-578A-5A40-B6A1-817FE78E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2597150"/>
            <a:ext cx="215900" cy="9779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6907" name="Arc 139">
            <a:extLst>
              <a:ext uri="{FF2B5EF4-FFF2-40B4-BE49-F238E27FC236}">
                <a16:creationId xmlns:a16="http://schemas.microsoft.com/office/drawing/2014/main" id="{45463AD5-6A99-4745-8E34-13A841A0AA10}"/>
              </a:ext>
            </a:extLst>
          </p:cNvPr>
          <p:cNvSpPr>
            <a:spLocks/>
          </p:cNvSpPr>
          <p:nvPr/>
        </p:nvSpPr>
        <p:spPr bwMode="auto">
          <a:xfrm>
            <a:off x="4419600" y="3055938"/>
            <a:ext cx="298450" cy="19748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6908" name="Group 140">
            <a:extLst>
              <a:ext uri="{FF2B5EF4-FFF2-40B4-BE49-F238E27FC236}">
                <a16:creationId xmlns:a16="http://schemas.microsoft.com/office/drawing/2014/main" id="{EFF4329A-AEB5-AC44-B2CB-1DD3C0A8CF39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3657600"/>
            <a:ext cx="1914525" cy="2516188"/>
            <a:chOff x="3926" y="2304"/>
            <a:chExt cx="1206" cy="1585"/>
          </a:xfrm>
        </p:grpSpPr>
        <p:sp>
          <p:nvSpPr>
            <p:cNvPr id="178327" name="Arc 141">
              <a:extLst>
                <a:ext uri="{FF2B5EF4-FFF2-40B4-BE49-F238E27FC236}">
                  <a16:creationId xmlns:a16="http://schemas.microsoft.com/office/drawing/2014/main" id="{C2BC3D2E-C115-3149-99B0-C4E7EC345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405"/>
              <a:ext cx="524" cy="1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328" name="Arc 142">
              <a:extLst>
                <a:ext uri="{FF2B5EF4-FFF2-40B4-BE49-F238E27FC236}">
                  <a16:creationId xmlns:a16="http://schemas.microsoft.com/office/drawing/2014/main" id="{0DB323C3-87C9-354C-8B6D-A2AE3E87A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549"/>
              <a:ext cx="236" cy="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329" name="Rectangle 143">
              <a:extLst>
                <a:ext uri="{FF2B5EF4-FFF2-40B4-BE49-F238E27FC236}">
                  <a16:creationId xmlns:a16="http://schemas.microsoft.com/office/drawing/2014/main" id="{656E01DE-94A5-9442-B59C-7649DA21C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" y="2304"/>
              <a:ext cx="85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Register</a:t>
              </a:r>
            </a:p>
            <a:p>
              <a:pPr algn="ctr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Write Occurs</a:t>
              </a:r>
            </a:p>
          </p:txBody>
        </p:sp>
      </p:grpSp>
      <p:sp>
        <p:nvSpPr>
          <p:cNvPr id="178317" name="Line 144">
            <a:extLst>
              <a:ext uri="{FF2B5EF4-FFF2-40B4-BE49-F238E27FC236}">
                <a16:creationId xmlns:a16="http://schemas.microsoft.com/office/drawing/2014/main" id="{50B99010-015F-5C4D-A7EC-2C33E05B7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0325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913" name="Rectangle 145">
            <a:extLst>
              <a:ext uri="{FF2B5EF4-FFF2-40B4-BE49-F238E27FC236}">
                <a16:creationId xmlns:a16="http://schemas.microsoft.com/office/drawing/2014/main" id="{19761D98-6394-1749-8FDF-248F9C77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967413"/>
            <a:ext cx="22336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Memory Access Time</a:t>
            </a:r>
          </a:p>
        </p:txBody>
      </p:sp>
      <p:sp>
        <p:nvSpPr>
          <p:cNvPr id="416914" name="Rectangle 146">
            <a:extLst>
              <a:ext uri="{FF2B5EF4-FFF2-40B4-BE49-F238E27FC236}">
                <a16:creationId xmlns:a16="http://schemas.microsoft.com/office/drawing/2014/main" id="{2AD56946-7E59-274D-80FF-20F7D36D1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9300" y="1195388"/>
            <a:ext cx="611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PC+4</a:t>
            </a:r>
            <a:endParaRPr lang="zh-CN" altLang="en-US" sz="1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6915" name="Group 147">
            <a:extLst>
              <a:ext uri="{FF2B5EF4-FFF2-40B4-BE49-F238E27FC236}">
                <a16:creationId xmlns:a16="http://schemas.microsoft.com/office/drawing/2014/main" id="{62DFA1A4-BE40-8C46-A0DC-38CC36DDA0F5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811213"/>
            <a:ext cx="1322387" cy="304800"/>
            <a:chOff x="4315" y="511"/>
            <a:chExt cx="833" cy="192"/>
          </a:xfrm>
        </p:grpSpPr>
        <p:sp>
          <p:nvSpPr>
            <p:cNvPr id="178325" name="Text Box 148">
              <a:extLst>
                <a:ext uri="{FF2B5EF4-FFF2-40B4-BE49-F238E27FC236}">
                  <a16:creationId xmlns:a16="http://schemas.microsoft.com/office/drawing/2014/main" id="{40541714-6496-1943-BF01-FABAC9801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5" y="511"/>
              <a:ext cx="83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PC+4     PC</a:t>
              </a:r>
              <a:r>
                <a: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</a:p>
          </p:txBody>
        </p:sp>
        <p:sp>
          <p:nvSpPr>
            <p:cNvPr id="178326" name="Line 149">
              <a:extLst>
                <a:ext uri="{FF2B5EF4-FFF2-40B4-BE49-F238E27FC236}">
                  <a16:creationId xmlns:a16="http://schemas.microsoft.com/office/drawing/2014/main" id="{E976F185-14A1-0142-8622-B7C28B083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6" y="612"/>
              <a:ext cx="13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321" name="Line 150">
            <a:extLst>
              <a:ext uri="{FF2B5EF4-FFF2-40B4-BE49-F238E27FC236}">
                <a16:creationId xmlns:a16="http://schemas.microsoft.com/office/drawing/2014/main" id="{C95E9A4B-1F85-474A-AF20-1E29C0F82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1525" y="987425"/>
            <a:ext cx="0" cy="660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22" name="Line 151">
            <a:extLst>
              <a:ext uri="{FF2B5EF4-FFF2-40B4-BE49-F238E27FC236}">
                <a16:creationId xmlns:a16="http://schemas.microsoft.com/office/drawing/2014/main" id="{F944F25C-68A1-E14B-BFAA-E6C9D5B4BE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0063" y="885825"/>
            <a:ext cx="30162" cy="21463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23" name="Line 152">
            <a:extLst>
              <a:ext uri="{FF2B5EF4-FFF2-40B4-BE49-F238E27FC236}">
                <a16:creationId xmlns:a16="http://schemas.microsoft.com/office/drawing/2014/main" id="{F0EDE1ED-E619-6446-BCDB-157994294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225" y="1103313"/>
            <a:ext cx="1262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324" name="Text Box 153">
            <a:extLst>
              <a:ext uri="{FF2B5EF4-FFF2-40B4-BE49-F238E27FC236}">
                <a16:creationId xmlns:a16="http://schemas.microsoft.com/office/drawing/2014/main" id="{DAD6BEF4-5C7E-844C-8DF4-CB8D7E6AA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6521450"/>
            <a:ext cx="2019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3" action="ppaction://hlinksldjump"/>
              </a:rPr>
              <a:t>BACK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1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1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1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809" grpId="0"/>
      <p:bldP spid="416831" grpId="0"/>
      <p:bldP spid="416844" grpId="0"/>
      <p:bldP spid="416849" grpId="0"/>
      <p:bldP spid="416855" grpId="0"/>
      <p:bldP spid="416905" grpId="0"/>
      <p:bldP spid="416906" grpId="0" animBg="1"/>
      <p:bldP spid="416913" grpId="0"/>
      <p:bldP spid="4169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1D95CAA6-E8D8-C740-82DE-11EF9C9BD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0988" y="134938"/>
            <a:ext cx="6230937" cy="474662"/>
          </a:xfrm>
        </p:spPr>
        <p:txBody>
          <a:bodyPr/>
          <a:lstStyle/>
          <a:p>
            <a:r>
              <a:rPr lang="zh-CN" altLang="en-US" sz="3200">
                <a:ea typeface="宋体" panose="02010600030101010101" pitchFamily="2" charset="-122"/>
              </a:rPr>
              <a:t>多周期处理器的实现思想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3886DDD-7536-9E4E-A6F9-147A4BF25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762000"/>
            <a:ext cx="8940800" cy="5816600"/>
          </a:xfrm>
        </p:spPr>
        <p:txBody>
          <a:bodyPr/>
          <a:lstStyle/>
          <a:p>
            <a:pPr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单周期处理器的问题根源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时钟周期以最复杂指令所需时间为准，太长！</a:t>
            </a:r>
          </a:p>
          <a:p>
            <a:pPr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解决思路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把指令的执行分成多个阶段，每个阶段在一个时钟周期内完成</a:t>
            </a: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时钟周期以最复杂阶段所花时间为准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尽量分成大致相等的若干阶段</a:t>
            </a: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规定每个阶段最多只能完成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次访存 或 寄存器堆读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 或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每步都设置存储元件，每部执行结果都在下个时钟开始保存到相应单元</a:t>
            </a:r>
          </a:p>
          <a:p>
            <a:pPr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多周期处理器的好处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时钟周期短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不同指令所用周期数可以不同，如：</a:t>
            </a: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five cycles</a:t>
            </a: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Jump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three cycles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（前两个都一样）</a:t>
            </a:r>
          </a:p>
          <a:p>
            <a:pPr lvl="1">
              <a:lnSpc>
                <a:spcPts val="2500"/>
              </a:lnSpc>
              <a:spcBef>
                <a:spcPct val="15000"/>
              </a:spcBef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允许功能部件在一条指令执行过程中被重复使用。如：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Adder +  ALU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（多周期时只用一个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，在不同周期可重复使用）</a:t>
            </a:r>
          </a:p>
          <a:p>
            <a:pPr lvl="2">
              <a:lnSpc>
                <a:spcPts val="2500"/>
              </a:lnSpc>
              <a:spcBef>
                <a:spcPct val="15000"/>
              </a:spcBef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Inst.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Data mem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（多周期时合用，不同周期中重复使用）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>
            <a:extLst>
              <a:ext uri="{FF2B5EF4-FFF2-40B4-BE49-F238E27FC236}">
                <a16:creationId xmlns:a16="http://schemas.microsoft.com/office/drawing/2014/main" id="{345E5E05-7604-1F48-9292-A169803E9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19125"/>
            <a:ext cx="8632825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5" name="Rectangle 3">
            <a:extLst>
              <a:ext uri="{FF2B5EF4-FFF2-40B4-BE49-F238E27FC236}">
                <a16:creationId xmlns:a16="http://schemas.microsoft.com/office/drawing/2014/main" id="{6FADE693-BD5E-9B4B-9FF5-31785D18E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42875"/>
            <a:ext cx="339248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多周期数据通路</a:t>
            </a:r>
          </a:p>
        </p:txBody>
      </p:sp>
      <p:sp>
        <p:nvSpPr>
          <p:cNvPr id="182276" name="Rectangle 6">
            <a:extLst>
              <a:ext uri="{FF2B5EF4-FFF2-40B4-BE49-F238E27FC236}">
                <a16:creationId xmlns:a16="http://schemas.microsoft.com/office/drawing/2014/main" id="{741DC88F-9F44-9B4F-A4D0-C3E245438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3" y="2159000"/>
            <a:ext cx="741362" cy="1849438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82277" name="Group 30">
            <a:extLst>
              <a:ext uri="{FF2B5EF4-FFF2-40B4-BE49-F238E27FC236}">
                <a16:creationId xmlns:a16="http://schemas.microsoft.com/office/drawing/2014/main" id="{A3C06E23-75E7-FB4A-A12F-BB881260B32B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2466975"/>
            <a:ext cx="203200" cy="1241425"/>
            <a:chOff x="3565" y="1554"/>
            <a:chExt cx="128" cy="782"/>
          </a:xfrm>
        </p:grpSpPr>
        <p:sp>
          <p:nvSpPr>
            <p:cNvPr id="182300" name="Rectangle 8">
              <a:extLst>
                <a:ext uri="{FF2B5EF4-FFF2-40B4-BE49-F238E27FC236}">
                  <a16:creationId xmlns:a16="http://schemas.microsoft.com/office/drawing/2014/main" id="{F38F216C-C9D5-EF47-BCD0-E9711F165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1554"/>
              <a:ext cx="125" cy="21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2301" name="Rectangle 9">
              <a:extLst>
                <a:ext uri="{FF2B5EF4-FFF2-40B4-BE49-F238E27FC236}">
                  <a16:creationId xmlns:a16="http://schemas.microsoft.com/office/drawing/2014/main" id="{E5A9784D-18B0-2946-90CC-A168A2BBC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2105"/>
              <a:ext cx="125" cy="23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82278" name="Rectangle 10">
            <a:extLst>
              <a:ext uri="{FF2B5EF4-FFF2-40B4-BE49-F238E27FC236}">
                <a16:creationId xmlns:a16="http://schemas.microsoft.com/office/drawing/2014/main" id="{92995EBC-BD97-FB4F-8534-651265FE4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138" y="2987675"/>
            <a:ext cx="542925" cy="4349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2279" name="Text Box 11">
            <a:extLst>
              <a:ext uri="{FF2B5EF4-FFF2-40B4-BE49-F238E27FC236}">
                <a16:creationId xmlns:a16="http://schemas.microsoft.com/office/drawing/2014/main" id="{4B9C2936-2901-5549-A2EB-C0789B416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675" y="186055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</a:p>
        </p:txBody>
      </p:sp>
      <p:sp>
        <p:nvSpPr>
          <p:cNvPr id="444428" name="Text Box 12">
            <a:extLst>
              <a:ext uri="{FF2B5EF4-FFF2-40B4-BE49-F238E27FC236}">
                <a16:creationId xmlns:a16="http://schemas.microsoft.com/office/drawing/2014/main" id="{AB19C57C-65D4-DD46-B728-9349A8319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6330950"/>
            <a:ext cx="82311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只有一个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ALU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、一个存储器，并在多处增加了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MUX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临时寄存器（加红框的）</a:t>
            </a:r>
          </a:p>
        </p:txBody>
      </p:sp>
      <p:sp>
        <p:nvSpPr>
          <p:cNvPr id="444429" name="Oval 13">
            <a:extLst>
              <a:ext uri="{FF2B5EF4-FFF2-40B4-BE49-F238E27FC236}">
                <a16:creationId xmlns:a16="http://schemas.microsoft.com/office/drawing/2014/main" id="{60D53C46-FB1B-2D41-9570-88CEBF429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1917700"/>
            <a:ext cx="465138" cy="1146175"/>
          </a:xfrm>
          <a:prstGeom prst="ellips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4430" name="Oval 14">
            <a:extLst>
              <a:ext uri="{FF2B5EF4-FFF2-40B4-BE49-F238E27FC236}">
                <a16:creationId xmlns:a16="http://schemas.microsoft.com/office/drawing/2014/main" id="{886676D2-5024-F14D-B90A-BA5A0AD3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5" y="1960563"/>
            <a:ext cx="484188" cy="1089025"/>
          </a:xfrm>
          <a:prstGeom prst="ellips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4431" name="Oval 15">
            <a:extLst>
              <a:ext uri="{FF2B5EF4-FFF2-40B4-BE49-F238E27FC236}">
                <a16:creationId xmlns:a16="http://schemas.microsoft.com/office/drawing/2014/main" id="{78726A19-7103-6E4F-B3ED-C1EF87DAD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3" y="3148013"/>
            <a:ext cx="542925" cy="1276350"/>
          </a:xfrm>
          <a:prstGeom prst="ellips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4432" name="Text Box 16">
            <a:extLst>
              <a:ext uri="{FF2B5EF4-FFF2-40B4-BE49-F238E27FC236}">
                <a16:creationId xmlns:a16="http://schemas.microsoft.com/office/drawing/2014/main" id="{0BA7FA8D-B525-DA46-BC07-2315A0FF4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775" y="647700"/>
            <a:ext cx="4000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能否对</a:t>
            </a:r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P.151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5.25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作如下调整？</a:t>
            </a:r>
          </a:p>
        </p:txBody>
      </p:sp>
      <p:grpSp>
        <p:nvGrpSpPr>
          <p:cNvPr id="444433" name="Group 17">
            <a:extLst>
              <a:ext uri="{FF2B5EF4-FFF2-40B4-BE49-F238E27FC236}">
                <a16:creationId xmlns:a16="http://schemas.microsoft.com/office/drawing/2014/main" id="{294FF97C-C049-D044-94C9-ADF4ADCB9F8B}"/>
              </a:ext>
            </a:extLst>
          </p:cNvPr>
          <p:cNvGrpSpPr>
            <a:grpSpLocks/>
          </p:cNvGrpSpPr>
          <p:nvPr/>
        </p:nvGrpSpPr>
        <p:grpSpPr bwMode="auto">
          <a:xfrm>
            <a:off x="7534275" y="3933825"/>
            <a:ext cx="104775" cy="161925"/>
            <a:chOff x="4710" y="2460"/>
            <a:chExt cx="126" cy="120"/>
          </a:xfrm>
        </p:grpSpPr>
        <p:sp>
          <p:nvSpPr>
            <p:cNvPr id="182298" name="Line 18">
              <a:extLst>
                <a:ext uri="{FF2B5EF4-FFF2-40B4-BE49-F238E27FC236}">
                  <a16:creationId xmlns:a16="http://schemas.microsoft.com/office/drawing/2014/main" id="{26888E19-71CB-2546-8CA3-E54B7E368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2" y="2460"/>
              <a:ext cx="108" cy="12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299" name="Line 19">
              <a:extLst>
                <a:ext uri="{FF2B5EF4-FFF2-40B4-BE49-F238E27FC236}">
                  <a16:creationId xmlns:a16="http://schemas.microsoft.com/office/drawing/2014/main" id="{FDD3F7F1-FC52-C545-A186-690F51699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2478"/>
              <a:ext cx="126" cy="7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4436" name="Group 20">
            <a:extLst>
              <a:ext uri="{FF2B5EF4-FFF2-40B4-BE49-F238E27FC236}">
                <a16:creationId xmlns:a16="http://schemas.microsoft.com/office/drawing/2014/main" id="{1961E7E3-1F4A-B146-922D-4AAD4AF28848}"/>
              </a:ext>
            </a:extLst>
          </p:cNvPr>
          <p:cNvGrpSpPr>
            <a:grpSpLocks/>
          </p:cNvGrpSpPr>
          <p:nvPr/>
        </p:nvGrpSpPr>
        <p:grpSpPr bwMode="auto">
          <a:xfrm>
            <a:off x="7505700" y="3209925"/>
            <a:ext cx="828675" cy="1114425"/>
            <a:chOff x="4716" y="2016"/>
            <a:chExt cx="528" cy="702"/>
          </a:xfrm>
        </p:grpSpPr>
        <p:sp>
          <p:nvSpPr>
            <p:cNvPr id="182295" name="Line 21">
              <a:extLst>
                <a:ext uri="{FF2B5EF4-FFF2-40B4-BE49-F238E27FC236}">
                  <a16:creationId xmlns:a16="http://schemas.microsoft.com/office/drawing/2014/main" id="{4BB75284-E613-C84B-B7E1-E23B047EC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4" y="2016"/>
              <a:ext cx="0" cy="65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296" name="Rectangle 22">
              <a:extLst>
                <a:ext uri="{FF2B5EF4-FFF2-40B4-BE49-F238E27FC236}">
                  <a16:creationId xmlns:a16="http://schemas.microsoft.com/office/drawing/2014/main" id="{0575B796-9C57-B145-AB61-A8BC2EAF8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028"/>
              <a:ext cx="90" cy="6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2297" name="Rectangle 23">
              <a:extLst>
                <a:ext uri="{FF2B5EF4-FFF2-40B4-BE49-F238E27FC236}">
                  <a16:creationId xmlns:a16="http://schemas.microsoft.com/office/drawing/2014/main" id="{284B53BC-D1CB-4146-B7EE-682492AD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" y="2628"/>
              <a:ext cx="444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444440" name="Group 24">
            <a:extLst>
              <a:ext uri="{FF2B5EF4-FFF2-40B4-BE49-F238E27FC236}">
                <a16:creationId xmlns:a16="http://schemas.microsoft.com/office/drawing/2014/main" id="{BA469CF7-14DD-4647-A9EF-03796B6963D0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4467225"/>
            <a:ext cx="723900" cy="682625"/>
            <a:chOff x="1608" y="2814"/>
            <a:chExt cx="456" cy="366"/>
          </a:xfrm>
        </p:grpSpPr>
        <p:sp>
          <p:nvSpPr>
            <p:cNvPr id="182292" name="Text Box 25">
              <a:extLst>
                <a:ext uri="{FF2B5EF4-FFF2-40B4-BE49-F238E27FC236}">
                  <a16:creationId xmlns:a16="http://schemas.microsoft.com/office/drawing/2014/main" id="{591793C2-0480-604F-A0D6-DBBE5968B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8" y="2814"/>
              <a:ext cx="456" cy="2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MDR</a:t>
              </a:r>
            </a:p>
          </p:txBody>
        </p:sp>
        <p:sp>
          <p:nvSpPr>
            <p:cNvPr id="182293" name="Oval 26">
              <a:extLst>
                <a:ext uri="{FF2B5EF4-FFF2-40B4-BE49-F238E27FC236}">
                  <a16:creationId xmlns:a16="http://schemas.microsoft.com/office/drawing/2014/main" id="{8BAAB2A2-AF1D-9342-9772-9F580C410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3012"/>
              <a:ext cx="56" cy="56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2294" name="Line 27">
              <a:extLst>
                <a:ext uri="{FF2B5EF4-FFF2-40B4-BE49-F238E27FC236}">
                  <a16:creationId xmlns:a16="http://schemas.microsoft.com/office/drawing/2014/main" id="{3B1845F4-4152-8842-B72D-ECE0186A12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2" y="3066"/>
              <a:ext cx="0" cy="11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4444" name="Text Box 28">
            <a:extLst>
              <a:ext uri="{FF2B5EF4-FFF2-40B4-BE49-F238E27FC236}">
                <a16:creationId xmlns:a16="http://schemas.microsoft.com/office/drawing/2014/main" id="{AA82F26E-8EEA-3A43-9565-9975C61ED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88913"/>
            <a:ext cx="5653088" cy="400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不行！因为取数时所需的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BT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会被随后结果冲掉！</a:t>
            </a:r>
          </a:p>
        </p:txBody>
      </p:sp>
      <p:sp>
        <p:nvSpPr>
          <p:cNvPr id="444445" name="Text Box 29">
            <a:extLst>
              <a:ext uri="{FF2B5EF4-FFF2-40B4-BE49-F238E27FC236}">
                <a16:creationId xmlns:a16="http://schemas.microsoft.com/office/drawing/2014/main" id="{5F954B73-EFBB-7845-8E57-52C6E3728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4070350"/>
            <a:ext cx="846138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指令在该数据通路的执行过程是什么？</a:t>
            </a:r>
          </a:p>
        </p:txBody>
      </p:sp>
      <p:sp>
        <p:nvSpPr>
          <p:cNvPr id="182290" name="Rectangle 31">
            <a:extLst>
              <a:ext uri="{FF2B5EF4-FFF2-40B4-BE49-F238E27FC236}">
                <a16:creationId xmlns:a16="http://schemas.microsoft.com/office/drawing/2014/main" id="{1FC3D2F3-7031-7046-9ABB-9F02247E8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1814513"/>
            <a:ext cx="280987" cy="8540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9459" name="Text Box 32">
            <a:extLst>
              <a:ext uri="{FF2B5EF4-FFF2-40B4-BE49-F238E27FC236}">
                <a16:creationId xmlns:a16="http://schemas.microsoft.com/office/drawing/2014/main" id="{61B820AB-0947-BC48-9FAA-C939CEFC2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5145088"/>
            <a:ext cx="17335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MDR</a:t>
            </a: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一样不是必须的。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4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4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4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9" grpId="0" animBg="1"/>
      <p:bldP spid="444430" grpId="0" animBg="1"/>
      <p:bldP spid="444431" grpId="0" animBg="1"/>
      <p:bldP spid="444432" grpId="0"/>
      <p:bldP spid="444444" grpId="0" animBg="1"/>
      <p:bldP spid="444445" grpId="0"/>
      <p:bldP spid="1894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EC25E7D3-7376-294A-AD49-005E2CC39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394176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指令各阶段分析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E107EA41-4BB8-E748-8D06-80B54DA9E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4813" y="611188"/>
            <a:ext cx="8453437" cy="5956300"/>
          </a:xfrm>
        </p:spPr>
        <p:txBody>
          <a:bodyPr/>
          <a:lstStyle/>
          <a:p>
            <a:pPr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取指令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读出指令保存到寄存器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（指令寄存器）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并执行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PC+4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的内容不是每个时钟都更新，所以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必须加一个“写使能”控制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在取指令阶段结束时，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的输出为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PC+4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，并送到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的输入端，但不能在每个时钟到来时都更新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也要有“写使能”控制</a:t>
            </a:r>
          </a:p>
          <a:p>
            <a:pPr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读寄存器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经过控制逻辑延迟后，控制信号更新为新值。执行一次寄存器读操作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读出的内容（操作数）保存到临时寄存器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每个时钟到来时，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中的值都要更新，所以不需“写使能”控制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投机计算分支目标地址：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PC+4+4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SignExt(imm16),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保存到临时寄存器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BranchTarget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地址生成（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运算）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寄存器中的内容和扩展器的输出分别送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口和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口，控制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运算，结果在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的输出端</a:t>
            </a:r>
          </a:p>
          <a:p>
            <a:pPr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读存储器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输出作为地址访问存储器，读出数据，保存在临时寄存器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MDR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写结果到寄存器</a:t>
            </a:r>
          </a:p>
          <a:p>
            <a:pPr lvl="1">
              <a:lnSpc>
                <a:spcPts val="2400"/>
              </a:lnSpc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MDR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中的内容写到寄存器堆中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6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6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64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>
            <a:extLst>
              <a:ext uri="{FF2B5EF4-FFF2-40B4-BE49-F238E27FC236}">
                <a16:creationId xmlns:a16="http://schemas.microsoft.com/office/drawing/2014/main" id="{1E951B5C-D8F2-0148-9CA2-E6A8159A9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19125"/>
            <a:ext cx="8632825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347" name="Rectangle 3">
            <a:extLst>
              <a:ext uri="{FF2B5EF4-FFF2-40B4-BE49-F238E27FC236}">
                <a16:creationId xmlns:a16="http://schemas.microsoft.com/office/drawing/2014/main" id="{4BEE3978-761F-9D44-84DB-9943EA8AE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42875"/>
            <a:ext cx="339248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多周期数据通路</a:t>
            </a:r>
          </a:p>
        </p:txBody>
      </p:sp>
      <p:grpSp>
        <p:nvGrpSpPr>
          <p:cNvPr id="446468" name="Group 4">
            <a:extLst>
              <a:ext uri="{FF2B5EF4-FFF2-40B4-BE49-F238E27FC236}">
                <a16:creationId xmlns:a16="http://schemas.microsoft.com/office/drawing/2014/main" id="{DF003F8D-4F5A-C549-80C1-2B2E07195050}"/>
              </a:ext>
            </a:extLst>
          </p:cNvPr>
          <p:cNvGrpSpPr>
            <a:grpSpLocks/>
          </p:cNvGrpSpPr>
          <p:nvPr/>
        </p:nvGrpSpPr>
        <p:grpSpPr bwMode="auto">
          <a:xfrm>
            <a:off x="1560513" y="2159000"/>
            <a:ext cx="1751012" cy="1849438"/>
            <a:chOff x="983" y="1360"/>
            <a:chExt cx="1103" cy="1165"/>
          </a:xfrm>
        </p:grpSpPr>
        <p:sp>
          <p:nvSpPr>
            <p:cNvPr id="185357" name="Rectangle 5">
              <a:extLst>
                <a:ext uri="{FF2B5EF4-FFF2-40B4-BE49-F238E27FC236}">
                  <a16:creationId xmlns:a16="http://schemas.microsoft.com/office/drawing/2014/main" id="{191E69BE-94B4-3549-99AE-F57F64DD7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472"/>
              <a:ext cx="509" cy="963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5358" name="Rectangle 6">
              <a:extLst>
                <a:ext uri="{FF2B5EF4-FFF2-40B4-BE49-F238E27FC236}">
                  <a16:creationId xmlns:a16="http://schemas.microsoft.com/office/drawing/2014/main" id="{BC7F0AC1-012E-454D-AE91-6010818E0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1360"/>
              <a:ext cx="467" cy="11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46474" name="Rectangle 10">
            <a:extLst>
              <a:ext uri="{FF2B5EF4-FFF2-40B4-BE49-F238E27FC236}">
                <a16:creationId xmlns:a16="http://schemas.microsoft.com/office/drawing/2014/main" id="{271B3D4A-909C-D840-B3EE-4C4107297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138" y="2987675"/>
            <a:ext cx="542925" cy="4349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6494" name="Rectangle 30">
            <a:extLst>
              <a:ext uri="{FF2B5EF4-FFF2-40B4-BE49-F238E27FC236}">
                <a16:creationId xmlns:a16="http://schemas.microsoft.com/office/drawing/2014/main" id="{1986922D-88BC-0647-94B6-8D103EBA6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1814513"/>
            <a:ext cx="280987" cy="85407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5351" name="Text Box 31">
            <a:extLst>
              <a:ext uri="{FF2B5EF4-FFF2-40B4-BE49-F238E27FC236}">
                <a16:creationId xmlns:a16="http://schemas.microsoft.com/office/drawing/2014/main" id="{23CF7E65-8A50-A34C-88CF-0BC2179B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6357938"/>
            <a:ext cx="8404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存储元件有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寄存器堆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BranchTarget</a:t>
            </a:r>
          </a:p>
        </p:txBody>
      </p:sp>
      <p:sp>
        <p:nvSpPr>
          <p:cNvPr id="185352" name="Rectangle 32">
            <a:extLst>
              <a:ext uri="{FF2B5EF4-FFF2-40B4-BE49-F238E27FC236}">
                <a16:creationId xmlns:a16="http://schemas.microsoft.com/office/drawing/2014/main" id="{3C241437-A993-B74C-860E-FBC9E9B55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2387600"/>
            <a:ext cx="328613" cy="682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5353" name="Rectangle 33">
            <a:extLst>
              <a:ext uri="{FF2B5EF4-FFF2-40B4-BE49-F238E27FC236}">
                <a16:creationId xmlns:a16="http://schemas.microsoft.com/office/drawing/2014/main" id="{4763E49C-1BDD-CE47-A6FB-78850AEF7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3208338"/>
            <a:ext cx="288925" cy="682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5354" name="Line 34">
            <a:extLst>
              <a:ext uri="{FF2B5EF4-FFF2-40B4-BE49-F238E27FC236}">
                <a16:creationId xmlns:a16="http://schemas.microsoft.com/office/drawing/2014/main" id="{47C401AA-04F6-E842-934D-0FD61BEC7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7675" y="2649538"/>
            <a:ext cx="5191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5" name="Line 35">
            <a:extLst>
              <a:ext uri="{FF2B5EF4-FFF2-40B4-BE49-F238E27FC236}">
                <a16:creationId xmlns:a16="http://schemas.microsoft.com/office/drawing/2014/main" id="{AD6CBC73-445A-754A-B547-FAC00AAB1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1325" y="3514725"/>
            <a:ext cx="574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6501" name="Rectangle 37">
            <a:extLst>
              <a:ext uri="{FF2B5EF4-FFF2-40B4-BE49-F238E27FC236}">
                <a16:creationId xmlns:a16="http://schemas.microsoft.com/office/drawing/2014/main" id="{FB3C4F56-2081-7941-93B9-D4074CB7D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2143125"/>
            <a:ext cx="1073150" cy="1973263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74" grpId="0" animBg="1"/>
      <p:bldP spid="446494" grpId="0" animBg="1"/>
      <p:bldP spid="4465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766AE719-1FDD-C749-A2C0-7B07CDCA0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14313"/>
            <a:ext cx="78994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寄存器堆和存储器的写定时（</a:t>
            </a:r>
            <a:r>
              <a:rPr lang="en-US" altLang="zh-CN">
                <a:ea typeface="宋体" panose="02010600030101010101" pitchFamily="2" charset="-122"/>
              </a:rPr>
              <a:t> Ideal vs. Reality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C626B027-C669-5D4A-8600-B0C97FB24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3675" y="977900"/>
            <a:ext cx="7118350" cy="380682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单周期机器中，寄存器组和存储器被简化为理想的：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时钟边沿到来之前，地址、数据和写使能都已经稳定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时钟边沿到来时，才进行写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实际机器中，寄存器组和存储器的情况为：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写操作不是由时钟边沿触发，是组合电路，其过程为：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写使能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(WE)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，并且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Din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信号已稳定的前提下，经过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 Access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时间，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Din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信号被写入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处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重要之处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地址和数据必须在写使能为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前稳定</a:t>
            </a:r>
          </a:p>
        </p:txBody>
      </p:sp>
      <p:grpSp>
        <p:nvGrpSpPr>
          <p:cNvPr id="186372" name="Group 45">
            <a:extLst>
              <a:ext uri="{FF2B5EF4-FFF2-40B4-BE49-F238E27FC236}">
                <a16:creationId xmlns:a16="http://schemas.microsoft.com/office/drawing/2014/main" id="{5ABF4E81-C41F-BD4F-8BC4-92A4FAB88791}"/>
              </a:ext>
            </a:extLst>
          </p:cNvPr>
          <p:cNvGrpSpPr>
            <a:grpSpLocks/>
          </p:cNvGrpSpPr>
          <p:nvPr/>
        </p:nvGrpSpPr>
        <p:grpSpPr bwMode="auto">
          <a:xfrm>
            <a:off x="7008813" y="1458913"/>
            <a:ext cx="1854200" cy="2351087"/>
            <a:chOff x="4503" y="919"/>
            <a:chExt cx="1168" cy="1481"/>
          </a:xfrm>
        </p:grpSpPr>
        <p:sp>
          <p:nvSpPr>
            <p:cNvPr id="186392" name="Rectangle 4">
              <a:extLst>
                <a:ext uri="{FF2B5EF4-FFF2-40B4-BE49-F238E27FC236}">
                  <a16:creationId xmlns:a16="http://schemas.microsoft.com/office/drawing/2014/main" id="{E74708F5-E8E5-7247-B224-797DCD60E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1" y="1079"/>
              <a:ext cx="566" cy="98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6393" name="Line 5">
              <a:extLst>
                <a:ext uri="{FF2B5EF4-FFF2-40B4-BE49-F238E27FC236}">
                  <a16:creationId xmlns:a16="http://schemas.microsoft.com/office/drawing/2014/main" id="{FE8CECFF-F5CC-1E45-BDDB-C452B8C6D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" y="2183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94" name="Line 6">
              <a:extLst>
                <a:ext uri="{FF2B5EF4-FFF2-40B4-BE49-F238E27FC236}">
                  <a16:creationId xmlns:a16="http://schemas.microsoft.com/office/drawing/2014/main" id="{C9A049CA-B2F3-1E42-8D25-185F67422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5" y="1885"/>
              <a:ext cx="4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95" name="Oval 7">
              <a:extLst>
                <a:ext uri="{FF2B5EF4-FFF2-40B4-BE49-F238E27FC236}">
                  <a16:creationId xmlns:a16="http://schemas.microsoft.com/office/drawing/2014/main" id="{023F55B1-6465-5140-B7E1-02D974E45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" y="2087"/>
              <a:ext cx="86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6396" name="Rectangle 8">
              <a:extLst>
                <a:ext uri="{FF2B5EF4-FFF2-40B4-BE49-F238E27FC236}">
                  <a16:creationId xmlns:a16="http://schemas.microsoft.com/office/drawing/2014/main" id="{8C28B5DB-A0C2-3D45-9E7F-15085BB8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1226"/>
              <a:ext cx="33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Adr</a:t>
              </a:r>
            </a:p>
          </p:txBody>
        </p:sp>
        <p:sp>
          <p:nvSpPr>
            <p:cNvPr id="186397" name="Rectangle 9">
              <a:extLst>
                <a:ext uri="{FF2B5EF4-FFF2-40B4-BE49-F238E27FC236}">
                  <a16:creationId xmlns:a16="http://schemas.microsoft.com/office/drawing/2014/main" id="{EC34CC6E-92D8-CD49-8473-E4E46F4F1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1706"/>
              <a:ext cx="32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Din</a:t>
              </a:r>
            </a:p>
          </p:txBody>
        </p:sp>
        <p:sp>
          <p:nvSpPr>
            <p:cNvPr id="186398" name="Rectangle 10">
              <a:extLst>
                <a:ext uri="{FF2B5EF4-FFF2-40B4-BE49-F238E27FC236}">
                  <a16:creationId xmlns:a16="http://schemas.microsoft.com/office/drawing/2014/main" id="{D36634B4-9FBE-8A44-9643-50C6F28B3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1082"/>
              <a:ext cx="4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186399" name="Rectangle 11">
              <a:extLst>
                <a:ext uri="{FF2B5EF4-FFF2-40B4-BE49-F238E27FC236}">
                  <a16:creationId xmlns:a16="http://schemas.microsoft.com/office/drawing/2014/main" id="{D4A0AD79-B4BA-C04A-A1A3-FE81B9D85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1722"/>
              <a:ext cx="4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Dout</a:t>
              </a:r>
            </a:p>
          </p:txBody>
        </p:sp>
        <p:sp>
          <p:nvSpPr>
            <p:cNvPr id="186400" name="Line 12">
              <a:extLst>
                <a:ext uri="{FF2B5EF4-FFF2-40B4-BE49-F238E27FC236}">
                  <a16:creationId xmlns:a16="http://schemas.microsoft.com/office/drawing/2014/main" id="{A98E132B-18FD-F140-9953-15110665E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77" y="1885"/>
              <a:ext cx="72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1" name="Rectangle 13">
              <a:extLst>
                <a:ext uri="{FF2B5EF4-FFF2-40B4-BE49-F238E27FC236}">
                  <a16:creationId xmlns:a16="http://schemas.microsoft.com/office/drawing/2014/main" id="{0E82EF7C-745C-DB4A-A75B-8737C0849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" y="1387"/>
              <a:ext cx="605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rgbClr val="A50021"/>
                  </a:solidFill>
                  <a:ea typeface="宋体" panose="02010600030101010101" pitchFamily="2" charset="-122"/>
                </a:rPr>
                <a:t>Ideal</a:t>
              </a:r>
            </a:p>
            <a:p>
              <a:pPr algn="ctr"/>
              <a:r>
                <a:rPr lang="en-US" altLang="zh-CN">
                  <a:solidFill>
                    <a:srgbClr val="A50021"/>
                  </a:solidFill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86402" name="Line 14">
              <a:extLst>
                <a:ext uri="{FF2B5EF4-FFF2-40B4-BE49-F238E27FC236}">
                  <a16:creationId xmlns:a16="http://schemas.microsoft.com/office/drawing/2014/main" id="{43FCF386-7160-0A4C-86BA-CA53CF5D9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3" y="131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3" name="Line 15">
              <a:extLst>
                <a:ext uri="{FF2B5EF4-FFF2-40B4-BE49-F238E27FC236}">
                  <a16:creationId xmlns:a16="http://schemas.microsoft.com/office/drawing/2014/main" id="{94B90A29-D289-FC4E-9917-A4B0FD015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3" y="1267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4" name="Line 16">
              <a:extLst>
                <a:ext uri="{FF2B5EF4-FFF2-40B4-BE49-F238E27FC236}">
                  <a16:creationId xmlns:a16="http://schemas.microsoft.com/office/drawing/2014/main" id="{57865C2A-E7A7-3C46-9606-AD66954678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3" y="179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5" name="Line 17">
              <a:extLst>
                <a:ext uri="{FF2B5EF4-FFF2-40B4-BE49-F238E27FC236}">
                  <a16:creationId xmlns:a16="http://schemas.microsoft.com/office/drawing/2014/main" id="{34C5627D-8C05-D249-BCE2-8F97DA7A1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3" y="1747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6" name="Rectangle 18">
              <a:extLst>
                <a:ext uri="{FF2B5EF4-FFF2-40B4-BE49-F238E27FC236}">
                  <a16:creationId xmlns:a16="http://schemas.microsoft.com/office/drawing/2014/main" id="{FDBDE068-1C1A-D748-A239-EEB58503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132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407" name="Rectangle 19">
              <a:extLst>
                <a:ext uri="{FF2B5EF4-FFF2-40B4-BE49-F238E27FC236}">
                  <a16:creationId xmlns:a16="http://schemas.microsoft.com/office/drawing/2014/main" id="{636FAA40-F5E8-F346-B5C0-241FD124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180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408" name="Line 20">
              <a:extLst>
                <a:ext uri="{FF2B5EF4-FFF2-40B4-BE49-F238E27FC236}">
                  <a16:creationId xmlns:a16="http://schemas.microsoft.com/office/drawing/2014/main" id="{3E93382F-8169-3B4F-ABE3-E6F9622AD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7" y="179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09" name="Line 21">
              <a:extLst>
                <a:ext uri="{FF2B5EF4-FFF2-40B4-BE49-F238E27FC236}">
                  <a16:creationId xmlns:a16="http://schemas.microsoft.com/office/drawing/2014/main" id="{261AF25F-6645-684A-A8E6-BEA56EAAD2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7" y="1747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10" name="Rectangle 22">
              <a:extLst>
                <a:ext uri="{FF2B5EF4-FFF2-40B4-BE49-F238E27FC236}">
                  <a16:creationId xmlns:a16="http://schemas.microsoft.com/office/drawing/2014/main" id="{BA2FE057-01D2-744F-A132-CBD46C131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180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411" name="Line 23">
              <a:extLst>
                <a:ext uri="{FF2B5EF4-FFF2-40B4-BE49-F238E27FC236}">
                  <a16:creationId xmlns:a16="http://schemas.microsoft.com/office/drawing/2014/main" id="{0C680D4C-EF0D-0E48-8613-5ECBC1974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7" y="919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412" name="Rectangle 24">
              <a:extLst>
                <a:ext uri="{FF2B5EF4-FFF2-40B4-BE49-F238E27FC236}">
                  <a16:creationId xmlns:a16="http://schemas.microsoft.com/office/drawing/2014/main" id="{A0F6839B-6A07-AF4F-9D12-CD75D5FF4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2" y="2171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186373" name="Group 46">
            <a:extLst>
              <a:ext uri="{FF2B5EF4-FFF2-40B4-BE49-F238E27FC236}">
                <a16:creationId xmlns:a16="http://schemas.microsoft.com/office/drawing/2014/main" id="{FFAF8751-6F3A-224F-89D9-8FD51F04B3BA}"/>
              </a:ext>
            </a:extLst>
          </p:cNvPr>
          <p:cNvGrpSpPr>
            <a:grpSpLocks/>
          </p:cNvGrpSpPr>
          <p:nvPr/>
        </p:nvGrpSpPr>
        <p:grpSpPr bwMode="auto">
          <a:xfrm>
            <a:off x="7100888" y="4445000"/>
            <a:ext cx="1854200" cy="1735138"/>
            <a:chOff x="4497" y="2776"/>
            <a:chExt cx="1168" cy="1093"/>
          </a:xfrm>
        </p:grpSpPr>
        <p:sp>
          <p:nvSpPr>
            <p:cNvPr id="186376" name="Rectangle 26">
              <a:extLst>
                <a:ext uri="{FF2B5EF4-FFF2-40B4-BE49-F238E27FC236}">
                  <a16:creationId xmlns:a16="http://schemas.microsoft.com/office/drawing/2014/main" id="{42C3FD8B-6360-9341-A669-5D7016B0E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936"/>
              <a:ext cx="566" cy="8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6377" name="Rectangle 27">
              <a:extLst>
                <a:ext uri="{FF2B5EF4-FFF2-40B4-BE49-F238E27FC236}">
                  <a16:creationId xmlns:a16="http://schemas.microsoft.com/office/drawing/2014/main" id="{B03DD951-94FE-5147-B5B9-F33D003E2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" y="3083"/>
              <a:ext cx="33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Adr</a:t>
              </a:r>
            </a:p>
          </p:txBody>
        </p:sp>
        <p:sp>
          <p:nvSpPr>
            <p:cNvPr id="186378" name="Rectangle 28">
              <a:extLst>
                <a:ext uri="{FF2B5EF4-FFF2-40B4-BE49-F238E27FC236}">
                  <a16:creationId xmlns:a16="http://schemas.microsoft.com/office/drawing/2014/main" id="{11DD2085-8D4E-4446-8D15-6DBC3B26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" y="3563"/>
              <a:ext cx="32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Din</a:t>
              </a:r>
            </a:p>
          </p:txBody>
        </p:sp>
        <p:sp>
          <p:nvSpPr>
            <p:cNvPr id="186379" name="Rectangle 29">
              <a:extLst>
                <a:ext uri="{FF2B5EF4-FFF2-40B4-BE49-F238E27FC236}">
                  <a16:creationId xmlns:a16="http://schemas.microsoft.com/office/drawing/2014/main" id="{1DFFFB88-5E4C-7B45-B34F-70B6721FA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2939"/>
              <a:ext cx="4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186380" name="Rectangle 30">
              <a:extLst>
                <a:ext uri="{FF2B5EF4-FFF2-40B4-BE49-F238E27FC236}">
                  <a16:creationId xmlns:a16="http://schemas.microsoft.com/office/drawing/2014/main" id="{A9C6A880-5DF3-5146-8B68-3817D0E4E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" y="3571"/>
              <a:ext cx="4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Dout</a:t>
              </a:r>
            </a:p>
          </p:txBody>
        </p:sp>
        <p:sp>
          <p:nvSpPr>
            <p:cNvPr id="186381" name="Rectangle 31">
              <a:extLst>
                <a:ext uri="{FF2B5EF4-FFF2-40B4-BE49-F238E27FC236}">
                  <a16:creationId xmlns:a16="http://schemas.microsoft.com/office/drawing/2014/main" id="{0EFED458-2449-904B-8FDC-3E0865A65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3252"/>
              <a:ext cx="605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rgbClr val="A50021"/>
                  </a:solidFill>
                  <a:ea typeface="宋体" panose="02010600030101010101" pitchFamily="2" charset="-122"/>
                </a:rPr>
                <a:t>Real</a:t>
              </a:r>
            </a:p>
            <a:p>
              <a:pPr algn="ctr"/>
              <a:r>
                <a:rPr lang="en-US" altLang="zh-CN">
                  <a:solidFill>
                    <a:srgbClr val="A50021"/>
                  </a:solidFill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86382" name="Line 32">
              <a:extLst>
                <a:ext uri="{FF2B5EF4-FFF2-40B4-BE49-F238E27FC236}">
                  <a16:creationId xmlns:a16="http://schemas.microsoft.com/office/drawing/2014/main" id="{FD2200C1-DF91-E146-BE22-6B054DF42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7" y="316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83" name="Line 33">
              <a:extLst>
                <a:ext uri="{FF2B5EF4-FFF2-40B4-BE49-F238E27FC236}">
                  <a16:creationId xmlns:a16="http://schemas.microsoft.com/office/drawing/2014/main" id="{2948BD5B-A280-A84F-96B2-A976F546C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7" y="312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84" name="Line 34">
              <a:extLst>
                <a:ext uri="{FF2B5EF4-FFF2-40B4-BE49-F238E27FC236}">
                  <a16:creationId xmlns:a16="http://schemas.microsoft.com/office/drawing/2014/main" id="{2E277E6F-B2A9-D747-8324-BC3AB0589C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7" y="364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85" name="Line 35">
              <a:extLst>
                <a:ext uri="{FF2B5EF4-FFF2-40B4-BE49-F238E27FC236}">
                  <a16:creationId xmlns:a16="http://schemas.microsoft.com/office/drawing/2014/main" id="{0A49DC67-26C6-8A48-8747-22F35D6045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7" y="360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86" name="Rectangle 36">
              <a:extLst>
                <a:ext uri="{FF2B5EF4-FFF2-40B4-BE49-F238E27FC236}">
                  <a16:creationId xmlns:a16="http://schemas.microsoft.com/office/drawing/2014/main" id="{0F134591-06BC-9F43-A8B4-3B7122E51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317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387" name="Rectangle 37">
              <a:extLst>
                <a:ext uri="{FF2B5EF4-FFF2-40B4-BE49-F238E27FC236}">
                  <a16:creationId xmlns:a16="http://schemas.microsoft.com/office/drawing/2014/main" id="{CF7DC328-19FD-BB43-A7DC-DEF3F148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365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388" name="Line 38">
              <a:extLst>
                <a:ext uri="{FF2B5EF4-FFF2-40B4-BE49-F238E27FC236}">
                  <a16:creationId xmlns:a16="http://schemas.microsoft.com/office/drawing/2014/main" id="{BE37065E-233C-F147-9848-5C5E5D94C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1" y="364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89" name="Line 39">
              <a:extLst>
                <a:ext uri="{FF2B5EF4-FFF2-40B4-BE49-F238E27FC236}">
                  <a16:creationId xmlns:a16="http://schemas.microsoft.com/office/drawing/2014/main" id="{036FE8D9-09F7-2E4C-A898-4456C9AB6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1" y="360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390" name="Rectangle 40">
              <a:extLst>
                <a:ext uri="{FF2B5EF4-FFF2-40B4-BE49-F238E27FC236}">
                  <a16:creationId xmlns:a16="http://schemas.microsoft.com/office/drawing/2014/main" id="{EB1CCBC4-4D80-CA48-807B-B0A24B15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" y="365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6391" name="Line 41">
              <a:extLst>
                <a:ext uri="{FF2B5EF4-FFF2-40B4-BE49-F238E27FC236}">
                  <a16:creationId xmlns:a16="http://schemas.microsoft.com/office/drawing/2014/main" id="{FD1C5D84-401D-424E-B98A-7A23400C3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1" y="2776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6374" name="AutoShape 43">
            <a:extLst>
              <a:ext uri="{FF2B5EF4-FFF2-40B4-BE49-F238E27FC236}">
                <a16:creationId xmlns:a16="http://schemas.microsoft.com/office/drawing/2014/main" id="{37E14D5F-7690-D240-B9A4-BD4B26DFE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4100" y="2359025"/>
            <a:ext cx="360363" cy="2746375"/>
          </a:xfrm>
          <a:prstGeom prst="curvedLeftArrow">
            <a:avLst>
              <a:gd name="adj1" fmla="val 41105"/>
              <a:gd name="adj2" fmla="val 193527"/>
              <a:gd name="adj3" fmla="val 33333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6375" name="Text Box 44">
            <a:extLst>
              <a:ext uri="{FF2B5EF4-FFF2-40B4-BE49-F238E27FC236}">
                <a16:creationId xmlns:a16="http://schemas.microsoft.com/office/drawing/2014/main" id="{FEF3DCF1-A60E-9D4B-BD8C-8975F91FF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25" y="5578475"/>
            <a:ext cx="47720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因此，存在地址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Adr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Din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和写使能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WrEn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信号的“竞争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问题！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F9180811-8E15-A045-8007-8312F68CA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925" y="215900"/>
            <a:ext cx="3092450" cy="422275"/>
          </a:xfrm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竞争（</a:t>
            </a:r>
            <a:r>
              <a:rPr lang="en-US" altLang="zh-CN">
                <a:ea typeface="宋体" panose="02010600030101010101" pitchFamily="2" charset="-122"/>
              </a:rPr>
              <a:t>race</a:t>
            </a:r>
            <a:r>
              <a:rPr lang="zh-CN" altLang="en-US">
                <a:ea typeface="宋体" panose="02010600030101010101" pitchFamily="2" charset="-122"/>
              </a:rPr>
              <a:t>）问题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37D3587-80B1-5844-9D01-9E6750E24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7963" y="1109663"/>
            <a:ext cx="7104062" cy="4514850"/>
          </a:xfrm>
        </p:spPr>
        <p:txBody>
          <a:bodyPr/>
          <a:lstStyle/>
          <a:p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File(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寄存器组</a:t>
            </a:r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实际寄存器组在单周期通路中不能可靠工作</a:t>
            </a: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这是因为：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不能保证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Rw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RegWr=1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之前稳定</a:t>
            </a:r>
          </a:p>
          <a:p>
            <a:pPr lvl="1"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Rw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RegWr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race”</a:t>
            </a:r>
          </a:p>
          <a:p>
            <a:pPr lvl="1"/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Memory(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实际存储器在单周期通路中也不能可靠工作</a:t>
            </a:r>
          </a:p>
          <a:p>
            <a:pPr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这是因为：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不能保证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Din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WrEn=1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之前稳定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即：在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Adr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Din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WrEn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race”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8420" name="Group 51">
            <a:extLst>
              <a:ext uri="{FF2B5EF4-FFF2-40B4-BE49-F238E27FC236}">
                <a16:creationId xmlns:a16="http://schemas.microsoft.com/office/drawing/2014/main" id="{52EB5096-E4C9-4341-84A7-849EEEFA4D01}"/>
              </a:ext>
            </a:extLst>
          </p:cNvPr>
          <p:cNvGrpSpPr>
            <a:grpSpLocks/>
          </p:cNvGrpSpPr>
          <p:nvPr/>
        </p:nvGrpSpPr>
        <p:grpSpPr bwMode="auto">
          <a:xfrm>
            <a:off x="6018213" y="871538"/>
            <a:ext cx="3054350" cy="2506662"/>
            <a:chOff x="3791" y="549"/>
            <a:chExt cx="1924" cy="1579"/>
          </a:xfrm>
        </p:grpSpPr>
        <p:sp>
          <p:nvSpPr>
            <p:cNvPr id="188438" name="Rectangle 4">
              <a:extLst>
                <a:ext uri="{FF2B5EF4-FFF2-40B4-BE49-F238E27FC236}">
                  <a16:creationId xmlns:a16="http://schemas.microsoft.com/office/drawing/2014/main" id="{07F2C99D-63DF-7041-80D3-9FF832F9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826"/>
              <a:ext cx="770" cy="125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8439" name="Rectangle 5">
              <a:extLst>
                <a:ext uri="{FF2B5EF4-FFF2-40B4-BE49-F238E27FC236}">
                  <a16:creationId xmlns:a16="http://schemas.microsoft.com/office/drawing/2014/main" id="{27DD854A-F1CF-CA40-80F2-23C2D27B6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275"/>
              <a:ext cx="6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Reg File</a:t>
              </a:r>
            </a:p>
          </p:txBody>
        </p:sp>
        <p:sp>
          <p:nvSpPr>
            <p:cNvPr id="188440" name="Rectangle 6">
              <a:extLst>
                <a:ext uri="{FF2B5EF4-FFF2-40B4-BE49-F238E27FC236}">
                  <a16:creationId xmlns:a16="http://schemas.microsoft.com/office/drawing/2014/main" id="{E1FE0D62-AADB-FF4C-9326-C171E6860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830"/>
              <a:ext cx="277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Ra</a:t>
              </a:r>
            </a:p>
          </p:txBody>
        </p:sp>
        <p:sp>
          <p:nvSpPr>
            <p:cNvPr id="188441" name="Rectangle 7">
              <a:extLst>
                <a:ext uri="{FF2B5EF4-FFF2-40B4-BE49-F238E27FC236}">
                  <a16:creationId xmlns:a16="http://schemas.microsoft.com/office/drawing/2014/main" id="{C35922DE-DF35-FE46-8784-9789B6302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534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Rw</a:t>
              </a:r>
            </a:p>
          </p:txBody>
        </p:sp>
        <p:sp>
          <p:nvSpPr>
            <p:cNvPr id="188442" name="Rectangle 8">
              <a:extLst>
                <a:ext uri="{FF2B5EF4-FFF2-40B4-BE49-F238E27FC236}">
                  <a16:creationId xmlns:a16="http://schemas.microsoft.com/office/drawing/2014/main" id="{11EFCD22-89AA-DC46-9499-C04BDCF66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790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busW</a:t>
              </a:r>
            </a:p>
          </p:txBody>
        </p:sp>
        <p:sp>
          <p:nvSpPr>
            <p:cNvPr id="188443" name="Rectangle 9">
              <a:extLst>
                <a:ext uri="{FF2B5EF4-FFF2-40B4-BE49-F238E27FC236}">
                  <a16:creationId xmlns:a16="http://schemas.microsoft.com/office/drawing/2014/main" id="{7D8BCDDF-A8A0-D14A-82F7-7447E9B88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086"/>
              <a:ext cx="28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Rb</a:t>
              </a:r>
            </a:p>
          </p:txBody>
        </p:sp>
        <p:sp>
          <p:nvSpPr>
            <p:cNvPr id="188444" name="Rectangle 10">
              <a:extLst>
                <a:ext uri="{FF2B5EF4-FFF2-40B4-BE49-F238E27FC236}">
                  <a16:creationId xmlns:a16="http://schemas.microsoft.com/office/drawing/2014/main" id="{72F09782-71A2-F649-BF92-5F2723B5B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1" y="1086"/>
              <a:ext cx="43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busA</a:t>
              </a:r>
            </a:p>
          </p:txBody>
        </p:sp>
        <p:sp>
          <p:nvSpPr>
            <p:cNvPr id="188445" name="Rectangle 11">
              <a:extLst>
                <a:ext uri="{FF2B5EF4-FFF2-40B4-BE49-F238E27FC236}">
                  <a16:creationId xmlns:a16="http://schemas.microsoft.com/office/drawing/2014/main" id="{09CFC938-7C82-1948-BD50-75D002695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1" y="1598"/>
              <a:ext cx="43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busB</a:t>
              </a:r>
            </a:p>
          </p:txBody>
        </p:sp>
        <p:sp>
          <p:nvSpPr>
            <p:cNvPr id="188446" name="Rectangle 12">
              <a:extLst>
                <a:ext uri="{FF2B5EF4-FFF2-40B4-BE49-F238E27FC236}">
                  <a16:creationId xmlns:a16="http://schemas.microsoft.com/office/drawing/2014/main" id="{4ADE953F-744B-3E45-B922-59791C5F4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806"/>
              <a:ext cx="5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188447" name="Line 13">
              <a:extLst>
                <a:ext uri="{FF2B5EF4-FFF2-40B4-BE49-F238E27FC236}">
                  <a16:creationId xmlns:a16="http://schemas.microsoft.com/office/drawing/2014/main" id="{2C2B276E-7EB2-6B44-97CE-E78B4AA14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943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48" name="Line 14">
              <a:extLst>
                <a:ext uri="{FF2B5EF4-FFF2-40B4-BE49-F238E27FC236}">
                  <a16:creationId xmlns:a16="http://schemas.microsoft.com/office/drawing/2014/main" id="{E0C88E82-9193-F04F-A90F-2F2808AFF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885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49" name="Rectangle 15">
              <a:extLst>
                <a:ext uri="{FF2B5EF4-FFF2-40B4-BE49-F238E27FC236}">
                  <a16:creationId xmlns:a16="http://schemas.microsoft.com/office/drawing/2014/main" id="{F6DE3AF6-C065-3E4F-A1A5-9324EB88E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958"/>
              <a:ext cx="18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88450" name="Line 16">
              <a:extLst>
                <a:ext uri="{FF2B5EF4-FFF2-40B4-BE49-F238E27FC236}">
                  <a16:creationId xmlns:a16="http://schemas.microsoft.com/office/drawing/2014/main" id="{80DAC62C-2298-F945-9F8F-ABF049BB9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19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1" name="Line 17">
              <a:extLst>
                <a:ext uri="{FF2B5EF4-FFF2-40B4-BE49-F238E27FC236}">
                  <a16:creationId xmlns:a16="http://schemas.microsoft.com/office/drawing/2014/main" id="{CFD5A419-1FC6-A849-B3C3-3908F76D3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141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2" name="Rectangle 18">
              <a:extLst>
                <a:ext uri="{FF2B5EF4-FFF2-40B4-BE49-F238E27FC236}">
                  <a16:creationId xmlns:a16="http://schemas.microsoft.com/office/drawing/2014/main" id="{C2096E9B-2500-6B4C-8F9D-CB6B15B31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214"/>
              <a:ext cx="1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88453" name="Line 19">
              <a:extLst>
                <a:ext uri="{FF2B5EF4-FFF2-40B4-BE49-F238E27FC236}">
                  <a16:creationId xmlns:a16="http://schemas.microsoft.com/office/drawing/2014/main" id="{68D49836-FE7A-6541-A112-ECBAEB8AD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647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4" name="Line 20">
              <a:extLst>
                <a:ext uri="{FF2B5EF4-FFF2-40B4-BE49-F238E27FC236}">
                  <a16:creationId xmlns:a16="http://schemas.microsoft.com/office/drawing/2014/main" id="{C7BAC02A-9958-E14C-96C3-95666FAE47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588"/>
              <a:ext cx="77" cy="1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5" name="Rectangle 21">
              <a:extLst>
                <a:ext uri="{FF2B5EF4-FFF2-40B4-BE49-F238E27FC236}">
                  <a16:creationId xmlns:a16="http://schemas.microsoft.com/office/drawing/2014/main" id="{F7BFF67C-8C96-D241-93F6-7D252985B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662"/>
              <a:ext cx="1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88456" name="Line 22">
              <a:extLst>
                <a:ext uri="{FF2B5EF4-FFF2-40B4-BE49-F238E27FC236}">
                  <a16:creationId xmlns:a16="http://schemas.microsoft.com/office/drawing/2014/main" id="{06890EDA-1F39-DA40-9239-8067290A3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903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7" name="Line 23">
              <a:extLst>
                <a:ext uri="{FF2B5EF4-FFF2-40B4-BE49-F238E27FC236}">
                  <a16:creationId xmlns:a16="http://schemas.microsoft.com/office/drawing/2014/main" id="{2390104C-7514-B74E-ACEC-7F3B81CE1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844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8" name="Rectangle 24">
              <a:extLst>
                <a:ext uri="{FF2B5EF4-FFF2-40B4-BE49-F238E27FC236}">
                  <a16:creationId xmlns:a16="http://schemas.microsoft.com/office/drawing/2014/main" id="{30908E87-9C4D-A74E-B8EA-624562674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1917"/>
              <a:ext cx="414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59" name="Line 25">
              <a:extLst>
                <a:ext uri="{FF2B5EF4-FFF2-40B4-BE49-F238E27FC236}">
                  <a16:creationId xmlns:a16="http://schemas.microsoft.com/office/drawing/2014/main" id="{76231CC5-D00F-9243-A764-786352A34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" y="1711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60" name="Line 26">
              <a:extLst>
                <a:ext uri="{FF2B5EF4-FFF2-40B4-BE49-F238E27FC236}">
                  <a16:creationId xmlns:a16="http://schemas.microsoft.com/office/drawing/2014/main" id="{48B898A4-7B4C-6A48-85E2-4375F08AF2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" y="1652"/>
              <a:ext cx="76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61" name="Rectangle 27">
              <a:extLst>
                <a:ext uri="{FF2B5EF4-FFF2-40B4-BE49-F238E27FC236}">
                  <a16:creationId xmlns:a16="http://schemas.microsoft.com/office/drawing/2014/main" id="{6AFCA531-D1DF-8948-9284-CD7FB2D5C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" y="1726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62" name="Line 28">
              <a:extLst>
                <a:ext uri="{FF2B5EF4-FFF2-40B4-BE49-F238E27FC236}">
                  <a16:creationId xmlns:a16="http://schemas.microsoft.com/office/drawing/2014/main" id="{629C73A8-917B-DD4E-BA07-709EE1C36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" y="119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63" name="Line 29">
              <a:extLst>
                <a:ext uri="{FF2B5EF4-FFF2-40B4-BE49-F238E27FC236}">
                  <a16:creationId xmlns:a16="http://schemas.microsoft.com/office/drawing/2014/main" id="{BE5607EB-8EBC-F940-8A40-C003BDCFD1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" y="1141"/>
              <a:ext cx="76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64" name="Rectangle 30">
              <a:extLst>
                <a:ext uri="{FF2B5EF4-FFF2-40B4-BE49-F238E27FC236}">
                  <a16:creationId xmlns:a16="http://schemas.microsoft.com/office/drawing/2014/main" id="{7A9140F3-2118-EC4A-97AA-C93241044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" y="1214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65" name="Line 31">
              <a:extLst>
                <a:ext uri="{FF2B5EF4-FFF2-40B4-BE49-F238E27FC236}">
                  <a16:creationId xmlns:a16="http://schemas.microsoft.com/office/drawing/2014/main" id="{C8500FF8-B8C7-2C46-BD66-CC545A26C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9" y="549"/>
              <a:ext cx="0" cy="2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8421" name="Group 49">
            <a:extLst>
              <a:ext uri="{FF2B5EF4-FFF2-40B4-BE49-F238E27FC236}">
                <a16:creationId xmlns:a16="http://schemas.microsoft.com/office/drawing/2014/main" id="{ABE3B513-A9D0-0841-A1FB-9C5AE8E94EB6}"/>
              </a:ext>
            </a:extLst>
          </p:cNvPr>
          <p:cNvGrpSpPr>
            <a:grpSpLocks/>
          </p:cNvGrpSpPr>
          <p:nvPr/>
        </p:nvGrpSpPr>
        <p:grpSpPr bwMode="auto">
          <a:xfrm>
            <a:off x="6392863" y="3865563"/>
            <a:ext cx="2652712" cy="2298700"/>
            <a:chOff x="4312" y="2536"/>
            <a:chExt cx="1168" cy="1033"/>
          </a:xfrm>
        </p:grpSpPr>
        <p:sp>
          <p:nvSpPr>
            <p:cNvPr id="188422" name="Rectangle 33">
              <a:extLst>
                <a:ext uri="{FF2B5EF4-FFF2-40B4-BE49-F238E27FC236}">
                  <a16:creationId xmlns:a16="http://schemas.microsoft.com/office/drawing/2014/main" id="{E4DA73F1-74FD-E24B-85A6-C1900E08E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2696"/>
              <a:ext cx="566" cy="8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8423" name="Rectangle 34">
              <a:extLst>
                <a:ext uri="{FF2B5EF4-FFF2-40B4-BE49-F238E27FC236}">
                  <a16:creationId xmlns:a16="http://schemas.microsoft.com/office/drawing/2014/main" id="{6DF66075-D70F-FC4D-8F3A-7AA1C0DEF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2843"/>
              <a:ext cx="234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Adr</a:t>
              </a:r>
            </a:p>
          </p:txBody>
        </p:sp>
        <p:sp>
          <p:nvSpPr>
            <p:cNvPr id="188424" name="Rectangle 35">
              <a:extLst>
                <a:ext uri="{FF2B5EF4-FFF2-40B4-BE49-F238E27FC236}">
                  <a16:creationId xmlns:a16="http://schemas.microsoft.com/office/drawing/2014/main" id="{183D54BC-2690-294F-9E05-8ABCBFC2E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3323"/>
              <a:ext cx="224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Din</a:t>
              </a:r>
            </a:p>
          </p:txBody>
        </p:sp>
        <p:sp>
          <p:nvSpPr>
            <p:cNvPr id="188425" name="Rectangle 36">
              <a:extLst>
                <a:ext uri="{FF2B5EF4-FFF2-40B4-BE49-F238E27FC236}">
                  <a16:creationId xmlns:a16="http://schemas.microsoft.com/office/drawing/2014/main" id="{4014BAA3-CCEF-7241-9327-AE7E62E46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2699"/>
              <a:ext cx="313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188426" name="Rectangle 37">
              <a:extLst>
                <a:ext uri="{FF2B5EF4-FFF2-40B4-BE49-F238E27FC236}">
                  <a16:creationId xmlns:a16="http://schemas.microsoft.com/office/drawing/2014/main" id="{E5EFEEA9-BF34-FA49-9F50-2EFF5CF79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323"/>
              <a:ext cx="283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Dout</a:t>
              </a:r>
            </a:p>
          </p:txBody>
        </p:sp>
        <p:sp>
          <p:nvSpPr>
            <p:cNvPr id="188427" name="Rectangle 38">
              <a:extLst>
                <a:ext uri="{FF2B5EF4-FFF2-40B4-BE49-F238E27FC236}">
                  <a16:creationId xmlns:a16="http://schemas.microsoft.com/office/drawing/2014/main" id="{5A46E440-A683-234B-BBC7-FF1E1C350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972"/>
              <a:ext cx="46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Real</a:t>
              </a:r>
            </a:p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88428" name="Line 39">
              <a:extLst>
                <a:ext uri="{FF2B5EF4-FFF2-40B4-BE49-F238E27FC236}">
                  <a16:creationId xmlns:a16="http://schemas.microsoft.com/office/drawing/2014/main" id="{7725A59A-8B5F-8749-B90E-EF74F9A58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2" y="292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29" name="Line 40">
              <a:extLst>
                <a:ext uri="{FF2B5EF4-FFF2-40B4-BE49-F238E27FC236}">
                  <a16:creationId xmlns:a16="http://schemas.microsoft.com/office/drawing/2014/main" id="{840BA226-E515-DF4D-8BA2-03DB69F8C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2" y="288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0" name="Line 41">
              <a:extLst>
                <a:ext uri="{FF2B5EF4-FFF2-40B4-BE49-F238E27FC236}">
                  <a16:creationId xmlns:a16="http://schemas.microsoft.com/office/drawing/2014/main" id="{2AA8FB8D-0FF7-324A-9F5A-E093EF4B4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2" y="340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1" name="Line 42">
              <a:extLst>
                <a:ext uri="{FF2B5EF4-FFF2-40B4-BE49-F238E27FC236}">
                  <a16:creationId xmlns:a16="http://schemas.microsoft.com/office/drawing/2014/main" id="{12FE5305-4DFF-4D47-9FBB-625FE9CEC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2" y="336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2" name="Rectangle 43">
              <a:extLst>
                <a:ext uri="{FF2B5EF4-FFF2-40B4-BE49-F238E27FC236}">
                  <a16:creationId xmlns:a16="http://schemas.microsoft.com/office/drawing/2014/main" id="{D8F15FC1-B9B0-7C46-ADBD-BF955D93E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939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33" name="Rectangle 44">
              <a:extLst>
                <a:ext uri="{FF2B5EF4-FFF2-40B4-BE49-F238E27FC236}">
                  <a16:creationId xmlns:a16="http://schemas.microsoft.com/office/drawing/2014/main" id="{1965A698-7B10-6142-86F9-A852217F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419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34" name="Line 45">
              <a:extLst>
                <a:ext uri="{FF2B5EF4-FFF2-40B4-BE49-F238E27FC236}">
                  <a16:creationId xmlns:a16="http://schemas.microsoft.com/office/drawing/2014/main" id="{DC6FD447-BB54-1E4B-85B9-54302B2F20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6" y="340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5" name="Line 46">
              <a:extLst>
                <a:ext uri="{FF2B5EF4-FFF2-40B4-BE49-F238E27FC236}">
                  <a16:creationId xmlns:a16="http://schemas.microsoft.com/office/drawing/2014/main" id="{048E3971-2E4B-4540-A3CD-9D97E90002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6" y="336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6" name="Rectangle 47">
              <a:extLst>
                <a:ext uri="{FF2B5EF4-FFF2-40B4-BE49-F238E27FC236}">
                  <a16:creationId xmlns:a16="http://schemas.microsoft.com/office/drawing/2014/main" id="{7A0F35A0-08C7-274C-979E-5166F2E76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" y="3418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88437" name="Line 48">
              <a:extLst>
                <a:ext uri="{FF2B5EF4-FFF2-40B4-BE49-F238E27FC236}">
                  <a16:creationId xmlns:a16="http://schemas.microsoft.com/office/drawing/2014/main" id="{FE89B163-BB92-EE48-B60E-187E851D9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536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628817CC-60CA-634A-96C6-DA29B4A3D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4025" y="200025"/>
            <a:ext cx="72961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如何在多周期通路中避免“</a:t>
            </a:r>
            <a:r>
              <a:rPr lang="en-US" altLang="zh-CN">
                <a:ea typeface="宋体" panose="02010600030101010101" pitchFamily="2" charset="-122"/>
              </a:rPr>
              <a:t>race”</a:t>
            </a:r>
            <a:r>
              <a:rPr lang="zh-CN" altLang="en-US">
                <a:ea typeface="宋体" panose="02010600030101010101" pitchFamily="2" charset="-122"/>
              </a:rPr>
              <a:t>问题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5CD5387-7A65-4245-9431-E8CCC6D70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9163"/>
            <a:ext cx="8191500" cy="1930400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多时钟周期中解决“竞争”问题的方案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65000"/>
              </a:lnSpc>
              <a:spcBef>
                <a:spcPct val="0"/>
              </a:spcBef>
              <a:buFontTx/>
              <a:buNone/>
            </a:pPr>
            <a:endParaRPr lang="en-US" altLang="zh-CN" sz="2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确认地址和数据在第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周期结束时已稳定</a:t>
            </a:r>
          </a:p>
          <a:p>
            <a:pPr lvl="1">
              <a:spcBef>
                <a:spcPct val="30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使写使能信号在一个周期后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即：第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</a:t>
            </a:r>
          </a:p>
          <a:p>
            <a:pPr lvl="1">
              <a:spcBef>
                <a:spcPct val="30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在写使能信号无效前地址和数据不改变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0A2BE5E2-DA76-D545-BD07-6839EBFD7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6030913"/>
            <a:ext cx="5368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“Race”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问题有时会导致机器神秘出错！</a:t>
            </a:r>
          </a:p>
        </p:txBody>
      </p:sp>
      <p:grpSp>
        <p:nvGrpSpPr>
          <p:cNvPr id="190469" name="Group 57">
            <a:extLst>
              <a:ext uri="{FF2B5EF4-FFF2-40B4-BE49-F238E27FC236}">
                <a16:creationId xmlns:a16="http://schemas.microsoft.com/office/drawing/2014/main" id="{EEF839F9-0177-C142-A5BB-D47E2809D18F}"/>
              </a:ext>
            </a:extLst>
          </p:cNvPr>
          <p:cNvGrpSpPr>
            <a:grpSpLocks/>
          </p:cNvGrpSpPr>
          <p:nvPr/>
        </p:nvGrpSpPr>
        <p:grpSpPr bwMode="auto">
          <a:xfrm>
            <a:off x="1306513" y="3106738"/>
            <a:ext cx="3054350" cy="2506662"/>
            <a:chOff x="3791" y="549"/>
            <a:chExt cx="1924" cy="1579"/>
          </a:xfrm>
        </p:grpSpPr>
        <p:sp>
          <p:nvSpPr>
            <p:cNvPr id="190487" name="Rectangle 58">
              <a:extLst>
                <a:ext uri="{FF2B5EF4-FFF2-40B4-BE49-F238E27FC236}">
                  <a16:creationId xmlns:a16="http://schemas.microsoft.com/office/drawing/2014/main" id="{32494A5D-7FB0-D24E-8B44-039875DE4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826"/>
              <a:ext cx="770" cy="125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0488" name="Rectangle 59">
              <a:extLst>
                <a:ext uri="{FF2B5EF4-FFF2-40B4-BE49-F238E27FC236}">
                  <a16:creationId xmlns:a16="http://schemas.microsoft.com/office/drawing/2014/main" id="{DFEE6845-0666-8840-8660-5D640F72C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275"/>
              <a:ext cx="6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Reg File</a:t>
              </a:r>
            </a:p>
          </p:txBody>
        </p:sp>
        <p:sp>
          <p:nvSpPr>
            <p:cNvPr id="190489" name="Rectangle 60">
              <a:extLst>
                <a:ext uri="{FF2B5EF4-FFF2-40B4-BE49-F238E27FC236}">
                  <a16:creationId xmlns:a16="http://schemas.microsoft.com/office/drawing/2014/main" id="{0FA557D6-AAAE-7C45-A5E2-A26B30130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830"/>
              <a:ext cx="277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Ra</a:t>
              </a:r>
            </a:p>
          </p:txBody>
        </p:sp>
        <p:sp>
          <p:nvSpPr>
            <p:cNvPr id="190490" name="Rectangle 61">
              <a:extLst>
                <a:ext uri="{FF2B5EF4-FFF2-40B4-BE49-F238E27FC236}">
                  <a16:creationId xmlns:a16="http://schemas.microsoft.com/office/drawing/2014/main" id="{21F10DE9-988A-1E48-BD08-835F4954A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534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Rw</a:t>
              </a:r>
            </a:p>
          </p:txBody>
        </p:sp>
        <p:sp>
          <p:nvSpPr>
            <p:cNvPr id="190491" name="Rectangle 62">
              <a:extLst>
                <a:ext uri="{FF2B5EF4-FFF2-40B4-BE49-F238E27FC236}">
                  <a16:creationId xmlns:a16="http://schemas.microsoft.com/office/drawing/2014/main" id="{75DF0A81-A51E-774D-84AB-0056578B2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790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busW</a:t>
              </a:r>
            </a:p>
          </p:txBody>
        </p:sp>
        <p:sp>
          <p:nvSpPr>
            <p:cNvPr id="190492" name="Rectangle 63">
              <a:extLst>
                <a:ext uri="{FF2B5EF4-FFF2-40B4-BE49-F238E27FC236}">
                  <a16:creationId xmlns:a16="http://schemas.microsoft.com/office/drawing/2014/main" id="{A233A364-D401-6547-9E3A-40276876F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1086"/>
              <a:ext cx="28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Rb</a:t>
              </a:r>
            </a:p>
          </p:txBody>
        </p:sp>
        <p:sp>
          <p:nvSpPr>
            <p:cNvPr id="190493" name="Rectangle 64">
              <a:extLst>
                <a:ext uri="{FF2B5EF4-FFF2-40B4-BE49-F238E27FC236}">
                  <a16:creationId xmlns:a16="http://schemas.microsoft.com/office/drawing/2014/main" id="{13077604-5D59-994D-8D42-C6F1BE78F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1" y="1086"/>
              <a:ext cx="43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busA</a:t>
              </a:r>
            </a:p>
          </p:txBody>
        </p:sp>
        <p:sp>
          <p:nvSpPr>
            <p:cNvPr id="190494" name="Rectangle 65">
              <a:extLst>
                <a:ext uri="{FF2B5EF4-FFF2-40B4-BE49-F238E27FC236}">
                  <a16:creationId xmlns:a16="http://schemas.microsoft.com/office/drawing/2014/main" id="{B16DA3E0-528B-FE42-8E82-375F94DEB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1" y="1598"/>
              <a:ext cx="43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busB</a:t>
              </a:r>
            </a:p>
          </p:txBody>
        </p:sp>
        <p:sp>
          <p:nvSpPr>
            <p:cNvPr id="190495" name="Rectangle 66">
              <a:extLst>
                <a:ext uri="{FF2B5EF4-FFF2-40B4-BE49-F238E27FC236}">
                  <a16:creationId xmlns:a16="http://schemas.microsoft.com/office/drawing/2014/main" id="{D21CDBB6-D176-304C-887B-67E0FA6F0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5" y="806"/>
              <a:ext cx="5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RegWr</a:t>
              </a:r>
            </a:p>
          </p:txBody>
        </p:sp>
        <p:sp>
          <p:nvSpPr>
            <p:cNvPr id="190496" name="Line 67">
              <a:extLst>
                <a:ext uri="{FF2B5EF4-FFF2-40B4-BE49-F238E27FC236}">
                  <a16:creationId xmlns:a16="http://schemas.microsoft.com/office/drawing/2014/main" id="{85D72E66-F827-0847-8A4A-7F0B73CF5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943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97" name="Line 68">
              <a:extLst>
                <a:ext uri="{FF2B5EF4-FFF2-40B4-BE49-F238E27FC236}">
                  <a16:creationId xmlns:a16="http://schemas.microsoft.com/office/drawing/2014/main" id="{AD91E51C-0B87-694F-A52E-91B4747DB6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885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98" name="Rectangle 69">
              <a:extLst>
                <a:ext uri="{FF2B5EF4-FFF2-40B4-BE49-F238E27FC236}">
                  <a16:creationId xmlns:a16="http://schemas.microsoft.com/office/drawing/2014/main" id="{DCA90326-C0CB-9F4F-A887-CD2EDA320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958"/>
              <a:ext cx="18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90499" name="Line 70">
              <a:extLst>
                <a:ext uri="{FF2B5EF4-FFF2-40B4-BE49-F238E27FC236}">
                  <a16:creationId xmlns:a16="http://schemas.microsoft.com/office/drawing/2014/main" id="{4A1CBC90-6542-744A-85E7-E85FC5385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19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0" name="Line 71">
              <a:extLst>
                <a:ext uri="{FF2B5EF4-FFF2-40B4-BE49-F238E27FC236}">
                  <a16:creationId xmlns:a16="http://schemas.microsoft.com/office/drawing/2014/main" id="{C8D60C1B-3A54-FE44-A4D7-813FD0FD8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141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1" name="Rectangle 72">
              <a:extLst>
                <a:ext uri="{FF2B5EF4-FFF2-40B4-BE49-F238E27FC236}">
                  <a16:creationId xmlns:a16="http://schemas.microsoft.com/office/drawing/2014/main" id="{04E50C0D-9305-B245-8599-EA40D588C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214"/>
              <a:ext cx="1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90502" name="Line 73">
              <a:extLst>
                <a:ext uri="{FF2B5EF4-FFF2-40B4-BE49-F238E27FC236}">
                  <a16:creationId xmlns:a16="http://schemas.microsoft.com/office/drawing/2014/main" id="{2DFF2793-DD80-F64C-8569-A40A1DF24A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647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3" name="Line 74">
              <a:extLst>
                <a:ext uri="{FF2B5EF4-FFF2-40B4-BE49-F238E27FC236}">
                  <a16:creationId xmlns:a16="http://schemas.microsoft.com/office/drawing/2014/main" id="{D828E1B3-173B-0042-9594-AE135F8A98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588"/>
              <a:ext cx="77" cy="1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4" name="Rectangle 75">
              <a:extLst>
                <a:ext uri="{FF2B5EF4-FFF2-40B4-BE49-F238E27FC236}">
                  <a16:creationId xmlns:a16="http://schemas.microsoft.com/office/drawing/2014/main" id="{701DA4A9-FDA5-F94F-A7D9-EE8D271ED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662"/>
              <a:ext cx="18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90505" name="Line 76">
              <a:extLst>
                <a:ext uri="{FF2B5EF4-FFF2-40B4-BE49-F238E27FC236}">
                  <a16:creationId xmlns:a16="http://schemas.microsoft.com/office/drawing/2014/main" id="{D1634D78-5DC7-774A-8191-267D1183F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3" y="1903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6" name="Line 77">
              <a:extLst>
                <a:ext uri="{FF2B5EF4-FFF2-40B4-BE49-F238E27FC236}">
                  <a16:creationId xmlns:a16="http://schemas.microsoft.com/office/drawing/2014/main" id="{6E50104B-A2AC-4041-AF37-BF0E4CE50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1844"/>
              <a:ext cx="77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7" name="Rectangle 78">
              <a:extLst>
                <a:ext uri="{FF2B5EF4-FFF2-40B4-BE49-F238E27FC236}">
                  <a16:creationId xmlns:a16="http://schemas.microsoft.com/office/drawing/2014/main" id="{93BC369F-D25A-C34D-9143-5BB2654D4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1917"/>
              <a:ext cx="414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508" name="Line 79">
              <a:extLst>
                <a:ext uri="{FF2B5EF4-FFF2-40B4-BE49-F238E27FC236}">
                  <a16:creationId xmlns:a16="http://schemas.microsoft.com/office/drawing/2014/main" id="{4FFCCC73-D51F-5543-8DA3-5A6CE99DE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" y="1711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9" name="Line 80">
              <a:extLst>
                <a:ext uri="{FF2B5EF4-FFF2-40B4-BE49-F238E27FC236}">
                  <a16:creationId xmlns:a16="http://schemas.microsoft.com/office/drawing/2014/main" id="{FFC27E92-107B-0F46-AFBF-77E453F6AC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" y="1652"/>
              <a:ext cx="76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10" name="Rectangle 81">
              <a:extLst>
                <a:ext uri="{FF2B5EF4-FFF2-40B4-BE49-F238E27FC236}">
                  <a16:creationId xmlns:a16="http://schemas.microsoft.com/office/drawing/2014/main" id="{E4B39DD7-8831-5246-A50E-D80A48107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" y="1726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511" name="Line 82">
              <a:extLst>
                <a:ext uri="{FF2B5EF4-FFF2-40B4-BE49-F238E27FC236}">
                  <a16:creationId xmlns:a16="http://schemas.microsoft.com/office/drawing/2014/main" id="{7385085C-D6D1-A648-875E-9ECB030F7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" y="119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12" name="Line 83">
              <a:extLst>
                <a:ext uri="{FF2B5EF4-FFF2-40B4-BE49-F238E27FC236}">
                  <a16:creationId xmlns:a16="http://schemas.microsoft.com/office/drawing/2014/main" id="{3A7BF66C-6F85-464D-BDBE-C0CA1A21E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7" y="1141"/>
              <a:ext cx="76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13" name="Rectangle 84">
              <a:extLst>
                <a:ext uri="{FF2B5EF4-FFF2-40B4-BE49-F238E27FC236}">
                  <a16:creationId xmlns:a16="http://schemas.microsoft.com/office/drawing/2014/main" id="{BC3C8909-B310-B842-AD60-4C39C063D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" y="1214"/>
              <a:ext cx="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514" name="Line 85">
              <a:extLst>
                <a:ext uri="{FF2B5EF4-FFF2-40B4-BE49-F238E27FC236}">
                  <a16:creationId xmlns:a16="http://schemas.microsoft.com/office/drawing/2014/main" id="{70A76291-9232-DC47-B205-7F7D28991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9" y="549"/>
              <a:ext cx="0" cy="2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0470" name="Group 86">
            <a:extLst>
              <a:ext uri="{FF2B5EF4-FFF2-40B4-BE49-F238E27FC236}">
                <a16:creationId xmlns:a16="http://schemas.microsoft.com/office/drawing/2014/main" id="{D96B0D93-126F-7245-ACBC-A6DDA0CCC1AB}"/>
              </a:ext>
            </a:extLst>
          </p:cNvPr>
          <p:cNvGrpSpPr>
            <a:grpSpLocks/>
          </p:cNvGrpSpPr>
          <p:nvPr/>
        </p:nvGrpSpPr>
        <p:grpSpPr bwMode="auto">
          <a:xfrm>
            <a:off x="5748338" y="3344863"/>
            <a:ext cx="2652712" cy="2298700"/>
            <a:chOff x="4312" y="2536"/>
            <a:chExt cx="1168" cy="1033"/>
          </a:xfrm>
        </p:grpSpPr>
        <p:sp>
          <p:nvSpPr>
            <p:cNvPr id="190471" name="Rectangle 87">
              <a:extLst>
                <a:ext uri="{FF2B5EF4-FFF2-40B4-BE49-F238E27FC236}">
                  <a16:creationId xmlns:a16="http://schemas.microsoft.com/office/drawing/2014/main" id="{0E2E7160-6F83-9840-A8D2-19BEFC24E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" y="2696"/>
              <a:ext cx="566" cy="84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0472" name="Rectangle 88">
              <a:extLst>
                <a:ext uri="{FF2B5EF4-FFF2-40B4-BE49-F238E27FC236}">
                  <a16:creationId xmlns:a16="http://schemas.microsoft.com/office/drawing/2014/main" id="{D4E680EC-E970-D945-87FA-AE399A386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2843"/>
              <a:ext cx="234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Adr</a:t>
              </a:r>
            </a:p>
          </p:txBody>
        </p:sp>
        <p:sp>
          <p:nvSpPr>
            <p:cNvPr id="190473" name="Rectangle 89">
              <a:extLst>
                <a:ext uri="{FF2B5EF4-FFF2-40B4-BE49-F238E27FC236}">
                  <a16:creationId xmlns:a16="http://schemas.microsoft.com/office/drawing/2014/main" id="{034A04F2-46A2-8644-8AC1-52914A61A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3323"/>
              <a:ext cx="224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Din</a:t>
              </a:r>
            </a:p>
          </p:txBody>
        </p:sp>
        <p:sp>
          <p:nvSpPr>
            <p:cNvPr id="190474" name="Rectangle 90">
              <a:extLst>
                <a:ext uri="{FF2B5EF4-FFF2-40B4-BE49-F238E27FC236}">
                  <a16:creationId xmlns:a16="http://schemas.microsoft.com/office/drawing/2014/main" id="{72B58E11-F6D5-2C42-87FC-7F46F43A4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2699"/>
              <a:ext cx="313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WrEn</a:t>
              </a:r>
            </a:p>
          </p:txBody>
        </p:sp>
        <p:sp>
          <p:nvSpPr>
            <p:cNvPr id="190475" name="Rectangle 91">
              <a:extLst>
                <a:ext uri="{FF2B5EF4-FFF2-40B4-BE49-F238E27FC236}">
                  <a16:creationId xmlns:a16="http://schemas.microsoft.com/office/drawing/2014/main" id="{26200611-3566-7C46-8DAA-9F46B0EB3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323"/>
              <a:ext cx="283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Dout</a:t>
              </a:r>
            </a:p>
          </p:txBody>
        </p:sp>
        <p:sp>
          <p:nvSpPr>
            <p:cNvPr id="190476" name="Rectangle 92">
              <a:extLst>
                <a:ext uri="{FF2B5EF4-FFF2-40B4-BE49-F238E27FC236}">
                  <a16:creationId xmlns:a16="http://schemas.microsoft.com/office/drawing/2014/main" id="{756BDA38-80DA-FA4A-896E-68862D5BA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972"/>
              <a:ext cx="46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Real</a:t>
              </a:r>
            </a:p>
            <a:p>
              <a:pPr algn="ctr"/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90477" name="Line 93">
              <a:extLst>
                <a:ext uri="{FF2B5EF4-FFF2-40B4-BE49-F238E27FC236}">
                  <a16:creationId xmlns:a16="http://schemas.microsoft.com/office/drawing/2014/main" id="{509C961E-6522-1345-BAB7-337D4DD64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2" y="292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8" name="Line 94">
              <a:extLst>
                <a:ext uri="{FF2B5EF4-FFF2-40B4-BE49-F238E27FC236}">
                  <a16:creationId xmlns:a16="http://schemas.microsoft.com/office/drawing/2014/main" id="{73350362-B3EA-8244-BEFF-42DD7A22E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2" y="288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79" name="Line 95">
              <a:extLst>
                <a:ext uri="{FF2B5EF4-FFF2-40B4-BE49-F238E27FC236}">
                  <a16:creationId xmlns:a16="http://schemas.microsoft.com/office/drawing/2014/main" id="{2E2CBB02-EAC1-7C48-99B1-7F24DEDE1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2" y="340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80" name="Line 96">
              <a:extLst>
                <a:ext uri="{FF2B5EF4-FFF2-40B4-BE49-F238E27FC236}">
                  <a16:creationId xmlns:a16="http://schemas.microsoft.com/office/drawing/2014/main" id="{2847D3AB-4047-FF46-B9CE-00000AE23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2" y="336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81" name="Rectangle 97">
              <a:extLst>
                <a:ext uri="{FF2B5EF4-FFF2-40B4-BE49-F238E27FC236}">
                  <a16:creationId xmlns:a16="http://schemas.microsoft.com/office/drawing/2014/main" id="{E2E7F006-8E93-B64E-9BCF-E8C846518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939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482" name="Rectangle 98">
              <a:extLst>
                <a:ext uri="{FF2B5EF4-FFF2-40B4-BE49-F238E27FC236}">
                  <a16:creationId xmlns:a16="http://schemas.microsoft.com/office/drawing/2014/main" id="{80AD8878-FAB8-844B-A1EF-7D1B282D6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419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483" name="Line 99">
              <a:extLst>
                <a:ext uri="{FF2B5EF4-FFF2-40B4-BE49-F238E27FC236}">
                  <a16:creationId xmlns:a16="http://schemas.microsoft.com/office/drawing/2014/main" id="{70A5DE9A-B75B-4F4C-9212-F2840B22B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6" y="3408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84" name="Line 100">
              <a:extLst>
                <a:ext uri="{FF2B5EF4-FFF2-40B4-BE49-F238E27FC236}">
                  <a16:creationId xmlns:a16="http://schemas.microsoft.com/office/drawing/2014/main" id="{D8FE9A16-2678-664A-BB28-4FE41787D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6" y="336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85" name="Rectangle 101">
              <a:extLst>
                <a:ext uri="{FF2B5EF4-FFF2-40B4-BE49-F238E27FC236}">
                  <a16:creationId xmlns:a16="http://schemas.microsoft.com/office/drawing/2014/main" id="{F627D62D-6461-A648-AC55-BD9DD90CA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" y="3418"/>
              <a:ext cx="1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90486" name="Line 102">
              <a:extLst>
                <a:ext uri="{FF2B5EF4-FFF2-40B4-BE49-F238E27FC236}">
                  <a16:creationId xmlns:a16="http://schemas.microsoft.com/office/drawing/2014/main" id="{657B8751-669A-D54C-8B34-F7BEA16D5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536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447D4370-54EA-AA4F-911E-831C53999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8914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取指周期（取指令、计算下地址）开始时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C10904B-B6F8-6F4A-8485-DCB89BC07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938" y="782638"/>
            <a:ext cx="8191500" cy="779462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在一个时钟到来的下降沿开始取指令周期的任务：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5000"/>
              </a:lnSpc>
            </a:pPr>
            <a:r>
              <a:rPr lang="en-US" altLang="zh-CN">
                <a:ea typeface="宋体" panose="02010600030101010101" pitchFamily="2" charset="-122"/>
              </a:rPr>
              <a:t>M[PC] </a:t>
            </a:r>
            <a:r>
              <a:rPr lang="zh-CN" altLang="en-US">
                <a:ea typeface="宋体" panose="02010600030101010101" pitchFamily="2" charset="-122"/>
              </a:rPr>
              <a:t>；  </a:t>
            </a:r>
            <a:r>
              <a:rPr lang="en-US" altLang="zh-CN">
                <a:ea typeface="宋体" panose="02010600030101010101" pitchFamily="2" charset="-122"/>
              </a:rPr>
              <a:t>PC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PC + 4</a:t>
            </a:r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30DE89B1-9227-C043-857A-F813361CA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238" y="3884613"/>
            <a:ext cx="898525" cy="1711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2517" name="Rectangle 5">
            <a:extLst>
              <a:ext uri="{FF2B5EF4-FFF2-40B4-BE49-F238E27FC236}">
                <a16:creationId xmlns:a16="http://schemas.microsoft.com/office/drawing/2014/main" id="{B3AFD663-EA44-AE45-A2AA-120700EE4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4349750"/>
            <a:ext cx="9604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92518" name="Rectangle 7">
            <a:extLst>
              <a:ext uri="{FF2B5EF4-FFF2-40B4-BE49-F238E27FC236}">
                <a16:creationId xmlns:a16="http://schemas.microsoft.com/office/drawing/2014/main" id="{ABBB50E5-8814-6F46-A2E6-8F1E5CF29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5267325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192519" name="Rectangle 8">
            <a:extLst>
              <a:ext uri="{FF2B5EF4-FFF2-40B4-BE49-F238E27FC236}">
                <a16:creationId xmlns:a16="http://schemas.microsoft.com/office/drawing/2014/main" id="{A2E8259C-E050-FF40-A4FB-DC2E07B4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3895725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92520" name="Line 10">
            <a:extLst>
              <a:ext uri="{FF2B5EF4-FFF2-40B4-BE49-F238E27FC236}">
                <a16:creationId xmlns:a16="http://schemas.microsoft.com/office/drawing/2014/main" id="{1DF0105B-8B7C-A244-ACF3-381BB248CA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4513" y="39544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1" name="Rectangle 11">
            <a:extLst>
              <a:ext uri="{FF2B5EF4-FFF2-40B4-BE49-F238E27FC236}">
                <a16:creationId xmlns:a16="http://schemas.microsoft.com/office/drawing/2014/main" id="{7003FEB9-633D-EC4E-B9A6-A73EF46AA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40481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22" name="Line 15">
            <a:extLst>
              <a:ext uri="{FF2B5EF4-FFF2-40B4-BE49-F238E27FC236}">
                <a16:creationId xmlns:a16="http://schemas.microsoft.com/office/drawing/2014/main" id="{FB9FF9C5-E266-A641-B9C7-3123FE54AA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963" y="5395913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3" name="Line 16">
            <a:extLst>
              <a:ext uri="{FF2B5EF4-FFF2-40B4-BE49-F238E27FC236}">
                <a16:creationId xmlns:a16="http://schemas.microsoft.com/office/drawing/2014/main" id="{0205DD6B-865A-DB4E-B367-E41E6C6454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4513" y="53260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4" name="Rectangle 17">
            <a:extLst>
              <a:ext uri="{FF2B5EF4-FFF2-40B4-BE49-F238E27FC236}">
                <a16:creationId xmlns:a16="http://schemas.microsoft.com/office/drawing/2014/main" id="{8FD1B4D6-F117-F944-B95C-34B1EEB8B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54197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25" name="Line 18">
            <a:extLst>
              <a:ext uri="{FF2B5EF4-FFF2-40B4-BE49-F238E27FC236}">
                <a16:creationId xmlns:a16="http://schemas.microsoft.com/office/drawing/2014/main" id="{2DC9D28A-4C0F-7446-9F9A-D9417238D4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9763" y="5243513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6" name="Line 19">
            <a:extLst>
              <a:ext uri="{FF2B5EF4-FFF2-40B4-BE49-F238E27FC236}">
                <a16:creationId xmlns:a16="http://schemas.microsoft.com/office/drawing/2014/main" id="{352670A5-3161-AF43-8316-7CE26E93E2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2313" y="51736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27" name="Rectangle 20">
            <a:extLst>
              <a:ext uri="{FF2B5EF4-FFF2-40B4-BE49-F238E27FC236}">
                <a16:creationId xmlns:a16="http://schemas.microsoft.com/office/drawing/2014/main" id="{8AF942D4-ED4E-9345-8DA6-643D0FAAD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5" y="52673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28" name="Rectangle 21">
            <a:extLst>
              <a:ext uri="{FF2B5EF4-FFF2-40B4-BE49-F238E27FC236}">
                <a16:creationId xmlns:a16="http://schemas.microsoft.com/office/drawing/2014/main" id="{1EC1611E-0E29-B84E-9993-77C91AEE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5038725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192529" name="Line 22">
            <a:extLst>
              <a:ext uri="{FF2B5EF4-FFF2-40B4-BE49-F238E27FC236}">
                <a16:creationId xmlns:a16="http://schemas.microsoft.com/office/drawing/2014/main" id="{8D842514-B819-D748-AE4F-DDE26AED6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3427413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30" name="Rectangle 23">
            <a:extLst>
              <a:ext uri="{FF2B5EF4-FFF2-40B4-BE49-F238E27FC236}">
                <a16:creationId xmlns:a16="http://schemas.microsoft.com/office/drawing/2014/main" id="{0CC0E6FC-F876-F941-9C1E-8695C3EF8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3262313"/>
            <a:ext cx="1133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=?</a:t>
            </a:r>
          </a:p>
        </p:txBody>
      </p:sp>
      <p:sp>
        <p:nvSpPr>
          <p:cNvPr id="192531" name="Rectangle 24">
            <a:extLst>
              <a:ext uri="{FF2B5EF4-FFF2-40B4-BE49-F238E27FC236}">
                <a16:creationId xmlns:a16="http://schemas.microsoft.com/office/drawing/2014/main" id="{2845BBB7-963A-A542-9020-1C38CB27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970213"/>
            <a:ext cx="288925" cy="796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2532" name="Line 25">
            <a:extLst>
              <a:ext uri="{FF2B5EF4-FFF2-40B4-BE49-F238E27FC236}">
                <a16:creationId xmlns:a16="http://schemas.microsoft.com/office/drawing/2014/main" id="{F4793B80-313C-A148-9267-E1A472B35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063" y="3960813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2533" name="Group 28">
            <a:extLst>
              <a:ext uri="{FF2B5EF4-FFF2-40B4-BE49-F238E27FC236}">
                <a16:creationId xmlns:a16="http://schemas.microsoft.com/office/drawing/2014/main" id="{3181E9CF-0213-C843-ACE0-DFEF12DED376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3487738"/>
            <a:ext cx="187325" cy="301625"/>
            <a:chOff x="1054" y="2494"/>
            <a:chExt cx="118" cy="190"/>
          </a:xfrm>
        </p:grpSpPr>
        <p:sp>
          <p:nvSpPr>
            <p:cNvPr id="192614" name="Line 26">
              <a:extLst>
                <a:ext uri="{FF2B5EF4-FFF2-40B4-BE49-F238E27FC236}">
                  <a16:creationId xmlns:a16="http://schemas.microsoft.com/office/drawing/2014/main" id="{20E1D877-2582-354D-8B01-AEDC34F33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4" y="2494"/>
              <a:ext cx="4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15" name="Line 27">
              <a:extLst>
                <a:ext uri="{FF2B5EF4-FFF2-40B4-BE49-F238E27FC236}">
                  <a16:creationId xmlns:a16="http://schemas.microsoft.com/office/drawing/2014/main" id="{BF02FCC0-1202-5D4B-9D5C-2AE8CE755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2510"/>
              <a:ext cx="62" cy="1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2534" name="Oval 29">
            <a:extLst>
              <a:ext uri="{FF2B5EF4-FFF2-40B4-BE49-F238E27FC236}">
                <a16:creationId xmlns:a16="http://schemas.microsoft.com/office/drawing/2014/main" id="{6053FD36-9191-4E4C-A8E4-D8EEFD53B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038" y="3808413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2535" name="Rectangle 30">
            <a:extLst>
              <a:ext uri="{FF2B5EF4-FFF2-40B4-BE49-F238E27FC236}">
                <a16:creationId xmlns:a16="http://schemas.microsoft.com/office/drawing/2014/main" id="{9053CEEA-FE27-2546-BFD1-6468CA35C83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781970" y="3129756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92536" name="Line 32">
            <a:extLst>
              <a:ext uri="{FF2B5EF4-FFF2-40B4-BE49-F238E27FC236}">
                <a16:creationId xmlns:a16="http://schemas.microsoft.com/office/drawing/2014/main" id="{40F494DE-9863-A147-AC6B-EE5A0AA6DB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74913" y="31162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37" name="Rectangle 33">
            <a:extLst>
              <a:ext uri="{FF2B5EF4-FFF2-40B4-BE49-F238E27FC236}">
                <a16:creationId xmlns:a16="http://schemas.microsoft.com/office/drawing/2014/main" id="{297BE7D9-35AB-E04C-8422-767A05DE3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2099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38" name="Line 34">
            <a:extLst>
              <a:ext uri="{FF2B5EF4-FFF2-40B4-BE49-F238E27FC236}">
                <a16:creationId xmlns:a16="http://schemas.microsoft.com/office/drawing/2014/main" id="{1FD8EE30-20B2-3D49-97C8-2BAF47AE29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3338513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39" name="Line 35">
            <a:extLst>
              <a:ext uri="{FF2B5EF4-FFF2-40B4-BE49-F238E27FC236}">
                <a16:creationId xmlns:a16="http://schemas.microsoft.com/office/drawing/2014/main" id="{71204554-9672-7A49-86AD-BCB1394012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8113" y="32686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40" name="Rectangle 36">
            <a:extLst>
              <a:ext uri="{FF2B5EF4-FFF2-40B4-BE49-F238E27FC236}">
                <a16:creationId xmlns:a16="http://schemas.microsoft.com/office/drawing/2014/main" id="{1DD7A00C-0465-5D4D-B5ED-AA350407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33623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41" name="Rectangle 37">
            <a:extLst>
              <a:ext uri="{FF2B5EF4-FFF2-40B4-BE49-F238E27FC236}">
                <a16:creationId xmlns:a16="http://schemas.microsoft.com/office/drawing/2014/main" id="{DF8D9855-F963-644C-ABD6-7E281313E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94811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192542" name="Group 47">
            <a:extLst>
              <a:ext uri="{FF2B5EF4-FFF2-40B4-BE49-F238E27FC236}">
                <a16:creationId xmlns:a16="http://schemas.microsoft.com/office/drawing/2014/main" id="{68660550-8706-DB40-887D-06B1FDDBFB32}"/>
              </a:ext>
            </a:extLst>
          </p:cNvPr>
          <p:cNvGrpSpPr>
            <a:grpSpLocks/>
          </p:cNvGrpSpPr>
          <p:nvPr/>
        </p:nvGrpSpPr>
        <p:grpSpPr bwMode="auto">
          <a:xfrm>
            <a:off x="7586663" y="3046413"/>
            <a:ext cx="381000" cy="1295400"/>
            <a:chOff x="4608" y="2216"/>
            <a:chExt cx="240" cy="816"/>
          </a:xfrm>
        </p:grpSpPr>
        <p:sp>
          <p:nvSpPr>
            <p:cNvPr id="192605" name="Line 38">
              <a:extLst>
                <a:ext uri="{FF2B5EF4-FFF2-40B4-BE49-F238E27FC236}">
                  <a16:creationId xmlns:a16="http://schemas.microsoft.com/office/drawing/2014/main" id="{67A8D38E-9AC0-1948-95BB-E5850B897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735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6" name="Line 39">
              <a:extLst>
                <a:ext uri="{FF2B5EF4-FFF2-40B4-BE49-F238E27FC236}">
                  <a16:creationId xmlns:a16="http://schemas.microsoft.com/office/drawing/2014/main" id="{77A9A83E-C3FD-3C45-B23C-852FCDD36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216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7" name="Line 40">
              <a:extLst>
                <a:ext uri="{FF2B5EF4-FFF2-40B4-BE49-F238E27FC236}">
                  <a16:creationId xmlns:a16="http://schemas.microsoft.com/office/drawing/2014/main" id="{C0E86FD5-A2C0-E54C-8D36-2278F6887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6" y="2216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8" name="Line 41">
              <a:extLst>
                <a:ext uri="{FF2B5EF4-FFF2-40B4-BE49-F238E27FC236}">
                  <a16:creationId xmlns:a16="http://schemas.microsoft.com/office/drawing/2014/main" id="{85D4D991-B003-DB46-97B6-573A63E19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365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9" name="Line 42">
              <a:extLst>
                <a:ext uri="{FF2B5EF4-FFF2-40B4-BE49-F238E27FC236}">
                  <a16:creationId xmlns:a16="http://schemas.microsoft.com/office/drawing/2014/main" id="{BBA6C155-88C8-464C-B345-F5FC78265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6" y="2867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10" name="Line 43">
              <a:extLst>
                <a:ext uri="{FF2B5EF4-FFF2-40B4-BE49-F238E27FC236}">
                  <a16:creationId xmlns:a16="http://schemas.microsoft.com/office/drawing/2014/main" id="{71FFFFA3-67A4-C247-998D-7F20D0E43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5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11" name="Rectangle 44">
              <a:extLst>
                <a:ext uri="{FF2B5EF4-FFF2-40B4-BE49-F238E27FC236}">
                  <a16:creationId xmlns:a16="http://schemas.microsoft.com/office/drawing/2014/main" id="{4CB71368-C9D0-CF45-B399-F756C72ACC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54" y="2532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92612" name="Line 45">
              <a:extLst>
                <a:ext uri="{FF2B5EF4-FFF2-40B4-BE49-F238E27FC236}">
                  <a16:creationId xmlns:a16="http://schemas.microsoft.com/office/drawing/2014/main" id="{81A2E961-6CB1-784B-A474-1FD7BD642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6" y="2513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13" name="Line 46">
              <a:extLst>
                <a:ext uri="{FF2B5EF4-FFF2-40B4-BE49-F238E27FC236}">
                  <a16:creationId xmlns:a16="http://schemas.microsoft.com/office/drawing/2014/main" id="{1F9D6C16-AF32-9C48-988E-D62E7CCED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6" y="2682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2543" name="Group 51">
            <a:extLst>
              <a:ext uri="{FF2B5EF4-FFF2-40B4-BE49-F238E27FC236}">
                <a16:creationId xmlns:a16="http://schemas.microsoft.com/office/drawing/2014/main" id="{310D0F6F-84D5-AE4C-96E6-943C54BABB66}"/>
              </a:ext>
            </a:extLst>
          </p:cNvPr>
          <p:cNvGrpSpPr>
            <a:grpSpLocks/>
          </p:cNvGrpSpPr>
          <p:nvPr/>
        </p:nvGrpSpPr>
        <p:grpSpPr bwMode="auto">
          <a:xfrm>
            <a:off x="7038975" y="4106863"/>
            <a:ext cx="560388" cy="427037"/>
            <a:chOff x="4263" y="2884"/>
            <a:chExt cx="353" cy="269"/>
          </a:xfrm>
        </p:grpSpPr>
        <p:sp>
          <p:nvSpPr>
            <p:cNvPr id="192602" name="Line 48">
              <a:extLst>
                <a:ext uri="{FF2B5EF4-FFF2-40B4-BE49-F238E27FC236}">
                  <a16:creationId xmlns:a16="http://schemas.microsoft.com/office/drawing/2014/main" id="{16ACBCBB-3903-4F42-ACD6-DC888ADD3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4" y="2928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3" name="Line 49">
              <a:extLst>
                <a:ext uri="{FF2B5EF4-FFF2-40B4-BE49-F238E27FC236}">
                  <a16:creationId xmlns:a16="http://schemas.microsoft.com/office/drawing/2014/main" id="{B4FF5FBF-8C4F-7244-AE31-FEAC24304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" y="288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604" name="Rectangle 50">
              <a:extLst>
                <a:ext uri="{FF2B5EF4-FFF2-40B4-BE49-F238E27FC236}">
                  <a16:creationId xmlns:a16="http://schemas.microsoft.com/office/drawing/2014/main" id="{B41FEA53-5529-ED4A-AD24-0272408C2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2943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2544" name="Line 52">
            <a:extLst>
              <a:ext uri="{FF2B5EF4-FFF2-40B4-BE49-F238E27FC236}">
                <a16:creationId xmlns:a16="http://schemas.microsoft.com/office/drawing/2014/main" id="{55864E7D-508E-0444-914A-309A78DC54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54963" y="3719513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45" name="Line 53">
            <a:extLst>
              <a:ext uri="{FF2B5EF4-FFF2-40B4-BE49-F238E27FC236}">
                <a16:creationId xmlns:a16="http://schemas.microsoft.com/office/drawing/2014/main" id="{54A8B5DB-0898-BF4A-B229-5844A34874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37513" y="36496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46" name="Rectangle 54">
            <a:extLst>
              <a:ext uri="{FF2B5EF4-FFF2-40B4-BE49-F238E27FC236}">
                <a16:creationId xmlns:a16="http://schemas.microsoft.com/office/drawing/2014/main" id="{2518A818-F585-774C-91BA-1C0708292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75" y="37433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2547" name="Line 55">
            <a:extLst>
              <a:ext uri="{FF2B5EF4-FFF2-40B4-BE49-F238E27FC236}">
                <a16:creationId xmlns:a16="http://schemas.microsoft.com/office/drawing/2014/main" id="{2D3465DB-E395-0B45-8512-CFFDEA4E64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5263" y="4164013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48" name="Rectangle 56">
            <a:extLst>
              <a:ext uri="{FF2B5EF4-FFF2-40B4-BE49-F238E27FC236}">
                <a16:creationId xmlns:a16="http://schemas.microsoft.com/office/drawing/2014/main" id="{3928D16E-13EC-7A43-B974-B8DAFF41C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5276850"/>
            <a:ext cx="10874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ALUop=?</a:t>
            </a:r>
          </a:p>
        </p:txBody>
      </p:sp>
      <p:grpSp>
        <p:nvGrpSpPr>
          <p:cNvPr id="192549" name="Group 59">
            <a:extLst>
              <a:ext uri="{FF2B5EF4-FFF2-40B4-BE49-F238E27FC236}">
                <a16:creationId xmlns:a16="http://schemas.microsoft.com/office/drawing/2014/main" id="{26684D7B-59B8-3F43-9662-80A7DB9EAD13}"/>
              </a:ext>
            </a:extLst>
          </p:cNvPr>
          <p:cNvGrpSpPr>
            <a:grpSpLocks/>
          </p:cNvGrpSpPr>
          <p:nvPr/>
        </p:nvGrpSpPr>
        <p:grpSpPr bwMode="auto">
          <a:xfrm>
            <a:off x="7397750" y="4557713"/>
            <a:ext cx="903288" cy="577850"/>
            <a:chOff x="4489" y="3168"/>
            <a:chExt cx="569" cy="364"/>
          </a:xfrm>
        </p:grpSpPr>
        <p:sp>
          <p:nvSpPr>
            <p:cNvPr id="192600" name="Rectangle 57">
              <a:extLst>
                <a:ext uri="{FF2B5EF4-FFF2-40B4-BE49-F238E27FC236}">
                  <a16:creationId xmlns:a16="http://schemas.microsoft.com/office/drawing/2014/main" id="{2C645D19-DD36-D44C-AF62-7170F62D4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" y="3176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2601" name="Rectangle 58">
              <a:extLst>
                <a:ext uri="{FF2B5EF4-FFF2-40B4-BE49-F238E27FC236}">
                  <a16:creationId xmlns:a16="http://schemas.microsoft.com/office/drawing/2014/main" id="{88498727-1D40-084F-BEE2-9E7154A10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68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192550" name="Line 60">
            <a:extLst>
              <a:ext uri="{FF2B5EF4-FFF2-40B4-BE49-F238E27FC236}">
                <a16:creationId xmlns:a16="http://schemas.microsoft.com/office/drawing/2014/main" id="{3B6A326B-A10D-064E-B8FD-8E70D5D513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5263" y="5078413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51" name="Rectangle 61">
            <a:extLst>
              <a:ext uri="{FF2B5EF4-FFF2-40B4-BE49-F238E27FC236}">
                <a16:creationId xmlns:a16="http://schemas.microsoft.com/office/drawing/2014/main" id="{ED3E7341-E5FC-DF46-A1BD-070D78B4C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175" y="3948113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2552" name="Rectangle 62">
            <a:extLst>
              <a:ext uri="{FF2B5EF4-FFF2-40B4-BE49-F238E27FC236}">
                <a16:creationId xmlns:a16="http://schemas.microsoft.com/office/drawing/2014/main" id="{7497E705-7BCC-DC48-8889-3F3E7C75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3884613"/>
            <a:ext cx="288925" cy="1711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92553" name="Group 65">
            <a:extLst>
              <a:ext uri="{FF2B5EF4-FFF2-40B4-BE49-F238E27FC236}">
                <a16:creationId xmlns:a16="http://schemas.microsoft.com/office/drawing/2014/main" id="{026179D6-A100-CD45-8A16-8C5211290312}"/>
              </a:ext>
            </a:extLst>
          </p:cNvPr>
          <p:cNvGrpSpPr>
            <a:grpSpLocks/>
          </p:cNvGrpSpPr>
          <p:nvPr/>
        </p:nvGrpSpPr>
        <p:grpSpPr bwMode="auto">
          <a:xfrm>
            <a:off x="5068888" y="5316538"/>
            <a:ext cx="187325" cy="301625"/>
            <a:chOff x="3022" y="3646"/>
            <a:chExt cx="118" cy="190"/>
          </a:xfrm>
        </p:grpSpPr>
        <p:sp>
          <p:nvSpPr>
            <p:cNvPr id="192598" name="Line 63">
              <a:extLst>
                <a:ext uri="{FF2B5EF4-FFF2-40B4-BE49-F238E27FC236}">
                  <a16:creationId xmlns:a16="http://schemas.microsoft.com/office/drawing/2014/main" id="{ADA15257-DF33-CD49-8BE4-85C08A0E5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2" y="3646"/>
              <a:ext cx="4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99" name="Line 64">
              <a:extLst>
                <a:ext uri="{FF2B5EF4-FFF2-40B4-BE49-F238E27FC236}">
                  <a16:creationId xmlns:a16="http://schemas.microsoft.com/office/drawing/2014/main" id="{6CB999ED-FA3D-CD4F-8A70-00BC4B172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8" y="3662"/>
              <a:ext cx="62" cy="1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2554" name="Oval 66">
            <a:extLst>
              <a:ext uri="{FF2B5EF4-FFF2-40B4-BE49-F238E27FC236}">
                <a16:creationId xmlns:a16="http://schemas.microsoft.com/office/drawing/2014/main" id="{5A9779E2-76EA-8B40-973E-5AC19048E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5637213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2555" name="Rectangle 67">
            <a:extLst>
              <a:ext uri="{FF2B5EF4-FFF2-40B4-BE49-F238E27FC236}">
                <a16:creationId xmlns:a16="http://schemas.microsoft.com/office/drawing/2014/main" id="{720E95F2-E056-BA47-8972-B421A7A3E0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16488" y="4422775"/>
            <a:ext cx="4413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 R</a:t>
            </a:r>
          </a:p>
        </p:txBody>
      </p:sp>
      <p:grpSp>
        <p:nvGrpSpPr>
          <p:cNvPr id="192556" name="Group 71">
            <a:extLst>
              <a:ext uri="{FF2B5EF4-FFF2-40B4-BE49-F238E27FC236}">
                <a16:creationId xmlns:a16="http://schemas.microsoft.com/office/drawing/2014/main" id="{54D3619B-B2DF-524A-AC40-AFAC2F2F1A97}"/>
              </a:ext>
            </a:extLst>
          </p:cNvPr>
          <p:cNvGrpSpPr>
            <a:grpSpLocks/>
          </p:cNvGrpSpPr>
          <p:nvPr/>
        </p:nvGrpSpPr>
        <p:grpSpPr bwMode="auto">
          <a:xfrm>
            <a:off x="5286375" y="4716463"/>
            <a:ext cx="560388" cy="427037"/>
            <a:chOff x="3159" y="3268"/>
            <a:chExt cx="353" cy="269"/>
          </a:xfrm>
        </p:grpSpPr>
        <p:sp>
          <p:nvSpPr>
            <p:cNvPr id="192595" name="Line 68">
              <a:extLst>
                <a:ext uri="{FF2B5EF4-FFF2-40B4-BE49-F238E27FC236}">
                  <a16:creationId xmlns:a16="http://schemas.microsoft.com/office/drawing/2014/main" id="{C0C76A5C-AF34-5B49-8DEB-F14F35B14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0" y="3312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96" name="Line 69">
              <a:extLst>
                <a:ext uri="{FF2B5EF4-FFF2-40B4-BE49-F238E27FC236}">
                  <a16:creationId xmlns:a16="http://schemas.microsoft.com/office/drawing/2014/main" id="{FD1DF161-F147-FE47-8D81-43523D783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2" y="3268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97" name="Rectangle 70">
              <a:extLst>
                <a:ext uri="{FF2B5EF4-FFF2-40B4-BE49-F238E27FC236}">
                  <a16:creationId xmlns:a16="http://schemas.microsoft.com/office/drawing/2014/main" id="{1E3F6F40-166C-304A-BA11-57C046AD4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3327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2557" name="Rectangle 74">
            <a:extLst>
              <a:ext uri="{FF2B5EF4-FFF2-40B4-BE49-F238E27FC236}">
                <a16:creationId xmlns:a16="http://schemas.microsoft.com/office/drawing/2014/main" id="{084FBC0D-1FD1-884E-B767-591551508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57483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92558" name="Line 75">
            <a:extLst>
              <a:ext uri="{FF2B5EF4-FFF2-40B4-BE49-F238E27FC236}">
                <a16:creationId xmlns:a16="http://schemas.microsoft.com/office/drawing/2014/main" id="{7E4C413B-615F-0B4D-9E99-C1E40C2B8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5789613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59" name="Line 76">
            <a:extLst>
              <a:ext uri="{FF2B5EF4-FFF2-40B4-BE49-F238E27FC236}">
                <a16:creationId xmlns:a16="http://schemas.microsoft.com/office/drawing/2014/main" id="{A4B7480C-6D15-864A-BFC7-CC6480C121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2463" y="2868613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60" name="Line 77">
            <a:extLst>
              <a:ext uri="{FF2B5EF4-FFF2-40B4-BE49-F238E27FC236}">
                <a16:creationId xmlns:a16="http://schemas.microsoft.com/office/drawing/2014/main" id="{A8A4994A-9370-EA4D-B6E0-A7D0FEA18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2881313"/>
            <a:ext cx="695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61" name="Line 78">
            <a:extLst>
              <a:ext uri="{FF2B5EF4-FFF2-40B4-BE49-F238E27FC236}">
                <a16:creationId xmlns:a16="http://schemas.microsoft.com/office/drawing/2014/main" id="{367A610C-A966-7A42-AA5C-F9062CA1C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38263" y="2868613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872" name="Group 104">
            <a:extLst>
              <a:ext uri="{FF2B5EF4-FFF2-40B4-BE49-F238E27FC236}">
                <a16:creationId xmlns:a16="http://schemas.microsoft.com/office/drawing/2014/main" id="{17397BFE-38C3-9745-9B38-DFB6A66A6224}"/>
              </a:ext>
            </a:extLst>
          </p:cNvPr>
          <p:cNvGrpSpPr>
            <a:grpSpLocks/>
          </p:cNvGrpSpPr>
          <p:nvPr/>
        </p:nvGrpSpPr>
        <p:grpSpPr bwMode="auto">
          <a:xfrm>
            <a:off x="2151063" y="3160713"/>
            <a:ext cx="5461000" cy="889000"/>
            <a:chOff x="1355" y="1991"/>
            <a:chExt cx="3440" cy="560"/>
          </a:xfrm>
        </p:grpSpPr>
        <p:sp>
          <p:nvSpPr>
            <p:cNvPr id="192592" name="Line 9">
              <a:extLst>
                <a:ext uri="{FF2B5EF4-FFF2-40B4-BE49-F238E27FC236}">
                  <a16:creationId xmlns:a16="http://schemas.microsoft.com/office/drawing/2014/main" id="{6A5B8751-F156-104A-82B9-4D34616E0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5" y="2535"/>
              <a:ext cx="416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93" name="Line 31">
              <a:extLst>
                <a:ext uri="{FF2B5EF4-FFF2-40B4-BE49-F238E27FC236}">
                  <a16:creationId xmlns:a16="http://schemas.microsoft.com/office/drawing/2014/main" id="{1F53FD7A-54BB-374F-840B-A826CE6E6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5" y="2007"/>
              <a:ext cx="344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94" name="Line 79">
              <a:extLst>
                <a:ext uri="{FF2B5EF4-FFF2-40B4-BE49-F238E27FC236}">
                  <a16:creationId xmlns:a16="http://schemas.microsoft.com/office/drawing/2014/main" id="{C333C0B0-566B-4442-9C56-B8926A254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1" y="1991"/>
              <a:ext cx="0" cy="56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70" name="Group 102">
            <a:extLst>
              <a:ext uri="{FF2B5EF4-FFF2-40B4-BE49-F238E27FC236}">
                <a16:creationId xmlns:a16="http://schemas.microsoft.com/office/drawing/2014/main" id="{C6F4A40D-406D-F34C-BBCE-E551CDF3B182}"/>
              </a:ext>
            </a:extLst>
          </p:cNvPr>
          <p:cNvGrpSpPr>
            <a:grpSpLocks/>
          </p:cNvGrpSpPr>
          <p:nvPr/>
        </p:nvGrpSpPr>
        <p:grpSpPr bwMode="auto">
          <a:xfrm>
            <a:off x="2024063" y="2424113"/>
            <a:ext cx="3124200" cy="1435100"/>
            <a:chOff x="1275" y="1527"/>
            <a:chExt cx="1968" cy="904"/>
          </a:xfrm>
        </p:grpSpPr>
        <p:sp>
          <p:nvSpPr>
            <p:cNvPr id="192587" name="Line 72">
              <a:extLst>
                <a:ext uri="{FF2B5EF4-FFF2-40B4-BE49-F238E27FC236}">
                  <a16:creationId xmlns:a16="http://schemas.microsoft.com/office/drawing/2014/main" id="{296099DD-54E5-E14B-B490-227176B0D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159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8" name="Line 80">
              <a:extLst>
                <a:ext uri="{FF2B5EF4-FFF2-40B4-BE49-F238E27FC236}">
                  <a16:creationId xmlns:a16="http://schemas.microsoft.com/office/drawing/2014/main" id="{62FBC3EF-6642-7742-8725-7346D812F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5" y="1583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2589" name="Group 101">
              <a:extLst>
                <a:ext uri="{FF2B5EF4-FFF2-40B4-BE49-F238E27FC236}">
                  <a16:creationId xmlns:a16="http://schemas.microsoft.com/office/drawing/2014/main" id="{F6FBB881-B419-B24E-9395-0501BC69D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4" y="1527"/>
              <a:ext cx="1909" cy="738"/>
              <a:chOff x="1314" y="1527"/>
              <a:chExt cx="1909" cy="738"/>
            </a:xfrm>
          </p:grpSpPr>
          <p:sp>
            <p:nvSpPr>
              <p:cNvPr id="192590" name="Rectangle 73">
                <a:extLst>
                  <a:ext uri="{FF2B5EF4-FFF2-40B4-BE49-F238E27FC236}">
                    <a16:creationId xmlns:a16="http://schemas.microsoft.com/office/drawing/2014/main" id="{5205BD6F-2503-1040-AF8C-964035A7C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3" y="2055"/>
                <a:ext cx="55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IRWr</a:t>
                </a:r>
                <a:r>
                  <a:rPr lang="en-US" altLang="zh-CN" u="sng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=?</a:t>
                </a:r>
              </a:p>
            </p:txBody>
          </p:sp>
          <p:sp>
            <p:nvSpPr>
              <p:cNvPr id="192591" name="Rectangle 81">
                <a:extLst>
                  <a:ext uri="{FF2B5EF4-FFF2-40B4-BE49-F238E27FC236}">
                    <a16:creationId xmlns:a16="http://schemas.microsoft.com/office/drawing/2014/main" id="{2FB0E815-368A-8142-9F75-6CA9B6D07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4" y="1527"/>
                <a:ext cx="61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PCWr=?</a:t>
                </a:r>
              </a:p>
            </p:txBody>
          </p:sp>
        </p:grpSp>
      </p:grpSp>
      <p:grpSp>
        <p:nvGrpSpPr>
          <p:cNvPr id="32877" name="Group 109">
            <a:extLst>
              <a:ext uri="{FF2B5EF4-FFF2-40B4-BE49-F238E27FC236}">
                <a16:creationId xmlns:a16="http://schemas.microsoft.com/office/drawing/2014/main" id="{FDFF66B4-A41A-4848-B0E4-ADE64DF1B1E6}"/>
              </a:ext>
            </a:extLst>
          </p:cNvPr>
          <p:cNvGrpSpPr>
            <a:grpSpLocks/>
          </p:cNvGrpSpPr>
          <p:nvPr/>
        </p:nvGrpSpPr>
        <p:grpSpPr bwMode="auto">
          <a:xfrm>
            <a:off x="850900" y="1676400"/>
            <a:ext cx="7366000" cy="381000"/>
            <a:chOff x="536" y="1056"/>
            <a:chExt cx="4640" cy="240"/>
          </a:xfrm>
        </p:grpSpPr>
        <p:sp>
          <p:nvSpPr>
            <p:cNvPr id="192580" name="Line 82">
              <a:extLst>
                <a:ext uri="{FF2B5EF4-FFF2-40B4-BE49-F238E27FC236}">
                  <a16:creationId xmlns:a16="http://schemas.microsoft.com/office/drawing/2014/main" id="{627FA66D-1C6F-3E4B-8DCF-F05FD4BCA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05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1" name="Line 83">
              <a:extLst>
                <a:ext uri="{FF2B5EF4-FFF2-40B4-BE49-F238E27FC236}">
                  <a16:creationId xmlns:a16="http://schemas.microsoft.com/office/drawing/2014/main" id="{BB5EC21B-BC1E-1146-9EB0-8BED204CA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2" name="Line 84">
              <a:extLst>
                <a:ext uri="{FF2B5EF4-FFF2-40B4-BE49-F238E27FC236}">
                  <a16:creationId xmlns:a16="http://schemas.microsoft.com/office/drawing/2014/main" id="{1108855F-8B2D-AC47-A444-D16CDC97C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296"/>
              <a:ext cx="26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3" name="Line 85">
              <a:extLst>
                <a:ext uri="{FF2B5EF4-FFF2-40B4-BE49-F238E27FC236}">
                  <a16:creationId xmlns:a16="http://schemas.microsoft.com/office/drawing/2014/main" id="{8947D215-6F8C-E04A-A6E2-A7351E462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4" name="Line 86">
              <a:extLst>
                <a:ext uri="{FF2B5EF4-FFF2-40B4-BE49-F238E27FC236}">
                  <a16:creationId xmlns:a16="http://schemas.microsoft.com/office/drawing/2014/main" id="{534ABB46-0AB0-D542-BB1B-6491A6DBF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5" name="Line 87">
              <a:extLst>
                <a:ext uri="{FF2B5EF4-FFF2-40B4-BE49-F238E27FC236}">
                  <a16:creationId xmlns:a16="http://schemas.microsoft.com/office/drawing/2014/main" id="{D78FA2E0-6FD0-614F-86A9-FC3CDFC1B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129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86" name="Line 88">
              <a:extLst>
                <a:ext uri="{FF2B5EF4-FFF2-40B4-BE49-F238E27FC236}">
                  <a16:creationId xmlns:a16="http://schemas.microsoft.com/office/drawing/2014/main" id="{97720F30-FEA2-6247-BC45-D2D1F577E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2" y="1056"/>
              <a:ext cx="1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61" name="Rectangle 93">
            <a:extLst>
              <a:ext uri="{FF2B5EF4-FFF2-40B4-BE49-F238E27FC236}">
                <a16:creationId xmlns:a16="http://schemas.microsoft.com/office/drawing/2014/main" id="{627A4C4C-BCB5-7B4B-BEF4-54A5E812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17526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32879" name="Group 111">
            <a:extLst>
              <a:ext uri="{FF2B5EF4-FFF2-40B4-BE49-F238E27FC236}">
                <a16:creationId xmlns:a16="http://schemas.microsoft.com/office/drawing/2014/main" id="{E9B273EB-F2F9-1246-9B3C-430B2097E92C}"/>
              </a:ext>
            </a:extLst>
          </p:cNvPr>
          <p:cNvGrpSpPr>
            <a:grpSpLocks/>
          </p:cNvGrpSpPr>
          <p:nvPr/>
        </p:nvGrpSpPr>
        <p:grpSpPr bwMode="auto">
          <a:xfrm>
            <a:off x="309563" y="1911350"/>
            <a:ext cx="1479550" cy="860425"/>
            <a:chOff x="231" y="1204"/>
            <a:chExt cx="932" cy="542"/>
          </a:xfrm>
        </p:grpSpPr>
        <p:sp>
          <p:nvSpPr>
            <p:cNvPr id="192576" name="Oval 94">
              <a:extLst>
                <a:ext uri="{FF2B5EF4-FFF2-40B4-BE49-F238E27FC236}">
                  <a16:creationId xmlns:a16="http://schemas.microsoft.com/office/drawing/2014/main" id="{F8929688-96FD-1948-AFAE-3B6289DF5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" y="1204"/>
              <a:ext cx="88" cy="1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92577" name="Group 103">
              <a:extLst>
                <a:ext uri="{FF2B5EF4-FFF2-40B4-BE49-F238E27FC236}">
                  <a16:creationId xmlns:a16="http://schemas.microsoft.com/office/drawing/2014/main" id="{E28F9414-1492-814F-895E-D9D9752C1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" y="1296"/>
              <a:ext cx="932" cy="450"/>
              <a:chOff x="231" y="1296"/>
              <a:chExt cx="932" cy="450"/>
            </a:xfrm>
          </p:grpSpPr>
          <p:sp>
            <p:nvSpPr>
              <p:cNvPr id="192578" name="Arc 95">
                <a:extLst>
                  <a:ext uri="{FF2B5EF4-FFF2-40B4-BE49-F238E27FC236}">
                    <a16:creationId xmlns:a16="http://schemas.microsoft.com/office/drawing/2014/main" id="{2F4AA0F1-F7F5-0546-8770-108599294D0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" y="1296"/>
                <a:ext cx="332" cy="2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2579" name="Rectangle 96">
                <a:extLst>
                  <a:ext uri="{FF2B5EF4-FFF2-40B4-BE49-F238E27FC236}">
                    <a16:creationId xmlns:a16="http://schemas.microsoft.com/office/drawing/2014/main" id="{588496B6-17ED-604C-9744-8B5AB4B5D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" y="1536"/>
                <a:ext cx="93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You are here!</a:t>
                </a:r>
              </a:p>
            </p:txBody>
          </p:sp>
        </p:grpSp>
      </p:grpSp>
      <p:grpSp>
        <p:nvGrpSpPr>
          <p:cNvPr id="32878" name="Group 110">
            <a:extLst>
              <a:ext uri="{FF2B5EF4-FFF2-40B4-BE49-F238E27FC236}">
                <a16:creationId xmlns:a16="http://schemas.microsoft.com/office/drawing/2014/main" id="{B97FB8FD-32B2-A849-8D3A-CCAAC82C94A1}"/>
              </a:ext>
            </a:extLst>
          </p:cNvPr>
          <p:cNvGrpSpPr>
            <a:grpSpLocks/>
          </p:cNvGrpSpPr>
          <p:nvPr/>
        </p:nvGrpSpPr>
        <p:grpSpPr bwMode="auto">
          <a:xfrm>
            <a:off x="1317625" y="1993900"/>
            <a:ext cx="6467475" cy="473075"/>
            <a:chOff x="864" y="1256"/>
            <a:chExt cx="4040" cy="298"/>
          </a:xfrm>
        </p:grpSpPr>
        <p:sp>
          <p:nvSpPr>
            <p:cNvPr id="192571" name="Line 89">
              <a:extLst>
                <a:ext uri="{FF2B5EF4-FFF2-40B4-BE49-F238E27FC236}">
                  <a16:creationId xmlns:a16="http://schemas.microsoft.com/office/drawing/2014/main" id="{5EB4C6F5-D0D5-F343-9EC9-0FC35C2DE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5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72" name="Line 90">
              <a:extLst>
                <a:ext uri="{FF2B5EF4-FFF2-40B4-BE49-F238E27FC236}">
                  <a16:creationId xmlns:a16="http://schemas.microsoft.com/office/drawing/2014/main" id="{BC46CCEA-157A-AE42-AAD6-D195197D4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0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73" name="Line 91">
              <a:extLst>
                <a:ext uri="{FF2B5EF4-FFF2-40B4-BE49-F238E27FC236}">
                  <a16:creationId xmlns:a16="http://schemas.microsoft.com/office/drawing/2014/main" id="{2ED0AADF-90F8-BB4C-AC58-928125EF0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" y="1440"/>
              <a:ext cx="104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74" name="Line 92">
              <a:extLst>
                <a:ext uri="{FF2B5EF4-FFF2-40B4-BE49-F238E27FC236}">
                  <a16:creationId xmlns:a16="http://schemas.microsoft.com/office/drawing/2014/main" id="{799EF5DF-F728-AC46-B9A3-D1AAD737C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8" y="1440"/>
              <a:ext cx="145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575" name="Rectangle 97">
              <a:extLst>
                <a:ext uri="{FF2B5EF4-FFF2-40B4-BE49-F238E27FC236}">
                  <a16:creationId xmlns:a16="http://schemas.microsoft.com/office/drawing/2014/main" id="{FA892B2C-3BEB-BE47-A166-C4453D47C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344"/>
              <a:ext cx="160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One</a:t>
              </a: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“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Logic</a:t>
              </a: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” 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Clock</a:t>
              </a: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Cycle</a:t>
              </a:r>
            </a:p>
          </p:txBody>
        </p:sp>
      </p:grpSp>
      <p:sp>
        <p:nvSpPr>
          <p:cNvPr id="32866" name="Text Box 98">
            <a:extLst>
              <a:ext uri="{FF2B5EF4-FFF2-40B4-BE49-F238E27FC236}">
                <a16:creationId xmlns:a16="http://schemas.microsoft.com/office/drawing/2014/main" id="{73ED9788-1B49-654B-A209-1E2E01224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4762500"/>
            <a:ext cx="3098800" cy="18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下个时钟到达时，</a:t>
            </a: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的输入端应是什么？</a:t>
            </a:r>
          </a:p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能否每个时钟更新</a:t>
            </a: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IR?</a:t>
            </a:r>
          </a:p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18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怎样在必要时更新？</a:t>
            </a:r>
          </a:p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加“写使能”控制！</a:t>
            </a:r>
          </a:p>
        </p:txBody>
      </p:sp>
      <p:sp>
        <p:nvSpPr>
          <p:cNvPr id="32867" name="Text Box 99">
            <a:extLst>
              <a:ext uri="{FF2B5EF4-FFF2-40B4-BE49-F238E27FC236}">
                <a16:creationId xmlns:a16="http://schemas.microsoft.com/office/drawing/2014/main" id="{D88AC3CC-D376-284B-A5F2-5C29005A9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5988050"/>
            <a:ext cx="5224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PCWr=?, MemWr=?, IRWr=?, ALUop=?</a:t>
            </a:r>
            <a:endParaRPr lang="zh-CN" altLang="en-US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2868" name="Text Box 100">
            <a:extLst>
              <a:ext uri="{FF2B5EF4-FFF2-40B4-BE49-F238E27FC236}">
                <a16:creationId xmlns:a16="http://schemas.microsoft.com/office/drawing/2014/main" id="{5D62349B-21AF-3C46-9731-B3156A0F5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6276975"/>
            <a:ext cx="52244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PCWr=1, MemWr=0, IRWr=1, ALUop=addu</a:t>
            </a:r>
            <a:endParaRPr lang="zh-CN" altLang="en-US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2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61" grpId="0"/>
      <p:bldP spid="32866" grpId="0" build="allAtOnce"/>
      <p:bldP spid="32867" grpId="0"/>
      <p:bldP spid="328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ED5B9D2D-8DCE-B142-97A7-B785E0F45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3928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取指周期结束时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A10840E9-5691-6C41-87E8-C08A9A209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3388" y="754063"/>
            <a:ext cx="8242300" cy="814387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每一个周期都在下一个时钟到来时结束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此时，存储元件被更新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lvl="1">
              <a:lnSpc>
                <a:spcPct val="115000"/>
              </a:lnSpc>
            </a:pPr>
            <a:r>
              <a:rPr lang="en-US" altLang="zh-CN">
                <a:solidFill>
                  <a:srgbClr val="B7011F"/>
                </a:solidFill>
                <a:ea typeface="宋体" panose="02010600030101010101" pitchFamily="2" charset="-122"/>
              </a:rPr>
              <a:t>IR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M[PC]          </a:t>
            </a:r>
            <a:r>
              <a:rPr lang="en-US" altLang="zh-CN">
                <a:solidFill>
                  <a:srgbClr val="B7011F"/>
                </a:solidFill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← PC + 4</a:t>
            </a:r>
          </a:p>
        </p:txBody>
      </p:sp>
      <p:sp>
        <p:nvSpPr>
          <p:cNvPr id="194564" name="Rectangle 4">
            <a:extLst>
              <a:ext uri="{FF2B5EF4-FFF2-40B4-BE49-F238E27FC236}">
                <a16:creationId xmlns:a16="http://schemas.microsoft.com/office/drawing/2014/main" id="{AD622708-2E01-C949-BB17-9FFA340F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0" y="4008438"/>
            <a:ext cx="898525" cy="1711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65" name="Rectangle 5">
            <a:extLst>
              <a:ext uri="{FF2B5EF4-FFF2-40B4-BE49-F238E27FC236}">
                <a16:creationId xmlns:a16="http://schemas.microsoft.com/office/drawing/2014/main" id="{35550594-C52D-BD4E-A339-895BC50BB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4473575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94566" name="Rectangle 7">
            <a:extLst>
              <a:ext uri="{FF2B5EF4-FFF2-40B4-BE49-F238E27FC236}">
                <a16:creationId xmlns:a16="http://schemas.microsoft.com/office/drawing/2014/main" id="{2D36F474-33CE-F14B-8BA0-31524DAD6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5314950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194567" name="Rectangle 8">
            <a:extLst>
              <a:ext uri="{FF2B5EF4-FFF2-40B4-BE49-F238E27FC236}">
                <a16:creationId xmlns:a16="http://schemas.microsoft.com/office/drawing/2014/main" id="{DA5D45C0-8A16-1246-91C9-16E630B23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4019550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94568" name="Line 9">
            <a:extLst>
              <a:ext uri="{FF2B5EF4-FFF2-40B4-BE49-F238E27FC236}">
                <a16:creationId xmlns:a16="http://schemas.microsoft.com/office/drawing/2014/main" id="{2E0C16E2-B87D-6C4F-B634-F8CADDAFC1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8325" y="4148138"/>
            <a:ext cx="6604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69" name="Line 10">
            <a:extLst>
              <a:ext uri="{FF2B5EF4-FFF2-40B4-BE49-F238E27FC236}">
                <a16:creationId xmlns:a16="http://schemas.microsoft.com/office/drawing/2014/main" id="{23CF9B34-1538-2047-807B-E8B9BB0880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9775" y="40782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70" name="Rectangle 11">
            <a:extLst>
              <a:ext uri="{FF2B5EF4-FFF2-40B4-BE49-F238E27FC236}">
                <a16:creationId xmlns:a16="http://schemas.microsoft.com/office/drawing/2014/main" id="{718B77D9-8E91-5B4C-9D96-9C884F581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438" y="41719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71" name="Line 15">
            <a:extLst>
              <a:ext uri="{FF2B5EF4-FFF2-40B4-BE49-F238E27FC236}">
                <a16:creationId xmlns:a16="http://schemas.microsoft.com/office/drawing/2014/main" id="{978999E4-6CBD-1049-A598-98852AC31C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7225" y="55197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72" name="Line 16">
            <a:extLst>
              <a:ext uri="{FF2B5EF4-FFF2-40B4-BE49-F238E27FC236}">
                <a16:creationId xmlns:a16="http://schemas.microsoft.com/office/drawing/2014/main" id="{6BA1C4DC-3FAE-8B4E-A8E4-3CDB9F0E46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9775" y="5449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73" name="Rectangle 17">
            <a:extLst>
              <a:ext uri="{FF2B5EF4-FFF2-40B4-BE49-F238E27FC236}">
                <a16:creationId xmlns:a16="http://schemas.microsoft.com/office/drawing/2014/main" id="{DD85F6CD-A38D-2946-A6D6-F8750583A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55435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74" name="Line 19">
            <a:extLst>
              <a:ext uri="{FF2B5EF4-FFF2-40B4-BE49-F238E27FC236}">
                <a16:creationId xmlns:a16="http://schemas.microsoft.com/office/drawing/2014/main" id="{2484970A-E3DE-5B48-80D3-BA34BC538B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7575" y="53736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75" name="Rectangle 20">
            <a:extLst>
              <a:ext uri="{FF2B5EF4-FFF2-40B4-BE49-F238E27FC236}">
                <a16:creationId xmlns:a16="http://schemas.microsoft.com/office/drawing/2014/main" id="{B99A6B30-5E0D-AC4C-B97C-E14EBCAFB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4673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76" name="Rectangle 21">
            <a:extLst>
              <a:ext uri="{FF2B5EF4-FFF2-40B4-BE49-F238E27FC236}">
                <a16:creationId xmlns:a16="http://schemas.microsoft.com/office/drawing/2014/main" id="{78AC81AF-A4BC-3A41-836C-EA732A93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5213350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194577" name="Line 22">
            <a:extLst>
              <a:ext uri="{FF2B5EF4-FFF2-40B4-BE49-F238E27FC236}">
                <a16:creationId xmlns:a16="http://schemas.microsoft.com/office/drawing/2014/main" id="{18A0403E-968F-C644-8EA1-DBDF00EE8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0525" y="3551238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78" name="Rectangle 23">
            <a:extLst>
              <a:ext uri="{FF2B5EF4-FFF2-40B4-BE49-F238E27FC236}">
                <a16:creationId xmlns:a16="http://schemas.microsoft.com/office/drawing/2014/main" id="{C15091F1-EF79-3844-919A-2B7AC28A0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438" y="3386138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194579" name="Rectangle 24">
            <a:extLst>
              <a:ext uri="{FF2B5EF4-FFF2-40B4-BE49-F238E27FC236}">
                <a16:creationId xmlns:a16="http://schemas.microsoft.com/office/drawing/2014/main" id="{67209856-870B-A942-97E8-E2F9D7956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3094038"/>
            <a:ext cx="288925" cy="796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80" name="Line 25">
            <a:extLst>
              <a:ext uri="{FF2B5EF4-FFF2-40B4-BE49-F238E27FC236}">
                <a16:creationId xmlns:a16="http://schemas.microsoft.com/office/drawing/2014/main" id="{46ED446D-7F70-F34F-9F10-C38DDF2C0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9325" y="4084638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4581" name="Group 28">
            <a:extLst>
              <a:ext uri="{FF2B5EF4-FFF2-40B4-BE49-F238E27FC236}">
                <a16:creationId xmlns:a16="http://schemas.microsoft.com/office/drawing/2014/main" id="{23EB8DD5-8626-184C-B943-ECD6B8D80AA6}"/>
              </a:ext>
            </a:extLst>
          </p:cNvPr>
          <p:cNvGrpSpPr>
            <a:grpSpLocks/>
          </p:cNvGrpSpPr>
          <p:nvPr/>
        </p:nvGrpSpPr>
        <p:grpSpPr bwMode="auto">
          <a:xfrm>
            <a:off x="2139950" y="3611563"/>
            <a:ext cx="187325" cy="301625"/>
            <a:chOff x="1006" y="2446"/>
            <a:chExt cx="118" cy="190"/>
          </a:xfrm>
        </p:grpSpPr>
        <p:sp>
          <p:nvSpPr>
            <p:cNvPr id="194656" name="Line 26">
              <a:extLst>
                <a:ext uri="{FF2B5EF4-FFF2-40B4-BE49-F238E27FC236}">
                  <a16:creationId xmlns:a16="http://schemas.microsoft.com/office/drawing/2014/main" id="{D1F9EB94-80B8-8E41-A3EF-55BE1E9C8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6" y="2446"/>
              <a:ext cx="4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7" name="Line 27">
              <a:extLst>
                <a:ext uri="{FF2B5EF4-FFF2-40B4-BE49-F238E27FC236}">
                  <a16:creationId xmlns:a16="http://schemas.microsoft.com/office/drawing/2014/main" id="{D7CE98CA-8398-6149-821E-64C234471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" y="2462"/>
              <a:ext cx="62" cy="1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582" name="Oval 29">
            <a:extLst>
              <a:ext uri="{FF2B5EF4-FFF2-40B4-BE49-F238E27FC236}">
                <a16:creationId xmlns:a16="http://schemas.microsoft.com/office/drawing/2014/main" id="{C3874017-E7FC-FC48-BF93-1A5CBD7F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300" y="393223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83" name="Rectangle 30">
            <a:extLst>
              <a:ext uri="{FF2B5EF4-FFF2-40B4-BE49-F238E27FC236}">
                <a16:creationId xmlns:a16="http://schemas.microsoft.com/office/drawing/2014/main" id="{AF888BE3-39E8-C043-AE95-B42C77EEF4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77232" y="3253581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94584" name="Line 31">
            <a:extLst>
              <a:ext uri="{FF2B5EF4-FFF2-40B4-BE49-F238E27FC236}">
                <a16:creationId xmlns:a16="http://schemas.microsoft.com/office/drawing/2014/main" id="{ECB93D9E-8815-8E4D-BF8F-88FF7FB837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4738" y="3308350"/>
            <a:ext cx="5459412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5" name="Line 32">
            <a:extLst>
              <a:ext uri="{FF2B5EF4-FFF2-40B4-BE49-F238E27FC236}">
                <a16:creationId xmlns:a16="http://schemas.microsoft.com/office/drawing/2014/main" id="{45B867C6-7944-AA47-B3A4-7E02F9A824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0175" y="32400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6" name="Rectangle 33">
            <a:extLst>
              <a:ext uri="{FF2B5EF4-FFF2-40B4-BE49-F238E27FC236}">
                <a16:creationId xmlns:a16="http://schemas.microsoft.com/office/drawing/2014/main" id="{6DB52E5D-0E18-BB49-8188-7CF546A8D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33337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87" name="Line 35">
            <a:extLst>
              <a:ext uri="{FF2B5EF4-FFF2-40B4-BE49-F238E27FC236}">
                <a16:creationId xmlns:a16="http://schemas.microsoft.com/office/drawing/2014/main" id="{CF2ADA22-8D7B-BD45-BDD8-1A7B5CC52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3375" y="3392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8" name="Rectangle 36">
            <a:extLst>
              <a:ext uri="{FF2B5EF4-FFF2-40B4-BE49-F238E27FC236}">
                <a16:creationId xmlns:a16="http://schemas.microsoft.com/office/drawing/2014/main" id="{56871618-FEBB-5B44-BE33-A97435FC2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38" y="34861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89" name="Rectangle 37">
            <a:extLst>
              <a:ext uri="{FF2B5EF4-FFF2-40B4-BE49-F238E27FC236}">
                <a16:creationId xmlns:a16="http://schemas.microsoft.com/office/drawing/2014/main" id="{F6E83AEE-7FF1-EC4D-9AE8-10CC20F8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40719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194590" name="Group 47">
            <a:extLst>
              <a:ext uri="{FF2B5EF4-FFF2-40B4-BE49-F238E27FC236}">
                <a16:creationId xmlns:a16="http://schemas.microsoft.com/office/drawing/2014/main" id="{B3138A9A-589C-904B-B71E-6B629C74A3DC}"/>
              </a:ext>
            </a:extLst>
          </p:cNvPr>
          <p:cNvGrpSpPr>
            <a:grpSpLocks/>
          </p:cNvGrpSpPr>
          <p:nvPr/>
        </p:nvGrpSpPr>
        <p:grpSpPr bwMode="auto">
          <a:xfrm>
            <a:off x="7781925" y="3170238"/>
            <a:ext cx="381000" cy="1295400"/>
            <a:chOff x="4560" y="2168"/>
            <a:chExt cx="240" cy="816"/>
          </a:xfrm>
        </p:grpSpPr>
        <p:sp>
          <p:nvSpPr>
            <p:cNvPr id="194647" name="Line 38">
              <a:extLst>
                <a:ext uri="{FF2B5EF4-FFF2-40B4-BE49-F238E27FC236}">
                  <a16:creationId xmlns:a16="http://schemas.microsoft.com/office/drawing/2014/main" id="{72ECDFFD-7668-9E4C-B1AB-657B8E296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8" name="Line 39">
              <a:extLst>
                <a:ext uri="{FF2B5EF4-FFF2-40B4-BE49-F238E27FC236}">
                  <a16:creationId xmlns:a16="http://schemas.microsoft.com/office/drawing/2014/main" id="{E8DDACAC-A9C2-E74F-952F-F7AD77B52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9" name="Line 40">
              <a:extLst>
                <a:ext uri="{FF2B5EF4-FFF2-40B4-BE49-F238E27FC236}">
                  <a16:creationId xmlns:a16="http://schemas.microsoft.com/office/drawing/2014/main" id="{52B9F119-39EE-9846-9804-89CACC790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0" name="Line 41">
              <a:extLst>
                <a:ext uri="{FF2B5EF4-FFF2-40B4-BE49-F238E27FC236}">
                  <a16:creationId xmlns:a16="http://schemas.microsoft.com/office/drawing/2014/main" id="{F83E74A8-9F16-6347-9857-BFDECC632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1" name="Line 42">
              <a:extLst>
                <a:ext uri="{FF2B5EF4-FFF2-40B4-BE49-F238E27FC236}">
                  <a16:creationId xmlns:a16="http://schemas.microsoft.com/office/drawing/2014/main" id="{4993C2FE-D9D6-2149-9E2F-94FCCDFFA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8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2" name="Line 43">
              <a:extLst>
                <a:ext uri="{FF2B5EF4-FFF2-40B4-BE49-F238E27FC236}">
                  <a16:creationId xmlns:a16="http://schemas.microsoft.com/office/drawing/2014/main" id="{C2F88EB7-4B65-CA4F-916D-B1A7AC7D4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3" name="Rectangle 44">
              <a:extLst>
                <a:ext uri="{FF2B5EF4-FFF2-40B4-BE49-F238E27FC236}">
                  <a16:creationId xmlns:a16="http://schemas.microsoft.com/office/drawing/2014/main" id="{ABE2CBF0-F573-8E45-9868-D38E1B642B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06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94654" name="Line 45">
              <a:extLst>
                <a:ext uri="{FF2B5EF4-FFF2-40B4-BE49-F238E27FC236}">
                  <a16:creationId xmlns:a16="http://schemas.microsoft.com/office/drawing/2014/main" id="{20B74771-A9A0-1D40-BBED-9F21FCC70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5" name="Line 46">
              <a:extLst>
                <a:ext uri="{FF2B5EF4-FFF2-40B4-BE49-F238E27FC236}">
                  <a16:creationId xmlns:a16="http://schemas.microsoft.com/office/drawing/2014/main" id="{A91BCFDF-F78F-E243-AD9E-88D1B50BF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8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91" name="Group 51">
            <a:extLst>
              <a:ext uri="{FF2B5EF4-FFF2-40B4-BE49-F238E27FC236}">
                <a16:creationId xmlns:a16="http://schemas.microsoft.com/office/drawing/2014/main" id="{96B0143A-82D3-B845-9524-D04429826ED3}"/>
              </a:ext>
            </a:extLst>
          </p:cNvPr>
          <p:cNvGrpSpPr>
            <a:grpSpLocks/>
          </p:cNvGrpSpPr>
          <p:nvPr/>
        </p:nvGrpSpPr>
        <p:grpSpPr bwMode="auto">
          <a:xfrm>
            <a:off x="7234238" y="4230688"/>
            <a:ext cx="560387" cy="427037"/>
            <a:chOff x="4215" y="2836"/>
            <a:chExt cx="353" cy="269"/>
          </a:xfrm>
        </p:grpSpPr>
        <p:sp>
          <p:nvSpPr>
            <p:cNvPr id="194644" name="Line 48">
              <a:extLst>
                <a:ext uri="{FF2B5EF4-FFF2-40B4-BE49-F238E27FC236}">
                  <a16:creationId xmlns:a16="http://schemas.microsoft.com/office/drawing/2014/main" id="{DA96763F-3110-8549-920D-D131080B6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6" y="2880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5" name="Line 49">
              <a:extLst>
                <a:ext uri="{FF2B5EF4-FFF2-40B4-BE49-F238E27FC236}">
                  <a16:creationId xmlns:a16="http://schemas.microsoft.com/office/drawing/2014/main" id="{6ED6D723-1320-0A4F-82F8-7B4AA227C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8" y="283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6" name="Rectangle 50">
              <a:extLst>
                <a:ext uri="{FF2B5EF4-FFF2-40B4-BE49-F238E27FC236}">
                  <a16:creationId xmlns:a16="http://schemas.microsoft.com/office/drawing/2014/main" id="{777D6047-3342-214E-A104-9A584A1A6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289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4592" name="Line 53">
            <a:extLst>
              <a:ext uri="{FF2B5EF4-FFF2-40B4-BE49-F238E27FC236}">
                <a16:creationId xmlns:a16="http://schemas.microsoft.com/office/drawing/2014/main" id="{B4CE61AC-F952-9345-832C-BCE284A5FB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32775" y="3773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3" name="Rectangle 54">
            <a:extLst>
              <a:ext uri="{FF2B5EF4-FFF2-40B4-BE49-F238E27FC236}">
                <a16:creationId xmlns:a16="http://schemas.microsoft.com/office/drawing/2014/main" id="{7F5A81DC-620C-984D-A365-ECE79D1D6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38671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4594" name="Line 55">
            <a:extLst>
              <a:ext uri="{FF2B5EF4-FFF2-40B4-BE49-F238E27FC236}">
                <a16:creationId xmlns:a16="http://schemas.microsoft.com/office/drawing/2014/main" id="{732D1EE3-5D2C-AE43-A059-AD36DAF648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0525" y="4287838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5" name="Rectangle 56">
            <a:extLst>
              <a:ext uri="{FF2B5EF4-FFF2-40B4-BE49-F238E27FC236}">
                <a16:creationId xmlns:a16="http://schemas.microsoft.com/office/drawing/2014/main" id="{FAE6E24A-2B01-EE47-AD5E-1501634C0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5443538"/>
            <a:ext cx="1506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ALUOp = Add</a:t>
            </a:r>
          </a:p>
        </p:txBody>
      </p:sp>
      <p:grpSp>
        <p:nvGrpSpPr>
          <p:cNvPr id="194596" name="Group 59">
            <a:extLst>
              <a:ext uri="{FF2B5EF4-FFF2-40B4-BE49-F238E27FC236}">
                <a16:creationId xmlns:a16="http://schemas.microsoft.com/office/drawing/2014/main" id="{AFC2BAFB-179F-2F40-A309-C432BA27E71C}"/>
              </a:ext>
            </a:extLst>
          </p:cNvPr>
          <p:cNvGrpSpPr>
            <a:grpSpLocks/>
          </p:cNvGrpSpPr>
          <p:nvPr/>
        </p:nvGrpSpPr>
        <p:grpSpPr bwMode="auto">
          <a:xfrm>
            <a:off x="7593013" y="4681538"/>
            <a:ext cx="903287" cy="577850"/>
            <a:chOff x="4441" y="3120"/>
            <a:chExt cx="569" cy="364"/>
          </a:xfrm>
        </p:grpSpPr>
        <p:sp>
          <p:nvSpPr>
            <p:cNvPr id="194642" name="Rectangle 57">
              <a:extLst>
                <a:ext uri="{FF2B5EF4-FFF2-40B4-BE49-F238E27FC236}">
                  <a16:creationId xmlns:a16="http://schemas.microsoft.com/office/drawing/2014/main" id="{BD3DE896-41AA-1541-A877-4BD3554CA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4643" name="Rectangle 58">
              <a:extLst>
                <a:ext uri="{FF2B5EF4-FFF2-40B4-BE49-F238E27FC236}">
                  <a16:creationId xmlns:a16="http://schemas.microsoft.com/office/drawing/2014/main" id="{35FF069B-2062-C143-82BC-AF9C474B0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194597" name="Line 60">
            <a:extLst>
              <a:ext uri="{FF2B5EF4-FFF2-40B4-BE49-F238E27FC236}">
                <a16:creationId xmlns:a16="http://schemas.microsoft.com/office/drawing/2014/main" id="{8CF994CE-FF07-D04C-AFA3-60B4D217E9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0525" y="52022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98" name="Rectangle 61">
            <a:extLst>
              <a:ext uri="{FF2B5EF4-FFF2-40B4-BE49-F238E27FC236}">
                <a16:creationId xmlns:a16="http://schemas.microsoft.com/office/drawing/2014/main" id="{55EA956E-EE36-9348-A9E5-E23E26990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4071938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4599" name="Rectangle 64">
            <a:extLst>
              <a:ext uri="{FF2B5EF4-FFF2-40B4-BE49-F238E27FC236}">
                <a16:creationId xmlns:a16="http://schemas.microsoft.com/office/drawing/2014/main" id="{BDCFF784-42EC-BB43-B0DB-89E89301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903663"/>
            <a:ext cx="288925" cy="1816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94600" name="Group 67">
            <a:extLst>
              <a:ext uri="{FF2B5EF4-FFF2-40B4-BE49-F238E27FC236}">
                <a16:creationId xmlns:a16="http://schemas.microsoft.com/office/drawing/2014/main" id="{5DB30BDC-95C7-C640-BA3B-1675C4D33086}"/>
              </a:ext>
            </a:extLst>
          </p:cNvPr>
          <p:cNvGrpSpPr>
            <a:grpSpLocks/>
          </p:cNvGrpSpPr>
          <p:nvPr/>
        </p:nvGrpSpPr>
        <p:grpSpPr bwMode="auto">
          <a:xfrm>
            <a:off x="5264150" y="5440363"/>
            <a:ext cx="187325" cy="301625"/>
            <a:chOff x="2974" y="3598"/>
            <a:chExt cx="118" cy="190"/>
          </a:xfrm>
        </p:grpSpPr>
        <p:sp>
          <p:nvSpPr>
            <p:cNvPr id="194640" name="Line 65">
              <a:extLst>
                <a:ext uri="{FF2B5EF4-FFF2-40B4-BE49-F238E27FC236}">
                  <a16:creationId xmlns:a16="http://schemas.microsoft.com/office/drawing/2014/main" id="{8F4CB584-D3D2-A444-8763-FD946728E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4" y="3598"/>
              <a:ext cx="4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1" name="Line 66">
              <a:extLst>
                <a:ext uri="{FF2B5EF4-FFF2-40B4-BE49-F238E27FC236}">
                  <a16:creationId xmlns:a16="http://schemas.microsoft.com/office/drawing/2014/main" id="{9DC5ADF2-7A85-9E4D-9E6E-541A66663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0" y="3614"/>
              <a:ext cx="62" cy="1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601" name="Oval 68">
            <a:extLst>
              <a:ext uri="{FF2B5EF4-FFF2-40B4-BE49-F238E27FC236}">
                <a16:creationId xmlns:a16="http://schemas.microsoft.com/office/drawing/2014/main" id="{563C844D-969B-5C49-947C-04D9DFA04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570388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602" name="Rectangle 69">
            <a:extLst>
              <a:ext uri="{FF2B5EF4-FFF2-40B4-BE49-F238E27FC236}">
                <a16:creationId xmlns:a16="http://schemas.microsoft.com/office/drawing/2014/main" id="{3F2475A3-B4BC-BD4D-9400-0B7A333796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99769" y="4525169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94603" name="Group 73">
            <a:extLst>
              <a:ext uri="{FF2B5EF4-FFF2-40B4-BE49-F238E27FC236}">
                <a16:creationId xmlns:a16="http://schemas.microsoft.com/office/drawing/2014/main" id="{4470FF7A-4ABE-A048-AF62-CBC1651DA05E}"/>
              </a:ext>
            </a:extLst>
          </p:cNvPr>
          <p:cNvGrpSpPr>
            <a:grpSpLocks/>
          </p:cNvGrpSpPr>
          <p:nvPr/>
        </p:nvGrpSpPr>
        <p:grpSpPr bwMode="auto">
          <a:xfrm>
            <a:off x="5481638" y="4840288"/>
            <a:ext cx="560387" cy="427037"/>
            <a:chOff x="3111" y="3220"/>
            <a:chExt cx="353" cy="269"/>
          </a:xfrm>
        </p:grpSpPr>
        <p:sp>
          <p:nvSpPr>
            <p:cNvPr id="194637" name="Line 70">
              <a:extLst>
                <a:ext uri="{FF2B5EF4-FFF2-40B4-BE49-F238E27FC236}">
                  <a16:creationId xmlns:a16="http://schemas.microsoft.com/office/drawing/2014/main" id="{AB7CD266-2298-E549-9AA4-7FA85A0BA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2" y="326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8" name="Line 71">
              <a:extLst>
                <a:ext uri="{FF2B5EF4-FFF2-40B4-BE49-F238E27FC236}">
                  <a16:creationId xmlns:a16="http://schemas.microsoft.com/office/drawing/2014/main" id="{14623933-7BED-2849-9182-7CC1AD13B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4" y="322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9" name="Rectangle 72">
              <a:extLst>
                <a:ext uri="{FF2B5EF4-FFF2-40B4-BE49-F238E27FC236}">
                  <a16:creationId xmlns:a16="http://schemas.microsoft.com/office/drawing/2014/main" id="{0A6C7B37-CDE9-9C42-8A5F-5FF951C88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327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4604" name="Line 74">
            <a:extLst>
              <a:ext uri="{FF2B5EF4-FFF2-40B4-BE49-F238E27FC236}">
                <a16:creationId xmlns:a16="http://schemas.microsoft.com/office/drawing/2014/main" id="{B2209C24-BB03-3443-986C-54E73D255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3525" y="3424238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5" name="Rectangle 75">
            <a:extLst>
              <a:ext uri="{FF2B5EF4-FFF2-40B4-BE49-F238E27FC236}">
                <a16:creationId xmlns:a16="http://schemas.microsoft.com/office/drawing/2014/main" id="{44DA7F50-6E61-3542-B252-B3B529728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38" y="3386138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IRWr=1</a:t>
            </a:r>
          </a:p>
        </p:txBody>
      </p:sp>
      <p:sp>
        <p:nvSpPr>
          <p:cNvPr id="194606" name="Rectangle 76">
            <a:extLst>
              <a:ext uri="{FF2B5EF4-FFF2-40B4-BE49-F238E27FC236}">
                <a16:creationId xmlns:a16="http://schemas.microsoft.com/office/drawing/2014/main" id="{BFDA0B29-AEEE-2A40-8D5E-40F1BF496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77215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94607" name="Line 77">
            <a:extLst>
              <a:ext uri="{FF2B5EF4-FFF2-40B4-BE49-F238E27FC236}">
                <a16:creationId xmlns:a16="http://schemas.microsoft.com/office/drawing/2014/main" id="{4A91A353-7BDE-E941-90B1-8A596476C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3525" y="5856288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919" name="Group 103">
            <a:extLst>
              <a:ext uri="{FF2B5EF4-FFF2-40B4-BE49-F238E27FC236}">
                <a16:creationId xmlns:a16="http://schemas.microsoft.com/office/drawing/2014/main" id="{AF1A46AB-E244-2E43-8B63-24E4C2649410}"/>
              </a:ext>
            </a:extLst>
          </p:cNvPr>
          <p:cNvGrpSpPr>
            <a:grpSpLocks/>
          </p:cNvGrpSpPr>
          <p:nvPr/>
        </p:nvGrpSpPr>
        <p:grpSpPr bwMode="auto">
          <a:xfrm>
            <a:off x="1508125" y="2979738"/>
            <a:ext cx="6985000" cy="2463800"/>
            <a:chOff x="950" y="1877"/>
            <a:chExt cx="4400" cy="1552"/>
          </a:xfrm>
        </p:grpSpPr>
        <p:sp>
          <p:nvSpPr>
            <p:cNvPr id="194631" name="Line 18">
              <a:extLst>
                <a:ext uri="{FF2B5EF4-FFF2-40B4-BE49-F238E27FC236}">
                  <a16:creationId xmlns:a16="http://schemas.microsoft.com/office/drawing/2014/main" id="{9690C1C7-F3FB-AC4F-A705-084CAF6275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8" y="3429"/>
              <a:ext cx="36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2" name="Line 34">
              <a:extLst>
                <a:ext uri="{FF2B5EF4-FFF2-40B4-BE49-F238E27FC236}">
                  <a16:creationId xmlns:a16="http://schemas.microsoft.com/office/drawing/2014/main" id="{07423518-6B82-6D4D-8CDD-39CA5F40C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0" y="2181"/>
              <a:ext cx="36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3" name="Line 52">
              <a:extLst>
                <a:ext uri="{FF2B5EF4-FFF2-40B4-BE49-F238E27FC236}">
                  <a16:creationId xmlns:a16="http://schemas.microsoft.com/office/drawing/2014/main" id="{2A7B019D-1EA4-BB42-987C-60F8D1E67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26" y="2421"/>
              <a:ext cx="22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4" name="Line 78">
              <a:extLst>
                <a:ext uri="{FF2B5EF4-FFF2-40B4-BE49-F238E27FC236}">
                  <a16:creationId xmlns:a16="http://schemas.microsoft.com/office/drawing/2014/main" id="{E97A7199-8F06-F94A-B181-B9CCD1B9C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" y="1877"/>
              <a:ext cx="0" cy="56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5" name="Line 79">
              <a:extLst>
                <a:ext uri="{FF2B5EF4-FFF2-40B4-BE49-F238E27FC236}">
                  <a16:creationId xmlns:a16="http://schemas.microsoft.com/office/drawing/2014/main" id="{1B3D8785-5AB1-EE41-B28B-D6F92C6951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0" y="1893"/>
              <a:ext cx="440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6" name="Line 80">
              <a:extLst>
                <a:ext uri="{FF2B5EF4-FFF2-40B4-BE49-F238E27FC236}">
                  <a16:creationId xmlns:a16="http://schemas.microsoft.com/office/drawing/2014/main" id="{45BD701D-9A96-9E45-B067-DC66462AF3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" y="1877"/>
              <a:ext cx="0" cy="32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609" name="Line 81">
            <a:extLst>
              <a:ext uri="{FF2B5EF4-FFF2-40B4-BE49-F238E27FC236}">
                <a16:creationId xmlns:a16="http://schemas.microsoft.com/office/drawing/2014/main" id="{17532734-ACFB-DE45-B436-9EDFE5D27C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3725" y="3284538"/>
            <a:ext cx="0" cy="88900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0" name="Line 82">
            <a:extLst>
              <a:ext uri="{FF2B5EF4-FFF2-40B4-BE49-F238E27FC236}">
                <a16:creationId xmlns:a16="http://schemas.microsoft.com/office/drawing/2014/main" id="{6268A671-02D5-144D-AD83-017A94CBE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9325" y="2636838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1" name="Rectangle 83">
            <a:extLst>
              <a:ext uri="{FF2B5EF4-FFF2-40B4-BE49-F238E27FC236}">
                <a16:creationId xmlns:a16="http://schemas.microsoft.com/office/drawing/2014/main" id="{EAE76E28-0518-AC4A-AEC2-033924A3B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638" y="24717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PCWr=1</a:t>
            </a:r>
          </a:p>
        </p:txBody>
      </p:sp>
      <p:sp>
        <p:nvSpPr>
          <p:cNvPr id="194612" name="Line 84">
            <a:extLst>
              <a:ext uri="{FF2B5EF4-FFF2-40B4-BE49-F238E27FC236}">
                <a16:creationId xmlns:a16="http://schemas.microsoft.com/office/drawing/2014/main" id="{44BC8173-A8CE-4243-B3EC-D131BF9AE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6764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3" name="Line 85">
            <a:extLst>
              <a:ext uri="{FF2B5EF4-FFF2-40B4-BE49-F238E27FC236}">
                <a16:creationId xmlns:a16="http://schemas.microsoft.com/office/drawing/2014/main" id="{43138CAC-BE85-CF44-98B0-60290329F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68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4" name="Line 86">
            <a:extLst>
              <a:ext uri="{FF2B5EF4-FFF2-40B4-BE49-F238E27FC236}">
                <a16:creationId xmlns:a16="http://schemas.microsoft.com/office/drawing/2014/main" id="{54F5F059-7FBD-3549-BA18-3B65AB112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057400"/>
            <a:ext cx="424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5" name="Line 87">
            <a:extLst>
              <a:ext uri="{FF2B5EF4-FFF2-40B4-BE49-F238E27FC236}">
                <a16:creationId xmlns:a16="http://schemas.microsoft.com/office/drawing/2014/main" id="{6FC5729D-3AD4-324E-B6F0-DB0AAFF79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68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6" name="Line 88">
            <a:extLst>
              <a:ext uri="{FF2B5EF4-FFF2-40B4-BE49-F238E27FC236}">
                <a16:creationId xmlns:a16="http://schemas.microsoft.com/office/drawing/2014/main" id="{C2007114-5BD3-AE41-8B77-738DC33EF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68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7" name="Line 89">
            <a:extLst>
              <a:ext uri="{FF2B5EF4-FFF2-40B4-BE49-F238E27FC236}">
                <a16:creationId xmlns:a16="http://schemas.microsoft.com/office/drawing/2014/main" id="{50AE4F6E-A794-A648-8F76-26563DF32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5100" y="20574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8" name="Line 90">
            <a:extLst>
              <a:ext uri="{FF2B5EF4-FFF2-40B4-BE49-F238E27FC236}">
                <a16:creationId xmlns:a16="http://schemas.microsoft.com/office/drawing/2014/main" id="{8129317D-4A1C-9E46-8581-38FA972DD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1676400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9" name="Line 91">
            <a:extLst>
              <a:ext uri="{FF2B5EF4-FFF2-40B4-BE49-F238E27FC236}">
                <a16:creationId xmlns:a16="http://schemas.microsoft.com/office/drawing/2014/main" id="{B0FA6D74-3741-024D-8C3C-5AA9F3594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9939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0" name="Line 92">
            <a:extLst>
              <a:ext uri="{FF2B5EF4-FFF2-40B4-BE49-F238E27FC236}">
                <a16:creationId xmlns:a16="http://schemas.microsoft.com/office/drawing/2014/main" id="{E44B1615-5AC8-4B47-9C15-A83BFF9FB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070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1" name="Line 93">
            <a:extLst>
              <a:ext uri="{FF2B5EF4-FFF2-40B4-BE49-F238E27FC236}">
                <a16:creationId xmlns:a16="http://schemas.microsoft.com/office/drawing/2014/main" id="{16C6BD1C-1B50-8647-BF4C-2CC186F0D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8413" y="2286000"/>
            <a:ext cx="17668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2" name="Line 94">
            <a:extLst>
              <a:ext uri="{FF2B5EF4-FFF2-40B4-BE49-F238E27FC236}">
                <a16:creationId xmlns:a16="http://schemas.microsoft.com/office/drawing/2014/main" id="{65EC462C-7FDF-484B-AE88-2950D529EA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2286000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3" name="Rectangle 95">
            <a:extLst>
              <a:ext uri="{FF2B5EF4-FFF2-40B4-BE49-F238E27FC236}">
                <a16:creationId xmlns:a16="http://schemas.microsoft.com/office/drawing/2014/main" id="{809807C8-9443-D345-A561-5B0B8AAE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17526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34918" name="Group 102">
            <a:extLst>
              <a:ext uri="{FF2B5EF4-FFF2-40B4-BE49-F238E27FC236}">
                <a16:creationId xmlns:a16="http://schemas.microsoft.com/office/drawing/2014/main" id="{01C5771B-C799-174D-A433-5245363D7EB1}"/>
              </a:ext>
            </a:extLst>
          </p:cNvPr>
          <p:cNvGrpSpPr>
            <a:grpSpLocks/>
          </p:cNvGrpSpPr>
          <p:nvPr/>
        </p:nvGrpSpPr>
        <p:grpSpPr bwMode="auto">
          <a:xfrm>
            <a:off x="6843713" y="1758950"/>
            <a:ext cx="1479550" cy="1089025"/>
            <a:chOff x="4311" y="1108"/>
            <a:chExt cx="932" cy="686"/>
          </a:xfrm>
        </p:grpSpPr>
        <p:sp>
          <p:nvSpPr>
            <p:cNvPr id="194628" name="Oval 96">
              <a:extLst>
                <a:ext uri="{FF2B5EF4-FFF2-40B4-BE49-F238E27FC236}">
                  <a16:creationId xmlns:a16="http://schemas.microsoft.com/office/drawing/2014/main" id="{0C0EFF6B-D81B-BF46-8265-E150CD0FB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1108"/>
              <a:ext cx="184" cy="2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4629" name="Arc 97">
              <a:extLst>
                <a:ext uri="{FF2B5EF4-FFF2-40B4-BE49-F238E27FC236}">
                  <a16:creationId xmlns:a16="http://schemas.microsoft.com/office/drawing/2014/main" id="{DCE7CDF5-F8D1-8945-814B-83AE1F0A0FB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949" y="1392"/>
              <a:ext cx="284" cy="2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0" name="Rectangle 98">
              <a:extLst>
                <a:ext uri="{FF2B5EF4-FFF2-40B4-BE49-F238E27FC236}">
                  <a16:creationId xmlns:a16="http://schemas.microsoft.com/office/drawing/2014/main" id="{0EBFD8B3-9DC3-9241-B96B-1306ABE77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1584"/>
              <a:ext cx="93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You are here!</a:t>
              </a:r>
            </a:p>
          </p:txBody>
        </p:sp>
      </p:grpSp>
      <p:sp>
        <p:nvSpPr>
          <p:cNvPr id="194625" name="Rectangle 99">
            <a:extLst>
              <a:ext uri="{FF2B5EF4-FFF2-40B4-BE49-F238E27FC236}">
                <a16:creationId xmlns:a16="http://schemas.microsoft.com/office/drawing/2014/main" id="{32601061-3A08-5A44-94CB-992BA1387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2133600"/>
            <a:ext cx="2566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One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“</a:t>
            </a:r>
            <a:r>
              <a:rPr lang="en-US" altLang="zh-CN">
                <a:ea typeface="宋体" panose="02010600030101010101" pitchFamily="2" charset="-122"/>
              </a:rPr>
              <a:t>Logic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” </a:t>
            </a:r>
            <a:r>
              <a:rPr lang="en-US" altLang="zh-CN">
                <a:ea typeface="宋体" panose="02010600030101010101" pitchFamily="2" charset="-122"/>
              </a:rPr>
              <a:t>Clock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Cycle</a:t>
            </a:r>
          </a:p>
        </p:txBody>
      </p:sp>
      <p:sp>
        <p:nvSpPr>
          <p:cNvPr id="34916" name="Text Box 100">
            <a:extLst>
              <a:ext uri="{FF2B5EF4-FFF2-40B4-BE49-F238E27FC236}">
                <a16:creationId xmlns:a16="http://schemas.microsoft.com/office/drawing/2014/main" id="{EFEFB02B-6642-0546-A4D1-53A29187E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4630738"/>
            <a:ext cx="2792412" cy="132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取指结束时，新的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(PC+4)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开始写入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endParaRPr lang="zh-CN" altLang="en-US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即下个周期里，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中已经是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PC+4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了。</a:t>
            </a:r>
          </a:p>
        </p:txBody>
      </p:sp>
      <p:sp>
        <p:nvSpPr>
          <p:cNvPr id="34917" name="Text Box 101">
            <a:extLst>
              <a:ext uri="{FF2B5EF4-FFF2-40B4-BE49-F238E27FC236}">
                <a16:creationId xmlns:a16="http://schemas.microsoft.com/office/drawing/2014/main" id="{40422E25-9590-2249-A41E-9D3A98FF0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6091238"/>
            <a:ext cx="58404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取指结束时，当前指令开始写入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！为保证本指令期间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中指令不变，后面周期中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IRWr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应该为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D6D6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D6D6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214212E6-EAF9-BD41-B23C-92089FB57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8818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考察整个取指周期（第一个周期）</a:t>
            </a:r>
          </a:p>
        </p:txBody>
      </p:sp>
      <p:grpSp>
        <p:nvGrpSpPr>
          <p:cNvPr id="196611" name="Group 5">
            <a:extLst>
              <a:ext uri="{FF2B5EF4-FFF2-40B4-BE49-F238E27FC236}">
                <a16:creationId xmlns:a16="http://schemas.microsoft.com/office/drawing/2014/main" id="{7695B0CF-5911-4743-BC6D-E8C1A75C18C8}"/>
              </a:ext>
            </a:extLst>
          </p:cNvPr>
          <p:cNvGrpSpPr>
            <a:grpSpLocks/>
          </p:cNvGrpSpPr>
          <p:nvPr/>
        </p:nvGrpSpPr>
        <p:grpSpPr bwMode="auto">
          <a:xfrm>
            <a:off x="8291513" y="2743200"/>
            <a:ext cx="722312" cy="301625"/>
            <a:chOff x="5223" y="1728"/>
            <a:chExt cx="455" cy="190"/>
          </a:xfrm>
        </p:grpSpPr>
        <p:sp>
          <p:nvSpPr>
            <p:cNvPr id="196779" name="Rectangle 3">
              <a:extLst>
                <a:ext uri="{FF2B5EF4-FFF2-40B4-BE49-F238E27FC236}">
                  <a16:creationId xmlns:a16="http://schemas.microsoft.com/office/drawing/2014/main" id="{A2512FEC-0218-9A4F-AE82-CC6FA3BC3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0" y="1736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6780" name="Rectangle 4">
              <a:extLst>
                <a:ext uri="{FF2B5EF4-FFF2-40B4-BE49-F238E27FC236}">
                  <a16:creationId xmlns:a16="http://schemas.microsoft.com/office/drawing/2014/main" id="{805D03FB-F8E6-D04F-8BDB-F8440D821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3" y="1728"/>
              <a:ext cx="455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196612" name="Rectangle 6">
            <a:extLst>
              <a:ext uri="{FF2B5EF4-FFF2-40B4-BE49-F238E27FC236}">
                <a16:creationId xmlns:a16="http://schemas.microsoft.com/office/drawing/2014/main" id="{53AF346F-2489-A147-8C13-7651A8E1C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3746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13" name="Rectangle 7">
            <a:extLst>
              <a:ext uri="{FF2B5EF4-FFF2-40B4-BE49-F238E27FC236}">
                <a16:creationId xmlns:a16="http://schemas.microsoft.com/office/drawing/2014/main" id="{5B78AD8D-22C4-B743-BF02-DCE639027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4211638"/>
            <a:ext cx="86201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 sz="14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96614" name="Rectangle 9">
            <a:extLst>
              <a:ext uri="{FF2B5EF4-FFF2-40B4-BE49-F238E27FC236}">
                <a16:creationId xmlns:a16="http://schemas.microsoft.com/office/drawing/2014/main" id="{2007E108-BEFF-DB47-ABDD-020AFCDEA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4900613"/>
            <a:ext cx="4667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196615" name="Rectangle 10">
            <a:extLst>
              <a:ext uri="{FF2B5EF4-FFF2-40B4-BE49-F238E27FC236}">
                <a16:creationId xmlns:a16="http://schemas.microsoft.com/office/drawing/2014/main" id="{FCE145E3-BB99-D146-AF71-4D4530FA1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910013"/>
            <a:ext cx="4873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96616" name="Line 11">
            <a:extLst>
              <a:ext uri="{FF2B5EF4-FFF2-40B4-BE49-F238E27FC236}">
                <a16:creationId xmlns:a16="http://schemas.microsoft.com/office/drawing/2014/main" id="{005D623E-86BB-3940-A696-6029F6663A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46200" y="40386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7" name="Line 15">
            <a:extLst>
              <a:ext uri="{FF2B5EF4-FFF2-40B4-BE49-F238E27FC236}">
                <a16:creationId xmlns:a16="http://schemas.microsoft.com/office/drawing/2014/main" id="{A11D0B9F-F573-174B-9357-DADF7FAA4F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51054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8" name="Line 16">
            <a:extLst>
              <a:ext uri="{FF2B5EF4-FFF2-40B4-BE49-F238E27FC236}">
                <a16:creationId xmlns:a16="http://schemas.microsoft.com/office/drawing/2014/main" id="{C2C3A987-7792-FF4E-AA2E-31E455F182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5250" y="5035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9" name="Rectangle 17">
            <a:extLst>
              <a:ext uri="{FF2B5EF4-FFF2-40B4-BE49-F238E27FC236}">
                <a16:creationId xmlns:a16="http://schemas.microsoft.com/office/drawing/2014/main" id="{C4007C6E-43AE-0B49-8A26-18D9104E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51292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20" name="Line 18">
            <a:extLst>
              <a:ext uri="{FF2B5EF4-FFF2-40B4-BE49-F238E27FC236}">
                <a16:creationId xmlns:a16="http://schemas.microsoft.com/office/drawing/2014/main" id="{49358EBE-118D-BF49-A2F7-A08ECD30E6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46400" y="5029200"/>
            <a:ext cx="431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1" name="Line 19">
            <a:extLst>
              <a:ext uri="{FF2B5EF4-FFF2-40B4-BE49-F238E27FC236}">
                <a16:creationId xmlns:a16="http://schemas.microsoft.com/office/drawing/2014/main" id="{66EA56DB-3587-1F43-8C33-6EA68C1DA4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3050" y="4959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2" name="Rectangle 20">
            <a:extLst>
              <a:ext uri="{FF2B5EF4-FFF2-40B4-BE49-F238E27FC236}">
                <a16:creationId xmlns:a16="http://schemas.microsoft.com/office/drawing/2014/main" id="{1FDF40B1-7A96-1746-B125-90395C2FF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6720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23" name="Rectangle 21">
            <a:extLst>
              <a:ext uri="{FF2B5EF4-FFF2-40B4-BE49-F238E27FC236}">
                <a16:creationId xmlns:a16="http://schemas.microsoft.com/office/drawing/2014/main" id="{7893E22E-8D4A-C642-A7A8-AA438EDDC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4900613"/>
            <a:ext cx="584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196624" name="Line 22">
            <a:extLst>
              <a:ext uri="{FF2B5EF4-FFF2-40B4-BE49-F238E27FC236}">
                <a16:creationId xmlns:a16="http://schemas.microsoft.com/office/drawing/2014/main" id="{9F221240-01C9-7A4A-833E-465DD9FB7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060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7" name="Rectangle 23">
            <a:extLst>
              <a:ext uri="{FF2B5EF4-FFF2-40B4-BE49-F238E27FC236}">
                <a16:creationId xmlns:a16="http://schemas.microsoft.com/office/drawing/2014/main" id="{99F0B2F4-86D3-264F-B639-B8EFCF065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038" y="27606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196626" name="Line 24">
            <a:extLst>
              <a:ext uri="{FF2B5EF4-FFF2-40B4-BE49-F238E27FC236}">
                <a16:creationId xmlns:a16="http://schemas.microsoft.com/office/drawing/2014/main" id="{090CC56D-DD0E-CB43-8C1F-14AF7F85EA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400" y="3581400"/>
            <a:ext cx="614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7" name="Line 25">
            <a:extLst>
              <a:ext uri="{FF2B5EF4-FFF2-40B4-BE49-F238E27FC236}">
                <a16:creationId xmlns:a16="http://schemas.microsoft.com/office/drawing/2014/main" id="{F9A08074-8394-9040-A8A1-1C6EB7BE20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24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8" name="Rectangle 26">
            <a:extLst>
              <a:ext uri="{FF2B5EF4-FFF2-40B4-BE49-F238E27FC236}">
                <a16:creationId xmlns:a16="http://schemas.microsoft.com/office/drawing/2014/main" id="{DA8AE760-5F71-7B47-906B-4AD961B8A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0718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196629" name="Group 36">
            <a:extLst>
              <a:ext uri="{FF2B5EF4-FFF2-40B4-BE49-F238E27FC236}">
                <a16:creationId xmlns:a16="http://schemas.microsoft.com/office/drawing/2014/main" id="{2463CB29-20CB-C141-B7B8-00AF481F6548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3670300"/>
            <a:ext cx="381000" cy="1295400"/>
            <a:chOff x="4992" y="2312"/>
            <a:chExt cx="240" cy="816"/>
          </a:xfrm>
        </p:grpSpPr>
        <p:sp>
          <p:nvSpPr>
            <p:cNvPr id="196770" name="Line 27">
              <a:extLst>
                <a:ext uri="{FF2B5EF4-FFF2-40B4-BE49-F238E27FC236}">
                  <a16:creationId xmlns:a16="http://schemas.microsoft.com/office/drawing/2014/main" id="{6C9DC0BC-2D66-2C45-90C8-DA1F12CA1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831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1" name="Line 28">
              <a:extLst>
                <a:ext uri="{FF2B5EF4-FFF2-40B4-BE49-F238E27FC236}">
                  <a16:creationId xmlns:a16="http://schemas.microsoft.com/office/drawing/2014/main" id="{48FFDDB7-C7C3-9145-BE7D-B9239447C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312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2" name="Line 29">
              <a:extLst>
                <a:ext uri="{FF2B5EF4-FFF2-40B4-BE49-F238E27FC236}">
                  <a16:creationId xmlns:a16="http://schemas.microsoft.com/office/drawing/2014/main" id="{5E3C50C5-D893-7E46-AE4A-4C8AB40A4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0" y="2312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3" name="Line 30">
              <a:extLst>
                <a:ext uri="{FF2B5EF4-FFF2-40B4-BE49-F238E27FC236}">
                  <a16:creationId xmlns:a16="http://schemas.microsoft.com/office/drawing/2014/main" id="{5BF50569-8D73-774A-B0F5-89FBDF7AA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2461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4" name="Line 31">
              <a:extLst>
                <a:ext uri="{FF2B5EF4-FFF2-40B4-BE49-F238E27FC236}">
                  <a16:creationId xmlns:a16="http://schemas.microsoft.com/office/drawing/2014/main" id="{64CCA832-F099-8144-B7F3-8D16544B9B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0" y="2963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5" name="Line 32">
              <a:extLst>
                <a:ext uri="{FF2B5EF4-FFF2-40B4-BE49-F238E27FC236}">
                  <a16:creationId xmlns:a16="http://schemas.microsoft.com/office/drawing/2014/main" id="{2DD10B5F-A58A-B144-8D5E-5DA066635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64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6" name="Rectangle 33">
              <a:extLst>
                <a:ext uri="{FF2B5EF4-FFF2-40B4-BE49-F238E27FC236}">
                  <a16:creationId xmlns:a16="http://schemas.microsoft.com/office/drawing/2014/main" id="{B7D6CD21-BC3A-2D47-91E8-38EE55762F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4" y="2622"/>
              <a:ext cx="34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96777" name="Line 34">
              <a:extLst>
                <a:ext uri="{FF2B5EF4-FFF2-40B4-BE49-F238E27FC236}">
                  <a16:creationId xmlns:a16="http://schemas.microsoft.com/office/drawing/2014/main" id="{4FFECD98-922A-DD41-9D7D-6E59A0C43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0" y="2609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78" name="Line 35">
              <a:extLst>
                <a:ext uri="{FF2B5EF4-FFF2-40B4-BE49-F238E27FC236}">
                  <a16:creationId xmlns:a16="http://schemas.microsoft.com/office/drawing/2014/main" id="{692136E6-7EF4-B441-82DA-B71CA5BB2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0" y="2778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6630" name="Group 40">
            <a:extLst>
              <a:ext uri="{FF2B5EF4-FFF2-40B4-BE49-F238E27FC236}">
                <a16:creationId xmlns:a16="http://schemas.microsoft.com/office/drawing/2014/main" id="{00F921EB-7C2F-4544-A6BE-5A5C1C025B03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4730750"/>
            <a:ext cx="560387" cy="395288"/>
            <a:chOff x="4647" y="2980"/>
            <a:chExt cx="353" cy="249"/>
          </a:xfrm>
        </p:grpSpPr>
        <p:sp>
          <p:nvSpPr>
            <p:cNvPr id="196767" name="Line 37">
              <a:extLst>
                <a:ext uri="{FF2B5EF4-FFF2-40B4-BE49-F238E27FC236}">
                  <a16:creationId xmlns:a16="http://schemas.microsoft.com/office/drawing/2014/main" id="{745BEEB8-F165-4A47-9856-BBB9708C0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" y="302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68" name="Line 38">
              <a:extLst>
                <a:ext uri="{FF2B5EF4-FFF2-40B4-BE49-F238E27FC236}">
                  <a16:creationId xmlns:a16="http://schemas.microsoft.com/office/drawing/2014/main" id="{E3551BE1-1B8A-4248-AC42-85931AA03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0" y="298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69" name="Rectangle 39">
              <a:extLst>
                <a:ext uri="{FF2B5EF4-FFF2-40B4-BE49-F238E27FC236}">
                  <a16:creationId xmlns:a16="http://schemas.microsoft.com/office/drawing/2014/main" id="{9ECC6C79-FFA6-3945-B51C-54BE8BD2E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3039"/>
              <a:ext cx="23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6631" name="Line 41">
            <a:extLst>
              <a:ext uri="{FF2B5EF4-FFF2-40B4-BE49-F238E27FC236}">
                <a16:creationId xmlns:a16="http://schemas.microsoft.com/office/drawing/2014/main" id="{06BC4402-5700-E340-A6C8-8FF7576A9E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80400" y="4572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2" name="Line 42">
            <a:extLst>
              <a:ext uri="{FF2B5EF4-FFF2-40B4-BE49-F238E27FC236}">
                <a16:creationId xmlns:a16="http://schemas.microsoft.com/office/drawing/2014/main" id="{9C74793D-4A7C-EB4C-AAD2-B86335BD9C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1850" y="4502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3" name="Rectangle 43">
            <a:extLst>
              <a:ext uri="{FF2B5EF4-FFF2-40B4-BE49-F238E27FC236}">
                <a16:creationId xmlns:a16="http://schemas.microsoft.com/office/drawing/2014/main" id="{58F82BAA-3D7A-4142-967D-F11B04083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13" y="45958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34" name="Line 44">
            <a:extLst>
              <a:ext uri="{FF2B5EF4-FFF2-40B4-BE49-F238E27FC236}">
                <a16:creationId xmlns:a16="http://schemas.microsoft.com/office/drawing/2014/main" id="{25D809C1-61DC-AA47-9739-0D0CD6F0E4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4787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09" name="Rectangle 45">
            <a:extLst>
              <a:ext uri="{FF2B5EF4-FFF2-40B4-BE49-F238E27FC236}">
                <a16:creationId xmlns:a16="http://schemas.microsoft.com/office/drawing/2014/main" id="{192B9A56-D45D-2248-A47B-0EC18D3AC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60198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196636" name="Group 48">
            <a:extLst>
              <a:ext uri="{FF2B5EF4-FFF2-40B4-BE49-F238E27FC236}">
                <a16:creationId xmlns:a16="http://schemas.microsoft.com/office/drawing/2014/main" id="{B238A76B-301A-BB45-9685-0DCE29A7AB47}"/>
              </a:ext>
            </a:extLst>
          </p:cNvPr>
          <p:cNvGrpSpPr>
            <a:grpSpLocks/>
          </p:cNvGrpSpPr>
          <p:nvPr/>
        </p:nvGrpSpPr>
        <p:grpSpPr bwMode="auto">
          <a:xfrm>
            <a:off x="7553325" y="5181600"/>
            <a:ext cx="815975" cy="520700"/>
            <a:chOff x="4758" y="3264"/>
            <a:chExt cx="514" cy="328"/>
          </a:xfrm>
        </p:grpSpPr>
        <p:sp>
          <p:nvSpPr>
            <p:cNvPr id="196765" name="Rectangle 46">
              <a:extLst>
                <a:ext uri="{FF2B5EF4-FFF2-40B4-BE49-F238E27FC236}">
                  <a16:creationId xmlns:a16="http://schemas.microsoft.com/office/drawing/2014/main" id="{60E3377D-FD55-2D40-98B8-EB08B2B54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3272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6766" name="Rectangle 47">
              <a:extLst>
                <a:ext uri="{FF2B5EF4-FFF2-40B4-BE49-F238E27FC236}">
                  <a16:creationId xmlns:a16="http://schemas.microsoft.com/office/drawing/2014/main" id="{0E2A120C-F8BF-2F40-A321-0D55435C5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3264"/>
              <a:ext cx="51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196637" name="Line 49">
            <a:extLst>
              <a:ext uri="{FF2B5EF4-FFF2-40B4-BE49-F238E27FC236}">
                <a16:creationId xmlns:a16="http://schemas.microsoft.com/office/drawing/2014/main" id="{5CB543A2-A043-EE40-8970-AE08CE37BE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57023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8" name="Rectangle 50">
            <a:extLst>
              <a:ext uri="{FF2B5EF4-FFF2-40B4-BE49-F238E27FC236}">
                <a16:creationId xmlns:a16="http://schemas.microsoft.com/office/drawing/2014/main" id="{60C1E7EE-83BE-9A4A-BF9E-DC1B6169D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7465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39" name="Oval 51">
            <a:extLst>
              <a:ext uri="{FF2B5EF4-FFF2-40B4-BE49-F238E27FC236}">
                <a16:creationId xmlns:a16="http://schemas.microsoft.com/office/drawing/2014/main" id="{A485F4C5-6A34-EC47-A6EB-9586886B4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52705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40" name="Rectangle 52">
            <a:extLst>
              <a:ext uri="{FF2B5EF4-FFF2-40B4-BE49-F238E27FC236}">
                <a16:creationId xmlns:a16="http://schemas.microsoft.com/office/drawing/2014/main" id="{5AC1C83D-85EC-8348-89AC-61A8DB285FF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753519" y="4285456"/>
            <a:ext cx="14811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96641" name="Line 53">
            <a:extLst>
              <a:ext uri="{FF2B5EF4-FFF2-40B4-BE49-F238E27FC236}">
                <a16:creationId xmlns:a16="http://schemas.microsoft.com/office/drawing/2014/main" id="{A080A140-18ED-284B-BA0C-33537E13A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060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18" name="Rectangle 54">
            <a:extLst>
              <a:ext uri="{FF2B5EF4-FFF2-40B4-BE49-F238E27FC236}">
                <a16:creationId xmlns:a16="http://schemas.microsoft.com/office/drawing/2014/main" id="{98B6B603-8E7A-FF4D-8F51-B94532D9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2760663"/>
            <a:ext cx="887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IRWr=1</a:t>
            </a:r>
          </a:p>
        </p:txBody>
      </p:sp>
      <p:sp>
        <p:nvSpPr>
          <p:cNvPr id="196643" name="Line 55">
            <a:extLst>
              <a:ext uri="{FF2B5EF4-FFF2-40B4-BE49-F238E27FC236}">
                <a16:creationId xmlns:a16="http://schemas.microsoft.com/office/drawing/2014/main" id="{51F574CD-BE69-2D40-B773-6FB48A520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422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4" name="Line 56">
            <a:extLst>
              <a:ext uri="{FF2B5EF4-FFF2-40B4-BE49-F238E27FC236}">
                <a16:creationId xmlns:a16="http://schemas.microsoft.com/office/drawing/2014/main" id="{45EBCD08-5308-6949-B738-715DA82D04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7650" y="3511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5" name="Rectangle 57">
            <a:extLst>
              <a:ext uri="{FF2B5EF4-FFF2-40B4-BE49-F238E27FC236}">
                <a16:creationId xmlns:a16="http://schemas.microsoft.com/office/drawing/2014/main" id="{12CF1E18-4F7A-C64F-9619-4975395C7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35290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46" name="Line 58">
            <a:extLst>
              <a:ext uri="{FF2B5EF4-FFF2-40B4-BE49-F238E27FC236}">
                <a16:creationId xmlns:a16="http://schemas.microsoft.com/office/drawing/2014/main" id="{3A91C1DA-C66B-694E-A9C3-198DE7BABF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3479800"/>
            <a:ext cx="0" cy="1117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7" name="Line 59">
            <a:extLst>
              <a:ext uri="{FF2B5EF4-FFF2-40B4-BE49-F238E27FC236}">
                <a16:creationId xmlns:a16="http://schemas.microsoft.com/office/drawing/2014/main" id="{89A0F6E0-EE31-B049-817A-3304F734CF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9000" y="3352800"/>
            <a:ext cx="6527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8" name="Line 60">
            <a:extLst>
              <a:ext uri="{FF2B5EF4-FFF2-40B4-BE49-F238E27FC236}">
                <a16:creationId xmlns:a16="http://schemas.microsoft.com/office/drawing/2014/main" id="{86407450-533A-5546-ACDA-C73A7E020B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1863" y="42672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9" name="Line 61">
            <a:extLst>
              <a:ext uri="{FF2B5EF4-FFF2-40B4-BE49-F238E27FC236}">
                <a16:creationId xmlns:a16="http://schemas.microsoft.com/office/drawing/2014/main" id="{4EF79343-E169-9746-915B-8A58309E5F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6800" y="4197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0" name="Rectangle 62">
            <a:extLst>
              <a:ext uri="{FF2B5EF4-FFF2-40B4-BE49-F238E27FC236}">
                <a16:creationId xmlns:a16="http://schemas.microsoft.com/office/drawing/2014/main" id="{85769322-DD63-CA4C-824D-3D94D981D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2663" y="42910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51" name="Rectangle 63">
            <a:extLst>
              <a:ext uri="{FF2B5EF4-FFF2-40B4-BE49-F238E27FC236}">
                <a16:creationId xmlns:a16="http://schemas.microsoft.com/office/drawing/2014/main" id="{A149105B-80C1-724F-A2FF-7340A29A1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4062413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96652" name="Line 64">
            <a:extLst>
              <a:ext uri="{FF2B5EF4-FFF2-40B4-BE49-F238E27FC236}">
                <a16:creationId xmlns:a16="http://schemas.microsoft.com/office/drawing/2014/main" id="{533BC623-B79D-0E42-987F-449BE51216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3450" y="4619625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3" name="Line 65">
            <a:extLst>
              <a:ext uri="{FF2B5EF4-FFF2-40B4-BE49-F238E27FC236}">
                <a16:creationId xmlns:a16="http://schemas.microsoft.com/office/drawing/2014/main" id="{23B7FA20-F1E8-5946-B5E6-28E5BF1DB0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8388" y="4549775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4" name="Rectangle 66">
            <a:extLst>
              <a:ext uri="{FF2B5EF4-FFF2-40B4-BE49-F238E27FC236}">
                <a16:creationId xmlns:a16="http://schemas.microsoft.com/office/drawing/2014/main" id="{EE08BD23-71A8-104B-8D21-C99799260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4643438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55" name="Rectangle 67">
            <a:extLst>
              <a:ext uri="{FF2B5EF4-FFF2-40B4-BE49-F238E27FC236}">
                <a16:creationId xmlns:a16="http://schemas.microsoft.com/office/drawing/2014/main" id="{39E6AA95-499E-7244-A356-3DC95AF79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64343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36932" name="Rectangle 68">
            <a:extLst>
              <a:ext uri="{FF2B5EF4-FFF2-40B4-BE49-F238E27FC236}">
                <a16:creationId xmlns:a16="http://schemas.microsoft.com/office/drawing/2014/main" id="{0AC65725-DE71-B742-ADA6-3FBDDFA2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20027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PCWr=1</a:t>
            </a:r>
          </a:p>
        </p:txBody>
      </p:sp>
      <p:sp>
        <p:nvSpPr>
          <p:cNvPr id="36933" name="Rectangle 69">
            <a:extLst>
              <a:ext uri="{FF2B5EF4-FFF2-40B4-BE49-F238E27FC236}">
                <a16:creationId xmlns:a16="http://schemas.microsoft.com/office/drawing/2014/main" id="{90DC516B-891F-D447-B7F0-F637A1977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27432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196658" name="Line 70">
            <a:extLst>
              <a:ext uri="{FF2B5EF4-FFF2-40B4-BE49-F238E27FC236}">
                <a16:creationId xmlns:a16="http://schemas.microsoft.com/office/drawing/2014/main" id="{41835570-822E-3F46-BFCE-D984D143D2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7800" y="5029200"/>
            <a:ext cx="279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6659" name="Group 78">
            <a:extLst>
              <a:ext uri="{FF2B5EF4-FFF2-40B4-BE49-F238E27FC236}">
                <a16:creationId xmlns:a16="http://schemas.microsoft.com/office/drawing/2014/main" id="{922B333B-EB22-B14B-8D01-48F1BE2222CC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3746500"/>
            <a:ext cx="312737" cy="946150"/>
            <a:chOff x="695" y="2360"/>
            <a:chExt cx="197" cy="596"/>
          </a:xfrm>
        </p:grpSpPr>
        <p:sp>
          <p:nvSpPr>
            <p:cNvPr id="196758" name="Line 71">
              <a:extLst>
                <a:ext uri="{FF2B5EF4-FFF2-40B4-BE49-F238E27FC236}">
                  <a16:creationId xmlns:a16="http://schemas.microsoft.com/office/drawing/2014/main" id="{4EA46B24-8F33-2144-8833-E44DD7DA5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9" name="Line 72">
              <a:extLst>
                <a:ext uri="{FF2B5EF4-FFF2-40B4-BE49-F238E27FC236}">
                  <a16:creationId xmlns:a16="http://schemas.microsoft.com/office/drawing/2014/main" id="{6C84A1DB-8307-6548-AD33-3EA25C189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60" name="Line 73">
              <a:extLst>
                <a:ext uri="{FF2B5EF4-FFF2-40B4-BE49-F238E27FC236}">
                  <a16:creationId xmlns:a16="http://schemas.microsoft.com/office/drawing/2014/main" id="{80D4AF65-2CF9-694C-83FB-F1414C1C73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61" name="Line 74">
              <a:extLst>
                <a:ext uri="{FF2B5EF4-FFF2-40B4-BE49-F238E27FC236}">
                  <a16:creationId xmlns:a16="http://schemas.microsoft.com/office/drawing/2014/main" id="{BFF35625-CE58-3E49-BF99-DB27D1A64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62" name="Rectangle 75">
              <a:extLst>
                <a:ext uri="{FF2B5EF4-FFF2-40B4-BE49-F238E27FC236}">
                  <a16:creationId xmlns:a16="http://schemas.microsoft.com/office/drawing/2014/main" id="{F86CC9F8-FED1-534D-A339-68D974CEB2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28" y="2538"/>
              <a:ext cx="337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96763" name="Rectangle 76">
              <a:extLst>
                <a:ext uri="{FF2B5EF4-FFF2-40B4-BE49-F238E27FC236}">
                  <a16:creationId xmlns:a16="http://schemas.microsoft.com/office/drawing/2014/main" id="{2E5DCDE2-F454-2240-BC3F-6E4F3D76F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" y="2372"/>
              <a:ext cx="1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6764" name="Rectangle 77">
              <a:extLst>
                <a:ext uri="{FF2B5EF4-FFF2-40B4-BE49-F238E27FC236}">
                  <a16:creationId xmlns:a16="http://schemas.microsoft.com/office/drawing/2014/main" id="{FF90F889-90E8-F641-A8F1-B5E856C0E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" y="2766"/>
              <a:ext cx="1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96660" name="Line 79">
            <a:extLst>
              <a:ext uri="{FF2B5EF4-FFF2-40B4-BE49-F238E27FC236}">
                <a16:creationId xmlns:a16="http://schemas.microsoft.com/office/drawing/2014/main" id="{5958CDC5-28C0-434D-B79E-2B6D44EE42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400" y="38862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61" name="Line 80">
            <a:extLst>
              <a:ext uri="{FF2B5EF4-FFF2-40B4-BE49-F238E27FC236}">
                <a16:creationId xmlns:a16="http://schemas.microsoft.com/office/drawing/2014/main" id="{D224C2BF-BBFA-724F-947A-9F3493A5D3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62" name="Rectangle 81">
            <a:extLst>
              <a:ext uri="{FF2B5EF4-FFF2-40B4-BE49-F238E27FC236}">
                <a16:creationId xmlns:a16="http://schemas.microsoft.com/office/drawing/2014/main" id="{4802C22A-2408-A04A-84E8-39BCFEAB7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9100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63" name="Line 82">
            <a:extLst>
              <a:ext uri="{FF2B5EF4-FFF2-40B4-BE49-F238E27FC236}">
                <a16:creationId xmlns:a16="http://schemas.microsoft.com/office/drawing/2014/main" id="{991CCACF-5F1F-564A-AB4C-484C48B532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44958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64" name="Rectangle 83">
            <a:extLst>
              <a:ext uri="{FF2B5EF4-FFF2-40B4-BE49-F238E27FC236}">
                <a16:creationId xmlns:a16="http://schemas.microsoft.com/office/drawing/2014/main" id="{A4B1CD3B-E724-5A48-8D5C-A7131D615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32131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65" name="Rectangle 84">
            <a:extLst>
              <a:ext uri="{FF2B5EF4-FFF2-40B4-BE49-F238E27FC236}">
                <a16:creationId xmlns:a16="http://schemas.microsoft.com/office/drawing/2014/main" id="{BCBD3B73-F09C-B642-A49B-562651C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3173413"/>
            <a:ext cx="4286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96666" name="Line 85">
            <a:extLst>
              <a:ext uri="{FF2B5EF4-FFF2-40B4-BE49-F238E27FC236}">
                <a16:creationId xmlns:a16="http://schemas.microsoft.com/office/drawing/2014/main" id="{4F8817B0-A457-0F4A-AB41-5BA88C8FA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467100"/>
            <a:ext cx="0" cy="393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6667" name="Group 93">
            <a:extLst>
              <a:ext uri="{FF2B5EF4-FFF2-40B4-BE49-F238E27FC236}">
                <a16:creationId xmlns:a16="http://schemas.microsoft.com/office/drawing/2014/main" id="{05B224B6-C190-B54C-9556-7F0D44A8ACDB}"/>
              </a:ext>
            </a:extLst>
          </p:cNvPr>
          <p:cNvGrpSpPr>
            <a:grpSpLocks/>
          </p:cNvGrpSpPr>
          <p:nvPr/>
        </p:nvGrpSpPr>
        <p:grpSpPr bwMode="auto">
          <a:xfrm>
            <a:off x="6721475" y="3441700"/>
            <a:ext cx="333375" cy="946150"/>
            <a:chOff x="4234" y="2168"/>
            <a:chExt cx="210" cy="596"/>
          </a:xfrm>
        </p:grpSpPr>
        <p:sp>
          <p:nvSpPr>
            <p:cNvPr id="196751" name="Line 86">
              <a:extLst>
                <a:ext uri="{FF2B5EF4-FFF2-40B4-BE49-F238E27FC236}">
                  <a16:creationId xmlns:a16="http://schemas.microsoft.com/office/drawing/2014/main" id="{CC99CAD6-AB19-424B-886D-3D7B2B9EE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16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2" name="Line 87">
              <a:extLst>
                <a:ext uri="{FF2B5EF4-FFF2-40B4-BE49-F238E27FC236}">
                  <a16:creationId xmlns:a16="http://schemas.microsoft.com/office/drawing/2014/main" id="{CC1DE4E6-0759-3B4F-8014-1C00A04DA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0" y="216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3" name="Line 88">
              <a:extLst>
                <a:ext uri="{FF2B5EF4-FFF2-40B4-BE49-F238E27FC236}">
                  <a16:creationId xmlns:a16="http://schemas.microsoft.com/office/drawing/2014/main" id="{860290CC-E2DC-FA46-9AB3-A196CABDA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0" y="265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4" name="Line 89">
              <a:extLst>
                <a:ext uri="{FF2B5EF4-FFF2-40B4-BE49-F238E27FC236}">
                  <a16:creationId xmlns:a16="http://schemas.microsoft.com/office/drawing/2014/main" id="{1B365E29-7CB8-0040-8EBF-66DD9F68A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22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5" name="Rectangle 90">
              <a:extLst>
                <a:ext uri="{FF2B5EF4-FFF2-40B4-BE49-F238E27FC236}">
                  <a16:creationId xmlns:a16="http://schemas.microsoft.com/office/drawing/2014/main" id="{C94C0E35-F628-3A40-BAAC-5B95A99CBB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54" y="235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  <a:endParaRPr lang="en-US" altLang="zh-CN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6756" name="Rectangle 91">
              <a:extLst>
                <a:ext uri="{FF2B5EF4-FFF2-40B4-BE49-F238E27FC236}">
                  <a16:creationId xmlns:a16="http://schemas.microsoft.com/office/drawing/2014/main" id="{84BF131A-5B45-A746-A558-347EB4865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18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6757" name="Rectangle 92">
              <a:extLst>
                <a:ext uri="{FF2B5EF4-FFF2-40B4-BE49-F238E27FC236}">
                  <a16:creationId xmlns:a16="http://schemas.microsoft.com/office/drawing/2014/main" id="{8E1213BA-4EEA-5C41-A490-70BC693D7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57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96668" name="Line 94">
            <a:extLst>
              <a:ext uri="{FF2B5EF4-FFF2-40B4-BE49-F238E27FC236}">
                <a16:creationId xmlns:a16="http://schemas.microsoft.com/office/drawing/2014/main" id="{2629D800-83B4-D24D-A5BD-9679D54820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85000" y="38862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69" name="Line 95">
            <a:extLst>
              <a:ext uri="{FF2B5EF4-FFF2-40B4-BE49-F238E27FC236}">
                <a16:creationId xmlns:a16="http://schemas.microsoft.com/office/drawing/2014/main" id="{2C39821C-46B2-FF43-B533-9A75B19B6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0" name="Rectangle 96">
            <a:extLst>
              <a:ext uri="{FF2B5EF4-FFF2-40B4-BE49-F238E27FC236}">
                <a16:creationId xmlns:a16="http://schemas.microsoft.com/office/drawing/2014/main" id="{BB3ABCF5-5A38-DF47-86F7-6210BBCFB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39100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671" name="Line 97">
            <a:extLst>
              <a:ext uri="{FF2B5EF4-FFF2-40B4-BE49-F238E27FC236}">
                <a16:creationId xmlns:a16="http://schemas.microsoft.com/office/drawing/2014/main" id="{E7B62E0F-7A9E-9E41-B80B-3CF6B743E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0607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2" name="Line 98">
            <a:extLst>
              <a:ext uri="{FF2B5EF4-FFF2-40B4-BE49-F238E27FC236}">
                <a16:creationId xmlns:a16="http://schemas.microsoft.com/office/drawing/2014/main" id="{307FEC70-024B-824D-A3AF-149D0E469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3957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3" name="Line 99">
            <a:extLst>
              <a:ext uri="{FF2B5EF4-FFF2-40B4-BE49-F238E27FC236}">
                <a16:creationId xmlns:a16="http://schemas.microsoft.com/office/drawing/2014/main" id="{7C88C35F-F35D-8F41-AA2F-89D00B46EA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9300" y="43957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4" name="Line 100">
            <a:extLst>
              <a:ext uri="{FF2B5EF4-FFF2-40B4-BE49-F238E27FC236}">
                <a16:creationId xmlns:a16="http://schemas.microsoft.com/office/drawing/2014/main" id="{C32B5B50-6262-B142-BD18-DE30137964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9300" y="54737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5" name="Line 101">
            <a:extLst>
              <a:ext uri="{FF2B5EF4-FFF2-40B4-BE49-F238E27FC236}">
                <a16:creationId xmlns:a16="http://schemas.microsoft.com/office/drawing/2014/main" id="{DDB3011E-ED2B-874E-B113-E969DA704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45085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6" name="Line 102">
            <a:extLst>
              <a:ext uri="{FF2B5EF4-FFF2-40B4-BE49-F238E27FC236}">
                <a16:creationId xmlns:a16="http://schemas.microsoft.com/office/drawing/2014/main" id="{C00A9E71-40CF-5B4F-85CD-6352AEF2A3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5616575"/>
            <a:ext cx="0" cy="4921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77" name="Rectangle 103">
            <a:extLst>
              <a:ext uri="{FF2B5EF4-FFF2-40B4-BE49-F238E27FC236}">
                <a16:creationId xmlns:a16="http://schemas.microsoft.com/office/drawing/2014/main" id="{2327DD42-2789-7D44-8AED-64B7CA425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4443413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6678" name="Rectangle 104">
            <a:extLst>
              <a:ext uri="{FF2B5EF4-FFF2-40B4-BE49-F238E27FC236}">
                <a16:creationId xmlns:a16="http://schemas.microsoft.com/office/drawing/2014/main" id="{6A58D635-36D2-774C-968C-B400DF04E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47656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6679" name="Rectangle 105">
            <a:extLst>
              <a:ext uri="{FF2B5EF4-FFF2-40B4-BE49-F238E27FC236}">
                <a16:creationId xmlns:a16="http://schemas.microsoft.com/office/drawing/2014/main" id="{BD15ADD6-33C2-D740-A0D4-769D6C1E4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50704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6680" name="Rectangle 106">
            <a:extLst>
              <a:ext uri="{FF2B5EF4-FFF2-40B4-BE49-F238E27FC236}">
                <a16:creationId xmlns:a16="http://schemas.microsoft.com/office/drawing/2014/main" id="{61A86C47-7D2D-3F46-AE5A-EABC93433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52990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96681" name="Line 107">
            <a:extLst>
              <a:ext uri="{FF2B5EF4-FFF2-40B4-BE49-F238E27FC236}">
                <a16:creationId xmlns:a16="http://schemas.microsoft.com/office/drawing/2014/main" id="{338BAA5B-153B-B643-BA6D-E7E75D9E98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125" y="4943475"/>
            <a:ext cx="4826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82" name="Rectangle 108">
            <a:extLst>
              <a:ext uri="{FF2B5EF4-FFF2-40B4-BE49-F238E27FC236}">
                <a16:creationId xmlns:a16="http://schemas.microsoft.com/office/drawing/2014/main" id="{D5816C7A-7B18-5346-B1AD-7FE38825E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7910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6683" name="Line 109">
            <a:extLst>
              <a:ext uri="{FF2B5EF4-FFF2-40B4-BE49-F238E27FC236}">
                <a16:creationId xmlns:a16="http://schemas.microsoft.com/office/drawing/2014/main" id="{305D1F64-7567-0A41-AE3E-19B559B85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8100" y="4619625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4" name="Rectangle 110">
            <a:extLst>
              <a:ext uri="{FF2B5EF4-FFF2-40B4-BE49-F238E27FC236}">
                <a16:creationId xmlns:a16="http://schemas.microsoft.com/office/drawing/2014/main" id="{79C61D28-2BA7-A746-AFB5-1A7302D6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8674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196685" name="Line 111">
            <a:extLst>
              <a:ext uri="{FF2B5EF4-FFF2-40B4-BE49-F238E27FC236}">
                <a16:creationId xmlns:a16="http://schemas.microsoft.com/office/drawing/2014/main" id="{E4612E46-8655-B54E-908E-377C3C147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7300" y="27559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86" name="Line 112">
            <a:extLst>
              <a:ext uri="{FF2B5EF4-FFF2-40B4-BE49-F238E27FC236}">
                <a16:creationId xmlns:a16="http://schemas.microsoft.com/office/drawing/2014/main" id="{5C08DB34-69B1-9A4D-A47D-71086D6546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0" y="27559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87" name="Line 113">
            <a:extLst>
              <a:ext uri="{FF2B5EF4-FFF2-40B4-BE49-F238E27FC236}">
                <a16:creationId xmlns:a16="http://schemas.microsoft.com/office/drawing/2014/main" id="{8307FCB2-ADB0-E84F-A4AF-14D027B50B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66000" y="35353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88" name="Line 114">
            <a:extLst>
              <a:ext uri="{FF2B5EF4-FFF2-40B4-BE49-F238E27FC236}">
                <a16:creationId xmlns:a16="http://schemas.microsoft.com/office/drawing/2014/main" id="{645B42E8-95E6-D646-968D-37C4DE4F0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8700" y="28384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89" name="Rectangle 115">
            <a:extLst>
              <a:ext uri="{FF2B5EF4-FFF2-40B4-BE49-F238E27FC236}">
                <a16:creationId xmlns:a16="http://schemas.microsoft.com/office/drawing/2014/main" id="{E025F8A0-F5AA-3549-8C0F-8D336E2498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04075" y="30480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96690" name="Rectangle 116">
            <a:extLst>
              <a:ext uri="{FF2B5EF4-FFF2-40B4-BE49-F238E27FC236}">
                <a16:creationId xmlns:a16="http://schemas.microsoft.com/office/drawing/2014/main" id="{ABA70DE4-A628-7D4B-9E42-766DF0BB90B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77113" y="2774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6691" name="Rectangle 117">
            <a:extLst>
              <a:ext uri="{FF2B5EF4-FFF2-40B4-BE49-F238E27FC236}">
                <a16:creationId xmlns:a16="http://schemas.microsoft.com/office/drawing/2014/main" id="{B226662D-202F-794E-97D0-B082E9C103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77113" y="3400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6692" name="Oval 118">
            <a:extLst>
              <a:ext uri="{FF2B5EF4-FFF2-40B4-BE49-F238E27FC236}">
                <a16:creationId xmlns:a16="http://schemas.microsoft.com/office/drawing/2014/main" id="{ED574010-98A3-DF46-8C5D-B0873C7F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060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93" name="Line 119">
            <a:extLst>
              <a:ext uri="{FF2B5EF4-FFF2-40B4-BE49-F238E27FC236}">
                <a16:creationId xmlns:a16="http://schemas.microsoft.com/office/drawing/2014/main" id="{EBDDEDD5-4223-4F42-BCF5-A0F663E95F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425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94" name="Line 120">
            <a:extLst>
              <a:ext uri="{FF2B5EF4-FFF2-40B4-BE49-F238E27FC236}">
                <a16:creationId xmlns:a16="http://schemas.microsoft.com/office/drawing/2014/main" id="{2620637E-4C10-FD47-BDC5-3190E4194C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2425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95" name="Oval 121">
            <a:extLst>
              <a:ext uri="{FF2B5EF4-FFF2-40B4-BE49-F238E27FC236}">
                <a16:creationId xmlns:a16="http://schemas.microsoft.com/office/drawing/2014/main" id="{89D2FF9C-0468-004D-8692-22E012D05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2603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6696" name="Line 122">
            <a:extLst>
              <a:ext uri="{FF2B5EF4-FFF2-40B4-BE49-F238E27FC236}">
                <a16:creationId xmlns:a16="http://schemas.microsoft.com/office/drawing/2014/main" id="{DFE48891-3D07-424A-BB0F-358CA6450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425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6697" name="Group 126">
            <a:extLst>
              <a:ext uri="{FF2B5EF4-FFF2-40B4-BE49-F238E27FC236}">
                <a16:creationId xmlns:a16="http://schemas.microsoft.com/office/drawing/2014/main" id="{3F99B9F8-8309-DF43-977C-024C788598BF}"/>
              </a:ext>
            </a:extLst>
          </p:cNvPr>
          <p:cNvGrpSpPr>
            <a:grpSpLocks/>
          </p:cNvGrpSpPr>
          <p:nvPr/>
        </p:nvGrpSpPr>
        <p:grpSpPr bwMode="auto">
          <a:xfrm>
            <a:off x="7632700" y="2825750"/>
            <a:ext cx="641350" cy="395288"/>
            <a:chOff x="4808" y="1780"/>
            <a:chExt cx="404" cy="249"/>
          </a:xfrm>
        </p:grpSpPr>
        <p:sp>
          <p:nvSpPr>
            <p:cNvPr id="196748" name="Line 123">
              <a:extLst>
                <a:ext uri="{FF2B5EF4-FFF2-40B4-BE49-F238E27FC236}">
                  <a16:creationId xmlns:a16="http://schemas.microsoft.com/office/drawing/2014/main" id="{158C47C9-F8BC-D84C-BDFA-0915522B2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1824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9" name="Line 124">
              <a:extLst>
                <a:ext uri="{FF2B5EF4-FFF2-40B4-BE49-F238E27FC236}">
                  <a16:creationId xmlns:a16="http://schemas.microsoft.com/office/drawing/2014/main" id="{2A038368-E327-2045-8DDD-051A1280D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1780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50" name="Rectangle 125">
              <a:extLst>
                <a:ext uri="{FF2B5EF4-FFF2-40B4-BE49-F238E27FC236}">
                  <a16:creationId xmlns:a16="http://schemas.microsoft.com/office/drawing/2014/main" id="{96153FE8-D23A-624F-A4D4-3BF043D8E5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63" y="1839"/>
              <a:ext cx="23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6698" name="Line 127">
            <a:extLst>
              <a:ext uri="{FF2B5EF4-FFF2-40B4-BE49-F238E27FC236}">
                <a16:creationId xmlns:a16="http://schemas.microsoft.com/office/drawing/2014/main" id="{1FBFD27A-5D83-B642-BC4D-7111BB1C7E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3797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99" name="Line 128">
            <a:extLst>
              <a:ext uri="{FF2B5EF4-FFF2-40B4-BE49-F238E27FC236}">
                <a16:creationId xmlns:a16="http://schemas.microsoft.com/office/drawing/2014/main" id="{2C5F617F-691F-014F-9A19-3EFAC99AA6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93100" y="4343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0" name="Rectangle 129">
            <a:extLst>
              <a:ext uri="{FF2B5EF4-FFF2-40B4-BE49-F238E27FC236}">
                <a16:creationId xmlns:a16="http://schemas.microsoft.com/office/drawing/2014/main" id="{9507467A-CCB0-C745-B8B8-435B8581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438" y="35226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96701" name="Line 130">
            <a:extLst>
              <a:ext uri="{FF2B5EF4-FFF2-40B4-BE49-F238E27FC236}">
                <a16:creationId xmlns:a16="http://schemas.microsoft.com/office/drawing/2014/main" id="{0916F3C8-CA5E-B547-9CB8-C087F87A5E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4600" y="3505200"/>
            <a:ext cx="1270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2" name="Line 131">
            <a:extLst>
              <a:ext uri="{FF2B5EF4-FFF2-40B4-BE49-F238E27FC236}">
                <a16:creationId xmlns:a16="http://schemas.microsoft.com/office/drawing/2014/main" id="{5470D48C-423B-814A-B78C-B252AE73F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25146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3" name="Line 132">
            <a:extLst>
              <a:ext uri="{FF2B5EF4-FFF2-40B4-BE49-F238E27FC236}">
                <a16:creationId xmlns:a16="http://schemas.microsoft.com/office/drawing/2014/main" id="{52CA9A37-D3EE-CB40-9C70-CCDB60781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26670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4" name="Line 133">
            <a:extLst>
              <a:ext uri="{FF2B5EF4-FFF2-40B4-BE49-F238E27FC236}">
                <a16:creationId xmlns:a16="http://schemas.microsoft.com/office/drawing/2014/main" id="{831C8E33-E9FA-0341-B79C-624E619483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1700" y="2590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6705" name="Group 139">
            <a:extLst>
              <a:ext uri="{FF2B5EF4-FFF2-40B4-BE49-F238E27FC236}">
                <a16:creationId xmlns:a16="http://schemas.microsoft.com/office/drawing/2014/main" id="{E552D097-3FAB-3941-925D-13255842513B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438400"/>
            <a:ext cx="381000" cy="306388"/>
            <a:chOff x="720" y="1536"/>
            <a:chExt cx="240" cy="193"/>
          </a:xfrm>
        </p:grpSpPr>
        <p:sp>
          <p:nvSpPr>
            <p:cNvPr id="196743" name="Arc 134">
              <a:extLst>
                <a:ext uri="{FF2B5EF4-FFF2-40B4-BE49-F238E27FC236}">
                  <a16:creationId xmlns:a16="http://schemas.microsoft.com/office/drawing/2014/main" id="{138E8FEB-DD04-914D-A762-D19A3D9C9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" y="154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4" name="Arc 135">
              <a:extLst>
                <a:ext uri="{FF2B5EF4-FFF2-40B4-BE49-F238E27FC236}">
                  <a16:creationId xmlns:a16="http://schemas.microsoft.com/office/drawing/2014/main" id="{9600C98A-D7D7-1D44-99D3-4EBD5517FF1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20" y="164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5" name="Line 136">
              <a:extLst>
                <a:ext uri="{FF2B5EF4-FFF2-40B4-BE49-F238E27FC236}">
                  <a16:creationId xmlns:a16="http://schemas.microsoft.com/office/drawing/2014/main" id="{B52B1F15-E885-364F-8BE8-7319643B0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536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6" name="Line 137">
              <a:extLst>
                <a:ext uri="{FF2B5EF4-FFF2-40B4-BE49-F238E27FC236}">
                  <a16:creationId xmlns:a16="http://schemas.microsoft.com/office/drawing/2014/main" id="{6A4A0118-BE72-7F49-9A90-52CF2CED3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72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7" name="Line 138">
              <a:extLst>
                <a:ext uri="{FF2B5EF4-FFF2-40B4-BE49-F238E27FC236}">
                  <a16:creationId xmlns:a16="http://schemas.microsoft.com/office/drawing/2014/main" id="{DE30F882-C89F-984E-9387-BCE49371C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54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6706" name="Line 140">
            <a:extLst>
              <a:ext uri="{FF2B5EF4-FFF2-40B4-BE49-F238E27FC236}">
                <a16:creationId xmlns:a16="http://schemas.microsoft.com/office/drawing/2014/main" id="{76D5BBAF-2066-DF4F-BF62-0CB00AE334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2806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7" name="Arc 141">
            <a:extLst>
              <a:ext uri="{FF2B5EF4-FFF2-40B4-BE49-F238E27FC236}">
                <a16:creationId xmlns:a16="http://schemas.microsoft.com/office/drawing/2014/main" id="{5E88A23A-C685-E043-9522-2F5A2532AEB5}"/>
              </a:ext>
            </a:extLst>
          </p:cNvPr>
          <p:cNvSpPr>
            <a:spLocks/>
          </p:cNvSpPr>
          <p:nvPr/>
        </p:nvSpPr>
        <p:spPr bwMode="auto">
          <a:xfrm rot="-5400000">
            <a:off x="738188" y="27432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08" name="Arc 142">
            <a:extLst>
              <a:ext uri="{FF2B5EF4-FFF2-40B4-BE49-F238E27FC236}">
                <a16:creationId xmlns:a16="http://schemas.microsoft.com/office/drawing/2014/main" id="{96D6C9E5-6D0D-1349-B29D-3E91BFC8C554}"/>
              </a:ext>
            </a:extLst>
          </p:cNvPr>
          <p:cNvSpPr>
            <a:spLocks/>
          </p:cNvSpPr>
          <p:nvPr/>
        </p:nvSpPr>
        <p:spPr bwMode="auto">
          <a:xfrm rot="5400000">
            <a:off x="552450" y="27432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6709" name="Group 145">
            <a:extLst>
              <a:ext uri="{FF2B5EF4-FFF2-40B4-BE49-F238E27FC236}">
                <a16:creationId xmlns:a16="http://schemas.microsoft.com/office/drawing/2014/main" id="{115EC338-E8B9-D34B-AEA2-B0E6E33A0007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2662238"/>
            <a:ext cx="373062" cy="101600"/>
            <a:chOff x="393" y="1677"/>
            <a:chExt cx="235" cy="64"/>
          </a:xfrm>
        </p:grpSpPr>
        <p:sp>
          <p:nvSpPr>
            <p:cNvPr id="196741" name="Arc 143">
              <a:extLst>
                <a:ext uri="{FF2B5EF4-FFF2-40B4-BE49-F238E27FC236}">
                  <a16:creationId xmlns:a16="http://schemas.microsoft.com/office/drawing/2014/main" id="{6944AB4E-CA4C-534F-A619-C998F79A5B1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29" y="1641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742" name="Arc 144">
              <a:extLst>
                <a:ext uri="{FF2B5EF4-FFF2-40B4-BE49-F238E27FC236}">
                  <a16:creationId xmlns:a16="http://schemas.microsoft.com/office/drawing/2014/main" id="{ED59AA42-CE18-3C44-96F4-97E620402F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28" y="1641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6710" name="Line 146">
            <a:extLst>
              <a:ext uri="{FF2B5EF4-FFF2-40B4-BE49-F238E27FC236}">
                <a16:creationId xmlns:a16="http://schemas.microsoft.com/office/drawing/2014/main" id="{76F2C169-EB35-8C48-8C78-F44422DEE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060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11" name="Line 147">
            <a:extLst>
              <a:ext uri="{FF2B5EF4-FFF2-40B4-BE49-F238E27FC236}">
                <a16:creationId xmlns:a16="http://schemas.microsoft.com/office/drawing/2014/main" id="{C154854D-3594-8E47-A57B-102A8F82FE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25019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12" name="Line 148">
            <a:extLst>
              <a:ext uri="{FF2B5EF4-FFF2-40B4-BE49-F238E27FC236}">
                <a16:creationId xmlns:a16="http://schemas.microsoft.com/office/drawing/2014/main" id="{9759BC0E-DEC4-6149-8CB6-5E71997312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2578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13" name="Rectangle 149">
            <a:extLst>
              <a:ext uri="{FF2B5EF4-FFF2-40B4-BE49-F238E27FC236}">
                <a16:creationId xmlns:a16="http://schemas.microsoft.com/office/drawing/2014/main" id="{FCC460D1-B522-E54C-A469-D859B7F8F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455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37014" name="Rectangle 150">
            <a:extLst>
              <a:ext uri="{FF2B5EF4-FFF2-40B4-BE49-F238E27FC236}">
                <a16:creationId xmlns:a16="http://schemas.microsoft.com/office/drawing/2014/main" id="{8F875204-B7B9-CF4C-862B-54183E7F3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2098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PCWrCond=x</a:t>
            </a:r>
          </a:p>
        </p:txBody>
      </p:sp>
      <p:sp>
        <p:nvSpPr>
          <p:cNvPr id="37015" name="Rectangle 151">
            <a:extLst>
              <a:ext uri="{FF2B5EF4-FFF2-40B4-BE49-F238E27FC236}">
                <a16:creationId xmlns:a16="http://schemas.microsoft.com/office/drawing/2014/main" id="{90F264BA-EDC6-4C4E-BC99-0876C4A74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22098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PCSrc=0</a:t>
            </a:r>
          </a:p>
        </p:txBody>
      </p:sp>
      <p:sp>
        <p:nvSpPr>
          <p:cNvPr id="37016" name="Rectangle 152">
            <a:extLst>
              <a:ext uri="{FF2B5EF4-FFF2-40B4-BE49-F238E27FC236}">
                <a16:creationId xmlns:a16="http://schemas.microsoft.com/office/drawing/2014/main" id="{F4643E2E-C6C6-424E-832C-86C2940F0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22098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196717" name="Line 153">
            <a:extLst>
              <a:ext uri="{FF2B5EF4-FFF2-40B4-BE49-F238E27FC236}">
                <a16:creationId xmlns:a16="http://schemas.microsoft.com/office/drawing/2014/main" id="{5450B07B-9C03-5B4E-8A48-1E093FB797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50" y="4425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718" name="Rectangle 154">
            <a:extLst>
              <a:ext uri="{FF2B5EF4-FFF2-40B4-BE49-F238E27FC236}">
                <a16:creationId xmlns:a16="http://schemas.microsoft.com/office/drawing/2014/main" id="{BBA1630A-19D6-D149-BF25-AB95C192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4214813"/>
            <a:ext cx="3778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6719" name="Line 155">
            <a:extLst>
              <a:ext uri="{FF2B5EF4-FFF2-40B4-BE49-F238E27FC236}">
                <a16:creationId xmlns:a16="http://schemas.microsoft.com/office/drawing/2014/main" id="{90277C47-72B7-D94E-AD89-868A7EF97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0607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20" name="Rectangle 156">
            <a:extLst>
              <a:ext uri="{FF2B5EF4-FFF2-40B4-BE49-F238E27FC236}">
                <a16:creationId xmlns:a16="http://schemas.microsoft.com/office/drawing/2014/main" id="{CCB30CD6-EAFD-8C49-B94C-9F4AC77E0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838" y="27606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IorD=0</a:t>
            </a:r>
          </a:p>
        </p:txBody>
      </p:sp>
      <p:sp>
        <p:nvSpPr>
          <p:cNvPr id="196721" name="Line 165">
            <a:extLst>
              <a:ext uri="{FF2B5EF4-FFF2-40B4-BE49-F238E27FC236}">
                <a16:creationId xmlns:a16="http://schemas.microsoft.com/office/drawing/2014/main" id="{615C50B0-B8E2-4C4C-8F5A-26FC3147F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3300" y="3340100"/>
            <a:ext cx="292100" cy="1905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31" name="AutoShape 167">
            <a:extLst>
              <a:ext uri="{FF2B5EF4-FFF2-40B4-BE49-F238E27FC236}">
                <a16:creationId xmlns:a16="http://schemas.microsoft.com/office/drawing/2014/main" id="{E4F28CFF-7471-444F-8E47-B2E6471F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243013"/>
            <a:ext cx="2743200" cy="742950"/>
          </a:xfrm>
          <a:prstGeom prst="cloudCallout">
            <a:avLst>
              <a:gd name="adj1" fmla="val -28588"/>
              <a:gd name="adj2" fmla="val 8825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为什么多周期时需要</a:t>
            </a:r>
            <a:r>
              <a:rPr lang="en-US" altLang="zh-CN" sz="1800">
                <a:ea typeface="黑体" panose="02010609060101010101" pitchFamily="49" charset="-122"/>
              </a:rPr>
              <a:t>PCWr</a:t>
            </a:r>
            <a:r>
              <a:rPr lang="zh-CN" altLang="en-US" sz="1800">
                <a:ea typeface="黑体" panose="02010609060101010101" pitchFamily="49" charset="-122"/>
              </a:rPr>
              <a:t>？</a:t>
            </a:r>
          </a:p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033" name="Text Box 169">
            <a:extLst>
              <a:ext uri="{FF2B5EF4-FFF2-40B4-BE49-F238E27FC236}">
                <a16:creationId xmlns:a16="http://schemas.microsoft.com/office/drawing/2014/main" id="{F514FC30-53B5-E242-82D9-6C5FCE119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971550"/>
            <a:ext cx="4291012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的更新时间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需要写使能信号（非每个周期都写）</a:t>
            </a: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多了一个指令寄存器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</a:p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每个周期产生各自的控制信号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</a:t>
            </a:r>
          </a:p>
        </p:txBody>
      </p:sp>
      <p:sp>
        <p:nvSpPr>
          <p:cNvPr id="37034" name="Text Box 170">
            <a:extLst>
              <a:ext uri="{FF2B5EF4-FFF2-40B4-BE49-F238E27FC236}">
                <a16:creationId xmlns:a16="http://schemas.microsoft.com/office/drawing/2014/main" id="{71887FB3-7C4F-1B4B-99A6-C9BD7893E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636588"/>
            <a:ext cx="3611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想想看，和单周期有哪些不同？</a:t>
            </a:r>
            <a:endParaRPr lang="en-US" altLang="zh-CN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035" name="Text Box 171">
            <a:extLst>
              <a:ext uri="{FF2B5EF4-FFF2-40B4-BE49-F238E27FC236}">
                <a16:creationId xmlns:a16="http://schemas.microsoft.com/office/drawing/2014/main" id="{A4B23723-73C7-D441-A5F6-6E732C753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6015038"/>
            <a:ext cx="5108575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分析的结果就是生成的一个“状态”</a:t>
            </a:r>
            <a:endParaRPr lang="en-US" altLang="zh-CN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所有控制信号的取值的组合</a:t>
            </a:r>
          </a:p>
        </p:txBody>
      </p:sp>
      <p:grpSp>
        <p:nvGrpSpPr>
          <p:cNvPr id="37038" name="Group 174">
            <a:extLst>
              <a:ext uri="{FF2B5EF4-FFF2-40B4-BE49-F238E27FC236}">
                <a16:creationId xmlns:a16="http://schemas.microsoft.com/office/drawing/2014/main" id="{CFF27943-0DC7-AA42-B42F-9C1D9D9A3D6C}"/>
              </a:ext>
            </a:extLst>
          </p:cNvPr>
          <p:cNvGrpSpPr>
            <a:grpSpLocks/>
          </p:cNvGrpSpPr>
          <p:nvPr/>
        </p:nvGrpSpPr>
        <p:grpSpPr bwMode="auto">
          <a:xfrm>
            <a:off x="3802063" y="2816225"/>
            <a:ext cx="942975" cy="3178175"/>
            <a:chOff x="2350" y="1518"/>
            <a:chExt cx="594" cy="2349"/>
          </a:xfrm>
        </p:grpSpPr>
        <p:sp>
          <p:nvSpPr>
            <p:cNvPr id="196739" name="Line 172">
              <a:extLst>
                <a:ext uri="{FF2B5EF4-FFF2-40B4-BE49-F238E27FC236}">
                  <a16:creationId xmlns:a16="http://schemas.microsoft.com/office/drawing/2014/main" id="{DF5FF6D0-12DD-5E40-B025-5889852B25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0" y="3209"/>
              <a:ext cx="585" cy="65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740" name="Line 173">
              <a:extLst>
                <a:ext uri="{FF2B5EF4-FFF2-40B4-BE49-F238E27FC236}">
                  <a16:creationId xmlns:a16="http://schemas.microsoft.com/office/drawing/2014/main" id="{334CC7E9-A7D5-4847-87CF-F0391343D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51" y="1518"/>
              <a:ext cx="293" cy="1691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040" name="Group 176">
            <a:extLst>
              <a:ext uri="{FF2B5EF4-FFF2-40B4-BE49-F238E27FC236}">
                <a16:creationId xmlns:a16="http://schemas.microsoft.com/office/drawing/2014/main" id="{4B5B5519-4ECF-B848-A71B-322DEBA3E237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1141413"/>
            <a:ext cx="1619250" cy="1689100"/>
            <a:chOff x="2120" y="481"/>
            <a:chExt cx="906" cy="1000"/>
          </a:xfrm>
        </p:grpSpPr>
        <p:grpSp>
          <p:nvGrpSpPr>
            <p:cNvPr id="196730" name="Group 164">
              <a:extLst>
                <a:ext uri="{FF2B5EF4-FFF2-40B4-BE49-F238E27FC236}">
                  <a16:creationId xmlns:a16="http://schemas.microsoft.com/office/drawing/2014/main" id="{C5981AEA-9FC8-6C4D-A588-EB348796FC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3" y="481"/>
              <a:ext cx="896" cy="1000"/>
              <a:chOff x="2744" y="480"/>
              <a:chExt cx="896" cy="1000"/>
            </a:xfrm>
          </p:grpSpPr>
          <p:sp>
            <p:nvSpPr>
              <p:cNvPr id="196732" name="Rectangle 157">
                <a:extLst>
                  <a:ext uri="{FF2B5EF4-FFF2-40B4-BE49-F238E27FC236}">
                    <a16:creationId xmlns:a16="http://schemas.microsoft.com/office/drawing/2014/main" id="{9104B6D9-C113-F243-B3D5-B9E767E19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879"/>
                <a:ext cx="774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>
                    <a:ea typeface="宋体" panose="02010600030101010101" pitchFamily="2" charset="-122"/>
                  </a:rPr>
                  <a:t>1: </a:t>
                </a:r>
                <a:r>
                  <a:rPr lang="en-US" altLang="zh-CN" sz="1400">
                    <a:ea typeface="宋体" panose="02010600030101010101" pitchFamily="2" charset="-122"/>
                  </a:rPr>
                  <a:t>PCWr,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400">
                    <a:ea typeface="宋体" panose="02010600030101010101" pitchFamily="2" charset="-122"/>
                  </a:rPr>
                  <a:t>IRWr</a:t>
                </a:r>
              </a:p>
            </p:txBody>
          </p:sp>
          <p:sp>
            <p:nvSpPr>
              <p:cNvPr id="196733" name="Rectangle 158">
                <a:extLst>
                  <a:ext uri="{FF2B5EF4-FFF2-40B4-BE49-F238E27FC236}">
                    <a16:creationId xmlns:a16="http://schemas.microsoft.com/office/drawing/2014/main" id="{136F3B86-B944-7F44-A6C9-8609103D3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735"/>
                <a:ext cx="694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>
                    <a:ea typeface="宋体" panose="02010600030101010101" pitchFamily="2" charset="-122"/>
                  </a:rPr>
                  <a:t>ALUOp=Add</a:t>
                </a:r>
              </a:p>
            </p:txBody>
          </p:sp>
          <p:sp>
            <p:nvSpPr>
              <p:cNvPr id="196734" name="Rectangle 159">
                <a:extLst>
                  <a:ext uri="{FF2B5EF4-FFF2-40B4-BE49-F238E27FC236}">
                    <a16:creationId xmlns:a16="http://schemas.microsoft.com/office/drawing/2014/main" id="{A5C54668-2C5F-9F42-8FF7-772FD8FC9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263"/>
                <a:ext cx="591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>
                    <a:ea typeface="宋体" panose="02010600030101010101" pitchFamily="2" charset="-122"/>
                  </a:rPr>
                  <a:t>Others: 0s</a:t>
                </a:r>
              </a:p>
            </p:txBody>
          </p:sp>
          <p:sp>
            <p:nvSpPr>
              <p:cNvPr id="196735" name="Rectangle 160">
                <a:extLst>
                  <a:ext uri="{FF2B5EF4-FFF2-40B4-BE49-F238E27FC236}">
                    <a16:creationId xmlns:a16="http://schemas.microsoft.com/office/drawing/2014/main" id="{23419C8A-9E71-3D40-9D39-7B584F8B4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1023"/>
                <a:ext cx="74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>
                    <a:ea typeface="宋体" panose="02010600030101010101" pitchFamily="2" charset="-122"/>
                  </a:rPr>
                  <a:t>x: PCWrCond</a:t>
                </a:r>
              </a:p>
            </p:txBody>
          </p:sp>
          <p:sp>
            <p:nvSpPr>
              <p:cNvPr id="196736" name="Oval 161">
                <a:extLst>
                  <a:ext uri="{FF2B5EF4-FFF2-40B4-BE49-F238E27FC236}">
                    <a16:creationId xmlns:a16="http://schemas.microsoft.com/office/drawing/2014/main" id="{35AC8DB8-CDD6-394B-84F0-673811841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632"/>
                <a:ext cx="896" cy="8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6737" name="Rectangle 162">
                <a:extLst>
                  <a:ext uri="{FF2B5EF4-FFF2-40B4-BE49-F238E27FC236}">
                    <a16:creationId xmlns:a16="http://schemas.microsoft.com/office/drawing/2014/main" id="{7200BD4E-929B-A94F-BA7F-D056B4461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1119"/>
                <a:ext cx="85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>
                    <a:ea typeface="宋体" panose="02010600030101010101" pitchFamily="2" charset="-122"/>
                  </a:rPr>
                  <a:t>RegDst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1400">
                    <a:ea typeface="宋体" panose="02010600030101010101" pitchFamily="2" charset="-122"/>
                  </a:rPr>
                  <a:t>Mem2R</a:t>
                </a:r>
              </a:p>
            </p:txBody>
          </p:sp>
          <p:sp>
            <p:nvSpPr>
              <p:cNvPr id="196738" name="Rectangle 163">
                <a:extLst>
                  <a:ext uri="{FF2B5EF4-FFF2-40B4-BE49-F238E27FC236}">
                    <a16:creationId xmlns:a16="http://schemas.microsoft.com/office/drawing/2014/main" id="{DE9D448F-F383-4D47-BAF2-2E1C94786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480"/>
                <a:ext cx="442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sp>
          <p:nvSpPr>
            <p:cNvPr id="196731" name="Oval 175">
              <a:extLst>
                <a:ext uri="{FF2B5EF4-FFF2-40B4-BE49-F238E27FC236}">
                  <a16:creationId xmlns:a16="http://schemas.microsoft.com/office/drawing/2014/main" id="{6562DF3A-040D-E540-9F0B-60CE0EDCE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" y="641"/>
              <a:ext cx="906" cy="840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37041" name="Rectangle 177">
            <a:extLst>
              <a:ext uri="{FF2B5EF4-FFF2-40B4-BE49-F238E27FC236}">
                <a16:creationId xmlns:a16="http://schemas.microsoft.com/office/drawing/2014/main" id="{841AE295-FDB9-6A46-857E-EDA1FFC3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5963"/>
            <a:ext cx="47704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分析：取指周期中各控制信号的取值应为？</a:t>
            </a:r>
          </a:p>
        </p:txBody>
      </p:sp>
      <p:sp>
        <p:nvSpPr>
          <p:cNvPr id="196729" name="Rectangle 178">
            <a:extLst>
              <a:ext uri="{FF2B5EF4-FFF2-40B4-BE49-F238E27FC236}">
                <a16:creationId xmlns:a16="http://schemas.microsoft.com/office/drawing/2014/main" id="{C37CECFF-25F8-DF48-95C4-54F5D457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218916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6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7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7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3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7" grpId="0"/>
      <p:bldP spid="36909" grpId="0"/>
      <p:bldP spid="36918" grpId="0"/>
      <p:bldP spid="36932" grpId="0"/>
      <p:bldP spid="36933" grpId="0"/>
      <p:bldP spid="36974" grpId="0"/>
      <p:bldP spid="37014" grpId="0"/>
      <p:bldP spid="37015" grpId="0"/>
      <p:bldP spid="37016" grpId="0"/>
      <p:bldP spid="37020" grpId="0"/>
      <p:bldP spid="37031" grpId="0" animBg="1"/>
      <p:bldP spid="37034" grpId="0"/>
      <p:bldP spid="370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F39D07C2-DEA7-D34F-B967-49A744531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4612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寄存器取 </a:t>
            </a:r>
            <a:r>
              <a:rPr lang="en-US" altLang="zh-CN">
                <a:ea typeface="宋体" panose="02010600030101010101" pitchFamily="2" charset="-122"/>
              </a:rPr>
              <a:t>/ </a:t>
            </a:r>
            <a:r>
              <a:rPr lang="zh-CN" altLang="en-US">
                <a:ea typeface="宋体" panose="02010600030101010101" pitchFamily="2" charset="-122"/>
              </a:rPr>
              <a:t>指令译码周期（第二个周期）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670A71B-B007-784D-BB92-94040B1A3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375" y="687388"/>
            <a:ext cx="8191500" cy="930275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busA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 RegFile[rs] ; busB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 RegFile[rt] ;</a:t>
            </a:r>
          </a:p>
          <a:p>
            <a:pPr>
              <a:spcBef>
                <a:spcPct val="30000"/>
              </a:spcBef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Decoder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 Op and Func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ct val="30000"/>
              </a:spcBef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ALU is not being used: ALUctr = xx</a:t>
            </a:r>
          </a:p>
        </p:txBody>
      </p:sp>
      <p:sp>
        <p:nvSpPr>
          <p:cNvPr id="198660" name="Rectangle 4">
            <a:extLst>
              <a:ext uri="{FF2B5EF4-FFF2-40B4-BE49-F238E27FC236}">
                <a16:creationId xmlns:a16="http://schemas.microsoft.com/office/drawing/2014/main" id="{CC5FEACC-FFBB-A347-BEA9-ACDDEDBEF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3203575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661" name="Rectangle 5">
            <a:extLst>
              <a:ext uri="{FF2B5EF4-FFF2-40B4-BE49-F238E27FC236}">
                <a16:creationId xmlns:a16="http://schemas.microsoft.com/office/drawing/2014/main" id="{59A7D953-47EA-0A4A-8311-7E07C7317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3668713"/>
            <a:ext cx="9604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98662" name="Rectangle 7">
            <a:extLst>
              <a:ext uri="{FF2B5EF4-FFF2-40B4-BE49-F238E27FC236}">
                <a16:creationId xmlns:a16="http://schemas.microsoft.com/office/drawing/2014/main" id="{3D5F1A06-5E0D-5C41-B20B-B1CC1BCAC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357688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198663" name="Rectangle 8">
            <a:extLst>
              <a:ext uri="{FF2B5EF4-FFF2-40B4-BE49-F238E27FC236}">
                <a16:creationId xmlns:a16="http://schemas.microsoft.com/office/drawing/2014/main" id="{2D13769E-5266-3D49-89E6-832D06935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367088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98664" name="Line 9">
            <a:extLst>
              <a:ext uri="{FF2B5EF4-FFF2-40B4-BE49-F238E27FC236}">
                <a16:creationId xmlns:a16="http://schemas.microsoft.com/office/drawing/2014/main" id="{B28C5357-0009-2242-8AF0-63EB0AAB73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088" y="34956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5" name="Line 13">
            <a:extLst>
              <a:ext uri="{FF2B5EF4-FFF2-40B4-BE49-F238E27FC236}">
                <a16:creationId xmlns:a16="http://schemas.microsoft.com/office/drawing/2014/main" id="{3F22155C-4B7F-B349-A30B-72E6C9E00F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2688" y="4562475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6" name="Line 14">
            <a:extLst>
              <a:ext uri="{FF2B5EF4-FFF2-40B4-BE49-F238E27FC236}">
                <a16:creationId xmlns:a16="http://schemas.microsoft.com/office/drawing/2014/main" id="{BBC1014E-43E1-A244-92A9-897479C4F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41438" y="44926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7" name="Rectangle 15">
            <a:extLst>
              <a:ext uri="{FF2B5EF4-FFF2-40B4-BE49-F238E27FC236}">
                <a16:creationId xmlns:a16="http://schemas.microsoft.com/office/drawing/2014/main" id="{1F320D16-46F2-D944-A168-B4A4A0FBC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45862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68" name="Line 16">
            <a:extLst>
              <a:ext uri="{FF2B5EF4-FFF2-40B4-BE49-F238E27FC236}">
                <a16:creationId xmlns:a16="http://schemas.microsoft.com/office/drawing/2014/main" id="{F471006D-9634-CD44-82CB-48A7C9A715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5288" y="4486275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9" name="Line 17">
            <a:extLst>
              <a:ext uri="{FF2B5EF4-FFF2-40B4-BE49-F238E27FC236}">
                <a16:creationId xmlns:a16="http://schemas.microsoft.com/office/drawing/2014/main" id="{98907259-B4D9-FF4C-B28D-685669C156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9238" y="4416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0" name="Rectangle 18">
            <a:extLst>
              <a:ext uri="{FF2B5EF4-FFF2-40B4-BE49-F238E27FC236}">
                <a16:creationId xmlns:a16="http://schemas.microsoft.com/office/drawing/2014/main" id="{14B158CA-CBEC-064E-9852-CB892DAEE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41290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71" name="Rectangle 19">
            <a:extLst>
              <a:ext uri="{FF2B5EF4-FFF2-40B4-BE49-F238E27FC236}">
                <a16:creationId xmlns:a16="http://schemas.microsoft.com/office/drawing/2014/main" id="{B1F42FF4-8809-294D-8FB4-F7A19FEE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4306888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198672" name="Line 20">
            <a:extLst>
              <a:ext uri="{FF2B5EF4-FFF2-40B4-BE49-F238E27FC236}">
                <a16:creationId xmlns:a16="http://schemas.microsoft.com/office/drawing/2014/main" id="{4A231FC6-DD9E-3948-A995-958CCC511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2517775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3" name="Rectangle 21">
            <a:extLst>
              <a:ext uri="{FF2B5EF4-FFF2-40B4-BE49-F238E27FC236}">
                <a16:creationId xmlns:a16="http://schemas.microsoft.com/office/drawing/2014/main" id="{309DF6A5-12D2-CC4D-A48F-B8DC97F2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2217738"/>
            <a:ext cx="1147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198674" name="Line 22">
            <a:extLst>
              <a:ext uri="{FF2B5EF4-FFF2-40B4-BE49-F238E27FC236}">
                <a16:creationId xmlns:a16="http://schemas.microsoft.com/office/drawing/2014/main" id="{12F03168-13DD-AF4B-81F8-D5683C4981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8" y="3038475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5" name="Line 23">
            <a:extLst>
              <a:ext uri="{FF2B5EF4-FFF2-40B4-BE49-F238E27FC236}">
                <a16:creationId xmlns:a16="http://schemas.microsoft.com/office/drawing/2014/main" id="{B448AB61-6C5B-8348-99C9-99DAB78511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8638" y="27400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6" name="Rectangle 24">
            <a:extLst>
              <a:ext uri="{FF2B5EF4-FFF2-40B4-BE49-F238E27FC236}">
                <a16:creationId xmlns:a16="http://schemas.microsoft.com/office/drawing/2014/main" id="{40D03475-F52F-8D4D-86A2-8EF68C720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5288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198677" name="Group 34">
            <a:extLst>
              <a:ext uri="{FF2B5EF4-FFF2-40B4-BE49-F238E27FC236}">
                <a16:creationId xmlns:a16="http://schemas.microsoft.com/office/drawing/2014/main" id="{293B1177-0B0C-1248-BBCB-C6E284DE8F07}"/>
              </a:ext>
            </a:extLst>
          </p:cNvPr>
          <p:cNvGrpSpPr>
            <a:grpSpLocks/>
          </p:cNvGrpSpPr>
          <p:nvPr/>
        </p:nvGrpSpPr>
        <p:grpSpPr bwMode="auto">
          <a:xfrm>
            <a:off x="7900988" y="3127375"/>
            <a:ext cx="381000" cy="1295400"/>
            <a:chOff x="4896" y="2168"/>
            <a:chExt cx="240" cy="816"/>
          </a:xfrm>
        </p:grpSpPr>
        <p:sp>
          <p:nvSpPr>
            <p:cNvPr id="198846" name="Line 25">
              <a:extLst>
                <a:ext uri="{FF2B5EF4-FFF2-40B4-BE49-F238E27FC236}">
                  <a16:creationId xmlns:a16="http://schemas.microsoft.com/office/drawing/2014/main" id="{11B1FA71-9072-2D45-818C-D04B6F52E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47" name="Line 26">
              <a:extLst>
                <a:ext uri="{FF2B5EF4-FFF2-40B4-BE49-F238E27FC236}">
                  <a16:creationId xmlns:a16="http://schemas.microsoft.com/office/drawing/2014/main" id="{52C9803C-177D-4E49-A466-898AEF5BF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48" name="Line 27">
              <a:extLst>
                <a:ext uri="{FF2B5EF4-FFF2-40B4-BE49-F238E27FC236}">
                  <a16:creationId xmlns:a16="http://schemas.microsoft.com/office/drawing/2014/main" id="{D870E8F4-1DCF-6E43-9B81-7473AF30A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49" name="Line 28">
              <a:extLst>
                <a:ext uri="{FF2B5EF4-FFF2-40B4-BE49-F238E27FC236}">
                  <a16:creationId xmlns:a16="http://schemas.microsoft.com/office/drawing/2014/main" id="{843AD632-5CE8-6B4D-BE91-F2208130E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50" name="Line 29">
              <a:extLst>
                <a:ext uri="{FF2B5EF4-FFF2-40B4-BE49-F238E27FC236}">
                  <a16:creationId xmlns:a16="http://schemas.microsoft.com/office/drawing/2014/main" id="{6B398E70-A658-2D4E-B258-A9DE86FB3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51" name="Line 30">
              <a:extLst>
                <a:ext uri="{FF2B5EF4-FFF2-40B4-BE49-F238E27FC236}">
                  <a16:creationId xmlns:a16="http://schemas.microsoft.com/office/drawing/2014/main" id="{6E4E133A-8F13-B94C-86EC-E95EAD7B6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52" name="Rectangle 31">
              <a:extLst>
                <a:ext uri="{FF2B5EF4-FFF2-40B4-BE49-F238E27FC236}">
                  <a16:creationId xmlns:a16="http://schemas.microsoft.com/office/drawing/2014/main" id="{32EDB4E2-C637-4D4B-8E77-19E0CF30FD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98853" name="Line 32">
              <a:extLst>
                <a:ext uri="{FF2B5EF4-FFF2-40B4-BE49-F238E27FC236}">
                  <a16:creationId xmlns:a16="http://schemas.microsoft.com/office/drawing/2014/main" id="{64DD47DD-0114-B243-9277-C6E1E156D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54" name="Line 33">
              <a:extLst>
                <a:ext uri="{FF2B5EF4-FFF2-40B4-BE49-F238E27FC236}">
                  <a16:creationId xmlns:a16="http://schemas.microsoft.com/office/drawing/2014/main" id="{2C40B735-ABFD-0449-A1F0-FA20BC6C0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8678" name="Line 35">
            <a:extLst>
              <a:ext uri="{FF2B5EF4-FFF2-40B4-BE49-F238E27FC236}">
                <a16:creationId xmlns:a16="http://schemas.microsoft.com/office/drawing/2014/main" id="{F67833D9-D787-624F-A1F0-97C31AC39E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4888" y="425767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9" name="Line 36">
            <a:extLst>
              <a:ext uri="{FF2B5EF4-FFF2-40B4-BE49-F238E27FC236}">
                <a16:creationId xmlns:a16="http://schemas.microsoft.com/office/drawing/2014/main" id="{49EDFEB0-344C-5940-8162-AB43B1E76B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7438" y="41878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0" name="Rectangle 37">
            <a:extLst>
              <a:ext uri="{FF2B5EF4-FFF2-40B4-BE49-F238E27FC236}">
                <a16:creationId xmlns:a16="http://schemas.microsoft.com/office/drawing/2014/main" id="{745D8398-9436-1648-A0E2-3B0F437C6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300" y="42814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81" name="Line 38">
            <a:extLst>
              <a:ext uri="{FF2B5EF4-FFF2-40B4-BE49-F238E27FC236}">
                <a16:creationId xmlns:a16="http://schemas.microsoft.com/office/drawing/2014/main" id="{6A2C0D2D-B3E1-664C-AFAE-28372341B5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9288" y="402907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2" name="Line 39">
            <a:extLst>
              <a:ext uri="{FF2B5EF4-FFF2-40B4-BE49-F238E27FC236}">
                <a16:creationId xmlns:a16="http://schemas.microsoft.com/office/drawing/2014/main" id="{9AF29452-7207-D74E-ACBD-4E30FF37AE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8038" y="39592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3" name="Rectangle 40">
            <a:extLst>
              <a:ext uri="{FF2B5EF4-FFF2-40B4-BE49-F238E27FC236}">
                <a16:creationId xmlns:a16="http://schemas.microsoft.com/office/drawing/2014/main" id="{04A84930-823D-F748-9B4A-B5E12F67A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900" y="40528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84" name="Line 41">
            <a:extLst>
              <a:ext uri="{FF2B5EF4-FFF2-40B4-BE49-F238E27FC236}">
                <a16:creationId xmlns:a16="http://schemas.microsoft.com/office/drawing/2014/main" id="{082D2C79-6205-0249-9FC6-212F3CEBCE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9588" y="4244975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54" name="Rectangle 42">
            <a:extLst>
              <a:ext uri="{FF2B5EF4-FFF2-40B4-BE49-F238E27FC236}">
                <a16:creationId xmlns:a16="http://schemas.microsoft.com/office/drawing/2014/main" id="{E6B7786E-8FF0-944C-B9CC-B87271443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0" y="5781675"/>
            <a:ext cx="1223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ALUOp=xx</a:t>
            </a:r>
          </a:p>
        </p:txBody>
      </p:sp>
      <p:grpSp>
        <p:nvGrpSpPr>
          <p:cNvPr id="198686" name="Group 45">
            <a:extLst>
              <a:ext uri="{FF2B5EF4-FFF2-40B4-BE49-F238E27FC236}">
                <a16:creationId xmlns:a16="http://schemas.microsoft.com/office/drawing/2014/main" id="{DA432D88-DB6D-FC4B-AAF9-624FDD4DE488}"/>
              </a:ext>
            </a:extLst>
          </p:cNvPr>
          <p:cNvGrpSpPr>
            <a:grpSpLocks/>
          </p:cNvGrpSpPr>
          <p:nvPr/>
        </p:nvGrpSpPr>
        <p:grpSpPr bwMode="auto">
          <a:xfrm>
            <a:off x="7483475" y="4638675"/>
            <a:ext cx="903288" cy="577850"/>
            <a:chOff x="4633" y="3120"/>
            <a:chExt cx="569" cy="364"/>
          </a:xfrm>
        </p:grpSpPr>
        <p:sp>
          <p:nvSpPr>
            <p:cNvPr id="198844" name="Rectangle 43">
              <a:extLst>
                <a:ext uri="{FF2B5EF4-FFF2-40B4-BE49-F238E27FC236}">
                  <a16:creationId xmlns:a16="http://schemas.microsoft.com/office/drawing/2014/main" id="{FF02CD14-44A4-894F-BF8B-7DED35231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8845" name="Rectangle 44">
              <a:extLst>
                <a:ext uri="{FF2B5EF4-FFF2-40B4-BE49-F238E27FC236}">
                  <a16:creationId xmlns:a16="http://schemas.microsoft.com/office/drawing/2014/main" id="{BEC1A3CC-14EA-F947-A8B5-A6C1D0E04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198687" name="Line 46">
            <a:extLst>
              <a:ext uri="{FF2B5EF4-FFF2-40B4-BE49-F238E27FC236}">
                <a16:creationId xmlns:a16="http://schemas.microsoft.com/office/drawing/2014/main" id="{7FEFFA19-0285-4A49-9011-35A42BCCE9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9588" y="5159375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8" name="Rectangle 47">
            <a:extLst>
              <a:ext uri="{FF2B5EF4-FFF2-40B4-BE49-F238E27FC236}">
                <a16:creationId xmlns:a16="http://schemas.microsoft.com/office/drawing/2014/main" id="{88AA0770-F96F-5243-B995-B5B3B30C5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863" y="3162300"/>
            <a:ext cx="276225" cy="15668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689" name="Oval 48">
            <a:extLst>
              <a:ext uri="{FF2B5EF4-FFF2-40B4-BE49-F238E27FC236}">
                <a16:creationId xmlns:a16="http://schemas.microsoft.com/office/drawing/2014/main" id="{7A106AD9-02FF-8B45-8BEB-A1DE2B6EF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4727575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690" name="Rectangle 49">
            <a:extLst>
              <a:ext uri="{FF2B5EF4-FFF2-40B4-BE49-F238E27FC236}">
                <a16:creationId xmlns:a16="http://schemas.microsoft.com/office/drawing/2014/main" id="{8E18E52B-FF53-E043-9AA1-0A5C16B0214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24932" y="3796506"/>
            <a:ext cx="17605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98691" name="Line 50">
            <a:extLst>
              <a:ext uri="{FF2B5EF4-FFF2-40B4-BE49-F238E27FC236}">
                <a16:creationId xmlns:a16="http://schemas.microsoft.com/office/drawing/2014/main" id="{DA08A2E9-0093-284E-B02C-FCCD8D8294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8388" y="3571875"/>
            <a:ext cx="35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2" name="Line 51">
            <a:extLst>
              <a:ext uri="{FF2B5EF4-FFF2-40B4-BE49-F238E27FC236}">
                <a16:creationId xmlns:a16="http://schemas.microsoft.com/office/drawing/2014/main" id="{2A3A9D02-24B1-094D-9039-BB36D79243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3638" y="35020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3" name="Rectangle 52">
            <a:extLst>
              <a:ext uri="{FF2B5EF4-FFF2-40B4-BE49-F238E27FC236}">
                <a16:creationId xmlns:a16="http://schemas.microsoft.com/office/drawing/2014/main" id="{C7CDB99C-D5E4-9148-A657-967228C6B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5956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94" name="Line 53">
            <a:extLst>
              <a:ext uri="{FF2B5EF4-FFF2-40B4-BE49-F238E27FC236}">
                <a16:creationId xmlns:a16="http://schemas.microsoft.com/office/drawing/2014/main" id="{5EF2BAEC-7A2F-4244-AFBE-967CD6D95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1388" y="2517775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66" name="Rectangle 54">
            <a:extLst>
              <a:ext uri="{FF2B5EF4-FFF2-40B4-BE49-F238E27FC236}">
                <a16:creationId xmlns:a16="http://schemas.microsoft.com/office/drawing/2014/main" id="{D26CEDA4-0209-CB47-8D22-5D3AB250C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2217738"/>
            <a:ext cx="887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198696" name="Line 55">
            <a:extLst>
              <a:ext uri="{FF2B5EF4-FFF2-40B4-BE49-F238E27FC236}">
                <a16:creationId xmlns:a16="http://schemas.microsoft.com/office/drawing/2014/main" id="{90FD595E-2276-4040-9C90-2B1F856B1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1388" y="487997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7" name="Line 56">
            <a:extLst>
              <a:ext uri="{FF2B5EF4-FFF2-40B4-BE49-F238E27FC236}">
                <a16:creationId xmlns:a16="http://schemas.microsoft.com/office/drawing/2014/main" id="{26F375B6-8798-5247-8D23-AC359E0CE6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3838" y="29686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8" name="Rectangle 57">
            <a:extLst>
              <a:ext uri="{FF2B5EF4-FFF2-40B4-BE49-F238E27FC236}">
                <a16:creationId xmlns:a16="http://schemas.microsoft.com/office/drawing/2014/main" id="{25253129-5FC3-F945-901D-77D5EE670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29860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699" name="Line 58">
            <a:extLst>
              <a:ext uri="{FF2B5EF4-FFF2-40B4-BE49-F238E27FC236}">
                <a16:creationId xmlns:a16="http://schemas.microsoft.com/office/drawing/2014/main" id="{ECD98082-1939-4049-98D4-CB5D34439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15388" y="2949575"/>
            <a:ext cx="0" cy="1092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0" name="Line 59">
            <a:extLst>
              <a:ext uri="{FF2B5EF4-FFF2-40B4-BE49-F238E27FC236}">
                <a16:creationId xmlns:a16="http://schemas.microsoft.com/office/drawing/2014/main" id="{0F697845-EDBD-2640-810D-D93307BD76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7888" y="2809875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1" name="Rectangle 60">
            <a:extLst>
              <a:ext uri="{FF2B5EF4-FFF2-40B4-BE49-F238E27FC236}">
                <a16:creationId xmlns:a16="http://schemas.microsoft.com/office/drawing/2014/main" id="{709869D6-BCDD-8A44-B360-4EE44649B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3203575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702" name="Rectangle 61">
            <a:extLst>
              <a:ext uri="{FF2B5EF4-FFF2-40B4-BE49-F238E27FC236}">
                <a16:creationId xmlns:a16="http://schemas.microsoft.com/office/drawing/2014/main" id="{471AF59C-7089-BC4B-A4A2-2C7B9FDD6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3" y="3783013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198703" name="Rectangle 62">
            <a:extLst>
              <a:ext uri="{FF2B5EF4-FFF2-40B4-BE49-F238E27FC236}">
                <a16:creationId xmlns:a16="http://schemas.microsoft.com/office/drawing/2014/main" id="{5229909A-74F1-EB42-9F90-45C77D79D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3214688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98704" name="Rectangle 63">
            <a:extLst>
              <a:ext uri="{FF2B5EF4-FFF2-40B4-BE49-F238E27FC236}">
                <a16:creationId xmlns:a16="http://schemas.microsoft.com/office/drawing/2014/main" id="{F0AAAACD-1BDD-8447-90FE-DE94EA459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4052888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98705" name="Rectangle 64">
            <a:extLst>
              <a:ext uri="{FF2B5EF4-FFF2-40B4-BE49-F238E27FC236}">
                <a16:creationId xmlns:a16="http://schemas.microsoft.com/office/drawing/2014/main" id="{352D80E1-B9C5-0742-B0F8-2007AC37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435768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98706" name="Rectangle 65">
            <a:extLst>
              <a:ext uri="{FF2B5EF4-FFF2-40B4-BE49-F238E27FC236}">
                <a16:creationId xmlns:a16="http://schemas.microsoft.com/office/drawing/2014/main" id="{A6BB229C-DBE5-E34D-830D-F1BD7A670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35194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98707" name="Line 66">
            <a:extLst>
              <a:ext uri="{FF2B5EF4-FFF2-40B4-BE49-F238E27FC236}">
                <a16:creationId xmlns:a16="http://schemas.microsoft.com/office/drawing/2014/main" id="{FA2BC4A6-F423-1449-B05B-4DA3E376FF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3188" y="3724275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8" name="Line 67">
            <a:extLst>
              <a:ext uri="{FF2B5EF4-FFF2-40B4-BE49-F238E27FC236}">
                <a16:creationId xmlns:a16="http://schemas.microsoft.com/office/drawing/2014/main" id="{38EFB9C1-A3F7-5340-AD5A-3C24141276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8038" y="3654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9" name="Rectangle 68">
            <a:extLst>
              <a:ext uri="{FF2B5EF4-FFF2-40B4-BE49-F238E27FC236}">
                <a16:creationId xmlns:a16="http://schemas.microsoft.com/office/drawing/2014/main" id="{9EEC7985-675D-3F4B-BC01-0890061E7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374808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8710" name="Line 69">
            <a:extLst>
              <a:ext uri="{FF2B5EF4-FFF2-40B4-BE49-F238E27FC236}">
                <a16:creationId xmlns:a16="http://schemas.microsoft.com/office/drawing/2014/main" id="{3EC00B3D-AF2B-3042-A7F0-FF3FAAE7FF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3188" y="3343275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1" name="Line 70">
            <a:extLst>
              <a:ext uri="{FF2B5EF4-FFF2-40B4-BE49-F238E27FC236}">
                <a16:creationId xmlns:a16="http://schemas.microsoft.com/office/drawing/2014/main" id="{9E262785-AF20-B74D-838E-528C819DE8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8038" y="3273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2" name="Rectangle 71">
            <a:extLst>
              <a:ext uri="{FF2B5EF4-FFF2-40B4-BE49-F238E27FC236}">
                <a16:creationId xmlns:a16="http://schemas.microsoft.com/office/drawing/2014/main" id="{BEB6FAFA-A141-1D43-80C4-3C1D933AF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336708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98713" name="Line 72">
            <a:extLst>
              <a:ext uri="{FF2B5EF4-FFF2-40B4-BE49-F238E27FC236}">
                <a16:creationId xmlns:a16="http://schemas.microsoft.com/office/drawing/2014/main" id="{5FD10202-48FA-844B-B98E-B27B06ABB9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5350" y="3724275"/>
            <a:ext cx="808038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4" name="Line 73">
            <a:extLst>
              <a:ext uri="{FF2B5EF4-FFF2-40B4-BE49-F238E27FC236}">
                <a16:creationId xmlns:a16="http://schemas.microsoft.com/office/drawing/2014/main" id="{0E69E23A-1C24-B048-A7C2-2B9EAE03E1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2988" y="3654425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5" name="Rectangle 74">
            <a:extLst>
              <a:ext uri="{FF2B5EF4-FFF2-40B4-BE49-F238E27FC236}">
                <a16:creationId xmlns:a16="http://schemas.microsoft.com/office/drawing/2014/main" id="{871C0C68-4D92-E144-BA48-CFF44C17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850" y="37480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716" name="Rectangle 75">
            <a:extLst>
              <a:ext uri="{FF2B5EF4-FFF2-40B4-BE49-F238E27FC236}">
                <a16:creationId xmlns:a16="http://schemas.microsoft.com/office/drawing/2014/main" id="{8533D184-1E0F-044A-8DFC-E539214B2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3519488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98717" name="Line 76">
            <a:extLst>
              <a:ext uri="{FF2B5EF4-FFF2-40B4-BE49-F238E27FC236}">
                <a16:creationId xmlns:a16="http://schemas.microsoft.com/office/drawing/2014/main" id="{C40165D5-2DF2-F045-B09D-B63239A29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6938" y="4333875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8" name="Line 77">
            <a:extLst>
              <a:ext uri="{FF2B5EF4-FFF2-40B4-BE49-F238E27FC236}">
                <a16:creationId xmlns:a16="http://schemas.microsoft.com/office/drawing/2014/main" id="{AA6D1CC4-DB16-9A4C-9C8C-7F693CBD36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4575" y="4264025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9" name="Rectangle 78">
            <a:extLst>
              <a:ext uri="{FF2B5EF4-FFF2-40B4-BE49-F238E27FC236}">
                <a16:creationId xmlns:a16="http://schemas.microsoft.com/office/drawing/2014/main" id="{2A6DEC49-DC6A-964D-A46C-DAD8C6898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44084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720" name="Rectangle 79">
            <a:extLst>
              <a:ext uri="{FF2B5EF4-FFF2-40B4-BE49-F238E27FC236}">
                <a16:creationId xmlns:a16="http://schemas.microsoft.com/office/drawing/2014/main" id="{37D80799-92EF-634A-BABC-904843440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4167188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98721" name="Line 80">
            <a:extLst>
              <a:ext uri="{FF2B5EF4-FFF2-40B4-BE49-F238E27FC236}">
                <a16:creationId xmlns:a16="http://schemas.microsoft.com/office/drawing/2014/main" id="{4FD1EC4D-6BE8-A74B-8605-F7CFB4001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588" y="2517775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93" name="Rectangle 81">
            <a:extLst>
              <a:ext uri="{FF2B5EF4-FFF2-40B4-BE49-F238E27FC236}">
                <a16:creationId xmlns:a16="http://schemas.microsoft.com/office/drawing/2014/main" id="{048FEE13-DE70-5447-8FBC-5161A1A0A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225" y="2217738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198723" name="Line 82">
            <a:extLst>
              <a:ext uri="{FF2B5EF4-FFF2-40B4-BE49-F238E27FC236}">
                <a16:creationId xmlns:a16="http://schemas.microsoft.com/office/drawing/2014/main" id="{57ED3418-DDF8-FF40-882F-4DBD05724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8588" y="3368675"/>
            <a:ext cx="0" cy="2311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24" name="Rectangle 83">
            <a:extLst>
              <a:ext uri="{FF2B5EF4-FFF2-40B4-BE49-F238E27FC236}">
                <a16:creationId xmlns:a16="http://schemas.microsoft.com/office/drawing/2014/main" id="{149F2543-AE85-5940-950F-01AB9D0ED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062288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98725" name="Rectangle 84">
            <a:extLst>
              <a:ext uri="{FF2B5EF4-FFF2-40B4-BE49-F238E27FC236}">
                <a16:creationId xmlns:a16="http://schemas.microsoft.com/office/drawing/2014/main" id="{D27C83E8-C3DA-C343-941D-BF639A4A2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443288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98726" name="Group 92">
            <a:extLst>
              <a:ext uri="{FF2B5EF4-FFF2-40B4-BE49-F238E27FC236}">
                <a16:creationId xmlns:a16="http://schemas.microsoft.com/office/drawing/2014/main" id="{0450C9F6-D67D-1548-BCCB-A6B7DCEDB740}"/>
              </a:ext>
            </a:extLst>
          </p:cNvPr>
          <p:cNvGrpSpPr>
            <a:grpSpLocks/>
          </p:cNvGrpSpPr>
          <p:nvPr/>
        </p:nvGrpSpPr>
        <p:grpSpPr bwMode="auto">
          <a:xfrm>
            <a:off x="4183063" y="3813175"/>
            <a:ext cx="333375" cy="946150"/>
            <a:chOff x="2554" y="2600"/>
            <a:chExt cx="210" cy="596"/>
          </a:xfrm>
        </p:grpSpPr>
        <p:sp>
          <p:nvSpPr>
            <p:cNvPr id="198837" name="Line 85">
              <a:extLst>
                <a:ext uri="{FF2B5EF4-FFF2-40B4-BE49-F238E27FC236}">
                  <a16:creationId xmlns:a16="http://schemas.microsoft.com/office/drawing/2014/main" id="{2723E16E-221E-8D43-8B09-BDB092C1B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8" name="Line 86">
              <a:extLst>
                <a:ext uri="{FF2B5EF4-FFF2-40B4-BE49-F238E27FC236}">
                  <a16:creationId xmlns:a16="http://schemas.microsoft.com/office/drawing/2014/main" id="{1B7705EA-1061-5149-AA46-CFA8A19F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9" name="Line 87">
              <a:extLst>
                <a:ext uri="{FF2B5EF4-FFF2-40B4-BE49-F238E27FC236}">
                  <a16:creationId xmlns:a16="http://schemas.microsoft.com/office/drawing/2014/main" id="{F3A7AFCF-8C14-B540-9F68-C5FD098D8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40" name="Line 88">
              <a:extLst>
                <a:ext uri="{FF2B5EF4-FFF2-40B4-BE49-F238E27FC236}">
                  <a16:creationId xmlns:a16="http://schemas.microsoft.com/office/drawing/2014/main" id="{5C011F40-78C6-114F-A0A9-5C7DD94F4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41" name="Rectangle 89">
              <a:extLst>
                <a:ext uri="{FF2B5EF4-FFF2-40B4-BE49-F238E27FC236}">
                  <a16:creationId xmlns:a16="http://schemas.microsoft.com/office/drawing/2014/main" id="{034B5790-5957-A14A-B460-F6F5491BFF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98842" name="Rectangle 90">
              <a:extLst>
                <a:ext uri="{FF2B5EF4-FFF2-40B4-BE49-F238E27FC236}">
                  <a16:creationId xmlns:a16="http://schemas.microsoft.com/office/drawing/2014/main" id="{40F453B1-E16F-3E40-8FE7-C91A9E37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8843" name="Rectangle 91">
              <a:extLst>
                <a:ext uri="{FF2B5EF4-FFF2-40B4-BE49-F238E27FC236}">
                  <a16:creationId xmlns:a16="http://schemas.microsoft.com/office/drawing/2014/main" id="{DB2247C1-EB17-D142-AEBF-290E763A9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98727" name="Line 93">
            <a:extLst>
              <a:ext uri="{FF2B5EF4-FFF2-40B4-BE49-F238E27FC236}">
                <a16:creationId xmlns:a16="http://schemas.microsoft.com/office/drawing/2014/main" id="{501852B6-8B6A-474B-90DE-BD70BDDC1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9288" y="4181475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28" name="Line 94">
            <a:extLst>
              <a:ext uri="{FF2B5EF4-FFF2-40B4-BE49-F238E27FC236}">
                <a16:creationId xmlns:a16="http://schemas.microsoft.com/office/drawing/2014/main" id="{CB6D3FA3-A761-9B4C-A6EE-1718A23EF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1288" y="4562475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29" name="Line 95">
            <a:extLst>
              <a:ext uri="{FF2B5EF4-FFF2-40B4-BE49-F238E27FC236}">
                <a16:creationId xmlns:a16="http://schemas.microsoft.com/office/drawing/2014/main" id="{CEF5A05F-D2D4-3843-AF7D-370A1996E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1288" y="3952875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0" name="Rectangle 96">
            <a:extLst>
              <a:ext uri="{FF2B5EF4-FFF2-40B4-BE49-F238E27FC236}">
                <a16:creationId xmlns:a16="http://schemas.microsoft.com/office/drawing/2014/main" id="{5BD098D7-40DB-7B40-8761-72DA03D0E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3900488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98731" name="Rectangle 97">
            <a:extLst>
              <a:ext uri="{FF2B5EF4-FFF2-40B4-BE49-F238E27FC236}">
                <a16:creationId xmlns:a16="http://schemas.microsoft.com/office/drawing/2014/main" id="{2D50E93B-D554-8C45-B38A-0D3F5021D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2814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39010" name="Rectangle 98">
            <a:extLst>
              <a:ext uri="{FF2B5EF4-FFF2-40B4-BE49-F238E27FC236}">
                <a16:creationId xmlns:a16="http://schemas.microsoft.com/office/drawing/2014/main" id="{6A45710E-81C5-1B4E-A308-390267EB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66687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39011" name="Rectangle 99">
            <a:extLst>
              <a:ext uri="{FF2B5EF4-FFF2-40B4-BE49-F238E27FC236}">
                <a16:creationId xmlns:a16="http://schemas.microsoft.com/office/drawing/2014/main" id="{911199D6-E185-5A41-B827-F4CB821A1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2200275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ALUSelA=x</a:t>
            </a:r>
          </a:p>
        </p:txBody>
      </p:sp>
      <p:sp>
        <p:nvSpPr>
          <p:cNvPr id="198734" name="Line 100">
            <a:extLst>
              <a:ext uri="{FF2B5EF4-FFF2-40B4-BE49-F238E27FC236}">
                <a16:creationId xmlns:a16="http://schemas.microsoft.com/office/drawing/2014/main" id="{3B3C9A4B-F26F-6146-8C89-155D1FD78C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6688" y="4486275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5" name="Line 101">
            <a:extLst>
              <a:ext uri="{FF2B5EF4-FFF2-40B4-BE49-F238E27FC236}">
                <a16:creationId xmlns:a16="http://schemas.microsoft.com/office/drawing/2014/main" id="{8760586F-10AD-1D40-93A5-5B79DC2CC0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9588" y="2492375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14" name="Rectangle 102">
            <a:extLst>
              <a:ext uri="{FF2B5EF4-FFF2-40B4-BE49-F238E27FC236}">
                <a16:creationId xmlns:a16="http://schemas.microsoft.com/office/drawing/2014/main" id="{B043C938-5003-0140-8994-3450041DA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2217738"/>
            <a:ext cx="11223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198737" name="Group 110">
            <a:extLst>
              <a:ext uri="{FF2B5EF4-FFF2-40B4-BE49-F238E27FC236}">
                <a16:creationId xmlns:a16="http://schemas.microsoft.com/office/drawing/2014/main" id="{EC096041-7B8E-324B-9084-E4A6A059353F}"/>
              </a:ext>
            </a:extLst>
          </p:cNvPr>
          <p:cNvGrpSpPr>
            <a:grpSpLocks/>
          </p:cNvGrpSpPr>
          <p:nvPr/>
        </p:nvGrpSpPr>
        <p:grpSpPr bwMode="auto">
          <a:xfrm>
            <a:off x="1058863" y="3203575"/>
            <a:ext cx="333375" cy="946150"/>
            <a:chOff x="586" y="2216"/>
            <a:chExt cx="210" cy="596"/>
          </a:xfrm>
        </p:grpSpPr>
        <p:sp>
          <p:nvSpPr>
            <p:cNvPr id="198830" name="Line 103">
              <a:extLst>
                <a:ext uri="{FF2B5EF4-FFF2-40B4-BE49-F238E27FC236}">
                  <a16:creationId xmlns:a16="http://schemas.microsoft.com/office/drawing/2014/main" id="{D67E0256-D7C2-5748-8EE8-0469BE477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1" name="Line 104">
              <a:extLst>
                <a:ext uri="{FF2B5EF4-FFF2-40B4-BE49-F238E27FC236}">
                  <a16:creationId xmlns:a16="http://schemas.microsoft.com/office/drawing/2014/main" id="{82AE59DC-21D5-274C-BFEA-DF94576BD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2" name="Line 105">
              <a:extLst>
                <a:ext uri="{FF2B5EF4-FFF2-40B4-BE49-F238E27FC236}">
                  <a16:creationId xmlns:a16="http://schemas.microsoft.com/office/drawing/2014/main" id="{68246566-1E46-534E-84CA-73F6C5628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3" name="Line 106">
              <a:extLst>
                <a:ext uri="{FF2B5EF4-FFF2-40B4-BE49-F238E27FC236}">
                  <a16:creationId xmlns:a16="http://schemas.microsoft.com/office/drawing/2014/main" id="{C56531BA-E6E5-6C46-B68B-F655C5F0D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34" name="Rectangle 107">
              <a:extLst>
                <a:ext uri="{FF2B5EF4-FFF2-40B4-BE49-F238E27FC236}">
                  <a16:creationId xmlns:a16="http://schemas.microsoft.com/office/drawing/2014/main" id="{C338EC85-2DFC-DB45-8D10-54CF34E694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98835" name="Rectangle 108">
              <a:extLst>
                <a:ext uri="{FF2B5EF4-FFF2-40B4-BE49-F238E27FC236}">
                  <a16:creationId xmlns:a16="http://schemas.microsoft.com/office/drawing/2014/main" id="{64A15F1F-429D-EF4E-A3D4-0F00F5D36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8836" name="Rectangle 109">
              <a:extLst>
                <a:ext uri="{FF2B5EF4-FFF2-40B4-BE49-F238E27FC236}">
                  <a16:creationId xmlns:a16="http://schemas.microsoft.com/office/drawing/2014/main" id="{B9DB9AFA-4892-E64F-B155-BDCD9F20E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98738" name="Line 111">
            <a:extLst>
              <a:ext uri="{FF2B5EF4-FFF2-40B4-BE49-F238E27FC236}">
                <a16:creationId xmlns:a16="http://schemas.microsoft.com/office/drawing/2014/main" id="{74FCF81E-762D-D14A-B14A-4CFBEC3059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8" y="33432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9" name="Line 112">
            <a:extLst>
              <a:ext uri="{FF2B5EF4-FFF2-40B4-BE49-F238E27FC236}">
                <a16:creationId xmlns:a16="http://schemas.microsoft.com/office/drawing/2014/main" id="{77BA4BEA-9E4A-594C-8F22-C45E2C99EE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838" y="3273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40" name="Rectangle 113">
            <a:extLst>
              <a:ext uri="{FF2B5EF4-FFF2-40B4-BE49-F238E27FC236}">
                <a16:creationId xmlns:a16="http://schemas.microsoft.com/office/drawing/2014/main" id="{5949ED6B-C3AA-5049-9550-4132A7E6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3670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741" name="Line 114">
            <a:extLst>
              <a:ext uri="{FF2B5EF4-FFF2-40B4-BE49-F238E27FC236}">
                <a16:creationId xmlns:a16="http://schemas.microsoft.com/office/drawing/2014/main" id="{37D09D20-BDA6-704B-9914-6D5827381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8" y="3965575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42" name="Line 115">
            <a:extLst>
              <a:ext uri="{FF2B5EF4-FFF2-40B4-BE49-F238E27FC236}">
                <a16:creationId xmlns:a16="http://schemas.microsoft.com/office/drawing/2014/main" id="{26B1062B-44D9-9F46-B8C8-9681CF08FB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088" y="395287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43" name="Rectangle 116">
            <a:extLst>
              <a:ext uri="{FF2B5EF4-FFF2-40B4-BE49-F238E27FC236}">
                <a16:creationId xmlns:a16="http://schemas.microsoft.com/office/drawing/2014/main" id="{2A514CEF-9A8E-8D47-89DF-F8A35F0F8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670175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744" name="Rectangle 117">
            <a:extLst>
              <a:ext uri="{FF2B5EF4-FFF2-40B4-BE49-F238E27FC236}">
                <a16:creationId xmlns:a16="http://schemas.microsoft.com/office/drawing/2014/main" id="{31FEAC53-DB30-1944-A7A9-52A4DB22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2640013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98745" name="Line 118">
            <a:extLst>
              <a:ext uri="{FF2B5EF4-FFF2-40B4-BE49-F238E27FC236}">
                <a16:creationId xmlns:a16="http://schemas.microsoft.com/office/drawing/2014/main" id="{47C480C8-0504-E345-A7CA-BC3779FDB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988" y="2917825"/>
            <a:ext cx="0" cy="412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8746" name="Group 126">
            <a:extLst>
              <a:ext uri="{FF2B5EF4-FFF2-40B4-BE49-F238E27FC236}">
                <a16:creationId xmlns:a16="http://schemas.microsoft.com/office/drawing/2014/main" id="{1CECF7EF-A12D-0F4F-B792-B012C103F520}"/>
              </a:ext>
            </a:extLst>
          </p:cNvPr>
          <p:cNvGrpSpPr>
            <a:grpSpLocks/>
          </p:cNvGrpSpPr>
          <p:nvPr/>
        </p:nvGrpSpPr>
        <p:grpSpPr bwMode="auto">
          <a:xfrm>
            <a:off x="6697663" y="2898775"/>
            <a:ext cx="333375" cy="946150"/>
            <a:chOff x="4138" y="2024"/>
            <a:chExt cx="210" cy="596"/>
          </a:xfrm>
        </p:grpSpPr>
        <p:sp>
          <p:nvSpPr>
            <p:cNvPr id="198823" name="Line 119">
              <a:extLst>
                <a:ext uri="{FF2B5EF4-FFF2-40B4-BE49-F238E27FC236}">
                  <a16:creationId xmlns:a16="http://schemas.microsoft.com/office/drawing/2014/main" id="{F57E469C-B357-034A-9D9D-709689E05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4" name="Line 120">
              <a:extLst>
                <a:ext uri="{FF2B5EF4-FFF2-40B4-BE49-F238E27FC236}">
                  <a16:creationId xmlns:a16="http://schemas.microsoft.com/office/drawing/2014/main" id="{0591163D-2184-9D4A-B62B-81C7700D8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5" name="Line 121">
              <a:extLst>
                <a:ext uri="{FF2B5EF4-FFF2-40B4-BE49-F238E27FC236}">
                  <a16:creationId xmlns:a16="http://schemas.microsoft.com/office/drawing/2014/main" id="{F9C13E49-0289-A34A-BC33-D9DD1800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6" name="Line 122">
              <a:extLst>
                <a:ext uri="{FF2B5EF4-FFF2-40B4-BE49-F238E27FC236}">
                  <a16:creationId xmlns:a16="http://schemas.microsoft.com/office/drawing/2014/main" id="{1EC99126-64CA-A14C-99C4-04B2B2AFA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7" name="Rectangle 123">
              <a:extLst>
                <a:ext uri="{FF2B5EF4-FFF2-40B4-BE49-F238E27FC236}">
                  <a16:creationId xmlns:a16="http://schemas.microsoft.com/office/drawing/2014/main" id="{E5845E75-2F8B-AC4D-8740-4E122B8521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98828" name="Rectangle 124">
              <a:extLst>
                <a:ext uri="{FF2B5EF4-FFF2-40B4-BE49-F238E27FC236}">
                  <a16:creationId xmlns:a16="http://schemas.microsoft.com/office/drawing/2014/main" id="{9D7D52A6-DC06-6C42-8721-B27FDCF6A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8829" name="Rectangle 125">
              <a:extLst>
                <a:ext uri="{FF2B5EF4-FFF2-40B4-BE49-F238E27FC236}">
                  <a16:creationId xmlns:a16="http://schemas.microsoft.com/office/drawing/2014/main" id="{04BD6149-D59B-BB45-9FBC-E607EA753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98747" name="Line 127">
            <a:extLst>
              <a:ext uri="{FF2B5EF4-FFF2-40B4-BE49-F238E27FC236}">
                <a16:creationId xmlns:a16="http://schemas.microsoft.com/office/drawing/2014/main" id="{AD8A9FC8-579D-524C-B3C5-EFC1F08C8E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73888" y="334327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48" name="Line 128">
            <a:extLst>
              <a:ext uri="{FF2B5EF4-FFF2-40B4-BE49-F238E27FC236}">
                <a16:creationId xmlns:a16="http://schemas.microsoft.com/office/drawing/2014/main" id="{2A1969D4-4565-BC42-85D0-277691988C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1238" y="32734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49" name="Rectangle 129">
            <a:extLst>
              <a:ext uri="{FF2B5EF4-FFF2-40B4-BE49-F238E27FC236}">
                <a16:creationId xmlns:a16="http://schemas.microsoft.com/office/drawing/2014/main" id="{B6DD6F4C-C883-9244-B504-34E654D4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33670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750" name="Line 130">
            <a:extLst>
              <a:ext uri="{FF2B5EF4-FFF2-40B4-BE49-F238E27FC236}">
                <a16:creationId xmlns:a16="http://schemas.microsoft.com/office/drawing/2014/main" id="{57E258AC-7130-404F-8361-E036F37AD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4188" y="2517775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1" name="Line 131">
            <a:extLst>
              <a:ext uri="{FF2B5EF4-FFF2-40B4-BE49-F238E27FC236}">
                <a16:creationId xmlns:a16="http://schemas.microsoft.com/office/drawing/2014/main" id="{12E4E3B2-71E0-3E4C-AA20-45E08F63E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2788" y="3852863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2" name="Line 132">
            <a:extLst>
              <a:ext uri="{FF2B5EF4-FFF2-40B4-BE49-F238E27FC236}">
                <a16:creationId xmlns:a16="http://schemas.microsoft.com/office/drawing/2014/main" id="{F8A6DC23-4831-9E43-8540-34726E092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3852863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3" name="Line 133">
            <a:extLst>
              <a:ext uri="{FF2B5EF4-FFF2-40B4-BE49-F238E27FC236}">
                <a16:creationId xmlns:a16="http://schemas.microsoft.com/office/drawing/2014/main" id="{A2FB2CD0-CDE9-7C40-9AC6-12C0E4A05E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5488" y="4930775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4" name="Line 134">
            <a:extLst>
              <a:ext uri="{FF2B5EF4-FFF2-40B4-BE49-F238E27FC236}">
                <a16:creationId xmlns:a16="http://schemas.microsoft.com/office/drawing/2014/main" id="{374BE710-4E80-9A48-9EA2-7DF9EA70B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588" y="3965575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5" name="Line 135">
            <a:extLst>
              <a:ext uri="{FF2B5EF4-FFF2-40B4-BE49-F238E27FC236}">
                <a16:creationId xmlns:a16="http://schemas.microsoft.com/office/drawing/2014/main" id="{CAEC39D3-623B-9041-9BEE-DB7D633889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988" y="5073650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56" name="Rectangle 136">
            <a:extLst>
              <a:ext uri="{FF2B5EF4-FFF2-40B4-BE49-F238E27FC236}">
                <a16:creationId xmlns:a16="http://schemas.microsoft.com/office/drawing/2014/main" id="{89189BCA-0F3A-6B49-8328-7C28E92CE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390048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8757" name="Rectangle 137">
            <a:extLst>
              <a:ext uri="{FF2B5EF4-FFF2-40B4-BE49-F238E27FC236}">
                <a16:creationId xmlns:a16="http://schemas.microsoft.com/office/drawing/2014/main" id="{7FF50492-4B96-0541-9A3F-CCDF65C9B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42227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8758" name="Rectangle 138">
            <a:extLst>
              <a:ext uri="{FF2B5EF4-FFF2-40B4-BE49-F238E27FC236}">
                <a16:creationId xmlns:a16="http://schemas.microsoft.com/office/drawing/2014/main" id="{9FB972B9-CE06-0647-94B3-61D20778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45275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8759" name="Rectangle 139">
            <a:extLst>
              <a:ext uri="{FF2B5EF4-FFF2-40B4-BE49-F238E27FC236}">
                <a16:creationId xmlns:a16="http://schemas.microsoft.com/office/drawing/2014/main" id="{1A3BE852-6AC4-D74F-9E69-3D1B14849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0" y="47561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98760" name="Line 140">
            <a:extLst>
              <a:ext uri="{FF2B5EF4-FFF2-40B4-BE49-F238E27FC236}">
                <a16:creationId xmlns:a16="http://schemas.microsoft.com/office/drawing/2014/main" id="{CC4765A0-CE4D-F949-A9FE-9773F959A6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2888" y="40290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61" name="Rectangle 141">
            <a:extLst>
              <a:ext uri="{FF2B5EF4-FFF2-40B4-BE49-F238E27FC236}">
                <a16:creationId xmlns:a16="http://schemas.microsoft.com/office/drawing/2014/main" id="{F669F706-3A44-9A44-864F-CE3BEA743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876675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98762" name="Line 142">
            <a:extLst>
              <a:ext uri="{FF2B5EF4-FFF2-40B4-BE49-F238E27FC236}">
                <a16:creationId xmlns:a16="http://schemas.microsoft.com/office/drawing/2014/main" id="{4B419979-39A4-3048-8909-F5F4B47C2E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3188" y="5705475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63" name="Line 143">
            <a:extLst>
              <a:ext uri="{FF2B5EF4-FFF2-40B4-BE49-F238E27FC236}">
                <a16:creationId xmlns:a16="http://schemas.microsoft.com/office/drawing/2014/main" id="{2F15D943-08BC-1045-B007-5AE7BB1CCB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0838" y="56356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64" name="Rectangle 144">
            <a:extLst>
              <a:ext uri="{FF2B5EF4-FFF2-40B4-BE49-F238E27FC236}">
                <a16:creationId xmlns:a16="http://schemas.microsoft.com/office/drawing/2014/main" id="{7795E2F3-C5AE-5941-91DD-5A606590B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57292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98765" name="Rectangle 145">
            <a:extLst>
              <a:ext uri="{FF2B5EF4-FFF2-40B4-BE49-F238E27FC236}">
                <a16:creationId xmlns:a16="http://schemas.microsoft.com/office/drawing/2014/main" id="{A3907025-30CF-1F4E-8A99-91068EFEE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5348288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198766" name="Line 146">
            <a:extLst>
              <a:ext uri="{FF2B5EF4-FFF2-40B4-BE49-F238E27FC236}">
                <a16:creationId xmlns:a16="http://schemas.microsoft.com/office/drawing/2014/main" id="{2C3AD86E-2419-2946-8A38-F55B6BBA98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1588" y="4333875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59" name="Rectangle 147">
            <a:extLst>
              <a:ext uri="{FF2B5EF4-FFF2-40B4-BE49-F238E27FC236}">
                <a16:creationId xmlns:a16="http://schemas.microsoft.com/office/drawing/2014/main" id="{37708AE6-6942-5342-8189-EE59B61EE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5400675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ALUSelB=xx</a:t>
            </a:r>
          </a:p>
        </p:txBody>
      </p:sp>
      <p:sp>
        <p:nvSpPr>
          <p:cNvPr id="198768" name="Line 148">
            <a:extLst>
              <a:ext uri="{FF2B5EF4-FFF2-40B4-BE49-F238E27FC236}">
                <a16:creationId xmlns:a16="http://schemas.microsoft.com/office/drawing/2014/main" id="{9E6DA3F1-FEA1-D445-B3BD-C90568A89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2212975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69" name="Line 149">
            <a:extLst>
              <a:ext uri="{FF2B5EF4-FFF2-40B4-BE49-F238E27FC236}">
                <a16:creationId xmlns:a16="http://schemas.microsoft.com/office/drawing/2014/main" id="{A4678CF6-A1B7-EE48-9EFE-9E823BCD22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2188" y="2212975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70" name="Line 150">
            <a:extLst>
              <a:ext uri="{FF2B5EF4-FFF2-40B4-BE49-F238E27FC236}">
                <a16:creationId xmlns:a16="http://schemas.microsoft.com/office/drawing/2014/main" id="{2BE17BF4-631D-304B-8E6E-6CE429CF8A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42188" y="2992438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71" name="Line 151">
            <a:extLst>
              <a:ext uri="{FF2B5EF4-FFF2-40B4-BE49-F238E27FC236}">
                <a16:creationId xmlns:a16="http://schemas.microsoft.com/office/drawing/2014/main" id="{4CF9C9BE-D6C6-3848-BDBF-72C35FF58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4888" y="2295525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72" name="Rectangle 152">
            <a:extLst>
              <a:ext uri="{FF2B5EF4-FFF2-40B4-BE49-F238E27FC236}">
                <a16:creationId xmlns:a16="http://schemas.microsoft.com/office/drawing/2014/main" id="{2DB24D21-3681-D240-BE9F-72D9F02442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80263" y="2505075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98773" name="Rectangle 153">
            <a:extLst>
              <a:ext uri="{FF2B5EF4-FFF2-40B4-BE49-F238E27FC236}">
                <a16:creationId xmlns:a16="http://schemas.microsoft.com/office/drawing/2014/main" id="{EFA1432D-BC7F-FB47-9745-BB6D8833F5A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53300" y="2232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8774" name="Rectangle 154">
            <a:extLst>
              <a:ext uri="{FF2B5EF4-FFF2-40B4-BE49-F238E27FC236}">
                <a16:creationId xmlns:a16="http://schemas.microsoft.com/office/drawing/2014/main" id="{62653274-3F16-B949-A4F7-03D315F4669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53300" y="28575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8775" name="Oval 155">
            <a:extLst>
              <a:ext uri="{FF2B5EF4-FFF2-40B4-BE49-F238E27FC236}">
                <a16:creationId xmlns:a16="http://schemas.microsoft.com/office/drawing/2014/main" id="{279B76AC-3BC9-4A42-9CAF-5D406192B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251777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8776" name="Line 156">
            <a:extLst>
              <a:ext uri="{FF2B5EF4-FFF2-40B4-BE49-F238E27FC236}">
                <a16:creationId xmlns:a16="http://schemas.microsoft.com/office/drawing/2014/main" id="{8618F4E7-616E-E54A-809F-379D8D5E77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9988" y="1882775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8777" name="Group 160">
            <a:extLst>
              <a:ext uri="{FF2B5EF4-FFF2-40B4-BE49-F238E27FC236}">
                <a16:creationId xmlns:a16="http://schemas.microsoft.com/office/drawing/2014/main" id="{0A056DB5-2A07-C94D-AD11-ADEFEF0DE6DE}"/>
              </a:ext>
            </a:extLst>
          </p:cNvPr>
          <p:cNvGrpSpPr>
            <a:grpSpLocks/>
          </p:cNvGrpSpPr>
          <p:nvPr/>
        </p:nvGrpSpPr>
        <p:grpSpPr bwMode="auto">
          <a:xfrm>
            <a:off x="7608888" y="2282825"/>
            <a:ext cx="652462" cy="427038"/>
            <a:chOff x="4712" y="1636"/>
            <a:chExt cx="411" cy="269"/>
          </a:xfrm>
        </p:grpSpPr>
        <p:sp>
          <p:nvSpPr>
            <p:cNvPr id="198820" name="Line 157">
              <a:extLst>
                <a:ext uri="{FF2B5EF4-FFF2-40B4-BE49-F238E27FC236}">
                  <a16:creationId xmlns:a16="http://schemas.microsoft.com/office/drawing/2014/main" id="{89743987-03E0-0C4C-8071-48FA7EE6E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1" name="Line 158">
              <a:extLst>
                <a:ext uri="{FF2B5EF4-FFF2-40B4-BE49-F238E27FC236}">
                  <a16:creationId xmlns:a16="http://schemas.microsoft.com/office/drawing/2014/main" id="{B9F45544-38CE-7549-911F-22D69B6CE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22" name="Rectangle 159">
              <a:extLst>
                <a:ext uri="{FF2B5EF4-FFF2-40B4-BE49-F238E27FC236}">
                  <a16:creationId xmlns:a16="http://schemas.microsoft.com/office/drawing/2014/main" id="{23D45007-4A50-6747-BF85-B12A1437DE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198778" name="Line 161">
            <a:extLst>
              <a:ext uri="{FF2B5EF4-FFF2-40B4-BE49-F238E27FC236}">
                <a16:creationId xmlns:a16="http://schemas.microsoft.com/office/drawing/2014/main" id="{C114B5D3-F9FE-9D41-9B8E-E39E5300CF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10588" y="3254375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79" name="Line 162">
            <a:extLst>
              <a:ext uri="{FF2B5EF4-FFF2-40B4-BE49-F238E27FC236}">
                <a16:creationId xmlns:a16="http://schemas.microsoft.com/office/drawing/2014/main" id="{C7409E51-D49C-E441-B609-DCBF876180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9288" y="3800475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0" name="Rectangle 163">
            <a:extLst>
              <a:ext uri="{FF2B5EF4-FFF2-40B4-BE49-F238E27FC236}">
                <a16:creationId xmlns:a16="http://schemas.microsoft.com/office/drawing/2014/main" id="{57D1E26F-0CA5-884C-94EC-D825CE6FE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2979738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98781" name="Line 164">
            <a:extLst>
              <a:ext uri="{FF2B5EF4-FFF2-40B4-BE49-F238E27FC236}">
                <a16:creationId xmlns:a16="http://schemas.microsoft.com/office/drawing/2014/main" id="{AAAC98E4-ACE0-854F-B4DF-40D401AF20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3488" y="2962275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2" name="Line 165">
            <a:extLst>
              <a:ext uri="{FF2B5EF4-FFF2-40B4-BE49-F238E27FC236}">
                <a16:creationId xmlns:a16="http://schemas.microsoft.com/office/drawing/2014/main" id="{CD090B9A-D5BF-0544-93D0-3B585D98B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2888" y="1971675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3" name="Line 166">
            <a:extLst>
              <a:ext uri="{FF2B5EF4-FFF2-40B4-BE49-F238E27FC236}">
                <a16:creationId xmlns:a16="http://schemas.microsoft.com/office/drawing/2014/main" id="{7ED1EA7F-F99B-BD4E-A911-432391C3F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2888" y="2124075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4" name="Line 167">
            <a:extLst>
              <a:ext uri="{FF2B5EF4-FFF2-40B4-BE49-F238E27FC236}">
                <a16:creationId xmlns:a16="http://schemas.microsoft.com/office/drawing/2014/main" id="{4D2C5F9A-F13F-FA4D-8A23-77F70CD7CF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7888" y="2047875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8785" name="Group 173">
            <a:extLst>
              <a:ext uri="{FF2B5EF4-FFF2-40B4-BE49-F238E27FC236}">
                <a16:creationId xmlns:a16="http://schemas.microsoft.com/office/drawing/2014/main" id="{DF304580-921D-4846-9A91-97E997A12E4C}"/>
              </a:ext>
            </a:extLst>
          </p:cNvPr>
          <p:cNvGrpSpPr>
            <a:grpSpLocks/>
          </p:cNvGrpSpPr>
          <p:nvPr/>
        </p:nvGrpSpPr>
        <p:grpSpPr bwMode="auto">
          <a:xfrm>
            <a:off x="1119188" y="1895475"/>
            <a:ext cx="381000" cy="306388"/>
            <a:chOff x="624" y="1392"/>
            <a:chExt cx="240" cy="193"/>
          </a:xfrm>
        </p:grpSpPr>
        <p:sp>
          <p:nvSpPr>
            <p:cNvPr id="198815" name="Arc 168">
              <a:extLst>
                <a:ext uri="{FF2B5EF4-FFF2-40B4-BE49-F238E27FC236}">
                  <a16:creationId xmlns:a16="http://schemas.microsoft.com/office/drawing/2014/main" id="{4ADD5044-6C39-E444-A429-636897ED3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16" name="Arc 169">
              <a:extLst>
                <a:ext uri="{FF2B5EF4-FFF2-40B4-BE49-F238E27FC236}">
                  <a16:creationId xmlns:a16="http://schemas.microsoft.com/office/drawing/2014/main" id="{FEB2A9D5-80B1-564B-AE1B-67EE0188D7D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17" name="Line 170">
              <a:extLst>
                <a:ext uri="{FF2B5EF4-FFF2-40B4-BE49-F238E27FC236}">
                  <a16:creationId xmlns:a16="http://schemas.microsoft.com/office/drawing/2014/main" id="{655FF4E9-71D0-6F4C-A510-987625D77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18" name="Line 171">
              <a:extLst>
                <a:ext uri="{FF2B5EF4-FFF2-40B4-BE49-F238E27FC236}">
                  <a16:creationId xmlns:a16="http://schemas.microsoft.com/office/drawing/2014/main" id="{800606E3-DD55-7848-871F-109C804B7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19" name="Line 172">
              <a:extLst>
                <a:ext uri="{FF2B5EF4-FFF2-40B4-BE49-F238E27FC236}">
                  <a16:creationId xmlns:a16="http://schemas.microsoft.com/office/drawing/2014/main" id="{03B7756D-935C-504A-BA04-142F4A772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8786" name="Line 174">
            <a:extLst>
              <a:ext uri="{FF2B5EF4-FFF2-40B4-BE49-F238E27FC236}">
                <a16:creationId xmlns:a16="http://schemas.microsoft.com/office/drawing/2014/main" id="{F9713ADA-7B30-6143-8CEF-93FF0B24D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588" y="2263775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7" name="Arc 175">
            <a:extLst>
              <a:ext uri="{FF2B5EF4-FFF2-40B4-BE49-F238E27FC236}">
                <a16:creationId xmlns:a16="http://schemas.microsoft.com/office/drawing/2014/main" id="{8E669B0F-845C-2D44-A4E5-F9E9C8C930CF}"/>
              </a:ext>
            </a:extLst>
          </p:cNvPr>
          <p:cNvSpPr>
            <a:spLocks/>
          </p:cNvSpPr>
          <p:nvPr/>
        </p:nvSpPr>
        <p:spPr bwMode="auto">
          <a:xfrm rot="-5400000">
            <a:off x="714375" y="2200275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88" name="Arc 176">
            <a:extLst>
              <a:ext uri="{FF2B5EF4-FFF2-40B4-BE49-F238E27FC236}">
                <a16:creationId xmlns:a16="http://schemas.microsoft.com/office/drawing/2014/main" id="{F805BAAD-5B1E-9A4A-A101-F38C3B7DE383}"/>
              </a:ext>
            </a:extLst>
          </p:cNvPr>
          <p:cNvSpPr>
            <a:spLocks/>
          </p:cNvSpPr>
          <p:nvPr/>
        </p:nvSpPr>
        <p:spPr bwMode="auto">
          <a:xfrm rot="5400000">
            <a:off x="528638" y="2200275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8789" name="Group 179">
            <a:extLst>
              <a:ext uri="{FF2B5EF4-FFF2-40B4-BE49-F238E27FC236}">
                <a16:creationId xmlns:a16="http://schemas.microsoft.com/office/drawing/2014/main" id="{F912F869-011D-9F4F-ADC4-082C09CE4207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2119313"/>
            <a:ext cx="373063" cy="101600"/>
            <a:chOff x="297" y="1533"/>
            <a:chExt cx="235" cy="64"/>
          </a:xfrm>
        </p:grpSpPr>
        <p:sp>
          <p:nvSpPr>
            <p:cNvPr id="198813" name="Arc 177">
              <a:extLst>
                <a:ext uri="{FF2B5EF4-FFF2-40B4-BE49-F238E27FC236}">
                  <a16:creationId xmlns:a16="http://schemas.microsoft.com/office/drawing/2014/main" id="{D8DDEDF2-234F-6349-9C89-060B5F2B6EC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814" name="Arc 178">
              <a:extLst>
                <a:ext uri="{FF2B5EF4-FFF2-40B4-BE49-F238E27FC236}">
                  <a16:creationId xmlns:a16="http://schemas.microsoft.com/office/drawing/2014/main" id="{87DE09EA-DF17-AE47-8CF7-B246135FE5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8790" name="Line 180">
            <a:extLst>
              <a:ext uri="{FF2B5EF4-FFF2-40B4-BE49-F238E27FC236}">
                <a16:creationId xmlns:a16="http://schemas.microsoft.com/office/drawing/2014/main" id="{B3BCCE21-9E27-B045-AE82-26A361A36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4388" y="251777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91" name="Line 181">
            <a:extLst>
              <a:ext uri="{FF2B5EF4-FFF2-40B4-BE49-F238E27FC236}">
                <a16:creationId xmlns:a16="http://schemas.microsoft.com/office/drawing/2014/main" id="{FCF736B0-E719-6844-A859-317B7116BE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988" y="1958975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92" name="Line 182">
            <a:extLst>
              <a:ext uri="{FF2B5EF4-FFF2-40B4-BE49-F238E27FC236}">
                <a16:creationId xmlns:a16="http://schemas.microsoft.com/office/drawing/2014/main" id="{33B891E9-804A-B246-BEDD-97A03195B9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0588" y="2035175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93" name="Rectangle 183">
            <a:extLst>
              <a:ext uri="{FF2B5EF4-FFF2-40B4-BE49-F238E27FC236}">
                <a16:creationId xmlns:a16="http://schemas.microsoft.com/office/drawing/2014/main" id="{25090DD1-F55F-9943-A8C2-2F1402323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1912938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39096" name="Rectangle 184">
            <a:extLst>
              <a:ext uri="{FF2B5EF4-FFF2-40B4-BE49-F238E27FC236}">
                <a16:creationId xmlns:a16="http://schemas.microsoft.com/office/drawing/2014/main" id="{A1C615F9-D228-344B-9115-FC964F9B8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1666875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39097" name="Rectangle 185">
            <a:extLst>
              <a:ext uri="{FF2B5EF4-FFF2-40B4-BE49-F238E27FC236}">
                <a16:creationId xmlns:a16="http://schemas.microsoft.com/office/drawing/2014/main" id="{421FD1FB-F37F-1249-B52F-7F8CD75EA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1768475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198796" name="Line 186">
            <a:extLst>
              <a:ext uri="{FF2B5EF4-FFF2-40B4-BE49-F238E27FC236}">
                <a16:creationId xmlns:a16="http://schemas.microsoft.com/office/drawing/2014/main" id="{D80070FF-2463-5E40-9690-4E62AD0F6F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838" y="38830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97" name="Rectangle 187">
            <a:extLst>
              <a:ext uri="{FF2B5EF4-FFF2-40B4-BE49-F238E27FC236}">
                <a16:creationId xmlns:a16="http://schemas.microsoft.com/office/drawing/2014/main" id="{EEE53DC7-A3C0-2246-8E9B-4EE1C2039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6718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98798" name="Line 188">
            <a:extLst>
              <a:ext uri="{FF2B5EF4-FFF2-40B4-BE49-F238E27FC236}">
                <a16:creationId xmlns:a16="http://schemas.microsoft.com/office/drawing/2014/main" id="{3B161F8B-CC68-5047-983F-49E0CD01C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588" y="2517775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101" name="Rectangle 189">
            <a:extLst>
              <a:ext uri="{FF2B5EF4-FFF2-40B4-BE49-F238E27FC236}">
                <a16:creationId xmlns:a16="http://schemas.microsoft.com/office/drawing/2014/main" id="{1CDD51DA-7759-C347-AD94-6C9D94484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217738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198800" name="Line 190">
            <a:extLst>
              <a:ext uri="{FF2B5EF4-FFF2-40B4-BE49-F238E27FC236}">
                <a16:creationId xmlns:a16="http://schemas.microsoft.com/office/drawing/2014/main" id="{4A26248A-8424-F047-A128-BF8C688D4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5788" y="5324475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801" name="Line 191">
            <a:extLst>
              <a:ext uri="{FF2B5EF4-FFF2-40B4-BE49-F238E27FC236}">
                <a16:creationId xmlns:a16="http://schemas.microsoft.com/office/drawing/2014/main" id="{FF85B255-8930-6741-B4E2-04A17AA0A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5788" y="5705475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802" name="Rectangle 192">
            <a:extLst>
              <a:ext uri="{FF2B5EF4-FFF2-40B4-BE49-F238E27FC236}">
                <a16:creationId xmlns:a16="http://schemas.microsoft.com/office/drawing/2014/main" id="{9FDBBB3B-0CEF-6444-9712-8D12B3E8A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500688"/>
            <a:ext cx="6651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98803" name="Rectangle 193">
            <a:extLst>
              <a:ext uri="{FF2B5EF4-FFF2-40B4-BE49-F238E27FC236}">
                <a16:creationId xmlns:a16="http://schemas.microsoft.com/office/drawing/2014/main" id="{D08FB530-AE59-A94C-AA73-3259A5C4B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119688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98804" name="Rectangle 194">
            <a:extLst>
              <a:ext uri="{FF2B5EF4-FFF2-40B4-BE49-F238E27FC236}">
                <a16:creationId xmlns:a16="http://schemas.microsoft.com/office/drawing/2014/main" id="{98DFEF18-40AE-5740-84BA-960888D16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713" y="5172075"/>
            <a:ext cx="10620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Go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to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the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198805" name="Line 195">
            <a:extLst>
              <a:ext uri="{FF2B5EF4-FFF2-40B4-BE49-F238E27FC236}">
                <a16:creationId xmlns:a16="http://schemas.microsoft.com/office/drawing/2014/main" id="{FFE73E38-0392-7D4B-8987-CC6F36B1C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7438" y="52546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806" name="Rectangle 196">
            <a:extLst>
              <a:ext uri="{FF2B5EF4-FFF2-40B4-BE49-F238E27FC236}">
                <a16:creationId xmlns:a16="http://schemas.microsoft.com/office/drawing/2014/main" id="{CAA764B1-1F56-9844-AEC8-7098E6CDF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534828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98807" name="Line 197">
            <a:extLst>
              <a:ext uri="{FF2B5EF4-FFF2-40B4-BE49-F238E27FC236}">
                <a16:creationId xmlns:a16="http://schemas.microsoft.com/office/drawing/2014/main" id="{07D0DD4E-C02A-184A-8137-753F429A85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7438" y="563562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808" name="Rectangle 198">
            <a:extLst>
              <a:ext uri="{FF2B5EF4-FFF2-40B4-BE49-F238E27FC236}">
                <a16:creationId xmlns:a16="http://schemas.microsoft.com/office/drawing/2014/main" id="{22FAEFAE-431B-4146-9CE3-934D846FA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572928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9111" name="Text Box 199">
            <a:extLst>
              <a:ext uri="{FF2B5EF4-FFF2-40B4-BE49-F238E27FC236}">
                <a16:creationId xmlns:a16="http://schemas.microsoft.com/office/drawing/2014/main" id="{BFE3B826-A515-6247-8AA9-916420A6F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742950"/>
            <a:ext cx="37973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指令未译码，故只执行公共操作</a:t>
            </a:r>
            <a:endParaRPr lang="en-US" altLang="zh-CN" sz="20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5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空闲，可用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“投机计算”转移地址！</a:t>
            </a:r>
          </a:p>
        </p:txBody>
      </p:sp>
      <p:sp>
        <p:nvSpPr>
          <p:cNvPr id="39112" name="Text Box 200">
            <a:extLst>
              <a:ext uri="{FF2B5EF4-FFF2-40B4-BE49-F238E27FC236}">
                <a16:creationId xmlns:a16="http://schemas.microsoft.com/office/drawing/2014/main" id="{6E661291-D05F-7949-B5F6-DFEB8DB39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946775"/>
            <a:ext cx="64547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中已是下条顺序指令的地址，对本条指令的执行有没有影响？</a:t>
            </a:r>
            <a:endParaRPr lang="en-US" altLang="zh-CN" sz="1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113" name="Text Box 201">
            <a:extLst>
              <a:ext uri="{FF2B5EF4-FFF2-40B4-BE49-F238E27FC236}">
                <a16:creationId xmlns:a16="http://schemas.microsoft.com/office/drawing/2014/main" id="{0B197E53-5407-1F42-9914-F81E59547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3" y="6343650"/>
            <a:ext cx="48196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       转移地址投机计算的数据通路如何实现</a:t>
            </a:r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39114" name="Text Box 202">
            <a:extLst>
              <a:ext uri="{FF2B5EF4-FFF2-40B4-BE49-F238E27FC236}">
                <a16:creationId xmlns:a16="http://schemas.microsoft.com/office/drawing/2014/main" id="{F1FDC2D1-5476-094C-804E-35D6F82ED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850" y="6264275"/>
            <a:ext cx="29606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没有影响，因为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IRWr=0!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9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8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9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9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9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00A2943A-0242-D442-95C5-AE396745A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013" y="703263"/>
            <a:ext cx="4459287" cy="1047750"/>
          </a:xfrm>
        </p:spPr>
        <p:txBody>
          <a:bodyPr/>
          <a:lstStyle/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busA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 Reg[rs] ; busB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 Reg[rt] ;</a:t>
            </a:r>
          </a:p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Decoder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 Op and Func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zh-CN" altLang="en-US" sz="16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投机：</a:t>
            </a:r>
            <a:r>
              <a:rPr lang="en-US" altLang="zh-CN" sz="16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16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 + SignExt(Imm16)*4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1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（为什么不是 </a:t>
            </a:r>
            <a:r>
              <a:rPr lang="en-US" altLang="zh-CN" sz="1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+4</a:t>
            </a:r>
            <a:r>
              <a:rPr lang="en-US" altLang="zh-CN" sz="1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SignExt(Imm16)*4</a:t>
            </a:r>
            <a:r>
              <a:rPr lang="zh-CN" altLang="en-US" sz="1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？）</a:t>
            </a:r>
          </a:p>
        </p:txBody>
      </p:sp>
      <p:grpSp>
        <p:nvGrpSpPr>
          <p:cNvPr id="200707" name="Group 6">
            <a:extLst>
              <a:ext uri="{FF2B5EF4-FFF2-40B4-BE49-F238E27FC236}">
                <a16:creationId xmlns:a16="http://schemas.microsoft.com/office/drawing/2014/main" id="{4003DD88-DDCC-3C4E-A650-2D6A4CD797AD}"/>
              </a:ext>
            </a:extLst>
          </p:cNvPr>
          <p:cNvGrpSpPr>
            <a:grpSpLocks/>
          </p:cNvGrpSpPr>
          <p:nvPr/>
        </p:nvGrpSpPr>
        <p:grpSpPr bwMode="auto">
          <a:xfrm>
            <a:off x="8139113" y="2514600"/>
            <a:ext cx="801687" cy="333375"/>
            <a:chOff x="5127" y="1584"/>
            <a:chExt cx="505" cy="210"/>
          </a:xfrm>
        </p:grpSpPr>
        <p:sp>
          <p:nvSpPr>
            <p:cNvPr id="200946" name="Rectangle 4">
              <a:extLst>
                <a:ext uri="{FF2B5EF4-FFF2-40B4-BE49-F238E27FC236}">
                  <a16:creationId xmlns:a16="http://schemas.microsoft.com/office/drawing/2014/main" id="{D09FDFC6-B65C-7744-BA9B-49A8F6066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947" name="Rectangle 5">
              <a:extLst>
                <a:ext uri="{FF2B5EF4-FFF2-40B4-BE49-F238E27FC236}">
                  <a16:creationId xmlns:a16="http://schemas.microsoft.com/office/drawing/2014/main" id="{53C843AC-4BF2-874F-AE68-8450743AF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00708" name="Rectangle 7">
            <a:extLst>
              <a:ext uri="{FF2B5EF4-FFF2-40B4-BE49-F238E27FC236}">
                <a16:creationId xmlns:a16="http://schemas.microsoft.com/office/drawing/2014/main" id="{DFCEECC0-4412-0A48-A42B-2229C9B3A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517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709" name="Rectangle 8">
            <a:extLst>
              <a:ext uri="{FF2B5EF4-FFF2-40B4-BE49-F238E27FC236}">
                <a16:creationId xmlns:a16="http://schemas.microsoft.com/office/drawing/2014/main" id="{A094A67C-5153-8342-8FCD-3D06C627D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9830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0710" name="Rectangle 10">
            <a:extLst>
              <a:ext uri="{FF2B5EF4-FFF2-40B4-BE49-F238E27FC236}">
                <a16:creationId xmlns:a16="http://schemas.microsoft.com/office/drawing/2014/main" id="{22BF85E2-E82A-E542-B879-FF26254E8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46720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00711" name="Rectangle 11">
            <a:extLst>
              <a:ext uri="{FF2B5EF4-FFF2-40B4-BE49-F238E27FC236}">
                <a16:creationId xmlns:a16="http://schemas.microsoft.com/office/drawing/2014/main" id="{71422AF4-E197-194C-8D5E-02A72364F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6814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00712" name="Line 12">
            <a:extLst>
              <a:ext uri="{FF2B5EF4-FFF2-40B4-BE49-F238E27FC236}">
                <a16:creationId xmlns:a16="http://schemas.microsoft.com/office/drawing/2014/main" id="{C52B3260-F8E9-7D4E-811C-FAD513C1E5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3810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3" name="Line 16">
            <a:extLst>
              <a:ext uri="{FF2B5EF4-FFF2-40B4-BE49-F238E27FC236}">
                <a16:creationId xmlns:a16="http://schemas.microsoft.com/office/drawing/2014/main" id="{F05B92C1-207E-D041-89CE-2DED6682A9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4876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4" name="Line 17">
            <a:extLst>
              <a:ext uri="{FF2B5EF4-FFF2-40B4-BE49-F238E27FC236}">
                <a16:creationId xmlns:a16="http://schemas.microsoft.com/office/drawing/2014/main" id="{439D9AC1-5F92-3D4F-B77D-299C67609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4806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5" name="Rectangle 18">
            <a:extLst>
              <a:ext uri="{FF2B5EF4-FFF2-40B4-BE49-F238E27FC236}">
                <a16:creationId xmlns:a16="http://schemas.microsoft.com/office/drawing/2014/main" id="{6D3DD5E5-34EF-924A-8DF4-BBEDE92C8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4900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16" name="Line 19">
            <a:extLst>
              <a:ext uri="{FF2B5EF4-FFF2-40B4-BE49-F238E27FC236}">
                <a16:creationId xmlns:a16="http://schemas.microsoft.com/office/drawing/2014/main" id="{2224468F-197D-B94A-A0C0-CB3BF5C1BF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6700" y="4800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7" name="Line 20">
            <a:extLst>
              <a:ext uri="{FF2B5EF4-FFF2-40B4-BE49-F238E27FC236}">
                <a16:creationId xmlns:a16="http://schemas.microsoft.com/office/drawing/2014/main" id="{6DA2D533-0039-4942-83C4-FD0370B757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0650" y="4730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8" name="Rectangle 21">
            <a:extLst>
              <a:ext uri="{FF2B5EF4-FFF2-40B4-BE49-F238E27FC236}">
                <a16:creationId xmlns:a16="http://schemas.microsoft.com/office/drawing/2014/main" id="{8871D399-9F8C-6548-B96C-30B2D93A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4443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19" name="Rectangle 22">
            <a:extLst>
              <a:ext uri="{FF2B5EF4-FFF2-40B4-BE49-F238E27FC236}">
                <a16:creationId xmlns:a16="http://schemas.microsoft.com/office/drawing/2014/main" id="{1D4821A5-E31A-0F4C-9232-01E8289AA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704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00720" name="Line 23">
            <a:extLst>
              <a:ext uri="{FF2B5EF4-FFF2-40B4-BE49-F238E27FC236}">
                <a16:creationId xmlns:a16="http://schemas.microsoft.com/office/drawing/2014/main" id="{4E43DC5D-8E75-224A-BA14-6BD69E229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832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1" name="Rectangle 24">
            <a:extLst>
              <a:ext uri="{FF2B5EF4-FFF2-40B4-BE49-F238E27FC236}">
                <a16:creationId xmlns:a16="http://schemas.microsoft.com/office/drawing/2014/main" id="{EA1118E7-B282-644F-A784-99EFEBC31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25320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00722" name="Line 25">
            <a:extLst>
              <a:ext uri="{FF2B5EF4-FFF2-40B4-BE49-F238E27FC236}">
                <a16:creationId xmlns:a16="http://schemas.microsoft.com/office/drawing/2014/main" id="{28B0B683-2952-2643-9B1B-607EBFE9A3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3352800"/>
            <a:ext cx="6121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3" name="Line 26">
            <a:extLst>
              <a:ext uri="{FF2B5EF4-FFF2-40B4-BE49-F238E27FC236}">
                <a16:creationId xmlns:a16="http://schemas.microsoft.com/office/drawing/2014/main" id="{FEF8CE56-FE1C-7E40-9202-2F7DA3CAC0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00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4" name="Rectangle 27">
            <a:extLst>
              <a:ext uri="{FF2B5EF4-FFF2-40B4-BE49-F238E27FC236}">
                <a16:creationId xmlns:a16="http://schemas.microsoft.com/office/drawing/2014/main" id="{B61A6167-4B53-2046-BE44-2A52BFD0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843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0725" name="Group 37">
            <a:extLst>
              <a:ext uri="{FF2B5EF4-FFF2-40B4-BE49-F238E27FC236}">
                <a16:creationId xmlns:a16="http://schemas.microsoft.com/office/drawing/2014/main" id="{C6D91DBF-E4F8-9C44-AB9A-95CA3CDFDC92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441700"/>
            <a:ext cx="381000" cy="1295400"/>
            <a:chOff x="4896" y="2168"/>
            <a:chExt cx="240" cy="816"/>
          </a:xfrm>
        </p:grpSpPr>
        <p:sp>
          <p:nvSpPr>
            <p:cNvPr id="200937" name="Line 28">
              <a:extLst>
                <a:ext uri="{FF2B5EF4-FFF2-40B4-BE49-F238E27FC236}">
                  <a16:creationId xmlns:a16="http://schemas.microsoft.com/office/drawing/2014/main" id="{72F71BBF-3EA4-7040-A64A-4563C2CB0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38" name="Line 29">
              <a:extLst>
                <a:ext uri="{FF2B5EF4-FFF2-40B4-BE49-F238E27FC236}">
                  <a16:creationId xmlns:a16="http://schemas.microsoft.com/office/drawing/2014/main" id="{BEC75D94-CC90-8649-B573-61B0CCBC8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39" name="Line 30">
              <a:extLst>
                <a:ext uri="{FF2B5EF4-FFF2-40B4-BE49-F238E27FC236}">
                  <a16:creationId xmlns:a16="http://schemas.microsoft.com/office/drawing/2014/main" id="{57EE86BE-4298-BA4E-8C86-41036651F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40" name="Line 31">
              <a:extLst>
                <a:ext uri="{FF2B5EF4-FFF2-40B4-BE49-F238E27FC236}">
                  <a16:creationId xmlns:a16="http://schemas.microsoft.com/office/drawing/2014/main" id="{7A8C9F64-5CB7-9540-950E-A6674AD11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41" name="Line 32">
              <a:extLst>
                <a:ext uri="{FF2B5EF4-FFF2-40B4-BE49-F238E27FC236}">
                  <a16:creationId xmlns:a16="http://schemas.microsoft.com/office/drawing/2014/main" id="{BF536A82-07A8-4048-94A1-03167F5285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42" name="Line 33">
              <a:extLst>
                <a:ext uri="{FF2B5EF4-FFF2-40B4-BE49-F238E27FC236}">
                  <a16:creationId xmlns:a16="http://schemas.microsoft.com/office/drawing/2014/main" id="{CC42F09B-ACED-2347-9533-794782AE4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43" name="Rectangle 34">
              <a:extLst>
                <a:ext uri="{FF2B5EF4-FFF2-40B4-BE49-F238E27FC236}">
                  <a16:creationId xmlns:a16="http://schemas.microsoft.com/office/drawing/2014/main" id="{451E0E56-4A8C-EE4A-897F-C06B55E0AB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00944" name="Line 35">
              <a:extLst>
                <a:ext uri="{FF2B5EF4-FFF2-40B4-BE49-F238E27FC236}">
                  <a16:creationId xmlns:a16="http://schemas.microsoft.com/office/drawing/2014/main" id="{30DBCE5D-173C-9345-A1F0-C9DB0CD23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45" name="Line 36">
              <a:extLst>
                <a:ext uri="{FF2B5EF4-FFF2-40B4-BE49-F238E27FC236}">
                  <a16:creationId xmlns:a16="http://schemas.microsoft.com/office/drawing/2014/main" id="{B93670BB-90CF-FE46-A7B1-0E737B0538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0726" name="Line 38">
            <a:extLst>
              <a:ext uri="{FF2B5EF4-FFF2-40B4-BE49-F238E27FC236}">
                <a16:creationId xmlns:a16="http://schemas.microsoft.com/office/drawing/2014/main" id="{406F9346-278A-9740-9C62-0216519B9F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4572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7" name="Line 39">
            <a:extLst>
              <a:ext uri="{FF2B5EF4-FFF2-40B4-BE49-F238E27FC236}">
                <a16:creationId xmlns:a16="http://schemas.microsoft.com/office/drawing/2014/main" id="{49994881-5737-9548-8103-DC6CBD8C8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4502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8" name="Rectangle 40">
            <a:extLst>
              <a:ext uri="{FF2B5EF4-FFF2-40B4-BE49-F238E27FC236}">
                <a16:creationId xmlns:a16="http://schemas.microsoft.com/office/drawing/2014/main" id="{FC6AFA6E-A8B4-9647-95AA-94296D798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4595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29" name="Line 41">
            <a:extLst>
              <a:ext uri="{FF2B5EF4-FFF2-40B4-BE49-F238E27FC236}">
                <a16:creationId xmlns:a16="http://schemas.microsoft.com/office/drawing/2014/main" id="{A4BA26B5-29F9-7749-9F9A-FF806AC9BE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8000" y="43434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0" name="Line 42">
            <a:extLst>
              <a:ext uri="{FF2B5EF4-FFF2-40B4-BE49-F238E27FC236}">
                <a16:creationId xmlns:a16="http://schemas.microsoft.com/office/drawing/2014/main" id="{CAB98E95-FD71-294F-A3D7-DF9FA8473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99450" y="4273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1" name="Rectangle 43">
            <a:extLst>
              <a:ext uri="{FF2B5EF4-FFF2-40B4-BE49-F238E27FC236}">
                <a16:creationId xmlns:a16="http://schemas.microsoft.com/office/drawing/2014/main" id="{6B6D51AE-61F4-5044-98EE-7713D32BB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4367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32" name="Line 44">
            <a:extLst>
              <a:ext uri="{FF2B5EF4-FFF2-40B4-BE49-F238E27FC236}">
                <a16:creationId xmlns:a16="http://schemas.microsoft.com/office/drawing/2014/main" id="{AE0A7E32-ED1D-534C-948C-C76A34557C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4559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05" name="Rectangle 45">
            <a:extLst>
              <a:ext uri="{FF2B5EF4-FFF2-40B4-BE49-F238E27FC236}">
                <a16:creationId xmlns:a16="http://schemas.microsoft.com/office/drawing/2014/main" id="{6AEB47D4-6710-EE42-B9ED-CB6F1E66B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6038850"/>
            <a:ext cx="1530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ALUOp=Addu</a:t>
            </a:r>
          </a:p>
        </p:txBody>
      </p:sp>
      <p:grpSp>
        <p:nvGrpSpPr>
          <p:cNvPr id="200734" name="Group 48">
            <a:extLst>
              <a:ext uri="{FF2B5EF4-FFF2-40B4-BE49-F238E27FC236}">
                <a16:creationId xmlns:a16="http://schemas.microsoft.com/office/drawing/2014/main" id="{9BEDF5A7-9FA7-1944-B9A9-880F1B7D3EEE}"/>
              </a:ext>
            </a:extLst>
          </p:cNvPr>
          <p:cNvGrpSpPr>
            <a:grpSpLocks/>
          </p:cNvGrpSpPr>
          <p:nvPr/>
        </p:nvGrpSpPr>
        <p:grpSpPr bwMode="auto">
          <a:xfrm>
            <a:off x="7354888" y="4953000"/>
            <a:ext cx="903287" cy="577850"/>
            <a:chOff x="4633" y="3120"/>
            <a:chExt cx="569" cy="364"/>
          </a:xfrm>
        </p:grpSpPr>
        <p:sp>
          <p:nvSpPr>
            <p:cNvPr id="200935" name="Rectangle 46">
              <a:extLst>
                <a:ext uri="{FF2B5EF4-FFF2-40B4-BE49-F238E27FC236}">
                  <a16:creationId xmlns:a16="http://schemas.microsoft.com/office/drawing/2014/main" id="{528DE802-0F03-C546-81D3-32F042F38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936" name="Rectangle 47">
              <a:extLst>
                <a:ext uri="{FF2B5EF4-FFF2-40B4-BE49-F238E27FC236}">
                  <a16:creationId xmlns:a16="http://schemas.microsoft.com/office/drawing/2014/main" id="{CEA89288-4DDE-F149-9380-4C1D51192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00735" name="Line 49">
            <a:extLst>
              <a:ext uri="{FF2B5EF4-FFF2-40B4-BE49-F238E27FC236}">
                <a16:creationId xmlns:a16="http://schemas.microsoft.com/office/drawing/2014/main" id="{8F12E0EA-746C-EB46-A1E2-D918F8FB12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5473700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6" name="Rectangle 50">
            <a:extLst>
              <a:ext uri="{FF2B5EF4-FFF2-40B4-BE49-F238E27FC236}">
                <a16:creationId xmlns:a16="http://schemas.microsoft.com/office/drawing/2014/main" id="{E49A616C-A910-2743-8558-EC58AD2E4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3476625"/>
            <a:ext cx="303212" cy="15811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737" name="Oval 51">
            <a:extLst>
              <a:ext uri="{FF2B5EF4-FFF2-40B4-BE49-F238E27FC236}">
                <a16:creationId xmlns:a16="http://schemas.microsoft.com/office/drawing/2014/main" id="{D2C132EB-2FEA-CB46-ABD2-D2F1FF62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50419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738" name="Rectangle 52">
            <a:extLst>
              <a:ext uri="{FF2B5EF4-FFF2-40B4-BE49-F238E27FC236}">
                <a16:creationId xmlns:a16="http://schemas.microsoft.com/office/drawing/2014/main" id="{A43FD0E8-33F9-AC40-A67F-24D180418C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31269" y="4087019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00739" name="Line 53">
            <a:extLst>
              <a:ext uri="{FF2B5EF4-FFF2-40B4-BE49-F238E27FC236}">
                <a16:creationId xmlns:a16="http://schemas.microsoft.com/office/drawing/2014/main" id="{5633FDCF-A005-4F4A-B8A3-A7E6FE0FC8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9800" y="3886200"/>
            <a:ext cx="3556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0" name="Line 54">
            <a:extLst>
              <a:ext uri="{FF2B5EF4-FFF2-40B4-BE49-F238E27FC236}">
                <a16:creationId xmlns:a16="http://schemas.microsoft.com/office/drawing/2014/main" id="{60041637-7515-5B4E-B830-4BBA439D9A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1" name="Rectangle 55">
            <a:extLst>
              <a:ext uri="{FF2B5EF4-FFF2-40B4-BE49-F238E27FC236}">
                <a16:creationId xmlns:a16="http://schemas.microsoft.com/office/drawing/2014/main" id="{20F3556B-CCC7-0949-8344-AA67DCA16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910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42" name="Line 56">
            <a:extLst>
              <a:ext uri="{FF2B5EF4-FFF2-40B4-BE49-F238E27FC236}">
                <a16:creationId xmlns:a16="http://schemas.microsoft.com/office/drawing/2014/main" id="{7BE47621-CD8B-9846-B2F4-7E088AFB4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832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3" name="Rectangle 57">
            <a:extLst>
              <a:ext uri="{FF2B5EF4-FFF2-40B4-BE49-F238E27FC236}">
                <a16:creationId xmlns:a16="http://schemas.microsoft.com/office/drawing/2014/main" id="{46E0797E-9F2E-5D4E-9421-691EE5B9B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25320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00744" name="Line 58">
            <a:extLst>
              <a:ext uri="{FF2B5EF4-FFF2-40B4-BE49-F238E27FC236}">
                <a16:creationId xmlns:a16="http://schemas.microsoft.com/office/drawing/2014/main" id="{3810D529-5E2E-C54A-8BBE-2156B0A18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19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5" name="Line 59">
            <a:extLst>
              <a:ext uri="{FF2B5EF4-FFF2-40B4-BE49-F238E27FC236}">
                <a16:creationId xmlns:a16="http://schemas.microsoft.com/office/drawing/2014/main" id="{4A6D5C22-FD71-A34D-867F-1EFA9CB06F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52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6" name="Rectangle 60">
            <a:extLst>
              <a:ext uri="{FF2B5EF4-FFF2-40B4-BE49-F238E27FC236}">
                <a16:creationId xmlns:a16="http://schemas.microsoft.com/office/drawing/2014/main" id="{89A3CC37-206D-774F-B5D1-86DA4C50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300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47" name="Line 61">
            <a:extLst>
              <a:ext uri="{FF2B5EF4-FFF2-40B4-BE49-F238E27FC236}">
                <a16:creationId xmlns:a16="http://schemas.microsoft.com/office/drawing/2014/main" id="{60FFF210-7D99-1144-A3A1-6897AF7337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2794000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8" name="Line 62">
            <a:extLst>
              <a:ext uri="{FF2B5EF4-FFF2-40B4-BE49-F238E27FC236}">
                <a16:creationId xmlns:a16="http://schemas.microsoft.com/office/drawing/2014/main" id="{6144AE49-6314-B54C-A20E-5B5BAB76A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31242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9" name="Rectangle 63">
            <a:extLst>
              <a:ext uri="{FF2B5EF4-FFF2-40B4-BE49-F238E27FC236}">
                <a16:creationId xmlns:a16="http://schemas.microsoft.com/office/drawing/2014/main" id="{E501DB23-DDB1-9E4A-8D5B-3CBC3D567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517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750" name="Rectangle 64">
            <a:extLst>
              <a:ext uri="{FF2B5EF4-FFF2-40B4-BE49-F238E27FC236}">
                <a16:creationId xmlns:a16="http://schemas.microsoft.com/office/drawing/2014/main" id="{F2D9483A-566D-9843-A954-CEFDF43B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5" y="40592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00751" name="Rectangle 65">
            <a:extLst>
              <a:ext uri="{FF2B5EF4-FFF2-40B4-BE49-F238E27FC236}">
                <a16:creationId xmlns:a16="http://schemas.microsoft.com/office/drawing/2014/main" id="{57B73791-2002-E549-8C21-6F4F92BF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5290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00752" name="Rectangle 66">
            <a:extLst>
              <a:ext uri="{FF2B5EF4-FFF2-40B4-BE49-F238E27FC236}">
                <a16:creationId xmlns:a16="http://schemas.microsoft.com/office/drawing/2014/main" id="{CC0A8667-3113-A64B-9D57-D10D519EF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613" y="42910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00753" name="Rectangle 67">
            <a:extLst>
              <a:ext uri="{FF2B5EF4-FFF2-40B4-BE49-F238E27FC236}">
                <a16:creationId xmlns:a16="http://schemas.microsoft.com/office/drawing/2014/main" id="{A6CB656D-6AF3-CA41-98E6-B277E4F19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46720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00754" name="Rectangle 68">
            <a:extLst>
              <a:ext uri="{FF2B5EF4-FFF2-40B4-BE49-F238E27FC236}">
                <a16:creationId xmlns:a16="http://schemas.microsoft.com/office/drawing/2014/main" id="{41A12E8A-0072-4948-B244-B7D28489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33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00755" name="Line 69">
            <a:extLst>
              <a:ext uri="{FF2B5EF4-FFF2-40B4-BE49-F238E27FC236}">
                <a16:creationId xmlns:a16="http://schemas.microsoft.com/office/drawing/2014/main" id="{2787A612-0253-D64D-91F7-A72A82B05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4038600"/>
            <a:ext cx="11938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6" name="Line 70">
            <a:extLst>
              <a:ext uri="{FF2B5EF4-FFF2-40B4-BE49-F238E27FC236}">
                <a16:creationId xmlns:a16="http://schemas.microsoft.com/office/drawing/2014/main" id="{9A4BBC7A-7E22-8A42-BF08-B5EF3D0940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3968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7" name="Rectangle 71">
            <a:extLst>
              <a:ext uri="{FF2B5EF4-FFF2-40B4-BE49-F238E27FC236}">
                <a16:creationId xmlns:a16="http://schemas.microsoft.com/office/drawing/2014/main" id="{19A79269-D8EA-7944-BC59-318293044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40624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0758" name="Line 72">
            <a:extLst>
              <a:ext uri="{FF2B5EF4-FFF2-40B4-BE49-F238E27FC236}">
                <a16:creationId xmlns:a16="http://schemas.microsoft.com/office/drawing/2014/main" id="{FF3FFB03-BBAD-0C49-B916-2510C3BB6E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3657600"/>
            <a:ext cx="11938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9" name="Line 73">
            <a:extLst>
              <a:ext uri="{FF2B5EF4-FFF2-40B4-BE49-F238E27FC236}">
                <a16:creationId xmlns:a16="http://schemas.microsoft.com/office/drawing/2014/main" id="{B7D5FA8A-57A7-044F-9F9E-F64737EB93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0" name="Rectangle 74">
            <a:extLst>
              <a:ext uri="{FF2B5EF4-FFF2-40B4-BE49-F238E27FC236}">
                <a16:creationId xmlns:a16="http://schemas.microsoft.com/office/drawing/2014/main" id="{8D362045-D79E-7244-B12B-B36877696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6814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0761" name="Line 75">
            <a:extLst>
              <a:ext uri="{FF2B5EF4-FFF2-40B4-BE49-F238E27FC236}">
                <a16:creationId xmlns:a16="http://schemas.microsoft.com/office/drawing/2014/main" id="{E09C8A1D-0654-EC40-98C9-0FBDE860E1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46763" y="4038600"/>
            <a:ext cx="808037" cy="28575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2" name="Line 76">
            <a:extLst>
              <a:ext uri="{FF2B5EF4-FFF2-40B4-BE49-F238E27FC236}">
                <a16:creationId xmlns:a16="http://schemas.microsoft.com/office/drawing/2014/main" id="{F5B057AE-204E-B24A-887B-75C8E7CB99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0113" y="39687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3" name="Rectangle 77">
            <a:extLst>
              <a:ext uri="{FF2B5EF4-FFF2-40B4-BE49-F238E27FC236}">
                <a16:creationId xmlns:a16="http://schemas.microsoft.com/office/drawing/2014/main" id="{D267608E-E319-E240-8227-E8803FF1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4062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64" name="Rectangle 78">
            <a:extLst>
              <a:ext uri="{FF2B5EF4-FFF2-40B4-BE49-F238E27FC236}">
                <a16:creationId xmlns:a16="http://schemas.microsoft.com/office/drawing/2014/main" id="{125EBFAA-3172-1943-94CF-DDFCAA7C7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37830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00765" name="Line 79">
            <a:extLst>
              <a:ext uri="{FF2B5EF4-FFF2-40B4-BE49-F238E27FC236}">
                <a16:creationId xmlns:a16="http://schemas.microsoft.com/office/drawing/2014/main" id="{50716389-5ECF-274D-A4DD-A730A867E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8350" y="4633913"/>
            <a:ext cx="1068388" cy="1428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6" name="Line 80">
            <a:extLst>
              <a:ext uri="{FF2B5EF4-FFF2-40B4-BE49-F238E27FC236}">
                <a16:creationId xmlns:a16="http://schemas.microsoft.com/office/drawing/2014/main" id="{86281A2A-F3DB-0847-955F-372DE52E8D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1700" y="4578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7" name="Rectangle 81">
            <a:extLst>
              <a:ext uri="{FF2B5EF4-FFF2-40B4-BE49-F238E27FC236}">
                <a16:creationId xmlns:a16="http://schemas.microsoft.com/office/drawing/2014/main" id="{90DD22CD-E8BE-A148-978C-C1BBC1C6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850" y="4672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68" name="Rectangle 82">
            <a:extLst>
              <a:ext uri="{FF2B5EF4-FFF2-40B4-BE49-F238E27FC236}">
                <a16:creationId xmlns:a16="http://schemas.microsoft.com/office/drawing/2014/main" id="{E1D38FEE-4FEB-2C45-8629-7B5F0E623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44434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00769" name="Line 83">
            <a:extLst>
              <a:ext uri="{FF2B5EF4-FFF2-40B4-BE49-F238E27FC236}">
                <a16:creationId xmlns:a16="http://schemas.microsoft.com/office/drawing/2014/main" id="{EADE42A4-8D62-854B-B338-B0201427F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832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0" name="Rectangle 84">
            <a:extLst>
              <a:ext uri="{FF2B5EF4-FFF2-40B4-BE49-F238E27FC236}">
                <a16:creationId xmlns:a16="http://schemas.microsoft.com/office/drawing/2014/main" id="{2918C569-08EE-2F40-BFCE-A4EBED816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2532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00771" name="Line 85">
            <a:extLst>
              <a:ext uri="{FF2B5EF4-FFF2-40B4-BE49-F238E27FC236}">
                <a16:creationId xmlns:a16="http://schemas.microsoft.com/office/drawing/2014/main" id="{999D193B-0F72-C845-A8A6-08A031FA5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83000"/>
            <a:ext cx="0" cy="233680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2" name="Rectangle 86">
            <a:extLst>
              <a:ext uri="{FF2B5EF4-FFF2-40B4-BE49-F238E27FC236}">
                <a16:creationId xmlns:a16="http://schemas.microsoft.com/office/drawing/2014/main" id="{0B77E447-9027-7742-AB92-D8A392515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376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00773" name="Rectangle 87">
            <a:extLst>
              <a:ext uri="{FF2B5EF4-FFF2-40B4-BE49-F238E27FC236}">
                <a16:creationId xmlns:a16="http://schemas.microsoft.com/office/drawing/2014/main" id="{8A1E8F62-2B77-0E46-ACB4-3C763BC51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757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00774" name="Group 95">
            <a:extLst>
              <a:ext uri="{FF2B5EF4-FFF2-40B4-BE49-F238E27FC236}">
                <a16:creationId xmlns:a16="http://schemas.microsoft.com/office/drawing/2014/main" id="{93D297A0-8FC1-8040-9874-15A6BED66731}"/>
              </a:ext>
            </a:extLst>
          </p:cNvPr>
          <p:cNvGrpSpPr>
            <a:grpSpLocks/>
          </p:cNvGrpSpPr>
          <p:nvPr/>
        </p:nvGrpSpPr>
        <p:grpSpPr bwMode="auto">
          <a:xfrm>
            <a:off x="4054475" y="4127500"/>
            <a:ext cx="333375" cy="946150"/>
            <a:chOff x="2554" y="2600"/>
            <a:chExt cx="210" cy="596"/>
          </a:xfrm>
        </p:grpSpPr>
        <p:sp>
          <p:nvSpPr>
            <p:cNvPr id="200928" name="Line 88">
              <a:extLst>
                <a:ext uri="{FF2B5EF4-FFF2-40B4-BE49-F238E27FC236}">
                  <a16:creationId xmlns:a16="http://schemas.microsoft.com/office/drawing/2014/main" id="{F1491C49-2F1F-1942-B141-B6105564E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29" name="Line 89">
              <a:extLst>
                <a:ext uri="{FF2B5EF4-FFF2-40B4-BE49-F238E27FC236}">
                  <a16:creationId xmlns:a16="http://schemas.microsoft.com/office/drawing/2014/main" id="{FC118DA1-90F9-9B4E-B35A-91DF6ABE8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30" name="Line 90">
              <a:extLst>
                <a:ext uri="{FF2B5EF4-FFF2-40B4-BE49-F238E27FC236}">
                  <a16:creationId xmlns:a16="http://schemas.microsoft.com/office/drawing/2014/main" id="{BAD3C707-E0D4-C74E-8A77-1647AA0AC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31" name="Line 91">
              <a:extLst>
                <a:ext uri="{FF2B5EF4-FFF2-40B4-BE49-F238E27FC236}">
                  <a16:creationId xmlns:a16="http://schemas.microsoft.com/office/drawing/2014/main" id="{54F243E2-F26E-864E-9EA1-79FAC39B1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32" name="Rectangle 92">
              <a:extLst>
                <a:ext uri="{FF2B5EF4-FFF2-40B4-BE49-F238E27FC236}">
                  <a16:creationId xmlns:a16="http://schemas.microsoft.com/office/drawing/2014/main" id="{5C82BD01-6084-8A46-9B90-8F72D1FC22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0933" name="Rectangle 93">
              <a:extLst>
                <a:ext uri="{FF2B5EF4-FFF2-40B4-BE49-F238E27FC236}">
                  <a16:creationId xmlns:a16="http://schemas.microsoft.com/office/drawing/2014/main" id="{84149621-BF81-174F-97F4-E085D5E8F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0934" name="Rectangle 94">
              <a:extLst>
                <a:ext uri="{FF2B5EF4-FFF2-40B4-BE49-F238E27FC236}">
                  <a16:creationId xmlns:a16="http://schemas.microsoft.com/office/drawing/2014/main" id="{E57DACB4-757A-5B42-AD7E-725EF7B7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0775" name="Line 96">
            <a:extLst>
              <a:ext uri="{FF2B5EF4-FFF2-40B4-BE49-F238E27FC236}">
                <a16:creationId xmlns:a16="http://schemas.microsoft.com/office/drawing/2014/main" id="{A392A623-C47E-4A48-8D01-3B4D779A58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4495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6" name="Line 97">
            <a:extLst>
              <a:ext uri="{FF2B5EF4-FFF2-40B4-BE49-F238E27FC236}">
                <a16:creationId xmlns:a16="http://schemas.microsoft.com/office/drawing/2014/main" id="{8C365280-ED01-0348-BAB7-328031506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4876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7" name="Line 98">
            <a:extLst>
              <a:ext uri="{FF2B5EF4-FFF2-40B4-BE49-F238E27FC236}">
                <a16:creationId xmlns:a16="http://schemas.microsoft.com/office/drawing/2014/main" id="{ACE6912A-4C8B-4E46-B26A-C924CF941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42672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8" name="Rectangle 99">
            <a:extLst>
              <a:ext uri="{FF2B5EF4-FFF2-40B4-BE49-F238E27FC236}">
                <a16:creationId xmlns:a16="http://schemas.microsoft.com/office/drawing/2014/main" id="{DD57F64C-7E43-9A4B-B0AD-8893EA8D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4214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0779" name="Rectangle 100">
            <a:extLst>
              <a:ext uri="{FF2B5EF4-FFF2-40B4-BE49-F238E27FC236}">
                <a16:creationId xmlns:a16="http://schemas.microsoft.com/office/drawing/2014/main" id="{FFA22007-D39E-274B-AC22-3388BF804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3" y="46085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00780" name="Rectangle 101">
            <a:extLst>
              <a:ext uri="{FF2B5EF4-FFF2-40B4-BE49-F238E27FC236}">
                <a16:creationId xmlns:a16="http://schemas.microsoft.com/office/drawing/2014/main" id="{519F3198-30F4-5E46-90FE-CA1D95D9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9812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41062" name="Rectangle 102">
            <a:extLst>
              <a:ext uri="{FF2B5EF4-FFF2-40B4-BE49-F238E27FC236}">
                <a16:creationId xmlns:a16="http://schemas.microsoft.com/office/drawing/2014/main" id="{78A0C783-C6A5-1D43-B27D-9F6213934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5146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200782" name="Line 103">
            <a:extLst>
              <a:ext uri="{FF2B5EF4-FFF2-40B4-BE49-F238E27FC236}">
                <a16:creationId xmlns:a16="http://schemas.microsoft.com/office/drawing/2014/main" id="{7EA03D06-1D1A-244F-B826-9F5D851173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8100" y="48006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83" name="Line 104">
            <a:extLst>
              <a:ext uri="{FF2B5EF4-FFF2-40B4-BE49-F238E27FC236}">
                <a16:creationId xmlns:a16="http://schemas.microsoft.com/office/drawing/2014/main" id="{F419131A-A466-C240-8095-047590C8E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8067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84" name="Rectangle 105">
            <a:extLst>
              <a:ext uri="{FF2B5EF4-FFF2-40B4-BE49-F238E27FC236}">
                <a16:creationId xmlns:a16="http://schemas.microsoft.com/office/drawing/2014/main" id="{0B4A2A80-A5CA-6E43-A53E-306786D04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532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00785" name="Group 113">
            <a:extLst>
              <a:ext uri="{FF2B5EF4-FFF2-40B4-BE49-F238E27FC236}">
                <a16:creationId xmlns:a16="http://schemas.microsoft.com/office/drawing/2014/main" id="{54775202-4A2C-8F40-8A09-D7003128719B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3517900"/>
            <a:ext cx="333375" cy="946150"/>
            <a:chOff x="586" y="2216"/>
            <a:chExt cx="210" cy="596"/>
          </a:xfrm>
        </p:grpSpPr>
        <p:sp>
          <p:nvSpPr>
            <p:cNvPr id="200921" name="Line 106">
              <a:extLst>
                <a:ext uri="{FF2B5EF4-FFF2-40B4-BE49-F238E27FC236}">
                  <a16:creationId xmlns:a16="http://schemas.microsoft.com/office/drawing/2014/main" id="{F05F6DB9-9CBF-8E4B-B527-685D6A16E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22" name="Line 107">
              <a:extLst>
                <a:ext uri="{FF2B5EF4-FFF2-40B4-BE49-F238E27FC236}">
                  <a16:creationId xmlns:a16="http://schemas.microsoft.com/office/drawing/2014/main" id="{7FE9D440-71C5-BF48-891D-D7E7FF026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23" name="Line 108">
              <a:extLst>
                <a:ext uri="{FF2B5EF4-FFF2-40B4-BE49-F238E27FC236}">
                  <a16:creationId xmlns:a16="http://schemas.microsoft.com/office/drawing/2014/main" id="{CC2EF256-F743-D94A-8D0C-7ACA56E1D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24" name="Line 109">
              <a:extLst>
                <a:ext uri="{FF2B5EF4-FFF2-40B4-BE49-F238E27FC236}">
                  <a16:creationId xmlns:a16="http://schemas.microsoft.com/office/drawing/2014/main" id="{6B54AFFF-E55B-8446-AE0B-12B14D109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25" name="Rectangle 110">
              <a:extLst>
                <a:ext uri="{FF2B5EF4-FFF2-40B4-BE49-F238E27FC236}">
                  <a16:creationId xmlns:a16="http://schemas.microsoft.com/office/drawing/2014/main" id="{333033EE-7314-9D4D-8FB6-A8A2F3278F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0926" name="Rectangle 111">
              <a:extLst>
                <a:ext uri="{FF2B5EF4-FFF2-40B4-BE49-F238E27FC236}">
                  <a16:creationId xmlns:a16="http://schemas.microsoft.com/office/drawing/2014/main" id="{D5EFF3A8-615B-BB48-8D7A-DB323791E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0927" name="Rectangle 112">
              <a:extLst>
                <a:ext uri="{FF2B5EF4-FFF2-40B4-BE49-F238E27FC236}">
                  <a16:creationId xmlns:a16="http://schemas.microsoft.com/office/drawing/2014/main" id="{5B97ABEC-4BCA-C34C-9493-74276CA04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0786" name="Line 114">
            <a:extLst>
              <a:ext uri="{FF2B5EF4-FFF2-40B4-BE49-F238E27FC236}">
                <a16:creationId xmlns:a16="http://schemas.microsoft.com/office/drawing/2014/main" id="{6F834433-BD23-0847-8AAB-D1FFFF2739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657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87" name="Line 115">
            <a:extLst>
              <a:ext uri="{FF2B5EF4-FFF2-40B4-BE49-F238E27FC236}">
                <a16:creationId xmlns:a16="http://schemas.microsoft.com/office/drawing/2014/main" id="{E5B52571-77A9-D945-8A47-4801C0088A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88" name="Rectangle 116">
            <a:extLst>
              <a:ext uri="{FF2B5EF4-FFF2-40B4-BE49-F238E27FC236}">
                <a16:creationId xmlns:a16="http://schemas.microsoft.com/office/drawing/2014/main" id="{03F27AE8-7D3C-8B4B-B842-B4C39636F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789" name="Line 117">
            <a:extLst>
              <a:ext uri="{FF2B5EF4-FFF2-40B4-BE49-F238E27FC236}">
                <a16:creationId xmlns:a16="http://schemas.microsoft.com/office/drawing/2014/main" id="{FD5B1E1C-40B3-D34E-9D75-8FEC0BCA1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2799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90" name="Line 118">
            <a:extLst>
              <a:ext uri="{FF2B5EF4-FFF2-40B4-BE49-F238E27FC236}">
                <a16:creationId xmlns:a16="http://schemas.microsoft.com/office/drawing/2014/main" id="{FDAED8BF-6F85-2040-A9C1-CA81D08A45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500" y="42672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91" name="Rectangle 119">
            <a:extLst>
              <a:ext uri="{FF2B5EF4-FFF2-40B4-BE49-F238E27FC236}">
                <a16:creationId xmlns:a16="http://schemas.microsoft.com/office/drawing/2014/main" id="{C0E24391-ED02-F040-895F-CE6FE902A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9845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792" name="Rectangle 120">
            <a:extLst>
              <a:ext uri="{FF2B5EF4-FFF2-40B4-BE49-F238E27FC236}">
                <a16:creationId xmlns:a16="http://schemas.microsoft.com/office/drawing/2014/main" id="{C4612F24-3CBB-9047-AFF1-37FA79DCA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2954338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00793" name="Line 121">
            <a:extLst>
              <a:ext uri="{FF2B5EF4-FFF2-40B4-BE49-F238E27FC236}">
                <a16:creationId xmlns:a16="http://schemas.microsoft.com/office/drawing/2014/main" id="{6422110D-1D1E-4E49-AD3C-DBAEC4312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225800"/>
            <a:ext cx="0" cy="419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794" name="Group 124">
            <a:extLst>
              <a:ext uri="{FF2B5EF4-FFF2-40B4-BE49-F238E27FC236}">
                <a16:creationId xmlns:a16="http://schemas.microsoft.com/office/drawing/2014/main" id="{C107AFA9-A0C4-F34F-82B5-723A764B991F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5867400"/>
            <a:ext cx="882650" cy="333375"/>
            <a:chOff x="2728" y="3696"/>
            <a:chExt cx="540" cy="210"/>
          </a:xfrm>
        </p:grpSpPr>
        <p:sp>
          <p:nvSpPr>
            <p:cNvPr id="200919" name="Rectangle 122">
              <a:extLst>
                <a:ext uri="{FF2B5EF4-FFF2-40B4-BE49-F238E27FC236}">
                  <a16:creationId xmlns:a16="http://schemas.microsoft.com/office/drawing/2014/main" id="{90DB3B16-2370-014A-A159-F1948D936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920" name="Rectangle 123">
              <a:extLst>
                <a:ext uri="{FF2B5EF4-FFF2-40B4-BE49-F238E27FC236}">
                  <a16:creationId xmlns:a16="http://schemas.microsoft.com/office/drawing/2014/main" id="{017EDA54-E022-CE4A-BB26-7CC8FF112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3696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00795" name="Line 125">
            <a:extLst>
              <a:ext uri="{FF2B5EF4-FFF2-40B4-BE49-F238E27FC236}">
                <a16:creationId xmlns:a16="http://schemas.microsoft.com/office/drawing/2014/main" id="{1D4BBB58-033F-5647-AFF7-15EA89F62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6159500"/>
            <a:ext cx="12700" cy="381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86" name="Rectangle 126">
            <a:extLst>
              <a:ext uri="{FF2B5EF4-FFF2-40B4-BE49-F238E27FC236}">
                <a16:creationId xmlns:a16="http://schemas.microsoft.com/office/drawing/2014/main" id="{9038B3E6-6478-A042-AD4C-C8B6BC0F0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63246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00797" name="Group 134">
            <a:extLst>
              <a:ext uri="{FF2B5EF4-FFF2-40B4-BE49-F238E27FC236}">
                <a16:creationId xmlns:a16="http://schemas.microsoft.com/office/drawing/2014/main" id="{D0CBDC45-1FF7-824E-8418-A5236A90EB7A}"/>
              </a:ext>
            </a:extLst>
          </p:cNvPr>
          <p:cNvGrpSpPr>
            <a:grpSpLocks/>
          </p:cNvGrpSpPr>
          <p:nvPr/>
        </p:nvGrpSpPr>
        <p:grpSpPr bwMode="auto">
          <a:xfrm>
            <a:off x="6569075" y="3213100"/>
            <a:ext cx="333375" cy="946150"/>
            <a:chOff x="4138" y="2024"/>
            <a:chExt cx="210" cy="596"/>
          </a:xfrm>
        </p:grpSpPr>
        <p:sp>
          <p:nvSpPr>
            <p:cNvPr id="200912" name="Line 127">
              <a:extLst>
                <a:ext uri="{FF2B5EF4-FFF2-40B4-BE49-F238E27FC236}">
                  <a16:creationId xmlns:a16="http://schemas.microsoft.com/office/drawing/2014/main" id="{01A14823-74F7-9746-BEE6-D345611A6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13" name="Line 128">
              <a:extLst>
                <a:ext uri="{FF2B5EF4-FFF2-40B4-BE49-F238E27FC236}">
                  <a16:creationId xmlns:a16="http://schemas.microsoft.com/office/drawing/2014/main" id="{E6413155-2533-654F-AE66-14700956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14" name="Line 129">
              <a:extLst>
                <a:ext uri="{FF2B5EF4-FFF2-40B4-BE49-F238E27FC236}">
                  <a16:creationId xmlns:a16="http://schemas.microsoft.com/office/drawing/2014/main" id="{05A4FA62-2B2D-3F44-B21A-2717AE4A3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15" name="Line 130">
              <a:extLst>
                <a:ext uri="{FF2B5EF4-FFF2-40B4-BE49-F238E27FC236}">
                  <a16:creationId xmlns:a16="http://schemas.microsoft.com/office/drawing/2014/main" id="{91EDE39E-4CDB-BD4E-B1B6-32B4A39F3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16" name="Rectangle 131">
              <a:extLst>
                <a:ext uri="{FF2B5EF4-FFF2-40B4-BE49-F238E27FC236}">
                  <a16:creationId xmlns:a16="http://schemas.microsoft.com/office/drawing/2014/main" id="{388ADAE6-4742-9144-896E-886B001EB4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0917" name="Rectangle 132">
              <a:extLst>
                <a:ext uri="{FF2B5EF4-FFF2-40B4-BE49-F238E27FC236}">
                  <a16:creationId xmlns:a16="http://schemas.microsoft.com/office/drawing/2014/main" id="{D59A2626-69E0-8245-B1D0-6AF289B72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0918" name="Rectangle 133">
              <a:extLst>
                <a:ext uri="{FF2B5EF4-FFF2-40B4-BE49-F238E27FC236}">
                  <a16:creationId xmlns:a16="http://schemas.microsoft.com/office/drawing/2014/main" id="{729A5775-B194-AC48-AC5F-54F9258FE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0798" name="Line 135">
            <a:extLst>
              <a:ext uri="{FF2B5EF4-FFF2-40B4-BE49-F238E27FC236}">
                <a16:creationId xmlns:a16="http://schemas.microsoft.com/office/drawing/2014/main" id="{00F3038E-34F1-5340-80BD-91E15F0C0B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32600" y="36576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99" name="Line 136">
            <a:extLst>
              <a:ext uri="{FF2B5EF4-FFF2-40B4-BE49-F238E27FC236}">
                <a16:creationId xmlns:a16="http://schemas.microsoft.com/office/drawing/2014/main" id="{388C9E84-455A-AA4F-8B99-5D66F4AD61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2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0" name="Rectangle 137">
            <a:extLst>
              <a:ext uri="{FF2B5EF4-FFF2-40B4-BE49-F238E27FC236}">
                <a16:creationId xmlns:a16="http://schemas.microsoft.com/office/drawing/2014/main" id="{4B4E964E-51D6-3E45-8036-B64F4B595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801" name="Line 138">
            <a:extLst>
              <a:ext uri="{FF2B5EF4-FFF2-40B4-BE49-F238E27FC236}">
                <a16:creationId xmlns:a16="http://schemas.microsoft.com/office/drawing/2014/main" id="{FF6D6E22-AA26-4D4C-8406-AAC6F2958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832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2" name="Line 139">
            <a:extLst>
              <a:ext uri="{FF2B5EF4-FFF2-40B4-BE49-F238E27FC236}">
                <a16:creationId xmlns:a16="http://schemas.microsoft.com/office/drawing/2014/main" id="{FACB1280-C017-F548-B270-94E3DBE93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1671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3" name="Line 140">
            <a:extLst>
              <a:ext uri="{FF2B5EF4-FFF2-40B4-BE49-F238E27FC236}">
                <a16:creationId xmlns:a16="http://schemas.microsoft.com/office/drawing/2014/main" id="{D8A91138-04BA-AD45-B808-874ECA29B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41671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4" name="Line 141">
            <a:extLst>
              <a:ext uri="{FF2B5EF4-FFF2-40B4-BE49-F238E27FC236}">
                <a16:creationId xmlns:a16="http://schemas.microsoft.com/office/drawing/2014/main" id="{B77F4EB7-6147-C24D-BFB1-CF12BB5F72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6900" y="52451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5" name="Line 142">
            <a:extLst>
              <a:ext uri="{FF2B5EF4-FFF2-40B4-BE49-F238E27FC236}">
                <a16:creationId xmlns:a16="http://schemas.microsoft.com/office/drawing/2014/main" id="{CEC8E758-009C-A54C-BE20-3D49F41D2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2799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6" name="Line 143">
            <a:extLst>
              <a:ext uri="{FF2B5EF4-FFF2-40B4-BE49-F238E27FC236}">
                <a16:creationId xmlns:a16="http://schemas.microsoft.com/office/drawing/2014/main" id="{D3AAA302-914D-2847-810B-3ED7774E5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5387975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07" name="Rectangle 144">
            <a:extLst>
              <a:ext uri="{FF2B5EF4-FFF2-40B4-BE49-F238E27FC236}">
                <a16:creationId xmlns:a16="http://schemas.microsoft.com/office/drawing/2014/main" id="{AA5A288E-A0DC-7C4D-9990-C494A9468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214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0808" name="Rectangle 145">
            <a:extLst>
              <a:ext uri="{FF2B5EF4-FFF2-40B4-BE49-F238E27FC236}">
                <a16:creationId xmlns:a16="http://schemas.microsoft.com/office/drawing/2014/main" id="{B797F4A2-AD8B-534A-88D2-3666FCA5D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537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0809" name="Rectangle 146">
            <a:extLst>
              <a:ext uri="{FF2B5EF4-FFF2-40B4-BE49-F238E27FC236}">
                <a16:creationId xmlns:a16="http://schemas.microsoft.com/office/drawing/2014/main" id="{4966F0C6-47E6-5446-ADB6-BC3BCDD7D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841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0810" name="Rectangle 147">
            <a:extLst>
              <a:ext uri="{FF2B5EF4-FFF2-40B4-BE49-F238E27FC236}">
                <a16:creationId xmlns:a16="http://schemas.microsoft.com/office/drawing/2014/main" id="{1B59B7A1-4A43-2A43-AE79-268F0FD4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5070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0811" name="Line 148">
            <a:extLst>
              <a:ext uri="{FF2B5EF4-FFF2-40B4-BE49-F238E27FC236}">
                <a16:creationId xmlns:a16="http://schemas.microsoft.com/office/drawing/2014/main" id="{E1CF685D-3B0B-234C-AD1B-BC26EF863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4343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12" name="Rectangle 149">
            <a:extLst>
              <a:ext uri="{FF2B5EF4-FFF2-40B4-BE49-F238E27FC236}">
                <a16:creationId xmlns:a16="http://schemas.microsoft.com/office/drawing/2014/main" id="{40F0A4C5-F40A-5B47-82A2-8E1E1FB1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41910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0813" name="Line 150">
            <a:extLst>
              <a:ext uri="{FF2B5EF4-FFF2-40B4-BE49-F238E27FC236}">
                <a16:creationId xmlns:a16="http://schemas.microsoft.com/office/drawing/2014/main" id="{E016CE17-C0D2-D14B-A000-2E9C772E98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6019800"/>
            <a:ext cx="5842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14" name="Line 151">
            <a:extLst>
              <a:ext uri="{FF2B5EF4-FFF2-40B4-BE49-F238E27FC236}">
                <a16:creationId xmlns:a16="http://schemas.microsoft.com/office/drawing/2014/main" id="{2F792616-63AC-B84A-ABB4-147D86E043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5949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15" name="Rectangle 152">
            <a:extLst>
              <a:ext uri="{FF2B5EF4-FFF2-40B4-BE49-F238E27FC236}">
                <a16:creationId xmlns:a16="http://schemas.microsoft.com/office/drawing/2014/main" id="{6471A7CA-2E9E-EB42-85B2-7B32BEC14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6043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0816" name="Rectangle 153">
            <a:extLst>
              <a:ext uri="{FF2B5EF4-FFF2-40B4-BE49-F238E27FC236}">
                <a16:creationId xmlns:a16="http://schemas.microsoft.com/office/drawing/2014/main" id="{9957ECBE-4B68-F648-A3B2-F15CB34B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5864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00817" name="Line 154">
            <a:extLst>
              <a:ext uri="{FF2B5EF4-FFF2-40B4-BE49-F238E27FC236}">
                <a16:creationId xmlns:a16="http://schemas.microsoft.com/office/drawing/2014/main" id="{E2B7A577-2B6F-DC41-BD00-FEA48CA499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0" y="6019800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18" name="Line 155">
            <a:extLst>
              <a:ext uri="{FF2B5EF4-FFF2-40B4-BE49-F238E27FC236}">
                <a16:creationId xmlns:a16="http://schemas.microsoft.com/office/drawing/2014/main" id="{CF12B2B1-83B6-C940-B44A-4C01105B46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9250" y="59499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19" name="Rectangle 156">
            <a:extLst>
              <a:ext uri="{FF2B5EF4-FFF2-40B4-BE49-F238E27FC236}">
                <a16:creationId xmlns:a16="http://schemas.microsoft.com/office/drawing/2014/main" id="{D0BB4749-396B-8443-82A9-566415219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6043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0820" name="Group 159">
            <a:extLst>
              <a:ext uri="{FF2B5EF4-FFF2-40B4-BE49-F238E27FC236}">
                <a16:creationId xmlns:a16="http://schemas.microsoft.com/office/drawing/2014/main" id="{C89DB13A-0B02-2E49-BF4C-3C5EBBE32CDF}"/>
              </a:ext>
            </a:extLst>
          </p:cNvPr>
          <p:cNvGrpSpPr>
            <a:grpSpLocks/>
          </p:cNvGrpSpPr>
          <p:nvPr/>
        </p:nvGrpSpPr>
        <p:grpSpPr bwMode="auto">
          <a:xfrm>
            <a:off x="5607050" y="5181600"/>
            <a:ext cx="588963" cy="333375"/>
            <a:chOff x="3532" y="3264"/>
            <a:chExt cx="371" cy="210"/>
          </a:xfrm>
        </p:grpSpPr>
        <p:sp>
          <p:nvSpPr>
            <p:cNvPr id="200910" name="Rectangle 157">
              <a:extLst>
                <a:ext uri="{FF2B5EF4-FFF2-40B4-BE49-F238E27FC236}">
                  <a16:creationId xmlns:a16="http://schemas.microsoft.com/office/drawing/2014/main" id="{5BCB2DBE-4781-ED43-8126-88AB43B0D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911" name="Rectangle 158">
              <a:extLst>
                <a:ext uri="{FF2B5EF4-FFF2-40B4-BE49-F238E27FC236}">
                  <a16:creationId xmlns:a16="http://schemas.microsoft.com/office/drawing/2014/main" id="{DE95B03B-E6DC-5C43-A8F8-9AE698A3B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264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00821" name="Line 160">
            <a:extLst>
              <a:ext uri="{FF2B5EF4-FFF2-40B4-BE49-F238E27FC236}">
                <a16:creationId xmlns:a16="http://schemas.microsoft.com/office/drawing/2014/main" id="{BF74ABEE-9B79-BB48-AAAD-47D4C47201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4953000"/>
            <a:ext cx="9525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2" name="Line 161">
            <a:extLst>
              <a:ext uri="{FF2B5EF4-FFF2-40B4-BE49-F238E27FC236}">
                <a16:creationId xmlns:a16="http://schemas.microsoft.com/office/drawing/2014/main" id="{F098224B-17EC-9E46-AB75-A99DFDA2B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4927600"/>
            <a:ext cx="1270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3" name="Line 162">
            <a:extLst>
              <a:ext uri="{FF2B5EF4-FFF2-40B4-BE49-F238E27FC236}">
                <a16:creationId xmlns:a16="http://schemas.microsoft.com/office/drawing/2014/main" id="{52DC2059-6911-004B-8035-6FEE7021DA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5461000"/>
            <a:ext cx="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24" name="Rectangle 164">
            <a:extLst>
              <a:ext uri="{FF2B5EF4-FFF2-40B4-BE49-F238E27FC236}">
                <a16:creationId xmlns:a16="http://schemas.microsoft.com/office/drawing/2014/main" id="{A0A2B08E-B141-EA42-BDA4-1ADDBF2B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57150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ALUSelB=10</a:t>
            </a:r>
          </a:p>
        </p:txBody>
      </p:sp>
      <p:sp>
        <p:nvSpPr>
          <p:cNvPr id="200825" name="Line 165">
            <a:extLst>
              <a:ext uri="{FF2B5EF4-FFF2-40B4-BE49-F238E27FC236}">
                <a16:creationId xmlns:a16="http://schemas.microsoft.com/office/drawing/2014/main" id="{94DDDFD6-7744-FA4E-84D4-AE2F5A2A9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4900" y="25273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6" name="Line 166">
            <a:extLst>
              <a:ext uri="{FF2B5EF4-FFF2-40B4-BE49-F238E27FC236}">
                <a16:creationId xmlns:a16="http://schemas.microsoft.com/office/drawing/2014/main" id="{F03A1B6E-172A-B74A-9602-30FED90923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25273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7" name="Line 167">
            <a:extLst>
              <a:ext uri="{FF2B5EF4-FFF2-40B4-BE49-F238E27FC236}">
                <a16:creationId xmlns:a16="http://schemas.microsoft.com/office/drawing/2014/main" id="{A0D71A70-7D35-5944-9AFB-C7B785999D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3600" y="33067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8" name="Line 168">
            <a:extLst>
              <a:ext uri="{FF2B5EF4-FFF2-40B4-BE49-F238E27FC236}">
                <a16:creationId xmlns:a16="http://schemas.microsoft.com/office/drawing/2014/main" id="{5CA05476-989E-4C42-97F7-3AA632F67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26098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29" name="Rectangle 169">
            <a:extLst>
              <a:ext uri="{FF2B5EF4-FFF2-40B4-BE49-F238E27FC236}">
                <a16:creationId xmlns:a16="http://schemas.microsoft.com/office/drawing/2014/main" id="{1638F445-D771-9742-A859-1986A6F75C6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51675" y="28194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0830" name="Rectangle 170">
            <a:extLst>
              <a:ext uri="{FF2B5EF4-FFF2-40B4-BE49-F238E27FC236}">
                <a16:creationId xmlns:a16="http://schemas.microsoft.com/office/drawing/2014/main" id="{5C71B64E-F365-1D4A-A6FD-41C9513013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2546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0831" name="Rectangle 171">
            <a:extLst>
              <a:ext uri="{FF2B5EF4-FFF2-40B4-BE49-F238E27FC236}">
                <a16:creationId xmlns:a16="http://schemas.microsoft.com/office/drawing/2014/main" id="{2879D8F9-F9A1-3248-85D6-5DC4D1745E4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3171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0832" name="Oval 172">
            <a:extLst>
              <a:ext uri="{FF2B5EF4-FFF2-40B4-BE49-F238E27FC236}">
                <a16:creationId xmlns:a16="http://schemas.microsoft.com/office/drawing/2014/main" id="{A46B2199-5D0E-974C-81E7-95E6BAEF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832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833" name="Line 173">
            <a:extLst>
              <a:ext uri="{FF2B5EF4-FFF2-40B4-BE49-F238E27FC236}">
                <a16:creationId xmlns:a16="http://schemas.microsoft.com/office/drawing/2014/main" id="{8E2E9293-85B0-F94D-8451-274D885AD4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197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34" name="Line 174">
            <a:extLst>
              <a:ext uri="{FF2B5EF4-FFF2-40B4-BE49-F238E27FC236}">
                <a16:creationId xmlns:a16="http://schemas.microsoft.com/office/drawing/2014/main" id="{DDC7A9F3-3680-2E4B-935C-25E3D3D5A0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2197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35" name="Oval 175">
            <a:extLst>
              <a:ext uri="{FF2B5EF4-FFF2-40B4-BE49-F238E27FC236}">
                <a16:creationId xmlns:a16="http://schemas.microsoft.com/office/drawing/2014/main" id="{8D41BBBB-8C44-C04F-B4A5-BECCCE7C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300" y="2374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836" name="Line 176">
            <a:extLst>
              <a:ext uri="{FF2B5EF4-FFF2-40B4-BE49-F238E27FC236}">
                <a16:creationId xmlns:a16="http://schemas.microsoft.com/office/drawing/2014/main" id="{0A3A1024-A9F4-6441-A131-CE3060E363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2197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837" name="Group 180">
            <a:extLst>
              <a:ext uri="{FF2B5EF4-FFF2-40B4-BE49-F238E27FC236}">
                <a16:creationId xmlns:a16="http://schemas.microsoft.com/office/drawing/2014/main" id="{A690CF7B-120B-5A4C-B718-38A049BA3EA2}"/>
              </a:ext>
            </a:extLst>
          </p:cNvPr>
          <p:cNvGrpSpPr>
            <a:grpSpLocks/>
          </p:cNvGrpSpPr>
          <p:nvPr/>
        </p:nvGrpSpPr>
        <p:grpSpPr bwMode="auto">
          <a:xfrm>
            <a:off x="7480300" y="2597150"/>
            <a:ext cx="652463" cy="427038"/>
            <a:chOff x="4712" y="1636"/>
            <a:chExt cx="411" cy="269"/>
          </a:xfrm>
        </p:grpSpPr>
        <p:sp>
          <p:nvSpPr>
            <p:cNvPr id="200907" name="Line 177">
              <a:extLst>
                <a:ext uri="{FF2B5EF4-FFF2-40B4-BE49-F238E27FC236}">
                  <a16:creationId xmlns:a16="http://schemas.microsoft.com/office/drawing/2014/main" id="{055D32DA-AABD-DB45-A4A8-438DCEDAE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8" name="Line 178">
              <a:extLst>
                <a:ext uri="{FF2B5EF4-FFF2-40B4-BE49-F238E27FC236}">
                  <a16:creationId xmlns:a16="http://schemas.microsoft.com/office/drawing/2014/main" id="{A7A1EE29-F45A-9642-AF1F-BFC6E922F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9" name="Rectangle 179">
              <a:extLst>
                <a:ext uri="{FF2B5EF4-FFF2-40B4-BE49-F238E27FC236}">
                  <a16:creationId xmlns:a16="http://schemas.microsoft.com/office/drawing/2014/main" id="{5FAE18AF-829B-E94D-A80F-5EBC1C0C3F2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00838" name="Line 181">
            <a:extLst>
              <a:ext uri="{FF2B5EF4-FFF2-40B4-BE49-F238E27FC236}">
                <a16:creationId xmlns:a16="http://schemas.microsoft.com/office/drawing/2014/main" id="{F073DCE7-9008-204F-A5E3-78DE13586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3568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39" name="Line 182">
            <a:extLst>
              <a:ext uri="{FF2B5EF4-FFF2-40B4-BE49-F238E27FC236}">
                <a16:creationId xmlns:a16="http://schemas.microsoft.com/office/drawing/2014/main" id="{375DD501-FFED-D548-A7F7-36EFC3AFCA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0700" y="4114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0" name="Rectangle 183">
            <a:extLst>
              <a:ext uri="{FF2B5EF4-FFF2-40B4-BE49-F238E27FC236}">
                <a16:creationId xmlns:a16="http://schemas.microsoft.com/office/drawing/2014/main" id="{9674DBFC-2697-C942-8E7E-50466107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32940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0841" name="Line 184">
            <a:extLst>
              <a:ext uri="{FF2B5EF4-FFF2-40B4-BE49-F238E27FC236}">
                <a16:creationId xmlns:a16="http://schemas.microsoft.com/office/drawing/2014/main" id="{55ACC8C0-DF1B-3C42-A2BF-1352B768BF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4900" y="32766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2" name="Line 185">
            <a:extLst>
              <a:ext uri="{FF2B5EF4-FFF2-40B4-BE49-F238E27FC236}">
                <a16:creationId xmlns:a16="http://schemas.microsoft.com/office/drawing/2014/main" id="{5CA78D8A-1226-AB40-86F3-86B7303A5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2860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3" name="Line 186">
            <a:extLst>
              <a:ext uri="{FF2B5EF4-FFF2-40B4-BE49-F238E27FC236}">
                <a16:creationId xmlns:a16="http://schemas.microsoft.com/office/drawing/2014/main" id="{2C330DCC-D2D5-214F-8C7E-FA1A88677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438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4" name="Line 187">
            <a:extLst>
              <a:ext uri="{FF2B5EF4-FFF2-40B4-BE49-F238E27FC236}">
                <a16:creationId xmlns:a16="http://schemas.microsoft.com/office/drawing/2014/main" id="{624EBFE2-CA46-1447-9A51-EB2EDC4071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2362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845" name="Group 193">
            <a:extLst>
              <a:ext uri="{FF2B5EF4-FFF2-40B4-BE49-F238E27FC236}">
                <a16:creationId xmlns:a16="http://schemas.microsoft.com/office/drawing/2014/main" id="{2B487B40-FAA0-8A49-BEE3-46ED2C503C57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209800"/>
            <a:ext cx="381000" cy="306388"/>
            <a:chOff x="624" y="1392"/>
            <a:chExt cx="240" cy="193"/>
          </a:xfrm>
        </p:grpSpPr>
        <p:sp>
          <p:nvSpPr>
            <p:cNvPr id="200902" name="Arc 188">
              <a:extLst>
                <a:ext uri="{FF2B5EF4-FFF2-40B4-BE49-F238E27FC236}">
                  <a16:creationId xmlns:a16="http://schemas.microsoft.com/office/drawing/2014/main" id="{6E6ADAD0-E0DF-2049-915D-4CFC3F455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3" name="Arc 189">
              <a:extLst>
                <a:ext uri="{FF2B5EF4-FFF2-40B4-BE49-F238E27FC236}">
                  <a16:creationId xmlns:a16="http://schemas.microsoft.com/office/drawing/2014/main" id="{F350E941-C04A-BE4E-A719-7CD246009DD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4" name="Line 190">
              <a:extLst>
                <a:ext uri="{FF2B5EF4-FFF2-40B4-BE49-F238E27FC236}">
                  <a16:creationId xmlns:a16="http://schemas.microsoft.com/office/drawing/2014/main" id="{E09FF32F-9BAB-3D4F-B630-EFF8CF23C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5" name="Line 191">
              <a:extLst>
                <a:ext uri="{FF2B5EF4-FFF2-40B4-BE49-F238E27FC236}">
                  <a16:creationId xmlns:a16="http://schemas.microsoft.com/office/drawing/2014/main" id="{F87EC014-E1AF-1848-BD59-4DBD6289A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6" name="Line 192">
              <a:extLst>
                <a:ext uri="{FF2B5EF4-FFF2-40B4-BE49-F238E27FC236}">
                  <a16:creationId xmlns:a16="http://schemas.microsoft.com/office/drawing/2014/main" id="{31399636-CD41-9941-8182-B8BDCE8DA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0846" name="Line 194">
            <a:extLst>
              <a:ext uri="{FF2B5EF4-FFF2-40B4-BE49-F238E27FC236}">
                <a16:creationId xmlns:a16="http://schemas.microsoft.com/office/drawing/2014/main" id="{CA9018AC-A916-6246-8C11-A2E788F0EF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2578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7" name="Arc 195">
            <a:extLst>
              <a:ext uri="{FF2B5EF4-FFF2-40B4-BE49-F238E27FC236}">
                <a16:creationId xmlns:a16="http://schemas.microsoft.com/office/drawing/2014/main" id="{469777C9-9CAC-044E-89D9-5BE87FEEAF18}"/>
              </a:ext>
            </a:extLst>
          </p:cNvPr>
          <p:cNvSpPr>
            <a:spLocks/>
          </p:cNvSpPr>
          <p:nvPr/>
        </p:nvSpPr>
        <p:spPr bwMode="auto">
          <a:xfrm rot="-5400000">
            <a:off x="585788" y="25146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48" name="Arc 196">
            <a:extLst>
              <a:ext uri="{FF2B5EF4-FFF2-40B4-BE49-F238E27FC236}">
                <a16:creationId xmlns:a16="http://schemas.microsoft.com/office/drawing/2014/main" id="{BCC1086B-B7FF-E64C-BBB8-6DC27888DE79}"/>
              </a:ext>
            </a:extLst>
          </p:cNvPr>
          <p:cNvSpPr>
            <a:spLocks/>
          </p:cNvSpPr>
          <p:nvPr/>
        </p:nvSpPr>
        <p:spPr bwMode="auto">
          <a:xfrm rot="5400000">
            <a:off x="400050" y="25146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849" name="Group 199">
            <a:extLst>
              <a:ext uri="{FF2B5EF4-FFF2-40B4-BE49-F238E27FC236}">
                <a16:creationId xmlns:a16="http://schemas.microsoft.com/office/drawing/2014/main" id="{62BCD2A1-5A51-A844-857D-0FC7E3178A4B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2433638"/>
            <a:ext cx="373062" cy="101600"/>
            <a:chOff x="297" y="1533"/>
            <a:chExt cx="235" cy="64"/>
          </a:xfrm>
        </p:grpSpPr>
        <p:sp>
          <p:nvSpPr>
            <p:cNvPr id="200900" name="Arc 197">
              <a:extLst>
                <a:ext uri="{FF2B5EF4-FFF2-40B4-BE49-F238E27FC236}">
                  <a16:creationId xmlns:a16="http://schemas.microsoft.com/office/drawing/2014/main" id="{F6414BDA-A23E-5C45-AFC5-7CD775F151AF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901" name="Arc 198">
              <a:extLst>
                <a:ext uri="{FF2B5EF4-FFF2-40B4-BE49-F238E27FC236}">
                  <a16:creationId xmlns:a16="http://schemas.microsoft.com/office/drawing/2014/main" id="{439A82D9-AC64-6048-9680-DC11354EF69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0850" name="Line 200">
            <a:extLst>
              <a:ext uri="{FF2B5EF4-FFF2-40B4-BE49-F238E27FC236}">
                <a16:creationId xmlns:a16="http://schemas.microsoft.com/office/drawing/2014/main" id="{2B3FD691-4024-7545-9B19-AAC51FAD6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832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51" name="Line 201">
            <a:extLst>
              <a:ext uri="{FF2B5EF4-FFF2-40B4-BE49-F238E27FC236}">
                <a16:creationId xmlns:a16="http://schemas.microsoft.com/office/drawing/2014/main" id="{9EB5B103-CA95-4544-AF13-930DEDDE33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22733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52" name="Line 202">
            <a:extLst>
              <a:ext uri="{FF2B5EF4-FFF2-40B4-BE49-F238E27FC236}">
                <a16:creationId xmlns:a16="http://schemas.microsoft.com/office/drawing/2014/main" id="{C9528F35-5EFF-C347-9A14-C3A74A8B93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53" name="Rectangle 203">
            <a:extLst>
              <a:ext uri="{FF2B5EF4-FFF2-40B4-BE49-F238E27FC236}">
                <a16:creationId xmlns:a16="http://schemas.microsoft.com/office/drawing/2014/main" id="{562E1F92-DE31-044B-A15D-76955C4D0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227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0854" name="Rectangle 204">
            <a:extLst>
              <a:ext uri="{FF2B5EF4-FFF2-40B4-BE49-F238E27FC236}">
                <a16:creationId xmlns:a16="http://schemas.microsoft.com/office/drawing/2014/main" id="{71DE7E47-0415-F04E-A5DE-E4DA784DE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9812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00855" name="Rectangle 205">
            <a:extLst>
              <a:ext uri="{FF2B5EF4-FFF2-40B4-BE49-F238E27FC236}">
                <a16:creationId xmlns:a16="http://schemas.microsoft.com/office/drawing/2014/main" id="{3DC0963F-386F-F646-B5D1-02ABB36F2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2133600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41166" name="Rectangle 206">
            <a:extLst>
              <a:ext uri="{FF2B5EF4-FFF2-40B4-BE49-F238E27FC236}">
                <a16:creationId xmlns:a16="http://schemas.microsoft.com/office/drawing/2014/main" id="{5B67939E-0F68-1C4A-8601-1D89C46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21336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BrWr=1</a:t>
            </a:r>
          </a:p>
        </p:txBody>
      </p:sp>
      <p:sp>
        <p:nvSpPr>
          <p:cNvPr id="200857" name="Line 207">
            <a:extLst>
              <a:ext uri="{FF2B5EF4-FFF2-40B4-BE49-F238E27FC236}">
                <a16:creationId xmlns:a16="http://schemas.microsoft.com/office/drawing/2014/main" id="{9C2E4B8F-8DCF-124F-926B-2002C3DD60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4197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58" name="Rectangle 208">
            <a:extLst>
              <a:ext uri="{FF2B5EF4-FFF2-40B4-BE49-F238E27FC236}">
                <a16:creationId xmlns:a16="http://schemas.microsoft.com/office/drawing/2014/main" id="{C91384FE-BE49-9343-A8E4-8D246B926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986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0859" name="Line 209">
            <a:extLst>
              <a:ext uri="{FF2B5EF4-FFF2-40B4-BE49-F238E27FC236}">
                <a16:creationId xmlns:a16="http://schemas.microsoft.com/office/drawing/2014/main" id="{B8999D9C-1597-9449-8DDD-442CF112D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32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0" name="Rectangle 210">
            <a:extLst>
              <a:ext uri="{FF2B5EF4-FFF2-40B4-BE49-F238E27FC236}">
                <a16:creationId xmlns:a16="http://schemas.microsoft.com/office/drawing/2014/main" id="{3C623749-E16E-DB49-99E3-E7C865DE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5320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00861" name="Line 211">
            <a:extLst>
              <a:ext uri="{FF2B5EF4-FFF2-40B4-BE49-F238E27FC236}">
                <a16:creationId xmlns:a16="http://schemas.microsoft.com/office/drawing/2014/main" id="{D4E768DB-944B-CC45-A36E-868B5DD8AD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546600"/>
            <a:ext cx="279400" cy="43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2" name="Line 212">
            <a:extLst>
              <a:ext uri="{FF2B5EF4-FFF2-40B4-BE49-F238E27FC236}">
                <a16:creationId xmlns:a16="http://schemas.microsoft.com/office/drawing/2014/main" id="{EF115C61-250D-F049-B1E7-54DA1CF39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6700" y="3340100"/>
            <a:ext cx="215900" cy="292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3" name="Line 213">
            <a:extLst>
              <a:ext uri="{FF2B5EF4-FFF2-40B4-BE49-F238E27FC236}">
                <a16:creationId xmlns:a16="http://schemas.microsoft.com/office/drawing/2014/main" id="{80EA647C-E70E-8D4F-83CE-EA7A673E9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5638800"/>
            <a:ext cx="8128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4" name="Line 214">
            <a:extLst>
              <a:ext uri="{FF2B5EF4-FFF2-40B4-BE49-F238E27FC236}">
                <a16:creationId xmlns:a16="http://schemas.microsoft.com/office/drawing/2014/main" id="{683DF3DD-A5C8-734B-AEAC-AFE03011C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6019800"/>
            <a:ext cx="787400" cy="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5" name="Rectangle 215">
            <a:extLst>
              <a:ext uri="{FF2B5EF4-FFF2-40B4-BE49-F238E27FC236}">
                <a16:creationId xmlns:a16="http://schemas.microsoft.com/office/drawing/2014/main" id="{183021D6-2B8D-7B4B-A1AC-83EA3F842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138" y="5815013"/>
            <a:ext cx="6651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200866" name="Rectangle 216">
            <a:extLst>
              <a:ext uri="{FF2B5EF4-FFF2-40B4-BE49-F238E27FC236}">
                <a16:creationId xmlns:a16="http://schemas.microsoft.com/office/drawing/2014/main" id="{0FBD76EB-F252-4F41-A366-201FD8298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5459413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00867" name="Rectangle 217">
            <a:extLst>
              <a:ext uri="{FF2B5EF4-FFF2-40B4-BE49-F238E27FC236}">
                <a16:creationId xmlns:a16="http://schemas.microsoft.com/office/drawing/2014/main" id="{00259571-4A97-D344-9165-4E9A4B3D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5334000"/>
            <a:ext cx="90328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200868" name="Line 218">
            <a:extLst>
              <a:ext uri="{FF2B5EF4-FFF2-40B4-BE49-F238E27FC236}">
                <a16:creationId xmlns:a16="http://schemas.microsoft.com/office/drawing/2014/main" id="{48C3F76E-5E6E-ED47-A92C-B56D349F8A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5568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69" name="Rectangle 219">
            <a:extLst>
              <a:ext uri="{FF2B5EF4-FFF2-40B4-BE49-F238E27FC236}">
                <a16:creationId xmlns:a16="http://schemas.microsoft.com/office/drawing/2014/main" id="{20E1D334-F5EA-6946-879F-8B91B6170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626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0870" name="Line 220">
            <a:extLst>
              <a:ext uri="{FF2B5EF4-FFF2-40B4-BE49-F238E27FC236}">
                <a16:creationId xmlns:a16="http://schemas.microsoft.com/office/drawing/2014/main" id="{EA5E3A96-67DB-C643-A3DC-3AF394A4E8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5949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71" name="Rectangle 221">
            <a:extLst>
              <a:ext uri="{FF2B5EF4-FFF2-40B4-BE49-F238E27FC236}">
                <a16:creationId xmlns:a16="http://schemas.microsoft.com/office/drawing/2014/main" id="{E98A2603-1974-C241-9928-AC5D22D8F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60436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0872" name="Rectangle 222">
            <a:extLst>
              <a:ext uri="{FF2B5EF4-FFF2-40B4-BE49-F238E27FC236}">
                <a16:creationId xmlns:a16="http://schemas.microsoft.com/office/drawing/2014/main" id="{47231105-E7F5-7647-9F10-8AF2CEDD4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5422900"/>
            <a:ext cx="1117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0873" name="Line 223">
            <a:extLst>
              <a:ext uri="{FF2B5EF4-FFF2-40B4-BE49-F238E27FC236}">
                <a16:creationId xmlns:a16="http://schemas.microsoft.com/office/drawing/2014/main" id="{E563809A-131F-4947-B018-C1B6D9A00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5562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74" name="Rectangle 224">
            <a:extLst>
              <a:ext uri="{FF2B5EF4-FFF2-40B4-BE49-F238E27FC236}">
                <a16:creationId xmlns:a16="http://schemas.microsoft.com/office/drawing/2014/main" id="{A45142B7-7A9C-934A-BA06-832480A1A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5351463"/>
            <a:ext cx="563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200875" name="Line 225">
            <a:extLst>
              <a:ext uri="{FF2B5EF4-FFF2-40B4-BE49-F238E27FC236}">
                <a16:creationId xmlns:a16="http://schemas.microsoft.com/office/drawing/2014/main" id="{47479D51-CDDF-E841-ADDC-381ED0C11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57912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76" name="Rectangle 226">
            <a:extLst>
              <a:ext uri="{FF2B5EF4-FFF2-40B4-BE49-F238E27FC236}">
                <a16:creationId xmlns:a16="http://schemas.microsoft.com/office/drawing/2014/main" id="{1762F9A1-777A-C149-99A7-073F0B55A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5580063"/>
            <a:ext cx="744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Rtype</a:t>
            </a:r>
          </a:p>
        </p:txBody>
      </p:sp>
      <p:sp>
        <p:nvSpPr>
          <p:cNvPr id="200877" name="Line 227">
            <a:extLst>
              <a:ext uri="{FF2B5EF4-FFF2-40B4-BE49-F238E27FC236}">
                <a16:creationId xmlns:a16="http://schemas.microsoft.com/office/drawing/2014/main" id="{A632411F-B0D2-1E44-975F-685B3039F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6019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78" name="Rectangle 228">
            <a:extLst>
              <a:ext uri="{FF2B5EF4-FFF2-40B4-BE49-F238E27FC236}">
                <a16:creationId xmlns:a16="http://schemas.microsoft.com/office/drawing/2014/main" id="{C667F877-4CBF-4F4D-ABF4-132240711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5808663"/>
            <a:ext cx="476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200879" name="Line 229">
            <a:extLst>
              <a:ext uri="{FF2B5EF4-FFF2-40B4-BE49-F238E27FC236}">
                <a16:creationId xmlns:a16="http://schemas.microsoft.com/office/drawing/2014/main" id="{7974947B-D4B0-2346-9A55-09AE651EE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624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880" name="Rectangle 230">
            <a:extLst>
              <a:ext uri="{FF2B5EF4-FFF2-40B4-BE49-F238E27FC236}">
                <a16:creationId xmlns:a16="http://schemas.microsoft.com/office/drawing/2014/main" id="{1664AC16-30D6-CE47-A8E6-FD983D17C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6037263"/>
            <a:ext cx="960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0881" name="Rectangle 231">
            <a:extLst>
              <a:ext uri="{FF2B5EF4-FFF2-40B4-BE49-F238E27FC236}">
                <a16:creationId xmlns:a16="http://schemas.microsoft.com/office/drawing/2014/main" id="{47D389B5-8F58-6142-BAD5-2064F1445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6203950"/>
            <a:ext cx="26511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1203" name="AutoShape 243">
            <a:extLst>
              <a:ext uri="{FF2B5EF4-FFF2-40B4-BE49-F238E27FC236}">
                <a16:creationId xmlns:a16="http://schemas.microsoft.com/office/drawing/2014/main" id="{18A14CBB-E080-4547-B2C0-7E4CAC97A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88975"/>
            <a:ext cx="2209800" cy="1103313"/>
          </a:xfrm>
          <a:prstGeom prst="cloudCallout">
            <a:avLst>
              <a:gd name="adj1" fmla="val 27875"/>
              <a:gd name="adj2" fmla="val 79782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为什么不直接送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 PC?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为什么加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BrWr?</a:t>
            </a:r>
          </a:p>
          <a:p>
            <a:pPr algn="ctr"/>
            <a:endParaRPr lang="zh-CN" altLang="en-US" sz="1800">
              <a:ea typeface="黑体" panose="02010609060101010101" pitchFamily="49" charset="-122"/>
            </a:endParaRPr>
          </a:p>
        </p:txBody>
      </p:sp>
      <p:sp>
        <p:nvSpPr>
          <p:cNvPr id="200883" name="Rectangle 245">
            <a:extLst>
              <a:ext uri="{FF2B5EF4-FFF2-40B4-BE49-F238E27FC236}">
                <a16:creationId xmlns:a16="http://schemas.microsoft.com/office/drawing/2014/main" id="{B7D40CA0-24CE-2745-820B-876AA4A4D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74625"/>
            <a:ext cx="75501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寄存器取 </a:t>
            </a:r>
            <a:r>
              <a:rPr lang="en-US" altLang="zh-CN" sz="2800">
                <a:solidFill>
                  <a:srgbClr val="A50021"/>
                </a:solidFill>
                <a:ea typeface="宋体" panose="02010600030101010101" pitchFamily="2" charset="-122"/>
              </a:rPr>
              <a:t>/ </a:t>
            </a: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指令译码周期（第二个周期）</a:t>
            </a:r>
          </a:p>
        </p:txBody>
      </p:sp>
      <p:sp>
        <p:nvSpPr>
          <p:cNvPr id="200884" name="Text Box 248">
            <a:extLst>
              <a:ext uri="{FF2B5EF4-FFF2-40B4-BE49-F238E27FC236}">
                <a16:creationId xmlns:a16="http://schemas.microsoft.com/office/drawing/2014/main" id="{3277D8DA-1554-D949-A3DA-0499A89B0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225" y="6237288"/>
            <a:ext cx="1774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210" name="Group 250">
            <a:extLst>
              <a:ext uri="{FF2B5EF4-FFF2-40B4-BE49-F238E27FC236}">
                <a16:creationId xmlns:a16="http://schemas.microsoft.com/office/drawing/2014/main" id="{BDADB7F8-3D19-A147-BE3A-2CF659B48743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5311775"/>
            <a:ext cx="2728913" cy="1176338"/>
            <a:chOff x="146" y="3346"/>
            <a:chExt cx="1719" cy="741"/>
          </a:xfrm>
        </p:grpSpPr>
        <p:sp>
          <p:nvSpPr>
            <p:cNvPr id="200898" name="Oval 247">
              <a:extLst>
                <a:ext uri="{FF2B5EF4-FFF2-40B4-BE49-F238E27FC236}">
                  <a16:creationId xmlns:a16="http://schemas.microsoft.com/office/drawing/2014/main" id="{A2340898-C08E-6741-B1C1-179DB2F6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" y="3346"/>
              <a:ext cx="924" cy="741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899" name="Text Box 249">
              <a:extLst>
                <a:ext uri="{FF2B5EF4-FFF2-40B4-BE49-F238E27FC236}">
                  <a16:creationId xmlns:a16="http://schemas.microsoft.com/office/drawing/2014/main" id="{9B75BABC-43B7-EC4A-B868-10C2E8690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3813"/>
              <a:ext cx="69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指令译码</a:t>
              </a:r>
            </a:p>
          </p:txBody>
        </p:sp>
      </p:grpSp>
      <p:grpSp>
        <p:nvGrpSpPr>
          <p:cNvPr id="41224" name="Group 264">
            <a:extLst>
              <a:ext uri="{FF2B5EF4-FFF2-40B4-BE49-F238E27FC236}">
                <a16:creationId xmlns:a16="http://schemas.microsoft.com/office/drawing/2014/main" id="{7FE2BB2F-FA69-E143-A7A2-26A3EF0E5A2F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571500"/>
            <a:ext cx="1933575" cy="1857375"/>
            <a:chOff x="3127" y="360"/>
            <a:chExt cx="995" cy="1170"/>
          </a:xfrm>
        </p:grpSpPr>
        <p:sp>
          <p:nvSpPr>
            <p:cNvPr id="200889" name="Rectangle 232">
              <a:extLst>
                <a:ext uri="{FF2B5EF4-FFF2-40B4-BE49-F238E27FC236}">
                  <a16:creationId xmlns:a16="http://schemas.microsoft.com/office/drawing/2014/main" id="{DC5E345F-F9C3-AC40-A4CE-2915E5D2B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734"/>
              <a:ext cx="74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>
                  <a:ea typeface="宋体" panose="02010600030101010101" pitchFamily="2" charset="-122"/>
                </a:rPr>
                <a:t>1: </a:t>
              </a:r>
              <a:r>
                <a:rPr lang="en-US" altLang="zh-CN" sz="1400">
                  <a:ea typeface="宋体" panose="02010600030101010101" pitchFamily="2" charset="-122"/>
                </a:rPr>
                <a:t>BrWr, ExtOp</a:t>
              </a:r>
            </a:p>
          </p:txBody>
        </p:sp>
        <p:sp>
          <p:nvSpPr>
            <p:cNvPr id="200890" name="Rectangle 233">
              <a:extLst>
                <a:ext uri="{FF2B5EF4-FFF2-40B4-BE49-F238E27FC236}">
                  <a16:creationId xmlns:a16="http://schemas.microsoft.com/office/drawing/2014/main" id="{8D685B24-BDFA-FC40-B8B5-4DFC606D8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581"/>
              <a:ext cx="63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ALUOp=Add</a:t>
              </a:r>
            </a:p>
          </p:txBody>
        </p:sp>
        <p:sp>
          <p:nvSpPr>
            <p:cNvPr id="200891" name="Rectangle 234">
              <a:extLst>
                <a:ext uri="{FF2B5EF4-FFF2-40B4-BE49-F238E27FC236}">
                  <a16:creationId xmlns:a16="http://schemas.microsoft.com/office/drawing/2014/main" id="{538B40FE-B3BD-9042-A34E-501C32CC2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1" y="1297"/>
              <a:ext cx="56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Others</a:t>
              </a:r>
              <a:r>
                <a:rPr lang="en-US" altLang="zh-CN">
                  <a:ea typeface="宋体" panose="02010600030101010101" pitchFamily="2" charset="-122"/>
                </a:rPr>
                <a:t>: 0s</a:t>
              </a:r>
            </a:p>
          </p:txBody>
        </p:sp>
        <p:sp>
          <p:nvSpPr>
            <p:cNvPr id="200892" name="Rectangle 235">
              <a:extLst>
                <a:ext uri="{FF2B5EF4-FFF2-40B4-BE49-F238E27FC236}">
                  <a16:creationId xmlns:a16="http://schemas.microsoft.com/office/drawing/2014/main" id="{BBCA2D7F-605E-C34C-B98F-B7B7E72B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041"/>
              <a:ext cx="84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x: RegDst, PCSrc</a:t>
              </a:r>
            </a:p>
          </p:txBody>
        </p:sp>
        <p:sp>
          <p:nvSpPr>
            <p:cNvPr id="200893" name="Oval 236">
              <a:extLst>
                <a:ext uri="{FF2B5EF4-FFF2-40B4-BE49-F238E27FC236}">
                  <a16:creationId xmlns:a16="http://schemas.microsoft.com/office/drawing/2014/main" id="{C766EBCD-112F-B74E-8DFF-6195D0E15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522"/>
              <a:ext cx="992" cy="100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0894" name="Rectangle 237">
              <a:extLst>
                <a:ext uri="{FF2B5EF4-FFF2-40B4-BE49-F238E27FC236}">
                  <a16:creationId xmlns:a16="http://schemas.microsoft.com/office/drawing/2014/main" id="{24220B99-60F2-914F-9C71-E9EDC0D6B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888"/>
              <a:ext cx="63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ALUSelB=10</a:t>
              </a:r>
            </a:p>
          </p:txBody>
        </p:sp>
        <p:sp>
          <p:nvSpPr>
            <p:cNvPr id="200895" name="Rectangle 238">
              <a:extLst>
                <a:ext uri="{FF2B5EF4-FFF2-40B4-BE49-F238E27FC236}">
                  <a16:creationId xmlns:a16="http://schemas.microsoft.com/office/drawing/2014/main" id="{5C43E041-BA43-6644-B0CE-C1FA3C056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1159"/>
              <a:ext cx="78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IorD</a:t>
              </a:r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1400"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200896" name="Rectangle 239">
              <a:extLst>
                <a:ext uri="{FF2B5EF4-FFF2-40B4-BE49-F238E27FC236}">
                  <a16:creationId xmlns:a16="http://schemas.microsoft.com/office/drawing/2014/main" id="{F81B3975-95BA-5541-A6A7-6D93FC55F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360"/>
              <a:ext cx="82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Rfetch/Decode</a:t>
              </a:r>
            </a:p>
          </p:txBody>
        </p:sp>
        <p:sp>
          <p:nvSpPr>
            <p:cNvPr id="200897" name="Oval 251">
              <a:extLst>
                <a:ext uri="{FF2B5EF4-FFF2-40B4-BE49-F238E27FC236}">
                  <a16:creationId xmlns:a16="http://schemas.microsoft.com/office/drawing/2014/main" id="{A3F7339F-32F3-7C48-AE03-7DF9C30C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525"/>
              <a:ext cx="995" cy="1005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1222" name="Text Box 262">
            <a:extLst>
              <a:ext uri="{FF2B5EF4-FFF2-40B4-BE49-F238E27FC236}">
                <a16:creationId xmlns:a16="http://schemas.microsoft.com/office/drawing/2014/main" id="{1CF0D6B1-9BFA-4842-9732-8D7CCB6A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6357938"/>
            <a:ext cx="38179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第二周期结束时，执行的结果是什么？</a:t>
            </a:r>
          </a:p>
        </p:txBody>
      </p:sp>
      <p:sp>
        <p:nvSpPr>
          <p:cNvPr id="41223" name="Text Box 263">
            <a:extLst>
              <a:ext uri="{FF2B5EF4-FFF2-40B4-BE49-F238E27FC236}">
                <a16:creationId xmlns:a16="http://schemas.microsoft.com/office/drawing/2014/main" id="{B188AC83-DE5E-C442-BEC7-3ECD57E34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3" y="1876425"/>
            <a:ext cx="16779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控制信号与指令相关吗？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03" grpId="0" animBg="1"/>
      <p:bldP spid="41222" grpId="0"/>
      <p:bldP spid="412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2E6F2974-93A6-F542-8DEA-F92C4F755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0024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寄存器取 </a:t>
            </a:r>
            <a:r>
              <a:rPr lang="en-US" altLang="zh-CN">
                <a:ea typeface="宋体" panose="02010600030101010101" pitchFamily="2" charset="-122"/>
              </a:rPr>
              <a:t>/ </a:t>
            </a:r>
            <a:r>
              <a:rPr lang="zh-CN" altLang="en-US">
                <a:ea typeface="宋体" panose="02010600030101010101" pitchFamily="2" charset="-122"/>
              </a:rPr>
              <a:t>指令译码周期（第二个周期）</a:t>
            </a:r>
          </a:p>
        </p:txBody>
      </p:sp>
      <p:grpSp>
        <p:nvGrpSpPr>
          <p:cNvPr id="202755" name="Group 3">
            <a:extLst>
              <a:ext uri="{FF2B5EF4-FFF2-40B4-BE49-F238E27FC236}">
                <a16:creationId xmlns:a16="http://schemas.microsoft.com/office/drawing/2014/main" id="{F5470035-A91E-0948-9C27-8A2411FEBDA6}"/>
              </a:ext>
            </a:extLst>
          </p:cNvPr>
          <p:cNvGrpSpPr>
            <a:grpSpLocks/>
          </p:cNvGrpSpPr>
          <p:nvPr/>
        </p:nvGrpSpPr>
        <p:grpSpPr bwMode="auto">
          <a:xfrm>
            <a:off x="8261350" y="1366838"/>
            <a:ext cx="801688" cy="333375"/>
            <a:chOff x="5127" y="1584"/>
            <a:chExt cx="505" cy="210"/>
          </a:xfrm>
        </p:grpSpPr>
        <p:sp>
          <p:nvSpPr>
            <p:cNvPr id="202982" name="Rectangle 4">
              <a:extLst>
                <a:ext uri="{FF2B5EF4-FFF2-40B4-BE49-F238E27FC236}">
                  <a16:creationId xmlns:a16="http://schemas.microsoft.com/office/drawing/2014/main" id="{CE694F4C-8C2B-F44F-968D-28AA108AC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2983" name="Rectangle 5">
              <a:extLst>
                <a:ext uri="{FF2B5EF4-FFF2-40B4-BE49-F238E27FC236}">
                  <a16:creationId xmlns:a16="http://schemas.microsoft.com/office/drawing/2014/main" id="{2D56EB59-1B65-5145-8C61-3836AD481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02756" name="Rectangle 6">
            <a:extLst>
              <a:ext uri="{FF2B5EF4-FFF2-40B4-BE49-F238E27FC236}">
                <a16:creationId xmlns:a16="http://schemas.microsoft.com/office/drawing/2014/main" id="{D2F66FE4-F24C-D14D-8F66-45187E304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23701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757" name="Rectangle 7">
            <a:extLst>
              <a:ext uri="{FF2B5EF4-FFF2-40B4-BE49-F238E27FC236}">
                <a16:creationId xmlns:a16="http://schemas.microsoft.com/office/drawing/2014/main" id="{7F21E026-C4E6-C440-820E-C7702EAD4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2835275"/>
            <a:ext cx="9604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2758" name="Rectangle 9">
            <a:extLst>
              <a:ext uri="{FF2B5EF4-FFF2-40B4-BE49-F238E27FC236}">
                <a16:creationId xmlns:a16="http://schemas.microsoft.com/office/drawing/2014/main" id="{0B00B6CA-BB27-8E4C-BFEC-FA7983B22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3524250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02759" name="Rectangle 10">
            <a:extLst>
              <a:ext uri="{FF2B5EF4-FFF2-40B4-BE49-F238E27FC236}">
                <a16:creationId xmlns:a16="http://schemas.microsoft.com/office/drawing/2014/main" id="{414C4286-A55F-774A-85E1-03AC46F4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2533650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02760" name="Line 11">
            <a:extLst>
              <a:ext uri="{FF2B5EF4-FFF2-40B4-BE49-F238E27FC236}">
                <a16:creationId xmlns:a16="http://schemas.microsoft.com/office/drawing/2014/main" id="{F06BCE71-1EE8-114E-BD42-1C92A25014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8738" y="26622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1" name="Line 15">
            <a:extLst>
              <a:ext uri="{FF2B5EF4-FFF2-40B4-BE49-F238E27FC236}">
                <a16:creationId xmlns:a16="http://schemas.microsoft.com/office/drawing/2014/main" id="{DE02BE41-C4B5-514C-9047-694AB10A1D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6338" y="372903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2" name="Line 16">
            <a:extLst>
              <a:ext uri="{FF2B5EF4-FFF2-40B4-BE49-F238E27FC236}">
                <a16:creationId xmlns:a16="http://schemas.microsoft.com/office/drawing/2014/main" id="{6F7224D0-C4DC-124A-92E6-FC7159B7F4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088" y="3659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3" name="Rectangle 17">
            <a:extLst>
              <a:ext uri="{FF2B5EF4-FFF2-40B4-BE49-F238E27FC236}">
                <a16:creationId xmlns:a16="http://schemas.microsoft.com/office/drawing/2014/main" id="{E46F3F5D-BAA9-9846-A0F7-9DFFA991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3752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64" name="Line 18">
            <a:extLst>
              <a:ext uri="{FF2B5EF4-FFF2-40B4-BE49-F238E27FC236}">
                <a16:creationId xmlns:a16="http://schemas.microsoft.com/office/drawing/2014/main" id="{D6663AAD-DEEC-F448-882D-A7E3A0763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8938" y="3652838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5" name="Line 19">
            <a:extLst>
              <a:ext uri="{FF2B5EF4-FFF2-40B4-BE49-F238E27FC236}">
                <a16:creationId xmlns:a16="http://schemas.microsoft.com/office/drawing/2014/main" id="{59E62C6F-3FFC-A746-9C59-053D2C8A5A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2888" y="3582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6" name="Rectangle 20">
            <a:extLst>
              <a:ext uri="{FF2B5EF4-FFF2-40B4-BE49-F238E27FC236}">
                <a16:creationId xmlns:a16="http://schemas.microsoft.com/office/drawing/2014/main" id="{CC921AF3-2B20-1441-9E04-8C85F1EF0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3295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67" name="Rectangle 21">
            <a:extLst>
              <a:ext uri="{FF2B5EF4-FFF2-40B4-BE49-F238E27FC236}">
                <a16:creationId xmlns:a16="http://schemas.microsoft.com/office/drawing/2014/main" id="{920A62DE-D1C3-A84B-BDD5-F76D165D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3460750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02768" name="Line 22">
            <a:extLst>
              <a:ext uri="{FF2B5EF4-FFF2-40B4-BE49-F238E27FC236}">
                <a16:creationId xmlns:a16="http://schemas.microsoft.com/office/drawing/2014/main" id="{D645758F-7D72-2444-9EB7-55F342D81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82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9" name="Rectangle 23">
            <a:extLst>
              <a:ext uri="{FF2B5EF4-FFF2-40B4-BE49-F238E27FC236}">
                <a16:creationId xmlns:a16="http://schemas.microsoft.com/office/drawing/2014/main" id="{71A25706-7F12-FB4B-BED4-42370FC9B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1384300"/>
            <a:ext cx="1147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02770" name="Line 24">
            <a:extLst>
              <a:ext uri="{FF2B5EF4-FFF2-40B4-BE49-F238E27FC236}">
                <a16:creationId xmlns:a16="http://schemas.microsoft.com/office/drawing/2014/main" id="{12E2A6FA-100A-9B4F-9C89-26AE3EEEEB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238" y="2205038"/>
            <a:ext cx="614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1" name="Line 25">
            <a:extLst>
              <a:ext uri="{FF2B5EF4-FFF2-40B4-BE49-F238E27FC236}">
                <a16:creationId xmlns:a16="http://schemas.microsoft.com/office/drawing/2014/main" id="{87B89557-6C08-A140-A84E-11B861A761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2288" y="1906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2" name="Rectangle 26">
            <a:extLst>
              <a:ext uri="{FF2B5EF4-FFF2-40B4-BE49-F238E27FC236}">
                <a16:creationId xmlns:a16="http://schemas.microsoft.com/office/drawing/2014/main" id="{2A3E6D44-1C71-8048-A269-52C9D92E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1695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2773" name="Group 27">
            <a:extLst>
              <a:ext uri="{FF2B5EF4-FFF2-40B4-BE49-F238E27FC236}">
                <a16:creationId xmlns:a16="http://schemas.microsoft.com/office/drawing/2014/main" id="{2EA6B17C-3121-F24C-9172-7C9087315BA3}"/>
              </a:ext>
            </a:extLst>
          </p:cNvPr>
          <p:cNvGrpSpPr>
            <a:grpSpLocks/>
          </p:cNvGrpSpPr>
          <p:nvPr/>
        </p:nvGrpSpPr>
        <p:grpSpPr bwMode="auto">
          <a:xfrm>
            <a:off x="7894638" y="2293938"/>
            <a:ext cx="381000" cy="1295400"/>
            <a:chOff x="4896" y="2168"/>
            <a:chExt cx="240" cy="816"/>
          </a:xfrm>
        </p:grpSpPr>
        <p:sp>
          <p:nvSpPr>
            <p:cNvPr id="202973" name="Line 28">
              <a:extLst>
                <a:ext uri="{FF2B5EF4-FFF2-40B4-BE49-F238E27FC236}">
                  <a16:creationId xmlns:a16="http://schemas.microsoft.com/office/drawing/2014/main" id="{5ED20CC3-DD7B-8242-B6C6-5E0F94143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4" name="Line 29">
              <a:extLst>
                <a:ext uri="{FF2B5EF4-FFF2-40B4-BE49-F238E27FC236}">
                  <a16:creationId xmlns:a16="http://schemas.microsoft.com/office/drawing/2014/main" id="{77EBBB9E-94D4-BD49-9F59-C5CFDDDB0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5" name="Line 30">
              <a:extLst>
                <a:ext uri="{FF2B5EF4-FFF2-40B4-BE49-F238E27FC236}">
                  <a16:creationId xmlns:a16="http://schemas.microsoft.com/office/drawing/2014/main" id="{6C27BDB9-5678-6C41-A064-65364F2AE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6" name="Line 31">
              <a:extLst>
                <a:ext uri="{FF2B5EF4-FFF2-40B4-BE49-F238E27FC236}">
                  <a16:creationId xmlns:a16="http://schemas.microsoft.com/office/drawing/2014/main" id="{25780559-734C-CF49-8544-6D60D9078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7" name="Line 32">
              <a:extLst>
                <a:ext uri="{FF2B5EF4-FFF2-40B4-BE49-F238E27FC236}">
                  <a16:creationId xmlns:a16="http://schemas.microsoft.com/office/drawing/2014/main" id="{606BBF58-A2BA-8A4C-9746-052F44F92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8" name="Line 33">
              <a:extLst>
                <a:ext uri="{FF2B5EF4-FFF2-40B4-BE49-F238E27FC236}">
                  <a16:creationId xmlns:a16="http://schemas.microsoft.com/office/drawing/2014/main" id="{18B6ED33-B54E-B14B-80A5-BE747053F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79" name="Rectangle 34">
              <a:extLst>
                <a:ext uri="{FF2B5EF4-FFF2-40B4-BE49-F238E27FC236}">
                  <a16:creationId xmlns:a16="http://schemas.microsoft.com/office/drawing/2014/main" id="{5A785EEE-1120-CB4B-B10B-B5B1E669B9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02980" name="Line 35">
              <a:extLst>
                <a:ext uri="{FF2B5EF4-FFF2-40B4-BE49-F238E27FC236}">
                  <a16:creationId xmlns:a16="http://schemas.microsoft.com/office/drawing/2014/main" id="{FC5CE8B5-141B-014E-9D1F-14E8A3E27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81" name="Line 36">
              <a:extLst>
                <a:ext uri="{FF2B5EF4-FFF2-40B4-BE49-F238E27FC236}">
                  <a16:creationId xmlns:a16="http://schemas.microsoft.com/office/drawing/2014/main" id="{AD71726B-5A87-B34B-A037-31C237152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2774" name="Line 37">
            <a:extLst>
              <a:ext uri="{FF2B5EF4-FFF2-40B4-BE49-F238E27FC236}">
                <a16:creationId xmlns:a16="http://schemas.microsoft.com/office/drawing/2014/main" id="{EADA3FB7-5AA1-E74D-B8E0-D5B24260EB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5838" y="34242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5" name="Line 38">
            <a:extLst>
              <a:ext uri="{FF2B5EF4-FFF2-40B4-BE49-F238E27FC236}">
                <a16:creationId xmlns:a16="http://schemas.microsoft.com/office/drawing/2014/main" id="{6FCF2B3A-1C93-B548-852C-031698DC53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1088" y="33543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6" name="Rectangle 39">
            <a:extLst>
              <a:ext uri="{FF2B5EF4-FFF2-40B4-BE49-F238E27FC236}">
                <a16:creationId xmlns:a16="http://schemas.microsoft.com/office/drawing/2014/main" id="{798BA76E-CDA8-1B47-B7AC-806A5D247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950" y="34480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77" name="Line 40">
            <a:extLst>
              <a:ext uri="{FF2B5EF4-FFF2-40B4-BE49-F238E27FC236}">
                <a16:creationId xmlns:a16="http://schemas.microsoft.com/office/drawing/2014/main" id="{DE7099C0-0E68-B046-969C-68410F72F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0238" y="31956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8" name="Line 41">
            <a:extLst>
              <a:ext uri="{FF2B5EF4-FFF2-40B4-BE49-F238E27FC236}">
                <a16:creationId xmlns:a16="http://schemas.microsoft.com/office/drawing/2014/main" id="{FCC16A63-1E0C-D44C-A97D-0590E16B84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1688" y="3125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9" name="Rectangle 42">
            <a:extLst>
              <a:ext uri="{FF2B5EF4-FFF2-40B4-BE49-F238E27FC236}">
                <a16:creationId xmlns:a16="http://schemas.microsoft.com/office/drawing/2014/main" id="{9EBC3351-1008-BB4C-9C5D-6C39F6C9D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550" y="3219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80" name="Line 43">
            <a:extLst>
              <a:ext uri="{FF2B5EF4-FFF2-40B4-BE49-F238E27FC236}">
                <a16:creationId xmlns:a16="http://schemas.microsoft.com/office/drawing/2014/main" id="{3EC05F06-0D67-354E-8DCD-20A993F69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238" y="3411538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1" name="Rectangle 44">
            <a:extLst>
              <a:ext uri="{FF2B5EF4-FFF2-40B4-BE49-F238E27FC236}">
                <a16:creationId xmlns:a16="http://schemas.microsoft.com/office/drawing/2014/main" id="{8C3CF184-7D95-ED4A-B598-4A42C9821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0" y="4948238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202782" name="Group 45">
            <a:extLst>
              <a:ext uri="{FF2B5EF4-FFF2-40B4-BE49-F238E27FC236}">
                <a16:creationId xmlns:a16="http://schemas.microsoft.com/office/drawing/2014/main" id="{74728AEC-99BE-194A-B704-EF0EA4EF57C9}"/>
              </a:ext>
            </a:extLst>
          </p:cNvPr>
          <p:cNvGrpSpPr>
            <a:grpSpLocks/>
          </p:cNvGrpSpPr>
          <p:nvPr/>
        </p:nvGrpSpPr>
        <p:grpSpPr bwMode="auto">
          <a:xfrm>
            <a:off x="7477125" y="3805238"/>
            <a:ext cx="903288" cy="577850"/>
            <a:chOff x="4633" y="3120"/>
            <a:chExt cx="569" cy="364"/>
          </a:xfrm>
        </p:grpSpPr>
        <p:sp>
          <p:nvSpPr>
            <p:cNvPr id="202971" name="Rectangle 46">
              <a:extLst>
                <a:ext uri="{FF2B5EF4-FFF2-40B4-BE49-F238E27FC236}">
                  <a16:creationId xmlns:a16="http://schemas.microsoft.com/office/drawing/2014/main" id="{2984FCEA-83F9-CB46-BD43-806AE53D4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2972" name="Rectangle 47">
              <a:extLst>
                <a:ext uri="{FF2B5EF4-FFF2-40B4-BE49-F238E27FC236}">
                  <a16:creationId xmlns:a16="http://schemas.microsoft.com/office/drawing/2014/main" id="{A1050CBE-F9CF-C54E-9EE7-A2E2D7B5F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02783" name="Line 48">
            <a:extLst>
              <a:ext uri="{FF2B5EF4-FFF2-40B4-BE49-F238E27FC236}">
                <a16:creationId xmlns:a16="http://schemas.microsoft.com/office/drawing/2014/main" id="{03FE61E7-F684-8846-B59B-011ACAC64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238" y="4325938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4" name="Rectangle 49">
            <a:extLst>
              <a:ext uri="{FF2B5EF4-FFF2-40B4-BE49-F238E27FC236}">
                <a16:creationId xmlns:a16="http://schemas.microsoft.com/office/drawing/2014/main" id="{D15F4CEE-E914-C443-8D10-E6A927855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2370138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785" name="Oval 50">
            <a:extLst>
              <a:ext uri="{FF2B5EF4-FFF2-40B4-BE49-F238E27FC236}">
                <a16:creationId xmlns:a16="http://schemas.microsoft.com/office/drawing/2014/main" id="{EDC21DD3-6682-9F45-BFA1-2FF8DE176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389413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786" name="Rectangle 51">
            <a:extLst>
              <a:ext uri="{FF2B5EF4-FFF2-40B4-BE49-F238E27FC236}">
                <a16:creationId xmlns:a16="http://schemas.microsoft.com/office/drawing/2014/main" id="{73823452-DB3E-F941-921C-A465034E552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31282" y="2910681"/>
            <a:ext cx="166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02787" name="Line 52">
            <a:extLst>
              <a:ext uri="{FF2B5EF4-FFF2-40B4-BE49-F238E27FC236}">
                <a16:creationId xmlns:a16="http://schemas.microsoft.com/office/drawing/2014/main" id="{00307AE5-9E4A-6541-8328-96F9AFE012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2038" y="2738438"/>
            <a:ext cx="35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8" name="Line 53">
            <a:extLst>
              <a:ext uri="{FF2B5EF4-FFF2-40B4-BE49-F238E27FC236}">
                <a16:creationId xmlns:a16="http://schemas.microsoft.com/office/drawing/2014/main" id="{B93F247C-28CB-AB4C-BF80-35DB1CF6D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7288" y="2668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9" name="Rectangle 54">
            <a:extLst>
              <a:ext uri="{FF2B5EF4-FFF2-40B4-BE49-F238E27FC236}">
                <a16:creationId xmlns:a16="http://schemas.microsoft.com/office/drawing/2014/main" id="{F7CF4CCC-FA76-DD43-9686-DDDB95A71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27622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90" name="Line 55">
            <a:extLst>
              <a:ext uri="{FF2B5EF4-FFF2-40B4-BE49-F238E27FC236}">
                <a16:creationId xmlns:a16="http://schemas.microsoft.com/office/drawing/2014/main" id="{80A5EB90-09F5-7F49-AB4C-BB1DC2DD4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1" name="Rectangle 56">
            <a:extLst>
              <a:ext uri="{FF2B5EF4-FFF2-40B4-BE49-F238E27FC236}">
                <a16:creationId xmlns:a16="http://schemas.microsoft.com/office/drawing/2014/main" id="{CD3E4696-8FF2-9D42-9FDD-9BFBE3B50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384300"/>
            <a:ext cx="887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02792" name="Line 57">
            <a:extLst>
              <a:ext uri="{FF2B5EF4-FFF2-40B4-BE49-F238E27FC236}">
                <a16:creationId xmlns:a16="http://schemas.microsoft.com/office/drawing/2014/main" id="{341C937C-BB42-1545-90AD-B354EA350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4046538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3" name="Line 58">
            <a:extLst>
              <a:ext uri="{FF2B5EF4-FFF2-40B4-BE49-F238E27FC236}">
                <a16:creationId xmlns:a16="http://schemas.microsoft.com/office/drawing/2014/main" id="{BE03384B-FF19-6B48-9757-9F9E6E8EEB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7488" y="2135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4" name="Rectangle 59">
            <a:extLst>
              <a:ext uri="{FF2B5EF4-FFF2-40B4-BE49-F238E27FC236}">
                <a16:creationId xmlns:a16="http://schemas.microsoft.com/office/drawing/2014/main" id="{67940D20-4E24-574B-962A-63A622BC6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2152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795" name="Line 60">
            <a:extLst>
              <a:ext uri="{FF2B5EF4-FFF2-40B4-BE49-F238E27FC236}">
                <a16:creationId xmlns:a16="http://schemas.microsoft.com/office/drawing/2014/main" id="{C258838E-9C2D-4948-9EE9-42DB29B691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9038" y="1646238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6" name="Line 61">
            <a:extLst>
              <a:ext uri="{FF2B5EF4-FFF2-40B4-BE49-F238E27FC236}">
                <a16:creationId xmlns:a16="http://schemas.microsoft.com/office/drawing/2014/main" id="{DE6E15D5-84DD-4F40-B3C1-1D2171B85E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538" y="1976438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7" name="Rectangle 62">
            <a:extLst>
              <a:ext uri="{FF2B5EF4-FFF2-40B4-BE49-F238E27FC236}">
                <a16:creationId xmlns:a16="http://schemas.microsoft.com/office/drawing/2014/main" id="{0802034F-4874-2D48-A249-E0475EFF1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23701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798" name="Rectangle 63">
            <a:extLst>
              <a:ext uri="{FF2B5EF4-FFF2-40B4-BE49-F238E27FC236}">
                <a16:creationId xmlns:a16="http://schemas.microsoft.com/office/drawing/2014/main" id="{421C7186-D007-DA41-8D9C-0F865A621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91147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02799" name="Rectangle 64">
            <a:extLst>
              <a:ext uri="{FF2B5EF4-FFF2-40B4-BE49-F238E27FC236}">
                <a16:creationId xmlns:a16="http://schemas.microsoft.com/office/drawing/2014/main" id="{103F0B35-4663-994A-96BC-1BFD32EB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2381250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02800" name="Rectangle 65">
            <a:extLst>
              <a:ext uri="{FF2B5EF4-FFF2-40B4-BE49-F238E27FC236}">
                <a16:creationId xmlns:a16="http://schemas.microsoft.com/office/drawing/2014/main" id="{4233F992-3620-5B4A-AC6D-6D89836CD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321945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02801" name="Rectangle 66">
            <a:extLst>
              <a:ext uri="{FF2B5EF4-FFF2-40B4-BE49-F238E27FC236}">
                <a16:creationId xmlns:a16="http://schemas.microsoft.com/office/drawing/2014/main" id="{F4ED14A3-34D0-3D48-8880-E6DA7E82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352425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02802" name="Rectangle 67">
            <a:extLst>
              <a:ext uri="{FF2B5EF4-FFF2-40B4-BE49-F238E27FC236}">
                <a16:creationId xmlns:a16="http://schemas.microsoft.com/office/drawing/2014/main" id="{84F70B15-6B78-1D4F-9182-0429D9204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2686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02803" name="Line 68">
            <a:extLst>
              <a:ext uri="{FF2B5EF4-FFF2-40B4-BE49-F238E27FC236}">
                <a16:creationId xmlns:a16="http://schemas.microsoft.com/office/drawing/2014/main" id="{5C70BF55-A37F-894B-B512-7115D71A9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2890838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04" name="Line 69">
            <a:extLst>
              <a:ext uri="{FF2B5EF4-FFF2-40B4-BE49-F238E27FC236}">
                <a16:creationId xmlns:a16="http://schemas.microsoft.com/office/drawing/2014/main" id="{D84DCBE0-6F8C-2740-8DB1-5655A218D9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1688" y="2820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05" name="Rectangle 70">
            <a:extLst>
              <a:ext uri="{FF2B5EF4-FFF2-40B4-BE49-F238E27FC236}">
                <a16:creationId xmlns:a16="http://schemas.microsoft.com/office/drawing/2014/main" id="{A73DFCEE-1267-7343-AD8B-D90EAC84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29146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2806" name="Line 71">
            <a:extLst>
              <a:ext uri="{FF2B5EF4-FFF2-40B4-BE49-F238E27FC236}">
                <a16:creationId xmlns:a16="http://schemas.microsoft.com/office/drawing/2014/main" id="{E67DF0A3-30A0-2848-B86B-8D7F619D95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2509838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07" name="Line 72">
            <a:extLst>
              <a:ext uri="{FF2B5EF4-FFF2-40B4-BE49-F238E27FC236}">
                <a16:creationId xmlns:a16="http://schemas.microsoft.com/office/drawing/2014/main" id="{F1CD468F-529A-894D-94AF-A69D0DD14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16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08" name="Rectangle 73">
            <a:extLst>
              <a:ext uri="{FF2B5EF4-FFF2-40B4-BE49-F238E27FC236}">
                <a16:creationId xmlns:a16="http://schemas.microsoft.com/office/drawing/2014/main" id="{D778D280-EC1B-5345-9534-B0E893C76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25336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2809" name="Line 74">
            <a:extLst>
              <a:ext uri="{FF2B5EF4-FFF2-40B4-BE49-F238E27FC236}">
                <a16:creationId xmlns:a16="http://schemas.microsoft.com/office/drawing/2014/main" id="{AEDAAAE9-152D-E949-90B9-A1C061CBF8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0" y="2890838"/>
            <a:ext cx="808038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0" name="Line 75">
            <a:extLst>
              <a:ext uri="{FF2B5EF4-FFF2-40B4-BE49-F238E27FC236}">
                <a16:creationId xmlns:a16="http://schemas.microsoft.com/office/drawing/2014/main" id="{FF95F3E6-23C9-744C-BF81-9D5BE36121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28209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1" name="Rectangle 76">
            <a:extLst>
              <a:ext uri="{FF2B5EF4-FFF2-40B4-BE49-F238E27FC236}">
                <a16:creationId xmlns:a16="http://schemas.microsoft.com/office/drawing/2014/main" id="{4F660C47-CEA8-8044-8EC3-9559A8472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2914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812" name="Rectangle 77">
            <a:extLst>
              <a:ext uri="{FF2B5EF4-FFF2-40B4-BE49-F238E27FC236}">
                <a16:creationId xmlns:a16="http://schemas.microsoft.com/office/drawing/2014/main" id="{076C3250-AF96-6549-864D-566C9B677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2635250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02813" name="Line 78">
            <a:extLst>
              <a:ext uri="{FF2B5EF4-FFF2-40B4-BE49-F238E27FC236}">
                <a16:creationId xmlns:a16="http://schemas.microsoft.com/office/drawing/2014/main" id="{B73F5C1E-97DB-C74B-926B-08174958ED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588" y="3500438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4" name="Line 79">
            <a:extLst>
              <a:ext uri="{FF2B5EF4-FFF2-40B4-BE49-F238E27FC236}">
                <a16:creationId xmlns:a16="http://schemas.microsoft.com/office/drawing/2014/main" id="{8FD64CC7-A751-8642-977B-5E3B5F9166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8225" y="34305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5" name="Rectangle 80">
            <a:extLst>
              <a:ext uri="{FF2B5EF4-FFF2-40B4-BE49-F238E27FC236}">
                <a16:creationId xmlns:a16="http://schemas.microsoft.com/office/drawing/2014/main" id="{961B9691-8976-4D41-91A0-2812A97C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35242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816" name="Rectangle 81">
            <a:extLst>
              <a:ext uri="{FF2B5EF4-FFF2-40B4-BE49-F238E27FC236}">
                <a16:creationId xmlns:a16="http://schemas.microsoft.com/office/drawing/2014/main" id="{6A04F440-D25C-024E-BD79-F9358F24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3333750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02817" name="Line 82">
            <a:extLst>
              <a:ext uri="{FF2B5EF4-FFF2-40B4-BE49-F238E27FC236}">
                <a16:creationId xmlns:a16="http://schemas.microsoft.com/office/drawing/2014/main" id="{61F29F4F-A023-3042-93ED-1D405327C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62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8" name="Rectangle 83">
            <a:extLst>
              <a:ext uri="{FF2B5EF4-FFF2-40B4-BE49-F238E27FC236}">
                <a16:creationId xmlns:a16="http://schemas.microsoft.com/office/drawing/2014/main" id="{86DDC406-569B-C64A-AFC7-05BFF1EFC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5" y="1384300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02819" name="Line 84">
            <a:extLst>
              <a:ext uri="{FF2B5EF4-FFF2-40B4-BE49-F238E27FC236}">
                <a16:creationId xmlns:a16="http://schemas.microsoft.com/office/drawing/2014/main" id="{1202249A-0A3B-C545-940E-1DE3DB9EF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2238" y="2535238"/>
            <a:ext cx="0" cy="2311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20" name="Rectangle 85">
            <a:extLst>
              <a:ext uri="{FF2B5EF4-FFF2-40B4-BE49-F238E27FC236}">
                <a16:creationId xmlns:a16="http://schemas.microsoft.com/office/drawing/2014/main" id="{0A2E2633-2606-0844-BA66-691167C1D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2228850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02821" name="Rectangle 86">
            <a:extLst>
              <a:ext uri="{FF2B5EF4-FFF2-40B4-BE49-F238E27FC236}">
                <a16:creationId xmlns:a16="http://schemas.microsoft.com/office/drawing/2014/main" id="{45DAB707-3773-8C47-8DAC-6EEB2387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2609850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02822" name="Group 87">
            <a:extLst>
              <a:ext uri="{FF2B5EF4-FFF2-40B4-BE49-F238E27FC236}">
                <a16:creationId xmlns:a16="http://schemas.microsoft.com/office/drawing/2014/main" id="{5728A4C3-5036-FC41-A332-F8B92B834F8D}"/>
              </a:ext>
            </a:extLst>
          </p:cNvPr>
          <p:cNvGrpSpPr>
            <a:grpSpLocks/>
          </p:cNvGrpSpPr>
          <p:nvPr/>
        </p:nvGrpSpPr>
        <p:grpSpPr bwMode="auto">
          <a:xfrm>
            <a:off x="4189413" y="2979738"/>
            <a:ext cx="333375" cy="946150"/>
            <a:chOff x="2554" y="2600"/>
            <a:chExt cx="210" cy="596"/>
          </a:xfrm>
        </p:grpSpPr>
        <p:sp>
          <p:nvSpPr>
            <p:cNvPr id="202964" name="Line 88">
              <a:extLst>
                <a:ext uri="{FF2B5EF4-FFF2-40B4-BE49-F238E27FC236}">
                  <a16:creationId xmlns:a16="http://schemas.microsoft.com/office/drawing/2014/main" id="{92D99D4F-9B73-E04F-8D84-532997CD3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5" name="Line 89">
              <a:extLst>
                <a:ext uri="{FF2B5EF4-FFF2-40B4-BE49-F238E27FC236}">
                  <a16:creationId xmlns:a16="http://schemas.microsoft.com/office/drawing/2014/main" id="{8A026134-7B2C-3544-950B-99E6ADB5F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6" name="Line 90">
              <a:extLst>
                <a:ext uri="{FF2B5EF4-FFF2-40B4-BE49-F238E27FC236}">
                  <a16:creationId xmlns:a16="http://schemas.microsoft.com/office/drawing/2014/main" id="{AC344888-5D2B-FB4D-8A6F-8777CF03EA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7" name="Line 91">
              <a:extLst>
                <a:ext uri="{FF2B5EF4-FFF2-40B4-BE49-F238E27FC236}">
                  <a16:creationId xmlns:a16="http://schemas.microsoft.com/office/drawing/2014/main" id="{91C4D0E1-8F13-A543-A241-1FA8375BC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8" name="Rectangle 92">
              <a:extLst>
                <a:ext uri="{FF2B5EF4-FFF2-40B4-BE49-F238E27FC236}">
                  <a16:creationId xmlns:a16="http://schemas.microsoft.com/office/drawing/2014/main" id="{7C06B611-3D11-D348-B8EB-B8D993C5B8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2969" name="Rectangle 93">
              <a:extLst>
                <a:ext uri="{FF2B5EF4-FFF2-40B4-BE49-F238E27FC236}">
                  <a16:creationId xmlns:a16="http://schemas.microsoft.com/office/drawing/2014/main" id="{4222E2DD-CD6C-424A-8828-BE42F0521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2970" name="Rectangle 94">
              <a:extLst>
                <a:ext uri="{FF2B5EF4-FFF2-40B4-BE49-F238E27FC236}">
                  <a16:creationId xmlns:a16="http://schemas.microsoft.com/office/drawing/2014/main" id="{6A3CB642-3E6C-E046-8EAB-39F8880E1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2823" name="Line 95">
            <a:extLst>
              <a:ext uri="{FF2B5EF4-FFF2-40B4-BE49-F238E27FC236}">
                <a16:creationId xmlns:a16="http://schemas.microsoft.com/office/drawing/2014/main" id="{D095D1DE-872B-B340-B521-D26546D8E0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2938" y="334803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24" name="Line 96">
            <a:extLst>
              <a:ext uri="{FF2B5EF4-FFF2-40B4-BE49-F238E27FC236}">
                <a16:creationId xmlns:a16="http://schemas.microsoft.com/office/drawing/2014/main" id="{E43E55C5-0E9B-DB4D-B92A-35511505E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4938" y="372903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25" name="Line 97">
            <a:extLst>
              <a:ext uri="{FF2B5EF4-FFF2-40B4-BE49-F238E27FC236}">
                <a16:creationId xmlns:a16="http://schemas.microsoft.com/office/drawing/2014/main" id="{21D19E26-B6DD-8C4E-B023-59682D67A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4938" y="311943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26" name="Rectangle 98">
            <a:extLst>
              <a:ext uri="{FF2B5EF4-FFF2-40B4-BE49-F238E27FC236}">
                <a16:creationId xmlns:a16="http://schemas.microsoft.com/office/drawing/2014/main" id="{B0336BF6-9F28-C24B-A467-FA966CB2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3067050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2827" name="Rectangle 99">
            <a:extLst>
              <a:ext uri="{FF2B5EF4-FFF2-40B4-BE49-F238E27FC236}">
                <a16:creationId xmlns:a16="http://schemas.microsoft.com/office/drawing/2014/main" id="{1147D4F1-862B-FC40-BFBD-05D40CC8E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3448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02828" name="Rectangle 100">
            <a:extLst>
              <a:ext uri="{FF2B5EF4-FFF2-40B4-BE49-F238E27FC236}">
                <a16:creationId xmlns:a16="http://schemas.microsoft.com/office/drawing/2014/main" id="{E94B4CFB-ADF5-EA43-BBD0-3F93D7EC1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8334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202829" name="Rectangle 101">
            <a:extLst>
              <a:ext uri="{FF2B5EF4-FFF2-40B4-BE49-F238E27FC236}">
                <a16:creationId xmlns:a16="http://schemas.microsoft.com/office/drawing/2014/main" id="{F15D3FA7-8C68-A744-8AFD-1B3C48481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50" y="1366838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202830" name="Line 102">
            <a:extLst>
              <a:ext uri="{FF2B5EF4-FFF2-40B4-BE49-F238E27FC236}">
                <a16:creationId xmlns:a16="http://schemas.microsoft.com/office/drawing/2014/main" id="{F47D6F0B-B03F-1F42-9FF0-8A046BB771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6528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1" name="Line 103">
            <a:extLst>
              <a:ext uri="{FF2B5EF4-FFF2-40B4-BE49-F238E27FC236}">
                <a16:creationId xmlns:a16="http://schemas.microsoft.com/office/drawing/2014/main" id="{F92E3A5A-86BB-6344-BF6D-615CE109E1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3238" y="1658938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2" name="Rectangle 104">
            <a:extLst>
              <a:ext uri="{FF2B5EF4-FFF2-40B4-BE49-F238E27FC236}">
                <a16:creationId xmlns:a16="http://schemas.microsoft.com/office/drawing/2014/main" id="{17979F7D-8BC2-3E47-AC31-93ABAA130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1384300"/>
            <a:ext cx="11223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02833" name="Group 105">
            <a:extLst>
              <a:ext uri="{FF2B5EF4-FFF2-40B4-BE49-F238E27FC236}">
                <a16:creationId xmlns:a16="http://schemas.microsoft.com/office/drawing/2014/main" id="{794936D6-2939-C04B-8B6D-190F9C6C746A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2370138"/>
            <a:ext cx="333375" cy="946150"/>
            <a:chOff x="586" y="2216"/>
            <a:chExt cx="210" cy="596"/>
          </a:xfrm>
        </p:grpSpPr>
        <p:sp>
          <p:nvSpPr>
            <p:cNvPr id="202957" name="Line 106">
              <a:extLst>
                <a:ext uri="{FF2B5EF4-FFF2-40B4-BE49-F238E27FC236}">
                  <a16:creationId xmlns:a16="http://schemas.microsoft.com/office/drawing/2014/main" id="{36737156-C63B-7E42-9BBD-08EC1864C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58" name="Line 107">
              <a:extLst>
                <a:ext uri="{FF2B5EF4-FFF2-40B4-BE49-F238E27FC236}">
                  <a16:creationId xmlns:a16="http://schemas.microsoft.com/office/drawing/2014/main" id="{7B85A759-E217-3E45-92B4-7A36A60EA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59" name="Line 108">
              <a:extLst>
                <a:ext uri="{FF2B5EF4-FFF2-40B4-BE49-F238E27FC236}">
                  <a16:creationId xmlns:a16="http://schemas.microsoft.com/office/drawing/2014/main" id="{7A2490A1-8447-4641-9A52-18F3715AD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0" name="Line 109">
              <a:extLst>
                <a:ext uri="{FF2B5EF4-FFF2-40B4-BE49-F238E27FC236}">
                  <a16:creationId xmlns:a16="http://schemas.microsoft.com/office/drawing/2014/main" id="{A15D16C2-3919-AB48-B0A7-3AC2DAB4F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61" name="Rectangle 110">
              <a:extLst>
                <a:ext uri="{FF2B5EF4-FFF2-40B4-BE49-F238E27FC236}">
                  <a16:creationId xmlns:a16="http://schemas.microsoft.com/office/drawing/2014/main" id="{45504911-4674-994A-A3B9-98867D5E0D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2962" name="Rectangle 111">
              <a:extLst>
                <a:ext uri="{FF2B5EF4-FFF2-40B4-BE49-F238E27FC236}">
                  <a16:creationId xmlns:a16="http://schemas.microsoft.com/office/drawing/2014/main" id="{AAB51463-ABD7-3343-AA98-EDC703DAF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2963" name="Rectangle 112">
              <a:extLst>
                <a:ext uri="{FF2B5EF4-FFF2-40B4-BE49-F238E27FC236}">
                  <a16:creationId xmlns:a16="http://schemas.microsoft.com/office/drawing/2014/main" id="{ED1C1102-2B46-6646-AA02-CFB585A20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2834" name="Line 113">
            <a:extLst>
              <a:ext uri="{FF2B5EF4-FFF2-40B4-BE49-F238E27FC236}">
                <a16:creationId xmlns:a16="http://schemas.microsoft.com/office/drawing/2014/main" id="{04392DEE-F7E5-644B-9A12-7B4E909F8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8" y="25098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5" name="Line 114">
            <a:extLst>
              <a:ext uri="{FF2B5EF4-FFF2-40B4-BE49-F238E27FC236}">
                <a16:creationId xmlns:a16="http://schemas.microsoft.com/office/drawing/2014/main" id="{C602EA98-79D8-2147-A737-DEA59B804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4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6" name="Rectangle 115">
            <a:extLst>
              <a:ext uri="{FF2B5EF4-FFF2-40B4-BE49-F238E27FC236}">
                <a16:creationId xmlns:a16="http://schemas.microsoft.com/office/drawing/2014/main" id="{93DCC9A4-01F7-2F49-80E9-B0F5FB03F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2533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837" name="Line 116">
            <a:extLst>
              <a:ext uri="{FF2B5EF4-FFF2-40B4-BE49-F238E27FC236}">
                <a16:creationId xmlns:a16="http://schemas.microsoft.com/office/drawing/2014/main" id="{05B2F44F-1398-3F48-AD48-9FD404907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438" y="3132138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8" name="Line 117">
            <a:extLst>
              <a:ext uri="{FF2B5EF4-FFF2-40B4-BE49-F238E27FC236}">
                <a16:creationId xmlns:a16="http://schemas.microsoft.com/office/drawing/2014/main" id="{0238583D-8ECC-E543-BC63-F1B654D1BF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738" y="31194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39" name="Rectangle 118">
            <a:extLst>
              <a:ext uri="{FF2B5EF4-FFF2-40B4-BE49-F238E27FC236}">
                <a16:creationId xmlns:a16="http://schemas.microsoft.com/office/drawing/2014/main" id="{BF3A3460-761A-C849-A16E-153160AE5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836738"/>
            <a:ext cx="508000" cy="2460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840" name="Rectangle 119">
            <a:extLst>
              <a:ext uri="{FF2B5EF4-FFF2-40B4-BE49-F238E27FC236}">
                <a16:creationId xmlns:a16="http://schemas.microsoft.com/office/drawing/2014/main" id="{241C250F-C689-F146-A2E2-FAC23AD7F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1806575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02841" name="Line 120">
            <a:extLst>
              <a:ext uri="{FF2B5EF4-FFF2-40B4-BE49-F238E27FC236}">
                <a16:creationId xmlns:a16="http://schemas.microsoft.com/office/drawing/2014/main" id="{76578738-82C9-1E41-9C43-1BACC75C4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8" y="2078038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2842" name="Group 121">
            <a:extLst>
              <a:ext uri="{FF2B5EF4-FFF2-40B4-BE49-F238E27FC236}">
                <a16:creationId xmlns:a16="http://schemas.microsoft.com/office/drawing/2014/main" id="{E3E11C18-C8BA-0C49-9ECE-61B8B3A959AF}"/>
              </a:ext>
            </a:extLst>
          </p:cNvPr>
          <p:cNvGrpSpPr>
            <a:grpSpLocks/>
          </p:cNvGrpSpPr>
          <p:nvPr/>
        </p:nvGrpSpPr>
        <p:grpSpPr bwMode="auto">
          <a:xfrm>
            <a:off x="4452938" y="4719638"/>
            <a:ext cx="857250" cy="333375"/>
            <a:chOff x="2728" y="3696"/>
            <a:chExt cx="540" cy="210"/>
          </a:xfrm>
        </p:grpSpPr>
        <p:sp>
          <p:nvSpPr>
            <p:cNvPr id="202955" name="Rectangle 122">
              <a:extLst>
                <a:ext uri="{FF2B5EF4-FFF2-40B4-BE49-F238E27FC236}">
                  <a16:creationId xmlns:a16="http://schemas.microsoft.com/office/drawing/2014/main" id="{0DF96612-E4B2-D04D-8435-7BA05B83B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2956" name="Rectangle 123">
              <a:extLst>
                <a:ext uri="{FF2B5EF4-FFF2-40B4-BE49-F238E27FC236}">
                  <a16:creationId xmlns:a16="http://schemas.microsoft.com/office/drawing/2014/main" id="{A4FDBB97-5931-0042-98AF-EFBB90A8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3696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02843" name="Line 124">
            <a:extLst>
              <a:ext uri="{FF2B5EF4-FFF2-40B4-BE49-F238E27FC236}">
                <a16:creationId xmlns:a16="http://schemas.microsoft.com/office/drawing/2014/main" id="{54CAFE62-8E7A-5041-A72C-BC3D50826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503713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44" name="Rectangle 125">
            <a:extLst>
              <a:ext uri="{FF2B5EF4-FFF2-40B4-BE49-F238E27FC236}">
                <a16:creationId xmlns:a16="http://schemas.microsoft.com/office/drawing/2014/main" id="{8288041D-5A15-9647-8AF4-606E84D89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5176838"/>
            <a:ext cx="1011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02845" name="Group 126">
            <a:extLst>
              <a:ext uri="{FF2B5EF4-FFF2-40B4-BE49-F238E27FC236}">
                <a16:creationId xmlns:a16="http://schemas.microsoft.com/office/drawing/2014/main" id="{B21788EE-184C-EA4D-A1CD-4C27E565CB25}"/>
              </a:ext>
            </a:extLst>
          </p:cNvPr>
          <p:cNvGrpSpPr>
            <a:grpSpLocks/>
          </p:cNvGrpSpPr>
          <p:nvPr/>
        </p:nvGrpSpPr>
        <p:grpSpPr bwMode="auto">
          <a:xfrm>
            <a:off x="6691313" y="2065338"/>
            <a:ext cx="333375" cy="946150"/>
            <a:chOff x="4138" y="2024"/>
            <a:chExt cx="210" cy="596"/>
          </a:xfrm>
        </p:grpSpPr>
        <p:sp>
          <p:nvSpPr>
            <p:cNvPr id="202948" name="Line 127">
              <a:extLst>
                <a:ext uri="{FF2B5EF4-FFF2-40B4-BE49-F238E27FC236}">
                  <a16:creationId xmlns:a16="http://schemas.microsoft.com/office/drawing/2014/main" id="{F372995E-64A5-F04D-89E3-F278C4CE9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9" name="Line 128">
              <a:extLst>
                <a:ext uri="{FF2B5EF4-FFF2-40B4-BE49-F238E27FC236}">
                  <a16:creationId xmlns:a16="http://schemas.microsoft.com/office/drawing/2014/main" id="{A7FDE86D-0494-7443-B69D-356B32B76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50" name="Line 129">
              <a:extLst>
                <a:ext uri="{FF2B5EF4-FFF2-40B4-BE49-F238E27FC236}">
                  <a16:creationId xmlns:a16="http://schemas.microsoft.com/office/drawing/2014/main" id="{9CDAFE3A-017E-BE47-B027-DB06BC62D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51" name="Line 130">
              <a:extLst>
                <a:ext uri="{FF2B5EF4-FFF2-40B4-BE49-F238E27FC236}">
                  <a16:creationId xmlns:a16="http://schemas.microsoft.com/office/drawing/2014/main" id="{168C618D-B764-E740-A79C-2F3472EE3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52" name="Rectangle 131">
              <a:extLst>
                <a:ext uri="{FF2B5EF4-FFF2-40B4-BE49-F238E27FC236}">
                  <a16:creationId xmlns:a16="http://schemas.microsoft.com/office/drawing/2014/main" id="{5E8D6464-819E-674F-A989-A057439157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2953" name="Rectangle 132">
              <a:extLst>
                <a:ext uri="{FF2B5EF4-FFF2-40B4-BE49-F238E27FC236}">
                  <a16:creationId xmlns:a16="http://schemas.microsoft.com/office/drawing/2014/main" id="{7D1896CB-CD59-0F42-A989-BBD5D73B5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2954" name="Rectangle 133">
              <a:extLst>
                <a:ext uri="{FF2B5EF4-FFF2-40B4-BE49-F238E27FC236}">
                  <a16:creationId xmlns:a16="http://schemas.microsoft.com/office/drawing/2014/main" id="{8105ACF5-74C0-9244-B6F9-A287F70D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2846" name="Line 134">
            <a:extLst>
              <a:ext uri="{FF2B5EF4-FFF2-40B4-BE49-F238E27FC236}">
                <a16:creationId xmlns:a16="http://schemas.microsoft.com/office/drawing/2014/main" id="{42E0AAD8-45F5-F44E-A0CE-94ED9E61A1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4838" y="2509838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47" name="Line 135">
            <a:extLst>
              <a:ext uri="{FF2B5EF4-FFF2-40B4-BE49-F238E27FC236}">
                <a16:creationId xmlns:a16="http://schemas.microsoft.com/office/drawing/2014/main" id="{769B09E5-C73F-F143-9912-1135A793DA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48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48" name="Rectangle 136">
            <a:extLst>
              <a:ext uri="{FF2B5EF4-FFF2-40B4-BE49-F238E27FC236}">
                <a16:creationId xmlns:a16="http://schemas.microsoft.com/office/drawing/2014/main" id="{D2F40170-4F81-0F41-BB91-EBB3AB9A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2533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849" name="Line 137">
            <a:extLst>
              <a:ext uri="{FF2B5EF4-FFF2-40B4-BE49-F238E27FC236}">
                <a16:creationId xmlns:a16="http://schemas.microsoft.com/office/drawing/2014/main" id="{5C7E4081-6B86-5649-8E83-A7CC39B9A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7838" y="168433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0" name="Line 138">
            <a:extLst>
              <a:ext uri="{FF2B5EF4-FFF2-40B4-BE49-F238E27FC236}">
                <a16:creationId xmlns:a16="http://schemas.microsoft.com/office/drawing/2014/main" id="{6AB487E9-3FA7-D049-B6C5-BF4479749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6438" y="3019425"/>
            <a:ext cx="0" cy="1230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1" name="Line 139">
            <a:extLst>
              <a:ext uri="{FF2B5EF4-FFF2-40B4-BE49-F238E27FC236}">
                <a16:creationId xmlns:a16="http://schemas.microsoft.com/office/drawing/2014/main" id="{A3589D67-639A-F342-9592-75CAEDA79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138" y="3019425"/>
            <a:ext cx="279400" cy="87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2" name="Line 140">
            <a:extLst>
              <a:ext uri="{FF2B5EF4-FFF2-40B4-BE49-F238E27FC236}">
                <a16:creationId xmlns:a16="http://schemas.microsoft.com/office/drawing/2014/main" id="{3669F751-6EF1-0D4A-87C5-5D1CB27E96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9138" y="4097338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3" name="Line 141">
            <a:extLst>
              <a:ext uri="{FF2B5EF4-FFF2-40B4-BE49-F238E27FC236}">
                <a16:creationId xmlns:a16="http://schemas.microsoft.com/office/drawing/2014/main" id="{156522D4-3D36-204B-AC02-0B3434944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1238" y="3132138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4" name="Line 142">
            <a:extLst>
              <a:ext uri="{FF2B5EF4-FFF2-40B4-BE49-F238E27FC236}">
                <a16:creationId xmlns:a16="http://schemas.microsoft.com/office/drawing/2014/main" id="{E3AED812-9A70-AC4F-9470-FA33BECEEF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2638" y="4240213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55" name="Rectangle 143">
            <a:extLst>
              <a:ext uri="{FF2B5EF4-FFF2-40B4-BE49-F238E27FC236}">
                <a16:creationId xmlns:a16="http://schemas.microsoft.com/office/drawing/2014/main" id="{2021D73E-809C-CD44-95B2-3FC4F7E72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0670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2856" name="Rectangle 144">
            <a:extLst>
              <a:ext uri="{FF2B5EF4-FFF2-40B4-BE49-F238E27FC236}">
                <a16:creationId xmlns:a16="http://schemas.microsoft.com/office/drawing/2014/main" id="{7A1E4199-2B41-CD4E-A204-30002ADC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3893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2857" name="Rectangle 145">
            <a:extLst>
              <a:ext uri="{FF2B5EF4-FFF2-40B4-BE49-F238E27FC236}">
                <a16:creationId xmlns:a16="http://schemas.microsoft.com/office/drawing/2014/main" id="{3C203D10-A208-9C46-A9CB-71FDCAC27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6941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2858" name="Rectangle 146">
            <a:extLst>
              <a:ext uri="{FF2B5EF4-FFF2-40B4-BE49-F238E27FC236}">
                <a16:creationId xmlns:a16="http://schemas.microsoft.com/office/drawing/2014/main" id="{3BB25233-17D1-0749-AEB0-78B744D9C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9227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2859" name="Line 147">
            <a:extLst>
              <a:ext uri="{FF2B5EF4-FFF2-40B4-BE49-F238E27FC236}">
                <a16:creationId xmlns:a16="http://schemas.microsoft.com/office/drawing/2014/main" id="{8F8E3A7B-58A0-6342-BA37-F32EDC450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6538" y="31956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60" name="Rectangle 148">
            <a:extLst>
              <a:ext uri="{FF2B5EF4-FFF2-40B4-BE49-F238E27FC236}">
                <a16:creationId xmlns:a16="http://schemas.microsoft.com/office/drawing/2014/main" id="{BA9D9D04-55AF-F640-AF79-33564B2D8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304323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2861" name="Line 149">
            <a:extLst>
              <a:ext uri="{FF2B5EF4-FFF2-40B4-BE49-F238E27FC236}">
                <a16:creationId xmlns:a16="http://schemas.microsoft.com/office/drawing/2014/main" id="{770352B5-E19A-8247-87C2-D1262DD405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48720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62" name="Line 150">
            <a:extLst>
              <a:ext uri="{FF2B5EF4-FFF2-40B4-BE49-F238E27FC236}">
                <a16:creationId xmlns:a16="http://schemas.microsoft.com/office/drawing/2014/main" id="{1A898690-C2C9-6244-A16C-A0A9FB74B0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2088" y="4802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63" name="Rectangle 151">
            <a:extLst>
              <a:ext uri="{FF2B5EF4-FFF2-40B4-BE49-F238E27FC236}">
                <a16:creationId xmlns:a16="http://schemas.microsoft.com/office/drawing/2014/main" id="{96C9E00D-C62A-194C-BA30-7DED132EE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4895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2864" name="Rectangle 152">
            <a:extLst>
              <a:ext uri="{FF2B5EF4-FFF2-40B4-BE49-F238E27FC236}">
                <a16:creationId xmlns:a16="http://schemas.microsoft.com/office/drawing/2014/main" id="{C733843B-141E-9349-A17B-3CE3E881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4438650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02865" name="Line 153">
            <a:extLst>
              <a:ext uri="{FF2B5EF4-FFF2-40B4-BE49-F238E27FC236}">
                <a16:creationId xmlns:a16="http://schemas.microsoft.com/office/drawing/2014/main" id="{2E7A27DD-38E1-0D4C-B12F-9D97782D86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2238" y="4872038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66" name="Line 154">
            <a:extLst>
              <a:ext uri="{FF2B5EF4-FFF2-40B4-BE49-F238E27FC236}">
                <a16:creationId xmlns:a16="http://schemas.microsoft.com/office/drawing/2014/main" id="{B2ED4572-535E-3345-BDAD-508871C738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1488" y="4802188"/>
            <a:ext cx="109537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67" name="Rectangle 155">
            <a:extLst>
              <a:ext uri="{FF2B5EF4-FFF2-40B4-BE49-F238E27FC236}">
                <a16:creationId xmlns:a16="http://schemas.microsoft.com/office/drawing/2014/main" id="{B8CFF770-9AF2-1848-A62A-88101BF3E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4895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2868" name="Group 156">
            <a:extLst>
              <a:ext uri="{FF2B5EF4-FFF2-40B4-BE49-F238E27FC236}">
                <a16:creationId xmlns:a16="http://schemas.microsoft.com/office/drawing/2014/main" id="{BC53EBC7-4FF3-C646-9229-D47321B08331}"/>
              </a:ext>
            </a:extLst>
          </p:cNvPr>
          <p:cNvGrpSpPr>
            <a:grpSpLocks/>
          </p:cNvGrpSpPr>
          <p:nvPr/>
        </p:nvGrpSpPr>
        <p:grpSpPr bwMode="auto">
          <a:xfrm>
            <a:off x="5729288" y="4033838"/>
            <a:ext cx="588962" cy="333375"/>
            <a:chOff x="3532" y="3264"/>
            <a:chExt cx="371" cy="210"/>
          </a:xfrm>
        </p:grpSpPr>
        <p:sp>
          <p:nvSpPr>
            <p:cNvPr id="202946" name="Rectangle 157">
              <a:extLst>
                <a:ext uri="{FF2B5EF4-FFF2-40B4-BE49-F238E27FC236}">
                  <a16:creationId xmlns:a16="http://schemas.microsoft.com/office/drawing/2014/main" id="{CE0D6B9C-DF54-254F-A456-AAF07540B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2947" name="Rectangle 158">
              <a:extLst>
                <a:ext uri="{FF2B5EF4-FFF2-40B4-BE49-F238E27FC236}">
                  <a16:creationId xmlns:a16="http://schemas.microsoft.com/office/drawing/2014/main" id="{8A2BFE3D-7A8E-0946-BD2D-CDA0114C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264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02869" name="Line 159">
            <a:extLst>
              <a:ext uri="{FF2B5EF4-FFF2-40B4-BE49-F238E27FC236}">
                <a16:creationId xmlns:a16="http://schemas.microsoft.com/office/drawing/2014/main" id="{EC9C1854-54D3-4A42-AF4F-BBD1B892A2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3805238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0" name="Line 160">
            <a:extLst>
              <a:ext uri="{FF2B5EF4-FFF2-40B4-BE49-F238E27FC236}">
                <a16:creationId xmlns:a16="http://schemas.microsoft.com/office/drawing/2014/main" id="{0A7162AA-319F-024E-85ED-659E9E257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2038" y="3830638"/>
            <a:ext cx="0" cy="177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1" name="Line 161">
            <a:extLst>
              <a:ext uri="{FF2B5EF4-FFF2-40B4-BE49-F238E27FC236}">
                <a16:creationId xmlns:a16="http://schemas.microsoft.com/office/drawing/2014/main" id="{B8378546-C0C1-974A-99F1-F8A8F56E49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9638" y="4313238"/>
            <a:ext cx="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2" name="Line 162">
            <a:extLst>
              <a:ext uri="{FF2B5EF4-FFF2-40B4-BE49-F238E27FC236}">
                <a16:creationId xmlns:a16="http://schemas.microsoft.com/office/drawing/2014/main" id="{6E63E46F-C00E-E743-8BDC-A13EC46D4F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5238" y="3500438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3" name="Rectangle 163">
            <a:extLst>
              <a:ext uri="{FF2B5EF4-FFF2-40B4-BE49-F238E27FC236}">
                <a16:creationId xmlns:a16="http://schemas.microsoft.com/office/drawing/2014/main" id="{72331134-B52A-424B-B026-A293FE93D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4567238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ALUSelB=10</a:t>
            </a:r>
          </a:p>
        </p:txBody>
      </p:sp>
      <p:sp>
        <p:nvSpPr>
          <p:cNvPr id="202874" name="Line 164">
            <a:extLst>
              <a:ext uri="{FF2B5EF4-FFF2-40B4-BE49-F238E27FC236}">
                <a16:creationId xmlns:a16="http://schemas.microsoft.com/office/drawing/2014/main" id="{6BF3B002-0671-D24A-B39D-42A71E693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7138" y="1379538"/>
            <a:ext cx="0" cy="890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5" name="Line 165">
            <a:extLst>
              <a:ext uri="{FF2B5EF4-FFF2-40B4-BE49-F238E27FC236}">
                <a16:creationId xmlns:a16="http://schemas.microsoft.com/office/drawing/2014/main" id="{6F174A01-BBAC-E240-B5C0-8110D66751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5838" y="1379538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6" name="Line 166">
            <a:extLst>
              <a:ext uri="{FF2B5EF4-FFF2-40B4-BE49-F238E27FC236}">
                <a16:creationId xmlns:a16="http://schemas.microsoft.com/office/drawing/2014/main" id="{1BF400A6-8073-CA48-BC5E-507C2E8A0D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35838" y="2159000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7" name="Line 167">
            <a:extLst>
              <a:ext uri="{FF2B5EF4-FFF2-40B4-BE49-F238E27FC236}">
                <a16:creationId xmlns:a16="http://schemas.microsoft.com/office/drawing/2014/main" id="{99F06FCF-486B-8748-B1D2-CDEB4DC0F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8538" y="146208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78" name="Rectangle 168">
            <a:extLst>
              <a:ext uri="{FF2B5EF4-FFF2-40B4-BE49-F238E27FC236}">
                <a16:creationId xmlns:a16="http://schemas.microsoft.com/office/drawing/2014/main" id="{0BC51C92-8E31-8547-8D76-1E27775621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73913" y="167163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2879" name="Rectangle 169">
            <a:extLst>
              <a:ext uri="{FF2B5EF4-FFF2-40B4-BE49-F238E27FC236}">
                <a16:creationId xmlns:a16="http://schemas.microsoft.com/office/drawing/2014/main" id="{AFB56B4D-54F6-9A4F-B884-E2321D10D6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46950" y="13985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2880" name="Rectangle 170">
            <a:extLst>
              <a:ext uri="{FF2B5EF4-FFF2-40B4-BE49-F238E27FC236}">
                <a16:creationId xmlns:a16="http://schemas.microsoft.com/office/drawing/2014/main" id="{0266C6B0-78C7-7D4B-BB44-6FC46A5F04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46950" y="20240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2881" name="Oval 171">
            <a:extLst>
              <a:ext uri="{FF2B5EF4-FFF2-40B4-BE49-F238E27FC236}">
                <a16:creationId xmlns:a16="http://schemas.microsoft.com/office/drawing/2014/main" id="{B50DA18E-BF70-7545-BC6E-36BAE6ADE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6843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882" name="Line 172">
            <a:extLst>
              <a:ext uri="{FF2B5EF4-FFF2-40B4-BE49-F238E27FC236}">
                <a16:creationId xmlns:a16="http://schemas.microsoft.com/office/drawing/2014/main" id="{051DB13B-5965-9F4A-905C-8B42EAA05B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3638" y="104933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83" name="Line 173">
            <a:extLst>
              <a:ext uri="{FF2B5EF4-FFF2-40B4-BE49-F238E27FC236}">
                <a16:creationId xmlns:a16="http://schemas.microsoft.com/office/drawing/2014/main" id="{E8110C90-2F35-5C45-93CA-E2D9283E76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9038" y="10493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84" name="Oval 174">
            <a:extLst>
              <a:ext uri="{FF2B5EF4-FFF2-40B4-BE49-F238E27FC236}">
                <a16:creationId xmlns:a16="http://schemas.microsoft.com/office/drawing/2014/main" id="{D5ABB5C3-1D05-074E-B908-34DDF93CB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12271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885" name="Line 175">
            <a:extLst>
              <a:ext uri="{FF2B5EF4-FFF2-40B4-BE49-F238E27FC236}">
                <a16:creationId xmlns:a16="http://schemas.microsoft.com/office/drawing/2014/main" id="{F62F429D-B51F-794D-8C75-20B8FF9FB2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4238" y="104933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2886" name="Group 176">
            <a:extLst>
              <a:ext uri="{FF2B5EF4-FFF2-40B4-BE49-F238E27FC236}">
                <a16:creationId xmlns:a16="http://schemas.microsoft.com/office/drawing/2014/main" id="{04B9470D-567D-0A47-A8B5-AC01DEA21B92}"/>
              </a:ext>
            </a:extLst>
          </p:cNvPr>
          <p:cNvGrpSpPr>
            <a:grpSpLocks/>
          </p:cNvGrpSpPr>
          <p:nvPr/>
        </p:nvGrpSpPr>
        <p:grpSpPr bwMode="auto">
          <a:xfrm>
            <a:off x="7602538" y="1449388"/>
            <a:ext cx="652462" cy="427037"/>
            <a:chOff x="4712" y="1636"/>
            <a:chExt cx="411" cy="269"/>
          </a:xfrm>
        </p:grpSpPr>
        <p:sp>
          <p:nvSpPr>
            <p:cNvPr id="202943" name="Line 177">
              <a:extLst>
                <a:ext uri="{FF2B5EF4-FFF2-40B4-BE49-F238E27FC236}">
                  <a16:creationId xmlns:a16="http://schemas.microsoft.com/office/drawing/2014/main" id="{F66DE4CA-3D80-6442-9C27-1F1AA5CD8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4" name="Line 178">
              <a:extLst>
                <a:ext uri="{FF2B5EF4-FFF2-40B4-BE49-F238E27FC236}">
                  <a16:creationId xmlns:a16="http://schemas.microsoft.com/office/drawing/2014/main" id="{E7A35513-BB90-954B-BB17-40CA7FBA9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5" name="Rectangle 179">
              <a:extLst>
                <a:ext uri="{FF2B5EF4-FFF2-40B4-BE49-F238E27FC236}">
                  <a16:creationId xmlns:a16="http://schemas.microsoft.com/office/drawing/2014/main" id="{9344C2D2-146E-8947-8902-EF73117E0C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02887" name="Line 180">
            <a:extLst>
              <a:ext uri="{FF2B5EF4-FFF2-40B4-BE49-F238E27FC236}">
                <a16:creationId xmlns:a16="http://schemas.microsoft.com/office/drawing/2014/main" id="{CF22C3CE-0D16-D54B-B0C7-62C521CC7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4238" y="2420938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88" name="Line 181">
            <a:extLst>
              <a:ext uri="{FF2B5EF4-FFF2-40B4-BE49-F238E27FC236}">
                <a16:creationId xmlns:a16="http://schemas.microsoft.com/office/drawing/2014/main" id="{F1B699ED-844E-3241-AE58-B9878422E4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2938" y="29670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89" name="Rectangle 182">
            <a:extLst>
              <a:ext uri="{FF2B5EF4-FFF2-40B4-BE49-F238E27FC236}">
                <a16:creationId xmlns:a16="http://schemas.microsoft.com/office/drawing/2014/main" id="{99675668-3F71-8343-A98A-732BC7F9F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275" y="2146300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2890" name="Line 183">
            <a:extLst>
              <a:ext uri="{FF2B5EF4-FFF2-40B4-BE49-F238E27FC236}">
                <a16:creationId xmlns:a16="http://schemas.microsoft.com/office/drawing/2014/main" id="{A1CFD127-F51F-9446-BCDE-04C510C48B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77138" y="212883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91" name="Line 184">
            <a:extLst>
              <a:ext uri="{FF2B5EF4-FFF2-40B4-BE49-F238E27FC236}">
                <a16:creationId xmlns:a16="http://schemas.microsoft.com/office/drawing/2014/main" id="{2B1ABB5F-54E7-3442-96D4-CCAEA64B3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1138238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92" name="Line 185">
            <a:extLst>
              <a:ext uri="{FF2B5EF4-FFF2-40B4-BE49-F238E27FC236}">
                <a16:creationId xmlns:a16="http://schemas.microsoft.com/office/drawing/2014/main" id="{9D217BD5-63C0-ED4C-9499-25081F0FE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12906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93" name="Line 186">
            <a:extLst>
              <a:ext uri="{FF2B5EF4-FFF2-40B4-BE49-F238E27FC236}">
                <a16:creationId xmlns:a16="http://schemas.microsoft.com/office/drawing/2014/main" id="{84E2E78E-8891-C44A-B2F6-7746D66F60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538" y="12144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2894" name="Group 187">
            <a:extLst>
              <a:ext uri="{FF2B5EF4-FFF2-40B4-BE49-F238E27FC236}">
                <a16:creationId xmlns:a16="http://schemas.microsoft.com/office/drawing/2014/main" id="{C04ACCB4-75A7-9D4F-B47A-87574D991D49}"/>
              </a:ext>
            </a:extLst>
          </p:cNvPr>
          <p:cNvGrpSpPr>
            <a:grpSpLocks/>
          </p:cNvGrpSpPr>
          <p:nvPr/>
        </p:nvGrpSpPr>
        <p:grpSpPr bwMode="auto">
          <a:xfrm>
            <a:off x="1112838" y="1062038"/>
            <a:ext cx="381000" cy="306387"/>
            <a:chOff x="624" y="1392"/>
            <a:chExt cx="240" cy="193"/>
          </a:xfrm>
        </p:grpSpPr>
        <p:sp>
          <p:nvSpPr>
            <p:cNvPr id="202938" name="Arc 188">
              <a:extLst>
                <a:ext uri="{FF2B5EF4-FFF2-40B4-BE49-F238E27FC236}">
                  <a16:creationId xmlns:a16="http://schemas.microsoft.com/office/drawing/2014/main" id="{1A8EB4A6-CDAD-0541-AC71-80094B4A8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39" name="Arc 189">
              <a:extLst>
                <a:ext uri="{FF2B5EF4-FFF2-40B4-BE49-F238E27FC236}">
                  <a16:creationId xmlns:a16="http://schemas.microsoft.com/office/drawing/2014/main" id="{C0B09EE5-C61B-444F-9BD4-96A36E8FF71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0" name="Line 190">
              <a:extLst>
                <a:ext uri="{FF2B5EF4-FFF2-40B4-BE49-F238E27FC236}">
                  <a16:creationId xmlns:a16="http://schemas.microsoft.com/office/drawing/2014/main" id="{3A41EED5-7273-EF45-B88E-E91C9846D0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1" name="Line 191">
              <a:extLst>
                <a:ext uri="{FF2B5EF4-FFF2-40B4-BE49-F238E27FC236}">
                  <a16:creationId xmlns:a16="http://schemas.microsoft.com/office/drawing/2014/main" id="{DA66B3AC-5A73-8449-9405-7B66BD800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42" name="Line 192">
              <a:extLst>
                <a:ext uri="{FF2B5EF4-FFF2-40B4-BE49-F238E27FC236}">
                  <a16:creationId xmlns:a16="http://schemas.microsoft.com/office/drawing/2014/main" id="{5984D06F-569F-4A46-98B1-AB5628C44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2895" name="Line 193">
            <a:extLst>
              <a:ext uri="{FF2B5EF4-FFF2-40B4-BE49-F238E27FC236}">
                <a16:creationId xmlns:a16="http://schemas.microsoft.com/office/drawing/2014/main" id="{46B83DBD-9E17-714C-BFC1-40360DAEB8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238" y="143033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96" name="Arc 194">
            <a:extLst>
              <a:ext uri="{FF2B5EF4-FFF2-40B4-BE49-F238E27FC236}">
                <a16:creationId xmlns:a16="http://schemas.microsoft.com/office/drawing/2014/main" id="{26A7DFE0-69BF-2340-8A34-F2CC0E7D8AAE}"/>
              </a:ext>
            </a:extLst>
          </p:cNvPr>
          <p:cNvSpPr>
            <a:spLocks/>
          </p:cNvSpPr>
          <p:nvPr/>
        </p:nvSpPr>
        <p:spPr bwMode="auto">
          <a:xfrm rot="-5400000">
            <a:off x="708025" y="1366838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97" name="Arc 195">
            <a:extLst>
              <a:ext uri="{FF2B5EF4-FFF2-40B4-BE49-F238E27FC236}">
                <a16:creationId xmlns:a16="http://schemas.microsoft.com/office/drawing/2014/main" id="{2F11D897-C75D-294E-858B-795BD39048EB}"/>
              </a:ext>
            </a:extLst>
          </p:cNvPr>
          <p:cNvSpPr>
            <a:spLocks/>
          </p:cNvSpPr>
          <p:nvPr/>
        </p:nvSpPr>
        <p:spPr bwMode="auto">
          <a:xfrm rot="5400000">
            <a:off x="522288" y="1366838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2898" name="Group 196">
            <a:extLst>
              <a:ext uri="{FF2B5EF4-FFF2-40B4-BE49-F238E27FC236}">
                <a16:creationId xmlns:a16="http://schemas.microsoft.com/office/drawing/2014/main" id="{FB9F547D-BA9C-1947-9593-B3857B9EB8E1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1285875"/>
            <a:ext cx="373063" cy="101600"/>
            <a:chOff x="297" y="1533"/>
            <a:chExt cx="235" cy="64"/>
          </a:xfrm>
        </p:grpSpPr>
        <p:sp>
          <p:nvSpPr>
            <p:cNvPr id="202936" name="Arc 197">
              <a:extLst>
                <a:ext uri="{FF2B5EF4-FFF2-40B4-BE49-F238E27FC236}">
                  <a16:creationId xmlns:a16="http://schemas.microsoft.com/office/drawing/2014/main" id="{370D378D-A3AF-1948-AF10-7AE92A879AC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37" name="Arc 198">
              <a:extLst>
                <a:ext uri="{FF2B5EF4-FFF2-40B4-BE49-F238E27FC236}">
                  <a16:creationId xmlns:a16="http://schemas.microsoft.com/office/drawing/2014/main" id="{5153B1AC-1081-2844-A034-2E3BCEB435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2899" name="Line 199">
            <a:extLst>
              <a:ext uri="{FF2B5EF4-FFF2-40B4-BE49-F238E27FC236}">
                <a16:creationId xmlns:a16="http://schemas.microsoft.com/office/drawing/2014/main" id="{A8F0B9A6-C4F1-D544-B365-56250929A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238" y="1620838"/>
            <a:ext cx="4762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00" name="Line 200">
            <a:extLst>
              <a:ext uri="{FF2B5EF4-FFF2-40B4-BE49-F238E27FC236}">
                <a16:creationId xmlns:a16="http://schemas.microsoft.com/office/drawing/2014/main" id="{149D199D-43F7-9A4B-8E83-797FCE459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638" y="1125538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01" name="Line 201">
            <a:extLst>
              <a:ext uri="{FF2B5EF4-FFF2-40B4-BE49-F238E27FC236}">
                <a16:creationId xmlns:a16="http://schemas.microsoft.com/office/drawing/2014/main" id="{8BC639A1-AF8C-3746-9524-F995D03012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4238" y="12017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02" name="Rectangle 202">
            <a:extLst>
              <a:ext uri="{FF2B5EF4-FFF2-40B4-BE49-F238E27FC236}">
                <a16:creationId xmlns:a16="http://schemas.microsoft.com/office/drawing/2014/main" id="{062C8A12-90FF-1042-90A8-51AA4F68E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079500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2903" name="Rectangle 203">
            <a:extLst>
              <a:ext uri="{FF2B5EF4-FFF2-40B4-BE49-F238E27FC236}">
                <a16:creationId xmlns:a16="http://schemas.microsoft.com/office/drawing/2014/main" id="{815978A7-4E29-C245-A84A-06A91E704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833438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02904" name="Rectangle 204">
            <a:extLst>
              <a:ext uri="{FF2B5EF4-FFF2-40B4-BE49-F238E27FC236}">
                <a16:creationId xmlns:a16="http://schemas.microsoft.com/office/drawing/2014/main" id="{90625235-756B-B14C-BCE6-FD6362251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985838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202905" name="Rectangle 205">
            <a:extLst>
              <a:ext uri="{FF2B5EF4-FFF2-40B4-BE49-F238E27FC236}">
                <a16:creationId xmlns:a16="http://schemas.microsoft.com/office/drawing/2014/main" id="{FFB892E1-9F3B-5944-9F6F-0A9A61EE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985838"/>
            <a:ext cx="909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BrWr=1</a:t>
            </a:r>
          </a:p>
        </p:txBody>
      </p:sp>
      <p:sp>
        <p:nvSpPr>
          <p:cNvPr id="202906" name="Line 206">
            <a:extLst>
              <a:ext uri="{FF2B5EF4-FFF2-40B4-BE49-F238E27FC236}">
                <a16:creationId xmlns:a16="http://schemas.microsoft.com/office/drawing/2014/main" id="{4252EF3E-C363-FF4E-B851-B9E39681D6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488" y="3049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07" name="Rectangle 207">
            <a:extLst>
              <a:ext uri="{FF2B5EF4-FFF2-40B4-BE49-F238E27FC236}">
                <a16:creationId xmlns:a16="http://schemas.microsoft.com/office/drawing/2014/main" id="{8CEDD49F-7DA4-C941-8D99-556DD93ED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2838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2908" name="Line 208">
            <a:extLst>
              <a:ext uri="{FF2B5EF4-FFF2-40B4-BE49-F238E27FC236}">
                <a16:creationId xmlns:a16="http://schemas.microsoft.com/office/drawing/2014/main" id="{85BCCB99-1567-5F46-8CA3-AB5E61414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5238" y="1684338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09" name="Rectangle 209">
            <a:extLst>
              <a:ext uri="{FF2B5EF4-FFF2-40B4-BE49-F238E27FC236}">
                <a16:creationId xmlns:a16="http://schemas.microsoft.com/office/drawing/2014/main" id="{D4E91A86-FF2E-2A4E-830F-1AE9EBBAE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13843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02910" name="Line 210">
            <a:extLst>
              <a:ext uri="{FF2B5EF4-FFF2-40B4-BE49-F238E27FC236}">
                <a16:creationId xmlns:a16="http://schemas.microsoft.com/office/drawing/2014/main" id="{7915819A-2B1E-0148-B6D3-2AE5571F88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6438" y="3398838"/>
            <a:ext cx="279400" cy="43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11" name="Line 211">
            <a:extLst>
              <a:ext uri="{FF2B5EF4-FFF2-40B4-BE49-F238E27FC236}">
                <a16:creationId xmlns:a16="http://schemas.microsoft.com/office/drawing/2014/main" id="{16C206CB-1AD6-3741-82BB-C9983470B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1638" y="2205038"/>
            <a:ext cx="203200" cy="27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12" name="Line 212">
            <a:extLst>
              <a:ext uri="{FF2B5EF4-FFF2-40B4-BE49-F238E27FC236}">
                <a16:creationId xmlns:a16="http://schemas.microsoft.com/office/drawing/2014/main" id="{4A1E09A1-E2F7-0B4D-A333-14C3C6294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491038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13" name="Line 213">
            <a:extLst>
              <a:ext uri="{FF2B5EF4-FFF2-40B4-BE49-F238E27FC236}">
                <a16:creationId xmlns:a16="http://schemas.microsoft.com/office/drawing/2014/main" id="{A3BFCCBC-6039-1342-885F-72B6B5D81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872038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14" name="Rectangle 214">
            <a:extLst>
              <a:ext uri="{FF2B5EF4-FFF2-40B4-BE49-F238E27FC236}">
                <a16:creationId xmlns:a16="http://schemas.microsoft.com/office/drawing/2014/main" id="{517D8628-B31E-7B4C-A677-79B2B31A1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950" y="4667250"/>
            <a:ext cx="6651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202915" name="Rectangle 215">
            <a:extLst>
              <a:ext uri="{FF2B5EF4-FFF2-40B4-BE49-F238E27FC236}">
                <a16:creationId xmlns:a16="http://schemas.microsoft.com/office/drawing/2014/main" id="{C1F2BAC1-3360-2F43-999F-07B36EE43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4362450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02916" name="Rectangle 216">
            <a:extLst>
              <a:ext uri="{FF2B5EF4-FFF2-40B4-BE49-F238E27FC236}">
                <a16:creationId xmlns:a16="http://schemas.microsoft.com/office/drawing/2014/main" id="{E3671856-FE79-1841-BB05-5424DE905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4186238"/>
            <a:ext cx="9032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202917" name="Line 217">
            <a:extLst>
              <a:ext uri="{FF2B5EF4-FFF2-40B4-BE49-F238E27FC236}">
                <a16:creationId xmlns:a16="http://schemas.microsoft.com/office/drawing/2014/main" id="{921F3248-1F9F-3241-B363-137202140B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1088" y="4421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18" name="Rectangle 218">
            <a:extLst>
              <a:ext uri="{FF2B5EF4-FFF2-40B4-BE49-F238E27FC236}">
                <a16:creationId xmlns:a16="http://schemas.microsoft.com/office/drawing/2014/main" id="{144C9CC9-820A-B64D-BA82-5BAE2E152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5148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2919" name="Line 219">
            <a:extLst>
              <a:ext uri="{FF2B5EF4-FFF2-40B4-BE49-F238E27FC236}">
                <a16:creationId xmlns:a16="http://schemas.microsoft.com/office/drawing/2014/main" id="{36C45E5D-383F-614D-8B58-609D5D495E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1088" y="4802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20" name="Rectangle 220">
            <a:extLst>
              <a:ext uri="{FF2B5EF4-FFF2-40B4-BE49-F238E27FC236}">
                <a16:creationId xmlns:a16="http://schemas.microsoft.com/office/drawing/2014/main" id="{719A75CF-A85E-F24F-B808-29EE7193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8958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2921" name="Rectangle 221">
            <a:extLst>
              <a:ext uri="{FF2B5EF4-FFF2-40B4-BE49-F238E27FC236}">
                <a16:creationId xmlns:a16="http://schemas.microsoft.com/office/drawing/2014/main" id="{253F5822-445B-4340-9914-9E49626A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4275138"/>
            <a:ext cx="1117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2922" name="Line 222">
            <a:extLst>
              <a:ext uri="{FF2B5EF4-FFF2-40B4-BE49-F238E27FC236}">
                <a16:creationId xmlns:a16="http://schemas.microsoft.com/office/drawing/2014/main" id="{0D5EB603-EB33-8D42-9188-71BCCDFF5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44148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23" name="Line 224">
            <a:extLst>
              <a:ext uri="{FF2B5EF4-FFF2-40B4-BE49-F238E27FC236}">
                <a16:creationId xmlns:a16="http://schemas.microsoft.com/office/drawing/2014/main" id="{0821EB2B-225C-484D-87AE-9B62D4DD0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038" y="4643438"/>
            <a:ext cx="863600" cy="0"/>
          </a:xfrm>
          <a:prstGeom prst="line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24" name="Line 225">
            <a:extLst>
              <a:ext uri="{FF2B5EF4-FFF2-40B4-BE49-F238E27FC236}">
                <a16:creationId xmlns:a16="http://schemas.microsoft.com/office/drawing/2014/main" id="{2FF5DAA9-6462-5D4C-B732-6F01FFE0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48720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25" name="Rectangle 226">
            <a:extLst>
              <a:ext uri="{FF2B5EF4-FFF2-40B4-BE49-F238E27FC236}">
                <a16:creationId xmlns:a16="http://schemas.microsoft.com/office/drawing/2014/main" id="{12646B25-EF19-9F46-8363-087FFD71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660900"/>
            <a:ext cx="476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202926" name="Line 227">
            <a:extLst>
              <a:ext uri="{FF2B5EF4-FFF2-40B4-BE49-F238E27FC236}">
                <a16:creationId xmlns:a16="http://schemas.microsoft.com/office/drawing/2014/main" id="{5678F97F-C16F-6A4D-BE2D-84EBE8667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51006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927" name="Rectangle 228">
            <a:extLst>
              <a:ext uri="{FF2B5EF4-FFF2-40B4-BE49-F238E27FC236}">
                <a16:creationId xmlns:a16="http://schemas.microsoft.com/office/drawing/2014/main" id="{A80A637B-B7FF-6146-BA54-6640E923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029200"/>
            <a:ext cx="9604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2928" name="Rectangle 229">
            <a:extLst>
              <a:ext uri="{FF2B5EF4-FFF2-40B4-BE49-F238E27FC236}">
                <a16:creationId xmlns:a16="http://schemas.microsoft.com/office/drawing/2014/main" id="{BC03D8D2-A05F-1944-91CA-C6916BD62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5056188"/>
            <a:ext cx="2651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02929" name="Rectangle 231">
            <a:extLst>
              <a:ext uri="{FF2B5EF4-FFF2-40B4-BE49-F238E27FC236}">
                <a16:creationId xmlns:a16="http://schemas.microsoft.com/office/drawing/2014/main" id="{7F242C1B-3EA1-E141-A193-FBF178B4A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4141788"/>
            <a:ext cx="7445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Rtype</a:t>
            </a:r>
          </a:p>
        </p:txBody>
      </p:sp>
      <p:grpSp>
        <p:nvGrpSpPr>
          <p:cNvPr id="319725" name="Group 237">
            <a:extLst>
              <a:ext uri="{FF2B5EF4-FFF2-40B4-BE49-F238E27FC236}">
                <a16:creationId xmlns:a16="http://schemas.microsoft.com/office/drawing/2014/main" id="{0CE05BA5-4D44-DA47-B23E-2878FEDD62CA}"/>
              </a:ext>
            </a:extLst>
          </p:cNvPr>
          <p:cNvGrpSpPr>
            <a:grpSpLocks/>
          </p:cNvGrpSpPr>
          <p:nvPr/>
        </p:nvGrpSpPr>
        <p:grpSpPr bwMode="auto">
          <a:xfrm>
            <a:off x="230188" y="4406900"/>
            <a:ext cx="3352800" cy="1755775"/>
            <a:chOff x="145" y="2776"/>
            <a:chExt cx="2112" cy="1106"/>
          </a:xfrm>
        </p:grpSpPr>
        <p:sp>
          <p:nvSpPr>
            <p:cNvPr id="202932" name="Rectangle 223">
              <a:extLst>
                <a:ext uri="{FF2B5EF4-FFF2-40B4-BE49-F238E27FC236}">
                  <a16:creationId xmlns:a16="http://schemas.microsoft.com/office/drawing/2014/main" id="{B13FE971-089D-F24C-97A8-CCE654656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786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Beq</a:t>
              </a:r>
            </a:p>
          </p:txBody>
        </p:sp>
        <p:sp>
          <p:nvSpPr>
            <p:cNvPr id="202933" name="Text Box 232">
              <a:extLst>
                <a:ext uri="{FF2B5EF4-FFF2-40B4-BE49-F238E27FC236}">
                  <a16:creationId xmlns:a16="http://schemas.microsoft.com/office/drawing/2014/main" id="{2378C360-26AA-FE47-918C-3E920E766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" y="3632"/>
              <a:ext cx="21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D90125"/>
                  </a:solidFill>
                  <a:ea typeface="黑体" panose="02010609060101010101" pitchFamily="49" charset="-122"/>
                </a:rPr>
                <a:t>如果指令译码输出为：</a:t>
              </a:r>
              <a:r>
                <a:rPr lang="en-US" altLang="zh-CN" sz="2000">
                  <a:solidFill>
                    <a:srgbClr val="D90125"/>
                  </a:solidFill>
                  <a:ea typeface="黑体" panose="02010609060101010101" pitchFamily="49" charset="-122"/>
                </a:rPr>
                <a:t>Beq</a:t>
              </a:r>
            </a:p>
          </p:txBody>
        </p:sp>
        <p:sp>
          <p:nvSpPr>
            <p:cNvPr id="202934" name="Line 234">
              <a:extLst>
                <a:ext uri="{FF2B5EF4-FFF2-40B4-BE49-F238E27FC236}">
                  <a16:creationId xmlns:a16="http://schemas.microsoft.com/office/drawing/2014/main" id="{56A45FA4-1891-E246-97AF-FC3FC24D9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" y="2925"/>
              <a:ext cx="544" cy="0"/>
            </a:xfrm>
            <a:prstGeom prst="line">
              <a:avLst/>
            </a:prstGeom>
            <a:noFill/>
            <a:ln w="63500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935" name="Oval 235">
              <a:extLst>
                <a:ext uri="{FF2B5EF4-FFF2-40B4-BE49-F238E27FC236}">
                  <a16:creationId xmlns:a16="http://schemas.microsoft.com/office/drawing/2014/main" id="{26629CD8-51B5-C947-B169-A6D60D68D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" y="2776"/>
              <a:ext cx="686" cy="284"/>
            </a:xfrm>
            <a:prstGeom prst="ellips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319724" name="Text Box 236">
            <a:extLst>
              <a:ext uri="{FF2B5EF4-FFF2-40B4-BE49-F238E27FC236}">
                <a16:creationId xmlns:a16="http://schemas.microsoft.com/office/drawing/2014/main" id="{EF9FFCC1-FC64-D84C-9275-CFC8A77BA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200" y="5883275"/>
            <a:ext cx="3565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下面第三个周期就是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指令的第一个执行周期！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7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5BF3FFA0-3B60-1D4A-927E-543B7D082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1350" y="142875"/>
            <a:ext cx="73215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Branch</a:t>
            </a:r>
            <a:r>
              <a:rPr lang="zh-CN" altLang="en-US">
                <a:ea typeface="宋体" panose="02010600030101010101" pitchFamily="2" charset="-122"/>
              </a:rPr>
              <a:t>指令执行并完成周期（第三个周期）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07D242A-64E1-B04D-8477-C2A0BEF9C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375" y="1071563"/>
            <a:ext cx="2552700" cy="696912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if (busA == busB)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Target</a:t>
            </a:r>
          </a:p>
        </p:txBody>
      </p:sp>
      <p:grpSp>
        <p:nvGrpSpPr>
          <p:cNvPr id="204804" name="Group 6">
            <a:extLst>
              <a:ext uri="{FF2B5EF4-FFF2-40B4-BE49-F238E27FC236}">
                <a16:creationId xmlns:a16="http://schemas.microsoft.com/office/drawing/2014/main" id="{5A3B918E-9FCF-C445-994F-77786AC2A3DD}"/>
              </a:ext>
            </a:extLst>
          </p:cNvPr>
          <p:cNvGrpSpPr>
            <a:grpSpLocks/>
          </p:cNvGrpSpPr>
          <p:nvPr/>
        </p:nvGrpSpPr>
        <p:grpSpPr bwMode="auto">
          <a:xfrm>
            <a:off x="8139113" y="2514600"/>
            <a:ext cx="862012" cy="333375"/>
            <a:chOff x="5127" y="1584"/>
            <a:chExt cx="433" cy="210"/>
          </a:xfrm>
        </p:grpSpPr>
        <p:sp>
          <p:nvSpPr>
            <p:cNvPr id="205023" name="Rectangle 4">
              <a:extLst>
                <a:ext uri="{FF2B5EF4-FFF2-40B4-BE49-F238E27FC236}">
                  <a16:creationId xmlns:a16="http://schemas.microsoft.com/office/drawing/2014/main" id="{1B3AF002-E2E3-974C-AAE9-A71F5A53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5024" name="Rectangle 5">
              <a:extLst>
                <a:ext uri="{FF2B5EF4-FFF2-40B4-BE49-F238E27FC236}">
                  <a16:creationId xmlns:a16="http://schemas.microsoft.com/office/drawing/2014/main" id="{4689DEFC-2F1B-2F4E-B5C4-771D6E31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40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04805" name="Rectangle 7">
            <a:extLst>
              <a:ext uri="{FF2B5EF4-FFF2-40B4-BE49-F238E27FC236}">
                <a16:creationId xmlns:a16="http://schemas.microsoft.com/office/drawing/2014/main" id="{C26937AB-55BE-444D-8F9C-E83351D9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517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06" name="Rectangle 8">
            <a:extLst>
              <a:ext uri="{FF2B5EF4-FFF2-40B4-BE49-F238E27FC236}">
                <a16:creationId xmlns:a16="http://schemas.microsoft.com/office/drawing/2014/main" id="{557BC32E-E876-9149-A23F-EE9ED23AF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9830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4807" name="Rectangle 10">
            <a:extLst>
              <a:ext uri="{FF2B5EF4-FFF2-40B4-BE49-F238E27FC236}">
                <a16:creationId xmlns:a16="http://schemas.microsoft.com/office/drawing/2014/main" id="{A369C8EF-B785-6948-9FAB-AF7E591BB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46720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04808" name="Rectangle 11">
            <a:extLst>
              <a:ext uri="{FF2B5EF4-FFF2-40B4-BE49-F238E27FC236}">
                <a16:creationId xmlns:a16="http://schemas.microsoft.com/office/drawing/2014/main" id="{DA90BC95-72E2-3B49-8B9F-FBEF15946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6814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04809" name="Line 12">
            <a:extLst>
              <a:ext uri="{FF2B5EF4-FFF2-40B4-BE49-F238E27FC236}">
                <a16:creationId xmlns:a16="http://schemas.microsoft.com/office/drawing/2014/main" id="{FB3A54F2-A298-7745-8842-91227A7FA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3810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10" name="Line 16">
            <a:extLst>
              <a:ext uri="{FF2B5EF4-FFF2-40B4-BE49-F238E27FC236}">
                <a16:creationId xmlns:a16="http://schemas.microsoft.com/office/drawing/2014/main" id="{CDACB51A-1880-F342-A543-093857BD2A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4876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11" name="Line 17">
            <a:extLst>
              <a:ext uri="{FF2B5EF4-FFF2-40B4-BE49-F238E27FC236}">
                <a16:creationId xmlns:a16="http://schemas.microsoft.com/office/drawing/2014/main" id="{1259DBF9-C1AA-1043-8255-57C6A05AFA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4806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12" name="Rectangle 18">
            <a:extLst>
              <a:ext uri="{FF2B5EF4-FFF2-40B4-BE49-F238E27FC236}">
                <a16:creationId xmlns:a16="http://schemas.microsoft.com/office/drawing/2014/main" id="{354DC5BF-424D-6B4C-8AEF-05D8E4B0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4900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13" name="Line 19">
            <a:extLst>
              <a:ext uri="{FF2B5EF4-FFF2-40B4-BE49-F238E27FC236}">
                <a16:creationId xmlns:a16="http://schemas.microsoft.com/office/drawing/2014/main" id="{2A9046CA-A447-3F46-8BAD-77DBB23403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6700" y="4800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14" name="Line 20">
            <a:extLst>
              <a:ext uri="{FF2B5EF4-FFF2-40B4-BE49-F238E27FC236}">
                <a16:creationId xmlns:a16="http://schemas.microsoft.com/office/drawing/2014/main" id="{FDDCD2FA-94EE-1B45-BB3E-96B0A3CB3B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0650" y="4730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15" name="Rectangle 21">
            <a:extLst>
              <a:ext uri="{FF2B5EF4-FFF2-40B4-BE49-F238E27FC236}">
                <a16:creationId xmlns:a16="http://schemas.microsoft.com/office/drawing/2014/main" id="{4CE9A9D4-F0F3-194E-8940-B0D1EAC00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4443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16" name="Rectangle 22">
            <a:extLst>
              <a:ext uri="{FF2B5EF4-FFF2-40B4-BE49-F238E27FC236}">
                <a16:creationId xmlns:a16="http://schemas.microsoft.com/office/drawing/2014/main" id="{8D1EC93C-B6F8-9043-BB2D-9157747C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3" y="46339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04817" name="Line 23">
            <a:extLst>
              <a:ext uri="{FF2B5EF4-FFF2-40B4-BE49-F238E27FC236}">
                <a16:creationId xmlns:a16="http://schemas.microsoft.com/office/drawing/2014/main" id="{511B7131-AE61-004F-8800-8FBF78E72D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3300" y="2832100"/>
            <a:ext cx="1270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2" name="Rectangle 24">
            <a:extLst>
              <a:ext uri="{FF2B5EF4-FFF2-40B4-BE49-F238E27FC236}">
                <a16:creationId xmlns:a16="http://schemas.microsoft.com/office/drawing/2014/main" id="{7B371011-DBBE-2949-96AB-F7F4A9D4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25320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04819" name="Line 25">
            <a:extLst>
              <a:ext uri="{FF2B5EF4-FFF2-40B4-BE49-F238E27FC236}">
                <a16:creationId xmlns:a16="http://schemas.microsoft.com/office/drawing/2014/main" id="{761A7282-981C-BE4F-A658-AE90DCE6DC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3528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0" name="Line 26">
            <a:extLst>
              <a:ext uri="{FF2B5EF4-FFF2-40B4-BE49-F238E27FC236}">
                <a16:creationId xmlns:a16="http://schemas.microsoft.com/office/drawing/2014/main" id="{E4C7DE9B-7A32-224F-8FAD-FA748902F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00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1" name="Rectangle 27">
            <a:extLst>
              <a:ext uri="{FF2B5EF4-FFF2-40B4-BE49-F238E27FC236}">
                <a16:creationId xmlns:a16="http://schemas.microsoft.com/office/drawing/2014/main" id="{369CB716-9E62-9F45-931E-B39AA3BB4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843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4822" name="Group 37">
            <a:extLst>
              <a:ext uri="{FF2B5EF4-FFF2-40B4-BE49-F238E27FC236}">
                <a16:creationId xmlns:a16="http://schemas.microsoft.com/office/drawing/2014/main" id="{F2C6949D-8847-AF42-AE85-4D79182348D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441700"/>
            <a:ext cx="381000" cy="1295400"/>
            <a:chOff x="4896" y="2168"/>
            <a:chExt cx="240" cy="816"/>
          </a:xfrm>
        </p:grpSpPr>
        <p:sp>
          <p:nvSpPr>
            <p:cNvPr id="205014" name="Line 28">
              <a:extLst>
                <a:ext uri="{FF2B5EF4-FFF2-40B4-BE49-F238E27FC236}">
                  <a16:creationId xmlns:a16="http://schemas.microsoft.com/office/drawing/2014/main" id="{E0DBB045-25DC-E44B-BD5F-30E39B3F2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5" name="Line 29">
              <a:extLst>
                <a:ext uri="{FF2B5EF4-FFF2-40B4-BE49-F238E27FC236}">
                  <a16:creationId xmlns:a16="http://schemas.microsoft.com/office/drawing/2014/main" id="{02D3DE4B-025A-6F4B-9F3D-93F73CABD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6" name="Line 30">
              <a:extLst>
                <a:ext uri="{FF2B5EF4-FFF2-40B4-BE49-F238E27FC236}">
                  <a16:creationId xmlns:a16="http://schemas.microsoft.com/office/drawing/2014/main" id="{CDE4B096-59C3-DC42-8B2E-90946BDF4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7" name="Line 31">
              <a:extLst>
                <a:ext uri="{FF2B5EF4-FFF2-40B4-BE49-F238E27FC236}">
                  <a16:creationId xmlns:a16="http://schemas.microsoft.com/office/drawing/2014/main" id="{6E43C54D-BF72-BD41-93EF-5288166B1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8" name="Line 32">
              <a:extLst>
                <a:ext uri="{FF2B5EF4-FFF2-40B4-BE49-F238E27FC236}">
                  <a16:creationId xmlns:a16="http://schemas.microsoft.com/office/drawing/2014/main" id="{216F8021-C02C-9747-A7F3-F39D9B238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9" name="Line 33">
              <a:extLst>
                <a:ext uri="{FF2B5EF4-FFF2-40B4-BE49-F238E27FC236}">
                  <a16:creationId xmlns:a16="http://schemas.microsoft.com/office/drawing/2014/main" id="{B7DCF857-17A0-0547-B2D7-F54F092FC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20" name="Rectangle 34">
              <a:extLst>
                <a:ext uri="{FF2B5EF4-FFF2-40B4-BE49-F238E27FC236}">
                  <a16:creationId xmlns:a16="http://schemas.microsoft.com/office/drawing/2014/main" id="{C48E847D-D4F7-D241-9740-BA4DBF925E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05021" name="Line 35">
              <a:extLst>
                <a:ext uri="{FF2B5EF4-FFF2-40B4-BE49-F238E27FC236}">
                  <a16:creationId xmlns:a16="http://schemas.microsoft.com/office/drawing/2014/main" id="{6B79CCE5-C5F8-614C-A82A-EBFE7BF12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22" name="Line 36">
              <a:extLst>
                <a:ext uri="{FF2B5EF4-FFF2-40B4-BE49-F238E27FC236}">
                  <a16:creationId xmlns:a16="http://schemas.microsoft.com/office/drawing/2014/main" id="{EDC88C1D-8CF0-A24D-BDEF-B121B00CD0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23" name="Line 38">
            <a:extLst>
              <a:ext uri="{FF2B5EF4-FFF2-40B4-BE49-F238E27FC236}">
                <a16:creationId xmlns:a16="http://schemas.microsoft.com/office/drawing/2014/main" id="{84DB91B0-0933-D448-8EFA-5C197AC79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4572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4" name="Line 39">
            <a:extLst>
              <a:ext uri="{FF2B5EF4-FFF2-40B4-BE49-F238E27FC236}">
                <a16:creationId xmlns:a16="http://schemas.microsoft.com/office/drawing/2014/main" id="{85583CCF-83EA-B840-B3DE-F9DFD6A21F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4502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5" name="Rectangle 40">
            <a:extLst>
              <a:ext uri="{FF2B5EF4-FFF2-40B4-BE49-F238E27FC236}">
                <a16:creationId xmlns:a16="http://schemas.microsoft.com/office/drawing/2014/main" id="{7A8E4FFD-3EAC-9F4D-8509-D5B5C9167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4595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26" name="Line 41">
            <a:extLst>
              <a:ext uri="{FF2B5EF4-FFF2-40B4-BE49-F238E27FC236}">
                <a16:creationId xmlns:a16="http://schemas.microsoft.com/office/drawing/2014/main" id="{DA4B8CA3-F744-7941-9D1D-FE7E1DF9A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0700" y="4343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7" name="Line 42">
            <a:extLst>
              <a:ext uri="{FF2B5EF4-FFF2-40B4-BE49-F238E27FC236}">
                <a16:creationId xmlns:a16="http://schemas.microsoft.com/office/drawing/2014/main" id="{0BBEB9FA-0E99-6442-939A-E198C9D9A9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99450" y="4273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28" name="Rectangle 43">
            <a:extLst>
              <a:ext uri="{FF2B5EF4-FFF2-40B4-BE49-F238E27FC236}">
                <a16:creationId xmlns:a16="http://schemas.microsoft.com/office/drawing/2014/main" id="{B50022C7-5115-D64A-A0E4-83354DA8A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4367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29" name="Line 44">
            <a:extLst>
              <a:ext uri="{FF2B5EF4-FFF2-40B4-BE49-F238E27FC236}">
                <a16:creationId xmlns:a16="http://schemas.microsoft.com/office/drawing/2014/main" id="{C9FD69F9-DDCD-1748-A4A5-3AA8999387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4559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53" name="Rectangle 45">
            <a:extLst>
              <a:ext uri="{FF2B5EF4-FFF2-40B4-BE49-F238E27FC236}">
                <a16:creationId xmlns:a16="http://schemas.microsoft.com/office/drawing/2014/main" id="{6F4B1D67-D889-AB40-91BD-6289BD5D0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6096000"/>
            <a:ext cx="1381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ALUOp=Sub</a:t>
            </a:r>
          </a:p>
        </p:txBody>
      </p:sp>
      <p:grpSp>
        <p:nvGrpSpPr>
          <p:cNvPr id="204831" name="Group 48">
            <a:extLst>
              <a:ext uri="{FF2B5EF4-FFF2-40B4-BE49-F238E27FC236}">
                <a16:creationId xmlns:a16="http://schemas.microsoft.com/office/drawing/2014/main" id="{A5E0D772-D5DD-014E-B740-47824F1CCC4C}"/>
              </a:ext>
            </a:extLst>
          </p:cNvPr>
          <p:cNvGrpSpPr>
            <a:grpSpLocks/>
          </p:cNvGrpSpPr>
          <p:nvPr/>
        </p:nvGrpSpPr>
        <p:grpSpPr bwMode="auto">
          <a:xfrm>
            <a:off x="7354888" y="4953000"/>
            <a:ext cx="903287" cy="577850"/>
            <a:chOff x="4633" y="3120"/>
            <a:chExt cx="569" cy="364"/>
          </a:xfrm>
        </p:grpSpPr>
        <p:sp>
          <p:nvSpPr>
            <p:cNvPr id="205012" name="Rectangle 46">
              <a:extLst>
                <a:ext uri="{FF2B5EF4-FFF2-40B4-BE49-F238E27FC236}">
                  <a16:creationId xmlns:a16="http://schemas.microsoft.com/office/drawing/2014/main" id="{6A375A37-8B18-C84A-B2EE-523FCBA73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5013" name="Rectangle 47">
              <a:extLst>
                <a:ext uri="{FF2B5EF4-FFF2-40B4-BE49-F238E27FC236}">
                  <a16:creationId xmlns:a16="http://schemas.microsoft.com/office/drawing/2014/main" id="{2EBA7B37-BA48-6B44-B2FC-45544807E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04832" name="Line 49">
            <a:extLst>
              <a:ext uri="{FF2B5EF4-FFF2-40B4-BE49-F238E27FC236}">
                <a16:creationId xmlns:a16="http://schemas.microsoft.com/office/drawing/2014/main" id="{62FD0F9B-ED44-5249-87E6-DB0AB7819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5473700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3" name="Rectangle 50">
            <a:extLst>
              <a:ext uri="{FF2B5EF4-FFF2-40B4-BE49-F238E27FC236}">
                <a16:creationId xmlns:a16="http://schemas.microsoft.com/office/drawing/2014/main" id="{20D0EAE8-1E3D-8B47-873B-3CB1CBCDC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5179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34" name="Oval 51">
            <a:extLst>
              <a:ext uri="{FF2B5EF4-FFF2-40B4-BE49-F238E27FC236}">
                <a16:creationId xmlns:a16="http://schemas.microsoft.com/office/drawing/2014/main" id="{8BD99EFC-A81F-6346-B8CC-85654F42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50419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35" name="Rectangle 52">
            <a:extLst>
              <a:ext uri="{FF2B5EF4-FFF2-40B4-BE49-F238E27FC236}">
                <a16:creationId xmlns:a16="http://schemas.microsoft.com/office/drawing/2014/main" id="{37BE5464-1BD3-AD44-99A9-C0F767D1608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09044" y="40584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04836" name="Line 53">
            <a:extLst>
              <a:ext uri="{FF2B5EF4-FFF2-40B4-BE49-F238E27FC236}">
                <a16:creationId xmlns:a16="http://schemas.microsoft.com/office/drawing/2014/main" id="{6D18D9D5-CDF3-1043-ADD1-F6019F5723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38862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7" name="Line 54">
            <a:extLst>
              <a:ext uri="{FF2B5EF4-FFF2-40B4-BE49-F238E27FC236}">
                <a16:creationId xmlns:a16="http://schemas.microsoft.com/office/drawing/2014/main" id="{365ED78F-039D-AA42-80E9-97494CAC9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8" name="Rectangle 55">
            <a:extLst>
              <a:ext uri="{FF2B5EF4-FFF2-40B4-BE49-F238E27FC236}">
                <a16:creationId xmlns:a16="http://schemas.microsoft.com/office/drawing/2014/main" id="{C6AE7CA8-0832-6D4B-BC9F-FA0A82766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910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39" name="Line 56">
            <a:extLst>
              <a:ext uri="{FF2B5EF4-FFF2-40B4-BE49-F238E27FC236}">
                <a16:creationId xmlns:a16="http://schemas.microsoft.com/office/drawing/2014/main" id="{B76BAC98-A138-0B44-AD91-18D1F07D57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0100" y="2832100"/>
            <a:ext cx="12700" cy="673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65" name="Rectangle 57">
            <a:extLst>
              <a:ext uri="{FF2B5EF4-FFF2-40B4-BE49-F238E27FC236}">
                <a16:creationId xmlns:a16="http://schemas.microsoft.com/office/drawing/2014/main" id="{AA4B1335-24B4-0C47-9D9B-317E4E4E4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25320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04841" name="Line 58">
            <a:extLst>
              <a:ext uri="{FF2B5EF4-FFF2-40B4-BE49-F238E27FC236}">
                <a16:creationId xmlns:a16="http://schemas.microsoft.com/office/drawing/2014/main" id="{98E383C5-1AB3-D242-BBDB-F8167C1C4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194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2" name="Line 59">
            <a:extLst>
              <a:ext uri="{FF2B5EF4-FFF2-40B4-BE49-F238E27FC236}">
                <a16:creationId xmlns:a16="http://schemas.microsoft.com/office/drawing/2014/main" id="{6C9ADA8E-8204-5D40-B050-17214ED2A4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52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3" name="Rectangle 60">
            <a:extLst>
              <a:ext uri="{FF2B5EF4-FFF2-40B4-BE49-F238E27FC236}">
                <a16:creationId xmlns:a16="http://schemas.microsoft.com/office/drawing/2014/main" id="{5BEA2570-B783-E346-846D-DA7AC48DB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300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44" name="Line 61">
            <a:extLst>
              <a:ext uri="{FF2B5EF4-FFF2-40B4-BE49-F238E27FC236}">
                <a16:creationId xmlns:a16="http://schemas.microsoft.com/office/drawing/2014/main" id="{FA717BEB-637B-9745-B338-048FCA6834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28067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5" name="Line 62">
            <a:extLst>
              <a:ext uri="{FF2B5EF4-FFF2-40B4-BE49-F238E27FC236}">
                <a16:creationId xmlns:a16="http://schemas.microsoft.com/office/drawing/2014/main" id="{65069FE4-7108-DB4D-A790-B76C7A4DF9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3124200"/>
            <a:ext cx="6527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6" name="Rectangle 63">
            <a:extLst>
              <a:ext uri="{FF2B5EF4-FFF2-40B4-BE49-F238E27FC236}">
                <a16:creationId xmlns:a16="http://schemas.microsoft.com/office/drawing/2014/main" id="{16A065C6-794B-D646-BC84-EE854B119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517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47" name="Rectangle 64">
            <a:extLst>
              <a:ext uri="{FF2B5EF4-FFF2-40B4-BE49-F238E27FC236}">
                <a16:creationId xmlns:a16="http://schemas.microsoft.com/office/drawing/2014/main" id="{F6B78F0E-9D24-3E41-90E0-F9AC5A78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5" y="40592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04848" name="Rectangle 65">
            <a:extLst>
              <a:ext uri="{FF2B5EF4-FFF2-40B4-BE49-F238E27FC236}">
                <a16:creationId xmlns:a16="http://schemas.microsoft.com/office/drawing/2014/main" id="{C3B98E6F-5879-2347-89EC-002085F26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5290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04849" name="Rectangle 66">
            <a:extLst>
              <a:ext uri="{FF2B5EF4-FFF2-40B4-BE49-F238E27FC236}">
                <a16:creationId xmlns:a16="http://schemas.microsoft.com/office/drawing/2014/main" id="{06497AD7-BC3F-8D41-B6D8-2B6E53FC0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43672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04850" name="Rectangle 67">
            <a:extLst>
              <a:ext uri="{FF2B5EF4-FFF2-40B4-BE49-F238E27FC236}">
                <a16:creationId xmlns:a16="http://schemas.microsoft.com/office/drawing/2014/main" id="{0C46EA75-8101-514B-8B12-3FF54DCB7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46720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04851" name="Rectangle 68">
            <a:extLst>
              <a:ext uri="{FF2B5EF4-FFF2-40B4-BE49-F238E27FC236}">
                <a16:creationId xmlns:a16="http://schemas.microsoft.com/office/drawing/2014/main" id="{709AD72B-54D7-8544-A454-CDE13DBCE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33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04852" name="Line 69">
            <a:extLst>
              <a:ext uri="{FF2B5EF4-FFF2-40B4-BE49-F238E27FC236}">
                <a16:creationId xmlns:a16="http://schemas.microsoft.com/office/drawing/2014/main" id="{FA523214-818F-C243-96FD-72B340C8A2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7300" y="4038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3" name="Line 70">
            <a:extLst>
              <a:ext uri="{FF2B5EF4-FFF2-40B4-BE49-F238E27FC236}">
                <a16:creationId xmlns:a16="http://schemas.microsoft.com/office/drawing/2014/main" id="{9A57A197-BB7C-6D4C-BCE6-10EAE9F71A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3968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4" name="Rectangle 71">
            <a:extLst>
              <a:ext uri="{FF2B5EF4-FFF2-40B4-BE49-F238E27FC236}">
                <a16:creationId xmlns:a16="http://schemas.microsoft.com/office/drawing/2014/main" id="{22DB66CF-5DED-7545-B844-291FCF98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40624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4855" name="Line 72">
            <a:extLst>
              <a:ext uri="{FF2B5EF4-FFF2-40B4-BE49-F238E27FC236}">
                <a16:creationId xmlns:a16="http://schemas.microsoft.com/office/drawing/2014/main" id="{57269AB2-B502-1C47-96D3-9787F10525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7300" y="3657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6" name="Line 73">
            <a:extLst>
              <a:ext uri="{FF2B5EF4-FFF2-40B4-BE49-F238E27FC236}">
                <a16:creationId xmlns:a16="http://schemas.microsoft.com/office/drawing/2014/main" id="{050BB285-AFB5-1844-B0EE-6FFE54E11F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7" name="Rectangle 74">
            <a:extLst>
              <a:ext uri="{FF2B5EF4-FFF2-40B4-BE49-F238E27FC236}">
                <a16:creationId xmlns:a16="http://schemas.microsoft.com/office/drawing/2014/main" id="{894F6432-8A05-A34C-AF83-19A0F1E39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6814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4858" name="Line 75">
            <a:extLst>
              <a:ext uri="{FF2B5EF4-FFF2-40B4-BE49-F238E27FC236}">
                <a16:creationId xmlns:a16="http://schemas.microsoft.com/office/drawing/2014/main" id="{5E926B25-F559-BF4E-9081-C91C431620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6763" y="40386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9" name="Line 76">
            <a:extLst>
              <a:ext uri="{FF2B5EF4-FFF2-40B4-BE49-F238E27FC236}">
                <a16:creationId xmlns:a16="http://schemas.microsoft.com/office/drawing/2014/main" id="{03035233-A34D-5342-9EDE-62AFECCDF6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4400" y="39687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0" name="Rectangle 77">
            <a:extLst>
              <a:ext uri="{FF2B5EF4-FFF2-40B4-BE49-F238E27FC236}">
                <a16:creationId xmlns:a16="http://schemas.microsoft.com/office/drawing/2014/main" id="{A4F1B231-7B99-6945-9C40-03FBEC250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4062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61" name="Rectangle 78">
            <a:extLst>
              <a:ext uri="{FF2B5EF4-FFF2-40B4-BE49-F238E27FC236}">
                <a16:creationId xmlns:a16="http://schemas.microsoft.com/office/drawing/2014/main" id="{310D644C-9326-2D4A-A85F-3227EA5D0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37449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04862" name="Line 79">
            <a:extLst>
              <a:ext uri="{FF2B5EF4-FFF2-40B4-BE49-F238E27FC236}">
                <a16:creationId xmlns:a16="http://schemas.microsoft.com/office/drawing/2014/main" id="{40B7C8AB-5110-3F4A-96B0-B2CCDE153D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8350" y="4648200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3" name="Line 80">
            <a:extLst>
              <a:ext uri="{FF2B5EF4-FFF2-40B4-BE49-F238E27FC236}">
                <a16:creationId xmlns:a16="http://schemas.microsoft.com/office/drawing/2014/main" id="{975B480A-D13E-324B-A93F-A81209F9E8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5988" y="4578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4" name="Rectangle 81">
            <a:extLst>
              <a:ext uri="{FF2B5EF4-FFF2-40B4-BE49-F238E27FC236}">
                <a16:creationId xmlns:a16="http://schemas.microsoft.com/office/drawing/2014/main" id="{0F19F854-1E9F-6642-AE68-A3F01D33B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850" y="4672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65" name="Rectangle 82">
            <a:extLst>
              <a:ext uri="{FF2B5EF4-FFF2-40B4-BE49-F238E27FC236}">
                <a16:creationId xmlns:a16="http://schemas.microsoft.com/office/drawing/2014/main" id="{7A2F2507-B4CB-3147-B7E6-1CFE5AD1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44053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04866" name="Line 83">
            <a:extLst>
              <a:ext uri="{FF2B5EF4-FFF2-40B4-BE49-F238E27FC236}">
                <a16:creationId xmlns:a16="http://schemas.microsoft.com/office/drawing/2014/main" id="{5A478A3A-FCB2-AE44-94DE-8F95FD031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83210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92" name="Rectangle 84">
            <a:extLst>
              <a:ext uri="{FF2B5EF4-FFF2-40B4-BE49-F238E27FC236}">
                <a16:creationId xmlns:a16="http://schemas.microsoft.com/office/drawing/2014/main" id="{348E4665-53ED-EA48-8BB2-392C68C6D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2532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04868" name="Line 85">
            <a:extLst>
              <a:ext uri="{FF2B5EF4-FFF2-40B4-BE49-F238E27FC236}">
                <a16:creationId xmlns:a16="http://schemas.microsoft.com/office/drawing/2014/main" id="{2C598DA2-C09B-4847-9CF2-96E248123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670300"/>
            <a:ext cx="0" cy="233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9" name="Rectangle 86">
            <a:extLst>
              <a:ext uri="{FF2B5EF4-FFF2-40B4-BE49-F238E27FC236}">
                <a16:creationId xmlns:a16="http://schemas.microsoft.com/office/drawing/2014/main" id="{B2826D3D-1369-DE4F-971B-3669A2635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376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04870" name="Rectangle 87">
            <a:extLst>
              <a:ext uri="{FF2B5EF4-FFF2-40B4-BE49-F238E27FC236}">
                <a16:creationId xmlns:a16="http://schemas.microsoft.com/office/drawing/2014/main" id="{12CD652A-7C1B-6246-BA6F-1E5115107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757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04871" name="Group 95">
            <a:extLst>
              <a:ext uri="{FF2B5EF4-FFF2-40B4-BE49-F238E27FC236}">
                <a16:creationId xmlns:a16="http://schemas.microsoft.com/office/drawing/2014/main" id="{BDF16840-F98C-B143-9622-3162DAAF84D7}"/>
              </a:ext>
            </a:extLst>
          </p:cNvPr>
          <p:cNvGrpSpPr>
            <a:grpSpLocks/>
          </p:cNvGrpSpPr>
          <p:nvPr/>
        </p:nvGrpSpPr>
        <p:grpSpPr bwMode="auto">
          <a:xfrm>
            <a:off x="4054475" y="4127500"/>
            <a:ext cx="333375" cy="946150"/>
            <a:chOff x="2554" y="2600"/>
            <a:chExt cx="210" cy="596"/>
          </a:xfrm>
        </p:grpSpPr>
        <p:sp>
          <p:nvSpPr>
            <p:cNvPr id="205005" name="Line 88">
              <a:extLst>
                <a:ext uri="{FF2B5EF4-FFF2-40B4-BE49-F238E27FC236}">
                  <a16:creationId xmlns:a16="http://schemas.microsoft.com/office/drawing/2014/main" id="{E259F12B-E1AF-D642-9CD9-9FC77BF37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6" name="Line 89">
              <a:extLst>
                <a:ext uri="{FF2B5EF4-FFF2-40B4-BE49-F238E27FC236}">
                  <a16:creationId xmlns:a16="http://schemas.microsoft.com/office/drawing/2014/main" id="{CC2CE3F7-D99C-0D42-81EB-8F65F9B5E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7" name="Line 90">
              <a:extLst>
                <a:ext uri="{FF2B5EF4-FFF2-40B4-BE49-F238E27FC236}">
                  <a16:creationId xmlns:a16="http://schemas.microsoft.com/office/drawing/2014/main" id="{1D7589E7-E5C6-0145-9C92-2AAF161F1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8" name="Line 91">
              <a:extLst>
                <a:ext uri="{FF2B5EF4-FFF2-40B4-BE49-F238E27FC236}">
                  <a16:creationId xmlns:a16="http://schemas.microsoft.com/office/drawing/2014/main" id="{D5EFAEA6-1C1A-5646-A18B-77754EBF0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9" name="Rectangle 92">
              <a:extLst>
                <a:ext uri="{FF2B5EF4-FFF2-40B4-BE49-F238E27FC236}">
                  <a16:creationId xmlns:a16="http://schemas.microsoft.com/office/drawing/2014/main" id="{85B928A9-6864-9240-BD86-636E0156E3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5010" name="Rectangle 93">
              <a:extLst>
                <a:ext uri="{FF2B5EF4-FFF2-40B4-BE49-F238E27FC236}">
                  <a16:creationId xmlns:a16="http://schemas.microsoft.com/office/drawing/2014/main" id="{741B6032-8BAD-F947-B645-2D6F7A2EB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011" name="Rectangle 94">
              <a:extLst>
                <a:ext uri="{FF2B5EF4-FFF2-40B4-BE49-F238E27FC236}">
                  <a16:creationId xmlns:a16="http://schemas.microsoft.com/office/drawing/2014/main" id="{14234B93-81B2-1C44-BA0F-D4861AAE4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4872" name="Line 96">
            <a:extLst>
              <a:ext uri="{FF2B5EF4-FFF2-40B4-BE49-F238E27FC236}">
                <a16:creationId xmlns:a16="http://schemas.microsoft.com/office/drawing/2014/main" id="{2FCA8C60-7AF3-D74C-90BA-5516008C24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4495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3" name="Line 97">
            <a:extLst>
              <a:ext uri="{FF2B5EF4-FFF2-40B4-BE49-F238E27FC236}">
                <a16:creationId xmlns:a16="http://schemas.microsoft.com/office/drawing/2014/main" id="{D1F208C2-EC6A-634E-8024-96500CA7F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4876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4" name="Line 98">
            <a:extLst>
              <a:ext uri="{FF2B5EF4-FFF2-40B4-BE49-F238E27FC236}">
                <a16:creationId xmlns:a16="http://schemas.microsoft.com/office/drawing/2014/main" id="{DA13FDB1-1F4D-EB44-9BE6-01D9A5F85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42672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5" name="Rectangle 99">
            <a:extLst>
              <a:ext uri="{FF2B5EF4-FFF2-40B4-BE49-F238E27FC236}">
                <a16:creationId xmlns:a16="http://schemas.microsoft.com/office/drawing/2014/main" id="{1F1E1EA8-8F4F-BD47-8341-35968CF94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4214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4876" name="Rectangle 100">
            <a:extLst>
              <a:ext uri="{FF2B5EF4-FFF2-40B4-BE49-F238E27FC236}">
                <a16:creationId xmlns:a16="http://schemas.microsoft.com/office/drawing/2014/main" id="{7CE73AB7-216B-6446-933C-17D64251F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3" y="4595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3109" name="Rectangle 101">
            <a:extLst>
              <a:ext uri="{FF2B5EF4-FFF2-40B4-BE49-F238E27FC236}">
                <a16:creationId xmlns:a16="http://schemas.microsoft.com/office/drawing/2014/main" id="{026072A3-1F86-0642-9EF6-6C030EE70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9812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43110" name="Rectangle 102">
            <a:extLst>
              <a:ext uri="{FF2B5EF4-FFF2-40B4-BE49-F238E27FC236}">
                <a16:creationId xmlns:a16="http://schemas.microsoft.com/office/drawing/2014/main" id="{BFE495CC-F3FB-2F4F-B294-F8591D91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5146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sp>
        <p:nvSpPr>
          <p:cNvPr id="204879" name="Line 103">
            <a:extLst>
              <a:ext uri="{FF2B5EF4-FFF2-40B4-BE49-F238E27FC236}">
                <a16:creationId xmlns:a16="http://schemas.microsoft.com/office/drawing/2014/main" id="{D7FB218D-3D69-0A4F-883A-2BCD4D6355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8100" y="48006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0" name="Line 104">
            <a:extLst>
              <a:ext uri="{FF2B5EF4-FFF2-40B4-BE49-F238E27FC236}">
                <a16:creationId xmlns:a16="http://schemas.microsoft.com/office/drawing/2014/main" id="{EDF34CB5-706F-1B48-81FA-E88C2C7A56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8300" y="2806700"/>
            <a:ext cx="12700" cy="13335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13" name="Rectangle 105">
            <a:extLst>
              <a:ext uri="{FF2B5EF4-FFF2-40B4-BE49-F238E27FC236}">
                <a16:creationId xmlns:a16="http://schemas.microsoft.com/office/drawing/2014/main" id="{98EA68AA-F95E-804A-B740-B377074FC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532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04882" name="Group 113">
            <a:extLst>
              <a:ext uri="{FF2B5EF4-FFF2-40B4-BE49-F238E27FC236}">
                <a16:creationId xmlns:a16="http://schemas.microsoft.com/office/drawing/2014/main" id="{1FC41247-3D80-8445-800F-E941E60CE8AB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3517900"/>
            <a:ext cx="333375" cy="946150"/>
            <a:chOff x="586" y="2216"/>
            <a:chExt cx="210" cy="596"/>
          </a:xfrm>
        </p:grpSpPr>
        <p:sp>
          <p:nvSpPr>
            <p:cNvPr id="204998" name="Line 106">
              <a:extLst>
                <a:ext uri="{FF2B5EF4-FFF2-40B4-BE49-F238E27FC236}">
                  <a16:creationId xmlns:a16="http://schemas.microsoft.com/office/drawing/2014/main" id="{01078BBC-0433-0941-969C-02F8D9058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9" name="Line 107">
              <a:extLst>
                <a:ext uri="{FF2B5EF4-FFF2-40B4-BE49-F238E27FC236}">
                  <a16:creationId xmlns:a16="http://schemas.microsoft.com/office/drawing/2014/main" id="{1FD7DE1C-F516-3048-BAF2-CC1ADF01A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0" name="Line 108">
              <a:extLst>
                <a:ext uri="{FF2B5EF4-FFF2-40B4-BE49-F238E27FC236}">
                  <a16:creationId xmlns:a16="http://schemas.microsoft.com/office/drawing/2014/main" id="{238870D4-A450-5547-82A7-32EFA9E8D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1" name="Line 109">
              <a:extLst>
                <a:ext uri="{FF2B5EF4-FFF2-40B4-BE49-F238E27FC236}">
                  <a16:creationId xmlns:a16="http://schemas.microsoft.com/office/drawing/2014/main" id="{BAF0C07F-AEC5-1F49-B36E-9AA475640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2" name="Rectangle 110">
              <a:extLst>
                <a:ext uri="{FF2B5EF4-FFF2-40B4-BE49-F238E27FC236}">
                  <a16:creationId xmlns:a16="http://schemas.microsoft.com/office/drawing/2014/main" id="{55012E73-DE93-8446-9968-A52B70A381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5003" name="Rectangle 111">
              <a:extLst>
                <a:ext uri="{FF2B5EF4-FFF2-40B4-BE49-F238E27FC236}">
                  <a16:creationId xmlns:a16="http://schemas.microsoft.com/office/drawing/2014/main" id="{71308B87-62B2-694A-A39E-B98F0112F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5004" name="Rectangle 112">
              <a:extLst>
                <a:ext uri="{FF2B5EF4-FFF2-40B4-BE49-F238E27FC236}">
                  <a16:creationId xmlns:a16="http://schemas.microsoft.com/office/drawing/2014/main" id="{09F5231A-24A5-3B4A-9459-417BE22C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4883" name="Line 114">
            <a:extLst>
              <a:ext uri="{FF2B5EF4-FFF2-40B4-BE49-F238E27FC236}">
                <a16:creationId xmlns:a16="http://schemas.microsoft.com/office/drawing/2014/main" id="{BF4A17DF-8C95-6D4B-AA0D-FA098C120C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657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4" name="Line 115">
            <a:extLst>
              <a:ext uri="{FF2B5EF4-FFF2-40B4-BE49-F238E27FC236}">
                <a16:creationId xmlns:a16="http://schemas.microsoft.com/office/drawing/2014/main" id="{F7510005-538A-C74D-8C24-0B7E03B009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5" name="Rectangle 116">
            <a:extLst>
              <a:ext uri="{FF2B5EF4-FFF2-40B4-BE49-F238E27FC236}">
                <a16:creationId xmlns:a16="http://schemas.microsoft.com/office/drawing/2014/main" id="{A48FA147-3CBC-4E46-B8B5-8414AA66F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86" name="Line 117">
            <a:extLst>
              <a:ext uri="{FF2B5EF4-FFF2-40B4-BE49-F238E27FC236}">
                <a16:creationId xmlns:a16="http://schemas.microsoft.com/office/drawing/2014/main" id="{0AABC796-29CB-1E41-9681-58985E45A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42799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7" name="Line 118">
            <a:extLst>
              <a:ext uri="{FF2B5EF4-FFF2-40B4-BE49-F238E27FC236}">
                <a16:creationId xmlns:a16="http://schemas.microsoft.com/office/drawing/2014/main" id="{E4601B28-209D-5D4B-B66C-07D4A2FD64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500" y="42672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88" name="Rectangle 119">
            <a:extLst>
              <a:ext uri="{FF2B5EF4-FFF2-40B4-BE49-F238E27FC236}">
                <a16:creationId xmlns:a16="http://schemas.microsoft.com/office/drawing/2014/main" id="{B63D1C82-3B9B-564A-A1E3-5738D0B35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9845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89" name="Rectangle 120">
            <a:extLst>
              <a:ext uri="{FF2B5EF4-FFF2-40B4-BE49-F238E27FC236}">
                <a16:creationId xmlns:a16="http://schemas.microsoft.com/office/drawing/2014/main" id="{2B7A79FB-B02E-5B46-BEB1-5FD535AE3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2941638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04890" name="Line 121">
            <a:extLst>
              <a:ext uri="{FF2B5EF4-FFF2-40B4-BE49-F238E27FC236}">
                <a16:creationId xmlns:a16="http://schemas.microsoft.com/office/drawing/2014/main" id="{D3BE55D7-AC12-1740-AB71-7CE1156DB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289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91" name="Group 124">
            <a:extLst>
              <a:ext uri="{FF2B5EF4-FFF2-40B4-BE49-F238E27FC236}">
                <a16:creationId xmlns:a16="http://schemas.microsoft.com/office/drawing/2014/main" id="{2A5C5A4F-6270-7F48-898C-1784BDB2095B}"/>
              </a:ext>
            </a:extLst>
          </p:cNvPr>
          <p:cNvGrpSpPr>
            <a:grpSpLocks/>
          </p:cNvGrpSpPr>
          <p:nvPr/>
        </p:nvGrpSpPr>
        <p:grpSpPr bwMode="auto">
          <a:xfrm>
            <a:off x="4357688" y="5867400"/>
            <a:ext cx="868362" cy="333375"/>
            <a:chOff x="2744" y="3696"/>
            <a:chExt cx="502" cy="210"/>
          </a:xfrm>
        </p:grpSpPr>
        <p:sp>
          <p:nvSpPr>
            <p:cNvPr id="204996" name="Rectangle 122">
              <a:extLst>
                <a:ext uri="{FF2B5EF4-FFF2-40B4-BE49-F238E27FC236}">
                  <a16:creationId xmlns:a16="http://schemas.microsoft.com/office/drawing/2014/main" id="{B031741E-37D8-964B-B3F8-853F61B9A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4997" name="Rectangle 123">
              <a:extLst>
                <a:ext uri="{FF2B5EF4-FFF2-40B4-BE49-F238E27FC236}">
                  <a16:creationId xmlns:a16="http://schemas.microsoft.com/office/drawing/2014/main" id="{7D55653F-9F52-E14A-9B1D-D9F442DC5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" y="3696"/>
              <a:ext cx="49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04892" name="Line 125">
            <a:extLst>
              <a:ext uri="{FF2B5EF4-FFF2-40B4-BE49-F238E27FC236}">
                <a16:creationId xmlns:a16="http://schemas.microsoft.com/office/drawing/2014/main" id="{3D367FBE-5DA0-0249-A770-5FC3D385B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172200"/>
            <a:ext cx="0" cy="368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34" name="Rectangle 126">
            <a:extLst>
              <a:ext uri="{FF2B5EF4-FFF2-40B4-BE49-F238E27FC236}">
                <a16:creationId xmlns:a16="http://schemas.microsoft.com/office/drawing/2014/main" id="{F35ADB40-0914-1C4D-A562-48A91F82B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63246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ExtOp=x</a:t>
            </a:r>
          </a:p>
        </p:txBody>
      </p:sp>
      <p:grpSp>
        <p:nvGrpSpPr>
          <p:cNvPr id="204894" name="Group 134">
            <a:extLst>
              <a:ext uri="{FF2B5EF4-FFF2-40B4-BE49-F238E27FC236}">
                <a16:creationId xmlns:a16="http://schemas.microsoft.com/office/drawing/2014/main" id="{9657A518-7198-2A42-A4D7-F92606B594A1}"/>
              </a:ext>
            </a:extLst>
          </p:cNvPr>
          <p:cNvGrpSpPr>
            <a:grpSpLocks/>
          </p:cNvGrpSpPr>
          <p:nvPr/>
        </p:nvGrpSpPr>
        <p:grpSpPr bwMode="auto">
          <a:xfrm>
            <a:off x="6569075" y="3213100"/>
            <a:ext cx="333375" cy="946150"/>
            <a:chOff x="4138" y="2024"/>
            <a:chExt cx="210" cy="596"/>
          </a:xfrm>
        </p:grpSpPr>
        <p:sp>
          <p:nvSpPr>
            <p:cNvPr id="204989" name="Line 127">
              <a:extLst>
                <a:ext uri="{FF2B5EF4-FFF2-40B4-BE49-F238E27FC236}">
                  <a16:creationId xmlns:a16="http://schemas.microsoft.com/office/drawing/2014/main" id="{86082E6F-AD83-6047-AAB3-951905D3A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0" name="Line 128">
              <a:extLst>
                <a:ext uri="{FF2B5EF4-FFF2-40B4-BE49-F238E27FC236}">
                  <a16:creationId xmlns:a16="http://schemas.microsoft.com/office/drawing/2014/main" id="{D04DBF80-FEA6-FB47-B597-C664E6D4F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1" name="Line 129">
              <a:extLst>
                <a:ext uri="{FF2B5EF4-FFF2-40B4-BE49-F238E27FC236}">
                  <a16:creationId xmlns:a16="http://schemas.microsoft.com/office/drawing/2014/main" id="{509C14E5-5EDB-3D47-B3F0-39412D020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2" name="Line 130">
              <a:extLst>
                <a:ext uri="{FF2B5EF4-FFF2-40B4-BE49-F238E27FC236}">
                  <a16:creationId xmlns:a16="http://schemas.microsoft.com/office/drawing/2014/main" id="{EB9E98DB-7F04-CE4E-ADDB-53BA9B798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93" name="Rectangle 131">
              <a:extLst>
                <a:ext uri="{FF2B5EF4-FFF2-40B4-BE49-F238E27FC236}">
                  <a16:creationId xmlns:a16="http://schemas.microsoft.com/office/drawing/2014/main" id="{057A0B5B-E911-6F46-9B05-CD72798057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4994" name="Rectangle 132">
              <a:extLst>
                <a:ext uri="{FF2B5EF4-FFF2-40B4-BE49-F238E27FC236}">
                  <a16:creationId xmlns:a16="http://schemas.microsoft.com/office/drawing/2014/main" id="{A55BB2D3-7382-2C45-8402-8C6652FC5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4995" name="Rectangle 133">
              <a:extLst>
                <a:ext uri="{FF2B5EF4-FFF2-40B4-BE49-F238E27FC236}">
                  <a16:creationId xmlns:a16="http://schemas.microsoft.com/office/drawing/2014/main" id="{37FA9481-81B2-F247-97A8-29BC33D09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4895" name="Line 135">
            <a:extLst>
              <a:ext uri="{FF2B5EF4-FFF2-40B4-BE49-F238E27FC236}">
                <a16:creationId xmlns:a16="http://schemas.microsoft.com/office/drawing/2014/main" id="{E0DA5D1B-5C90-BE4B-B746-080CDE3186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32600" y="36576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96" name="Line 136">
            <a:extLst>
              <a:ext uri="{FF2B5EF4-FFF2-40B4-BE49-F238E27FC236}">
                <a16:creationId xmlns:a16="http://schemas.microsoft.com/office/drawing/2014/main" id="{4F76867D-7E08-C547-8EC9-734FD9A02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2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97" name="Rectangle 137">
            <a:extLst>
              <a:ext uri="{FF2B5EF4-FFF2-40B4-BE49-F238E27FC236}">
                <a16:creationId xmlns:a16="http://schemas.microsoft.com/office/drawing/2014/main" id="{4C50F66D-3797-9C44-B9C6-DDB44C892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898" name="Line 138">
            <a:extLst>
              <a:ext uri="{FF2B5EF4-FFF2-40B4-BE49-F238E27FC236}">
                <a16:creationId xmlns:a16="http://schemas.microsoft.com/office/drawing/2014/main" id="{5586CEA0-95C4-F642-A6BE-D09A629B1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8300" y="2819400"/>
            <a:ext cx="0" cy="406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99" name="Line 139">
            <a:extLst>
              <a:ext uri="{FF2B5EF4-FFF2-40B4-BE49-F238E27FC236}">
                <a16:creationId xmlns:a16="http://schemas.microsoft.com/office/drawing/2014/main" id="{14F02D4D-09C8-934F-A933-A14268034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1671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0" name="Line 140">
            <a:extLst>
              <a:ext uri="{FF2B5EF4-FFF2-40B4-BE49-F238E27FC236}">
                <a16:creationId xmlns:a16="http://schemas.microsoft.com/office/drawing/2014/main" id="{882691F7-3582-404C-8F71-59A169C80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41671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1" name="Line 141">
            <a:extLst>
              <a:ext uri="{FF2B5EF4-FFF2-40B4-BE49-F238E27FC236}">
                <a16:creationId xmlns:a16="http://schemas.microsoft.com/office/drawing/2014/main" id="{AC1AD66E-B7C8-CD4B-8D44-DB5C4ECC31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6900" y="52451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2" name="Line 142">
            <a:extLst>
              <a:ext uri="{FF2B5EF4-FFF2-40B4-BE49-F238E27FC236}">
                <a16:creationId xmlns:a16="http://schemas.microsoft.com/office/drawing/2014/main" id="{60A374EF-6293-B94B-9C77-0CE0FB783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2799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3" name="Line 143">
            <a:extLst>
              <a:ext uri="{FF2B5EF4-FFF2-40B4-BE49-F238E27FC236}">
                <a16:creationId xmlns:a16="http://schemas.microsoft.com/office/drawing/2014/main" id="{6CDE7923-43C0-0449-BA4A-E27A25ED1D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5387975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4" name="Rectangle 144">
            <a:extLst>
              <a:ext uri="{FF2B5EF4-FFF2-40B4-BE49-F238E27FC236}">
                <a16:creationId xmlns:a16="http://schemas.microsoft.com/office/drawing/2014/main" id="{3ED3EFAA-E7C9-0942-9D8B-7A955A6FE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214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4905" name="Rectangle 145">
            <a:extLst>
              <a:ext uri="{FF2B5EF4-FFF2-40B4-BE49-F238E27FC236}">
                <a16:creationId xmlns:a16="http://schemas.microsoft.com/office/drawing/2014/main" id="{884130DF-26FF-F44A-9E84-2C0E7DA4A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537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4906" name="Rectangle 146">
            <a:extLst>
              <a:ext uri="{FF2B5EF4-FFF2-40B4-BE49-F238E27FC236}">
                <a16:creationId xmlns:a16="http://schemas.microsoft.com/office/drawing/2014/main" id="{A1DFE927-19FD-0642-B4AB-3509C402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841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4907" name="Rectangle 147">
            <a:extLst>
              <a:ext uri="{FF2B5EF4-FFF2-40B4-BE49-F238E27FC236}">
                <a16:creationId xmlns:a16="http://schemas.microsoft.com/office/drawing/2014/main" id="{9178E5E4-3E8C-9B4E-AC8D-F709EA1A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5070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4908" name="Line 148">
            <a:extLst>
              <a:ext uri="{FF2B5EF4-FFF2-40B4-BE49-F238E27FC236}">
                <a16:creationId xmlns:a16="http://schemas.microsoft.com/office/drawing/2014/main" id="{86EB8C30-BE02-8E4E-8E0C-E58C3C8207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4343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9" name="Rectangle 149">
            <a:extLst>
              <a:ext uri="{FF2B5EF4-FFF2-40B4-BE49-F238E27FC236}">
                <a16:creationId xmlns:a16="http://schemas.microsoft.com/office/drawing/2014/main" id="{B48730C0-3102-0041-8B00-BFEAF7F8B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41910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4910" name="Line 150">
            <a:extLst>
              <a:ext uri="{FF2B5EF4-FFF2-40B4-BE49-F238E27FC236}">
                <a16:creationId xmlns:a16="http://schemas.microsoft.com/office/drawing/2014/main" id="{716F029F-F254-F245-AB5C-9108A0E614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97300" y="60198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1" name="Line 151">
            <a:extLst>
              <a:ext uri="{FF2B5EF4-FFF2-40B4-BE49-F238E27FC236}">
                <a16:creationId xmlns:a16="http://schemas.microsoft.com/office/drawing/2014/main" id="{8536EE35-966F-764A-89F9-500A9052D2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5949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2" name="Rectangle 152">
            <a:extLst>
              <a:ext uri="{FF2B5EF4-FFF2-40B4-BE49-F238E27FC236}">
                <a16:creationId xmlns:a16="http://schemas.microsoft.com/office/drawing/2014/main" id="{8930A8B5-607A-7845-981C-EEFAF5097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6043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4913" name="Rectangle 153">
            <a:extLst>
              <a:ext uri="{FF2B5EF4-FFF2-40B4-BE49-F238E27FC236}">
                <a16:creationId xmlns:a16="http://schemas.microsoft.com/office/drawing/2014/main" id="{FABF4844-FEBC-1F4F-B6C4-C87C1AE75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5864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04914" name="Line 154">
            <a:extLst>
              <a:ext uri="{FF2B5EF4-FFF2-40B4-BE49-F238E27FC236}">
                <a16:creationId xmlns:a16="http://schemas.microsoft.com/office/drawing/2014/main" id="{A0F8269C-4F4F-EE49-B2DD-05543D6565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60198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5" name="Line 155">
            <a:extLst>
              <a:ext uri="{FF2B5EF4-FFF2-40B4-BE49-F238E27FC236}">
                <a16:creationId xmlns:a16="http://schemas.microsoft.com/office/drawing/2014/main" id="{8A09AD8C-DB7C-1845-8C3D-59EC1668F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9250" y="59499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6" name="Rectangle 156">
            <a:extLst>
              <a:ext uri="{FF2B5EF4-FFF2-40B4-BE49-F238E27FC236}">
                <a16:creationId xmlns:a16="http://schemas.microsoft.com/office/drawing/2014/main" id="{A81F9AD0-E842-894D-9D8C-B82B30C6A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6043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4917" name="Group 159">
            <a:extLst>
              <a:ext uri="{FF2B5EF4-FFF2-40B4-BE49-F238E27FC236}">
                <a16:creationId xmlns:a16="http://schemas.microsoft.com/office/drawing/2014/main" id="{D2525528-8C6A-3240-9B20-B64AB5E9901D}"/>
              </a:ext>
            </a:extLst>
          </p:cNvPr>
          <p:cNvGrpSpPr>
            <a:grpSpLocks/>
          </p:cNvGrpSpPr>
          <p:nvPr/>
        </p:nvGrpSpPr>
        <p:grpSpPr bwMode="auto">
          <a:xfrm>
            <a:off x="5607050" y="5181600"/>
            <a:ext cx="588963" cy="333375"/>
            <a:chOff x="3532" y="3264"/>
            <a:chExt cx="371" cy="210"/>
          </a:xfrm>
        </p:grpSpPr>
        <p:sp>
          <p:nvSpPr>
            <p:cNvPr id="204987" name="Rectangle 157">
              <a:extLst>
                <a:ext uri="{FF2B5EF4-FFF2-40B4-BE49-F238E27FC236}">
                  <a16:creationId xmlns:a16="http://schemas.microsoft.com/office/drawing/2014/main" id="{2B9D66C0-5D85-7D4C-B0BA-5F17E526C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4988" name="Rectangle 158">
              <a:extLst>
                <a:ext uri="{FF2B5EF4-FFF2-40B4-BE49-F238E27FC236}">
                  <a16:creationId xmlns:a16="http://schemas.microsoft.com/office/drawing/2014/main" id="{EEF29830-A0F3-954D-9DC5-A91B7C9BE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264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04918" name="Line 160">
            <a:extLst>
              <a:ext uri="{FF2B5EF4-FFF2-40B4-BE49-F238E27FC236}">
                <a16:creationId xmlns:a16="http://schemas.microsoft.com/office/drawing/2014/main" id="{06E9901D-2A60-B24E-90D6-0839FCCAAC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4953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9" name="Line 161">
            <a:extLst>
              <a:ext uri="{FF2B5EF4-FFF2-40B4-BE49-F238E27FC236}">
                <a16:creationId xmlns:a16="http://schemas.microsoft.com/office/drawing/2014/main" id="{715B6049-26C5-F24A-B946-FE04BD1F6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965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0" name="Line 162">
            <a:extLst>
              <a:ext uri="{FF2B5EF4-FFF2-40B4-BE49-F238E27FC236}">
                <a16:creationId xmlns:a16="http://schemas.microsoft.com/office/drawing/2014/main" id="{D2DF4D93-EDC7-B249-8690-604869E693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5473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1" name="Line 163">
            <a:extLst>
              <a:ext uri="{FF2B5EF4-FFF2-40B4-BE49-F238E27FC236}">
                <a16:creationId xmlns:a16="http://schemas.microsoft.com/office/drawing/2014/main" id="{0DE13619-A099-D14B-9167-45245B1995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3000" y="4648200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72" name="Rectangle 164">
            <a:extLst>
              <a:ext uri="{FF2B5EF4-FFF2-40B4-BE49-F238E27FC236}">
                <a16:creationId xmlns:a16="http://schemas.microsoft.com/office/drawing/2014/main" id="{498F7E93-EA85-7645-A6D0-45C41F955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57150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204923" name="Line 165">
            <a:extLst>
              <a:ext uri="{FF2B5EF4-FFF2-40B4-BE49-F238E27FC236}">
                <a16:creationId xmlns:a16="http://schemas.microsoft.com/office/drawing/2014/main" id="{7883B971-D99D-B243-977B-75D9B980F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4900" y="25273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4" name="Line 166">
            <a:extLst>
              <a:ext uri="{FF2B5EF4-FFF2-40B4-BE49-F238E27FC236}">
                <a16:creationId xmlns:a16="http://schemas.microsoft.com/office/drawing/2014/main" id="{8387A73B-FB8D-304E-B36A-E7D69D6714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25273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5" name="Line 167">
            <a:extLst>
              <a:ext uri="{FF2B5EF4-FFF2-40B4-BE49-F238E27FC236}">
                <a16:creationId xmlns:a16="http://schemas.microsoft.com/office/drawing/2014/main" id="{C4ADBD19-F0DD-834C-9EF0-0A5C71F375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3600" y="33067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6" name="Line 168">
            <a:extLst>
              <a:ext uri="{FF2B5EF4-FFF2-40B4-BE49-F238E27FC236}">
                <a16:creationId xmlns:a16="http://schemas.microsoft.com/office/drawing/2014/main" id="{09D40913-BC17-C54C-B34E-2DDDBAD7B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26098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7" name="Rectangle 169">
            <a:extLst>
              <a:ext uri="{FF2B5EF4-FFF2-40B4-BE49-F238E27FC236}">
                <a16:creationId xmlns:a16="http://schemas.microsoft.com/office/drawing/2014/main" id="{B3CB0622-D10B-684A-8FE2-61AA6C11E8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51675" y="28194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4928" name="Rectangle 170">
            <a:extLst>
              <a:ext uri="{FF2B5EF4-FFF2-40B4-BE49-F238E27FC236}">
                <a16:creationId xmlns:a16="http://schemas.microsoft.com/office/drawing/2014/main" id="{915411B2-56D5-1643-91B0-7EBCB13D7BF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2546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4929" name="Rectangle 171">
            <a:extLst>
              <a:ext uri="{FF2B5EF4-FFF2-40B4-BE49-F238E27FC236}">
                <a16:creationId xmlns:a16="http://schemas.microsoft.com/office/drawing/2014/main" id="{EC3ED8EA-E07D-6A45-8A91-46D9D64055A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3171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4930" name="Oval 172">
            <a:extLst>
              <a:ext uri="{FF2B5EF4-FFF2-40B4-BE49-F238E27FC236}">
                <a16:creationId xmlns:a16="http://schemas.microsoft.com/office/drawing/2014/main" id="{D60EAB0F-B7AF-1F4F-B03E-2B770CBF5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832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31" name="Line 173">
            <a:extLst>
              <a:ext uri="{FF2B5EF4-FFF2-40B4-BE49-F238E27FC236}">
                <a16:creationId xmlns:a16="http://schemas.microsoft.com/office/drawing/2014/main" id="{712F9A57-B749-6A43-A61C-B263BDFA41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197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2" name="Line 174">
            <a:extLst>
              <a:ext uri="{FF2B5EF4-FFF2-40B4-BE49-F238E27FC236}">
                <a16:creationId xmlns:a16="http://schemas.microsoft.com/office/drawing/2014/main" id="{212BF9D5-CAF4-C641-AE87-F34342EA3A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2197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3" name="Oval 175">
            <a:extLst>
              <a:ext uri="{FF2B5EF4-FFF2-40B4-BE49-F238E27FC236}">
                <a16:creationId xmlns:a16="http://schemas.microsoft.com/office/drawing/2014/main" id="{D525DC73-0FBE-9C44-9A4D-A8F7B526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300" y="2374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34" name="Line 176">
            <a:extLst>
              <a:ext uri="{FF2B5EF4-FFF2-40B4-BE49-F238E27FC236}">
                <a16:creationId xmlns:a16="http://schemas.microsoft.com/office/drawing/2014/main" id="{2E36FB63-6F59-D140-8CB8-D918E944E3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2197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5" name="Line 177">
            <a:extLst>
              <a:ext uri="{FF2B5EF4-FFF2-40B4-BE49-F238E27FC236}">
                <a16:creationId xmlns:a16="http://schemas.microsoft.com/office/drawing/2014/main" id="{E0E271C1-A3E2-F343-A499-ED827A0C9A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4900" y="2654300"/>
            <a:ext cx="717550" cy="12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6" name="Line 178">
            <a:extLst>
              <a:ext uri="{FF2B5EF4-FFF2-40B4-BE49-F238E27FC236}">
                <a16:creationId xmlns:a16="http://schemas.microsoft.com/office/drawing/2014/main" id="{625DF21E-6B7D-514E-A27D-14ACEAA3F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0200" y="2597150"/>
            <a:ext cx="8255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7" name="Rectangle 179">
            <a:extLst>
              <a:ext uri="{FF2B5EF4-FFF2-40B4-BE49-F238E27FC236}">
                <a16:creationId xmlns:a16="http://schemas.microsoft.com/office/drawing/2014/main" id="{BE177709-9941-0747-A9AB-7B3BC4507E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26363" y="2690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938" name="Line 180">
            <a:extLst>
              <a:ext uri="{FF2B5EF4-FFF2-40B4-BE49-F238E27FC236}">
                <a16:creationId xmlns:a16="http://schemas.microsoft.com/office/drawing/2014/main" id="{E6F94559-8FE4-DD4C-A3B1-FC45093477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3556000"/>
            <a:ext cx="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9" name="Line 181">
            <a:extLst>
              <a:ext uri="{FF2B5EF4-FFF2-40B4-BE49-F238E27FC236}">
                <a16:creationId xmlns:a16="http://schemas.microsoft.com/office/drawing/2014/main" id="{18521944-324E-E64A-8D42-901E6CACFC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8000" y="4114800"/>
            <a:ext cx="279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0" name="Line 183">
            <a:extLst>
              <a:ext uri="{FF2B5EF4-FFF2-40B4-BE49-F238E27FC236}">
                <a16:creationId xmlns:a16="http://schemas.microsoft.com/office/drawing/2014/main" id="{D1224166-92E7-4344-A5E9-3E57C98003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4900" y="32766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1" name="Line 184">
            <a:extLst>
              <a:ext uri="{FF2B5EF4-FFF2-40B4-BE49-F238E27FC236}">
                <a16:creationId xmlns:a16="http://schemas.microsoft.com/office/drawing/2014/main" id="{B0AFDC79-18B4-2D43-A786-A7DC576FC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2860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2" name="Line 185">
            <a:extLst>
              <a:ext uri="{FF2B5EF4-FFF2-40B4-BE49-F238E27FC236}">
                <a16:creationId xmlns:a16="http://schemas.microsoft.com/office/drawing/2014/main" id="{7C5F7D81-2C1C-F047-BA03-31BE74CFA8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2424113"/>
            <a:ext cx="979488" cy="1587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3" name="Line 186">
            <a:extLst>
              <a:ext uri="{FF2B5EF4-FFF2-40B4-BE49-F238E27FC236}">
                <a16:creationId xmlns:a16="http://schemas.microsoft.com/office/drawing/2014/main" id="{AF5D8297-6A92-0749-AB84-3EBAD97866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2362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44" name="Group 192">
            <a:extLst>
              <a:ext uri="{FF2B5EF4-FFF2-40B4-BE49-F238E27FC236}">
                <a16:creationId xmlns:a16="http://schemas.microsoft.com/office/drawing/2014/main" id="{62C17D7C-A573-534F-BAD5-2C3241C50C3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209800"/>
            <a:ext cx="381000" cy="306388"/>
            <a:chOff x="624" y="1392"/>
            <a:chExt cx="240" cy="193"/>
          </a:xfrm>
        </p:grpSpPr>
        <p:sp>
          <p:nvSpPr>
            <p:cNvPr id="204982" name="Arc 187">
              <a:extLst>
                <a:ext uri="{FF2B5EF4-FFF2-40B4-BE49-F238E27FC236}">
                  <a16:creationId xmlns:a16="http://schemas.microsoft.com/office/drawing/2014/main" id="{EA390B96-AE84-A345-9BF2-0AFB1EA03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3" name="Arc 188">
              <a:extLst>
                <a:ext uri="{FF2B5EF4-FFF2-40B4-BE49-F238E27FC236}">
                  <a16:creationId xmlns:a16="http://schemas.microsoft.com/office/drawing/2014/main" id="{2FE4B539-F13A-5749-8D25-CA0C9D51BBC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4" name="Line 189">
              <a:extLst>
                <a:ext uri="{FF2B5EF4-FFF2-40B4-BE49-F238E27FC236}">
                  <a16:creationId xmlns:a16="http://schemas.microsoft.com/office/drawing/2014/main" id="{A0D069D3-A57B-C447-8D45-B5E2167E7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5" name="Line 190">
              <a:extLst>
                <a:ext uri="{FF2B5EF4-FFF2-40B4-BE49-F238E27FC236}">
                  <a16:creationId xmlns:a16="http://schemas.microsoft.com/office/drawing/2014/main" id="{A7EBF8FE-762F-A740-B3CB-1BBC2CA34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6" name="Line 191">
              <a:extLst>
                <a:ext uri="{FF2B5EF4-FFF2-40B4-BE49-F238E27FC236}">
                  <a16:creationId xmlns:a16="http://schemas.microsoft.com/office/drawing/2014/main" id="{774B2A7B-696E-C04E-AE44-0E39EEF19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45" name="Line 193">
            <a:extLst>
              <a:ext uri="{FF2B5EF4-FFF2-40B4-BE49-F238E27FC236}">
                <a16:creationId xmlns:a16="http://schemas.microsoft.com/office/drawing/2014/main" id="{4359D50F-557F-C942-B278-9D867B032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2578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6" name="Arc 194">
            <a:extLst>
              <a:ext uri="{FF2B5EF4-FFF2-40B4-BE49-F238E27FC236}">
                <a16:creationId xmlns:a16="http://schemas.microsoft.com/office/drawing/2014/main" id="{26479A97-370F-1646-A2CF-1614808C72D9}"/>
              </a:ext>
            </a:extLst>
          </p:cNvPr>
          <p:cNvSpPr>
            <a:spLocks/>
          </p:cNvSpPr>
          <p:nvPr/>
        </p:nvSpPr>
        <p:spPr bwMode="auto">
          <a:xfrm rot="-5400000">
            <a:off x="585788" y="25146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7" name="Arc 195">
            <a:extLst>
              <a:ext uri="{FF2B5EF4-FFF2-40B4-BE49-F238E27FC236}">
                <a16:creationId xmlns:a16="http://schemas.microsoft.com/office/drawing/2014/main" id="{5733A1F6-688F-2E4B-888B-62F9A31A7ACE}"/>
              </a:ext>
            </a:extLst>
          </p:cNvPr>
          <p:cNvSpPr>
            <a:spLocks/>
          </p:cNvSpPr>
          <p:nvPr/>
        </p:nvSpPr>
        <p:spPr bwMode="auto">
          <a:xfrm rot="5400000">
            <a:off x="400050" y="25146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48" name="Group 198">
            <a:extLst>
              <a:ext uri="{FF2B5EF4-FFF2-40B4-BE49-F238E27FC236}">
                <a16:creationId xmlns:a16="http://schemas.microsoft.com/office/drawing/2014/main" id="{B354ACB5-3BC6-8C4A-9FE0-99B696045602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2433638"/>
            <a:ext cx="373062" cy="101600"/>
            <a:chOff x="297" y="1533"/>
            <a:chExt cx="235" cy="64"/>
          </a:xfrm>
        </p:grpSpPr>
        <p:sp>
          <p:nvSpPr>
            <p:cNvPr id="204980" name="Arc 196">
              <a:extLst>
                <a:ext uri="{FF2B5EF4-FFF2-40B4-BE49-F238E27FC236}">
                  <a16:creationId xmlns:a16="http://schemas.microsoft.com/office/drawing/2014/main" id="{44707944-68F0-1A4E-8456-D6A2AE4A89B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1" name="Arc 197">
              <a:extLst>
                <a:ext uri="{FF2B5EF4-FFF2-40B4-BE49-F238E27FC236}">
                  <a16:creationId xmlns:a16="http://schemas.microsoft.com/office/drawing/2014/main" id="{45F381BF-61C9-3840-AF7A-80FCFD9907E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49" name="Line 199">
            <a:extLst>
              <a:ext uri="{FF2B5EF4-FFF2-40B4-BE49-F238E27FC236}">
                <a16:creationId xmlns:a16="http://schemas.microsoft.com/office/drawing/2014/main" id="{8CB3EA20-3C74-F342-B07D-BBAAD17DA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794000"/>
            <a:ext cx="0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0" name="Line 200">
            <a:extLst>
              <a:ext uri="{FF2B5EF4-FFF2-40B4-BE49-F238E27FC236}">
                <a16:creationId xmlns:a16="http://schemas.microsoft.com/office/drawing/2014/main" id="{AEE792CE-0820-FB4C-BB6D-07323DA6EB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22733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1" name="Line 201">
            <a:extLst>
              <a:ext uri="{FF2B5EF4-FFF2-40B4-BE49-F238E27FC236}">
                <a16:creationId xmlns:a16="http://schemas.microsoft.com/office/drawing/2014/main" id="{6EA8D2A9-CEB2-7C4E-A4A2-0CCC53F63C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236" name="Group 228">
            <a:extLst>
              <a:ext uri="{FF2B5EF4-FFF2-40B4-BE49-F238E27FC236}">
                <a16:creationId xmlns:a16="http://schemas.microsoft.com/office/drawing/2014/main" id="{A1DC11E3-D836-0543-B952-08F04BC9B1DD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2227263"/>
            <a:ext cx="6335712" cy="1400175"/>
            <a:chOff x="1469" y="1403"/>
            <a:chExt cx="3991" cy="882"/>
          </a:xfrm>
        </p:grpSpPr>
        <p:sp>
          <p:nvSpPr>
            <p:cNvPr id="204978" name="Rectangle 182">
              <a:extLst>
                <a:ext uri="{FF2B5EF4-FFF2-40B4-BE49-F238E27FC236}">
                  <a16:creationId xmlns:a16="http://schemas.microsoft.com/office/drawing/2014/main" id="{9180D532-66E7-7A47-B29C-945EBE92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" y="2075"/>
              <a:ext cx="39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Zero</a:t>
              </a:r>
            </a:p>
          </p:txBody>
        </p:sp>
        <p:sp>
          <p:nvSpPr>
            <p:cNvPr id="204979" name="Rectangle 202">
              <a:extLst>
                <a:ext uri="{FF2B5EF4-FFF2-40B4-BE49-F238E27FC236}">
                  <a16:creationId xmlns:a16="http://schemas.microsoft.com/office/drawing/2014/main" id="{EE41A633-B759-FC4A-BF83-5F11510CE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1403"/>
              <a:ext cx="39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Zero</a:t>
              </a:r>
            </a:p>
          </p:txBody>
        </p:sp>
      </p:grpSp>
      <p:sp>
        <p:nvSpPr>
          <p:cNvPr id="43211" name="Rectangle 203">
            <a:extLst>
              <a:ext uri="{FF2B5EF4-FFF2-40B4-BE49-F238E27FC236}">
                <a16:creationId xmlns:a16="http://schemas.microsoft.com/office/drawing/2014/main" id="{2D405F27-54C3-EF42-9124-3FAE40D7A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19812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PCWrCond=1</a:t>
            </a:r>
          </a:p>
        </p:txBody>
      </p:sp>
      <p:sp>
        <p:nvSpPr>
          <p:cNvPr id="43212" name="Rectangle 204">
            <a:extLst>
              <a:ext uri="{FF2B5EF4-FFF2-40B4-BE49-F238E27FC236}">
                <a16:creationId xmlns:a16="http://schemas.microsoft.com/office/drawing/2014/main" id="{F814B2A4-4C33-2647-96A4-6D130C969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1336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PCSrc=1</a:t>
            </a:r>
          </a:p>
        </p:txBody>
      </p:sp>
      <p:sp>
        <p:nvSpPr>
          <p:cNvPr id="43213" name="Rectangle 205">
            <a:extLst>
              <a:ext uri="{FF2B5EF4-FFF2-40B4-BE49-F238E27FC236}">
                <a16:creationId xmlns:a16="http://schemas.microsoft.com/office/drawing/2014/main" id="{8EB5C32B-F1F0-2049-878C-576C20240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21336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04956" name="Line 206">
            <a:extLst>
              <a:ext uri="{FF2B5EF4-FFF2-40B4-BE49-F238E27FC236}">
                <a16:creationId xmlns:a16="http://schemas.microsoft.com/office/drawing/2014/main" id="{BEA07049-9483-F843-BC86-9771032FE3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4197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7" name="Rectangle 207">
            <a:extLst>
              <a:ext uri="{FF2B5EF4-FFF2-40B4-BE49-F238E27FC236}">
                <a16:creationId xmlns:a16="http://schemas.microsoft.com/office/drawing/2014/main" id="{D4F5A827-1779-EF48-BDF7-833D88F4A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986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4958" name="Line 208">
            <a:extLst>
              <a:ext uri="{FF2B5EF4-FFF2-40B4-BE49-F238E27FC236}">
                <a16:creationId xmlns:a16="http://schemas.microsoft.com/office/drawing/2014/main" id="{C6992522-4660-214F-B359-2D9A70CA5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32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17" name="Rectangle 209">
            <a:extLst>
              <a:ext uri="{FF2B5EF4-FFF2-40B4-BE49-F238E27FC236}">
                <a16:creationId xmlns:a16="http://schemas.microsoft.com/office/drawing/2014/main" id="{2CCC8217-C089-B645-BFB1-E096F6A85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5320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04960" name="Line 210">
            <a:extLst>
              <a:ext uri="{FF2B5EF4-FFF2-40B4-BE49-F238E27FC236}">
                <a16:creationId xmlns:a16="http://schemas.microsoft.com/office/drawing/2014/main" id="{C1EC5FA8-8606-1044-8BBC-4ACE2AC47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546600"/>
            <a:ext cx="279400" cy="114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1" name="Line 211">
            <a:extLst>
              <a:ext uri="{FF2B5EF4-FFF2-40B4-BE49-F238E27FC236}">
                <a16:creationId xmlns:a16="http://schemas.microsoft.com/office/drawing/2014/main" id="{59F08822-115B-264E-90E3-73A23DD3DC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632200"/>
            <a:ext cx="2032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2" name="Line 212">
            <a:extLst>
              <a:ext uri="{FF2B5EF4-FFF2-40B4-BE49-F238E27FC236}">
                <a16:creationId xmlns:a16="http://schemas.microsoft.com/office/drawing/2014/main" id="{015B89B1-9BED-154C-9369-95B6FF1F17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2679700"/>
            <a:ext cx="2667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31" name="Text Box 223">
            <a:extLst>
              <a:ext uri="{FF2B5EF4-FFF2-40B4-BE49-F238E27FC236}">
                <a16:creationId xmlns:a16="http://schemas.microsoft.com/office/drawing/2014/main" id="{15ED2820-1DA4-764A-AAEE-5AF02C7CD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709613"/>
            <a:ext cx="3041650" cy="87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若不“投机”，则在此周期前还要加一个周期，用来计算转移地址后保存到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中！</a:t>
            </a:r>
            <a:endParaRPr lang="en-US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232" name="Text Box 224">
            <a:extLst>
              <a:ext uri="{FF2B5EF4-FFF2-40B4-BE49-F238E27FC236}">
                <a16:creationId xmlns:a16="http://schemas.microsoft.com/office/drawing/2014/main" id="{3B4DAAC2-70BE-8545-B749-00E5D0BE1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682625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如果指令译码输出为：</a:t>
            </a:r>
            <a:r>
              <a:rPr lang="en-US" altLang="zh-CN" sz="18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</a:t>
            </a:r>
          </a:p>
        </p:txBody>
      </p:sp>
      <p:sp>
        <p:nvSpPr>
          <p:cNvPr id="43233" name="Text Box 225">
            <a:extLst>
              <a:ext uri="{FF2B5EF4-FFF2-40B4-BE49-F238E27FC236}">
                <a16:creationId xmlns:a16="http://schemas.microsoft.com/office/drawing/2014/main" id="{ED40E236-1094-4E45-B34E-9AA4E564F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6084888"/>
            <a:ext cx="239871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每步都不空闲，被重复使用</a:t>
            </a:r>
          </a:p>
        </p:txBody>
      </p:sp>
      <p:sp>
        <p:nvSpPr>
          <p:cNvPr id="204966" name="Rectangle 213">
            <a:extLst>
              <a:ext uri="{FF2B5EF4-FFF2-40B4-BE49-F238E27FC236}">
                <a16:creationId xmlns:a16="http://schemas.microsoft.com/office/drawing/2014/main" id="{2CE38D03-6A8A-2444-B39A-8D67F425F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1512888"/>
            <a:ext cx="1489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1: </a:t>
            </a:r>
            <a:r>
              <a:rPr lang="en-US" altLang="zh-CN">
                <a:ea typeface="宋体" panose="02010600030101010101" pitchFamily="2" charset="-122"/>
              </a:rPr>
              <a:t>PCWrCond</a:t>
            </a:r>
          </a:p>
        </p:txBody>
      </p:sp>
      <p:sp>
        <p:nvSpPr>
          <p:cNvPr id="204967" name="Rectangle 214">
            <a:extLst>
              <a:ext uri="{FF2B5EF4-FFF2-40B4-BE49-F238E27FC236}">
                <a16:creationId xmlns:a16="http://schemas.microsoft.com/office/drawing/2014/main" id="{624D150E-42EF-4B44-8FE4-011B4E33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674688"/>
            <a:ext cx="1381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ALUOp=Sub</a:t>
            </a:r>
          </a:p>
        </p:txBody>
      </p:sp>
      <p:sp>
        <p:nvSpPr>
          <p:cNvPr id="204968" name="Rectangle 215">
            <a:extLst>
              <a:ext uri="{FF2B5EF4-FFF2-40B4-BE49-F238E27FC236}">
                <a16:creationId xmlns:a16="http://schemas.microsoft.com/office/drawing/2014/main" id="{043EB3BA-F7F8-FE4A-80CE-2593DA9EF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1131888"/>
            <a:ext cx="1860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x: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IorD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宋体" panose="02010600030101010101" pitchFamily="2" charset="-122"/>
              </a:rPr>
              <a:t>Mem2Reg</a:t>
            </a:r>
          </a:p>
        </p:txBody>
      </p:sp>
      <p:sp>
        <p:nvSpPr>
          <p:cNvPr id="204969" name="Oval 216">
            <a:extLst>
              <a:ext uri="{FF2B5EF4-FFF2-40B4-BE49-F238E27FC236}">
                <a16:creationId xmlns:a16="http://schemas.microsoft.com/office/drawing/2014/main" id="{C5C19982-29E7-484C-A022-75C2DA2A8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679450"/>
            <a:ext cx="2043112" cy="14636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70" name="Rectangle 217">
            <a:extLst>
              <a:ext uri="{FF2B5EF4-FFF2-40B4-BE49-F238E27FC236}">
                <a16:creationId xmlns:a16="http://schemas.microsoft.com/office/drawing/2014/main" id="{90750EEC-EF3E-944A-BA00-8F9A52431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963" y="903288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204971" name="Rectangle 218">
            <a:extLst>
              <a:ext uri="{FF2B5EF4-FFF2-40B4-BE49-F238E27FC236}">
                <a16:creationId xmlns:a16="http://schemas.microsoft.com/office/drawing/2014/main" id="{374CF5A8-B641-8644-AD91-13EED1E95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1322388"/>
            <a:ext cx="1577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RegDst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204972" name="Rectangle 219">
            <a:extLst>
              <a:ext uri="{FF2B5EF4-FFF2-40B4-BE49-F238E27FC236}">
                <a16:creationId xmlns:a16="http://schemas.microsoft.com/office/drawing/2014/main" id="{F4DBD1F7-E5CD-D44F-8D2A-AD8C3E7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1779588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ALUSelA</a:t>
            </a:r>
          </a:p>
        </p:txBody>
      </p:sp>
      <p:sp>
        <p:nvSpPr>
          <p:cNvPr id="204973" name="Rectangle 220">
            <a:extLst>
              <a:ext uri="{FF2B5EF4-FFF2-40B4-BE49-F238E27FC236}">
                <a16:creationId xmlns:a16="http://schemas.microsoft.com/office/drawing/2014/main" id="{8F908461-FD9E-6745-B6D2-E5A4F9A1E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392113"/>
            <a:ext cx="1004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BrFinish</a:t>
            </a:r>
          </a:p>
        </p:txBody>
      </p:sp>
      <p:sp>
        <p:nvSpPr>
          <p:cNvPr id="204974" name="Rectangle 221">
            <a:extLst>
              <a:ext uri="{FF2B5EF4-FFF2-40B4-BE49-F238E27FC236}">
                <a16:creationId xmlns:a16="http://schemas.microsoft.com/office/drawing/2014/main" id="{0ACE9515-A8F8-F14E-91D6-99539E33A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763" y="1652588"/>
            <a:ext cx="788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204975" name="Oval 226">
            <a:extLst>
              <a:ext uri="{FF2B5EF4-FFF2-40B4-BE49-F238E27FC236}">
                <a16:creationId xmlns:a16="http://schemas.microsoft.com/office/drawing/2014/main" id="{3523752F-E381-6249-AACF-4C9331974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631825"/>
            <a:ext cx="2025650" cy="1527175"/>
          </a:xfrm>
          <a:prstGeom prst="ellips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235" name="Text Box 227">
            <a:extLst>
              <a:ext uri="{FF2B5EF4-FFF2-40B4-BE49-F238E27FC236}">
                <a16:creationId xmlns:a16="http://schemas.microsoft.com/office/drawing/2014/main" id="{DA76B40C-8B43-D742-A22A-59CB7DC6D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5283200"/>
            <a:ext cx="32750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是否在下个周期更新为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，则由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Zero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决定！</a:t>
            </a:r>
          </a:p>
        </p:txBody>
      </p:sp>
      <p:sp>
        <p:nvSpPr>
          <p:cNvPr id="43238" name="Text Box 230">
            <a:extLst>
              <a:ext uri="{FF2B5EF4-FFF2-40B4-BE49-F238E27FC236}">
                <a16:creationId xmlns:a16="http://schemas.microsoft.com/office/drawing/2014/main" id="{57B3D859-8238-0548-8AF3-C619368B9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1620838"/>
            <a:ext cx="267493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控制信号的取值是什么？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3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3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3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3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3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3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3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3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4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  <p:bldP spid="43231" grpId="0"/>
      <p:bldP spid="43232" grpId="0"/>
      <p:bldP spid="43233" grpId="0"/>
      <p:bldP spid="432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E02C527F-13DC-C442-8763-CC098A4F4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0024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寄存器取 </a:t>
            </a:r>
            <a:r>
              <a:rPr lang="en-US" altLang="zh-CN">
                <a:ea typeface="宋体" panose="02010600030101010101" pitchFamily="2" charset="-122"/>
              </a:rPr>
              <a:t>/ </a:t>
            </a:r>
            <a:r>
              <a:rPr lang="zh-CN" altLang="en-US">
                <a:ea typeface="宋体" panose="02010600030101010101" pitchFamily="2" charset="-122"/>
              </a:rPr>
              <a:t>指令译码周期（第二个周期）</a:t>
            </a:r>
          </a:p>
        </p:txBody>
      </p:sp>
      <p:grpSp>
        <p:nvGrpSpPr>
          <p:cNvPr id="206851" name="Group 6">
            <a:extLst>
              <a:ext uri="{FF2B5EF4-FFF2-40B4-BE49-F238E27FC236}">
                <a16:creationId xmlns:a16="http://schemas.microsoft.com/office/drawing/2014/main" id="{C083E717-8320-794A-9627-6965C0EDC462}"/>
              </a:ext>
            </a:extLst>
          </p:cNvPr>
          <p:cNvGrpSpPr>
            <a:grpSpLocks/>
          </p:cNvGrpSpPr>
          <p:nvPr/>
        </p:nvGrpSpPr>
        <p:grpSpPr bwMode="auto">
          <a:xfrm>
            <a:off x="8261350" y="1366838"/>
            <a:ext cx="801688" cy="333375"/>
            <a:chOff x="5127" y="1584"/>
            <a:chExt cx="505" cy="210"/>
          </a:xfrm>
        </p:grpSpPr>
        <p:sp>
          <p:nvSpPr>
            <p:cNvPr id="207079" name="Rectangle 4">
              <a:extLst>
                <a:ext uri="{FF2B5EF4-FFF2-40B4-BE49-F238E27FC236}">
                  <a16:creationId xmlns:a16="http://schemas.microsoft.com/office/drawing/2014/main" id="{D5473E6C-269B-EA4A-B3E6-E9D3BC73C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7080" name="Rectangle 5">
              <a:extLst>
                <a:ext uri="{FF2B5EF4-FFF2-40B4-BE49-F238E27FC236}">
                  <a16:creationId xmlns:a16="http://schemas.microsoft.com/office/drawing/2014/main" id="{ABAF0C26-17D7-D34D-8444-D9957753E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06852" name="Rectangle 7">
            <a:extLst>
              <a:ext uri="{FF2B5EF4-FFF2-40B4-BE49-F238E27FC236}">
                <a16:creationId xmlns:a16="http://schemas.microsoft.com/office/drawing/2014/main" id="{1527DBE0-B20A-1C44-AEE4-BDB263E98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23701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853" name="Rectangle 8">
            <a:extLst>
              <a:ext uri="{FF2B5EF4-FFF2-40B4-BE49-F238E27FC236}">
                <a16:creationId xmlns:a16="http://schemas.microsoft.com/office/drawing/2014/main" id="{E8ADEC91-A55B-A043-921A-14CAE9040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2835275"/>
            <a:ext cx="9604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6854" name="Rectangle 10">
            <a:extLst>
              <a:ext uri="{FF2B5EF4-FFF2-40B4-BE49-F238E27FC236}">
                <a16:creationId xmlns:a16="http://schemas.microsoft.com/office/drawing/2014/main" id="{8825CD59-75C0-7642-9183-C2031176F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3524250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06855" name="Rectangle 11">
            <a:extLst>
              <a:ext uri="{FF2B5EF4-FFF2-40B4-BE49-F238E27FC236}">
                <a16:creationId xmlns:a16="http://schemas.microsoft.com/office/drawing/2014/main" id="{A8513344-F11D-9143-8D47-288D5B33E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2533650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06856" name="Line 12">
            <a:extLst>
              <a:ext uri="{FF2B5EF4-FFF2-40B4-BE49-F238E27FC236}">
                <a16:creationId xmlns:a16="http://schemas.microsoft.com/office/drawing/2014/main" id="{208645BE-EFAD-2249-95DA-C1550BF4B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8738" y="26622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57" name="Line 16">
            <a:extLst>
              <a:ext uri="{FF2B5EF4-FFF2-40B4-BE49-F238E27FC236}">
                <a16:creationId xmlns:a16="http://schemas.microsoft.com/office/drawing/2014/main" id="{15CFDB81-0AF8-2540-A46A-4601694A63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6338" y="372903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58" name="Line 17">
            <a:extLst>
              <a:ext uri="{FF2B5EF4-FFF2-40B4-BE49-F238E27FC236}">
                <a16:creationId xmlns:a16="http://schemas.microsoft.com/office/drawing/2014/main" id="{B1DDB779-3289-C944-9578-B877DD286D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5088" y="3659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59" name="Rectangle 18">
            <a:extLst>
              <a:ext uri="{FF2B5EF4-FFF2-40B4-BE49-F238E27FC236}">
                <a16:creationId xmlns:a16="http://schemas.microsoft.com/office/drawing/2014/main" id="{6AAF93ED-6C1D-7F45-A850-44068CBB7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3752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60" name="Line 19">
            <a:extLst>
              <a:ext uri="{FF2B5EF4-FFF2-40B4-BE49-F238E27FC236}">
                <a16:creationId xmlns:a16="http://schemas.microsoft.com/office/drawing/2014/main" id="{873D6EA1-B127-9A43-A622-56111E967D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8938" y="3652838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61" name="Line 20">
            <a:extLst>
              <a:ext uri="{FF2B5EF4-FFF2-40B4-BE49-F238E27FC236}">
                <a16:creationId xmlns:a16="http://schemas.microsoft.com/office/drawing/2014/main" id="{DF66A5B8-C4DF-3D42-A471-F99A0F1F0C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2888" y="3582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62" name="Rectangle 21">
            <a:extLst>
              <a:ext uri="{FF2B5EF4-FFF2-40B4-BE49-F238E27FC236}">
                <a16:creationId xmlns:a16="http://schemas.microsoft.com/office/drawing/2014/main" id="{109EE23F-73DB-0D4E-834B-470E5E23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3295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63" name="Rectangle 22">
            <a:extLst>
              <a:ext uri="{FF2B5EF4-FFF2-40B4-BE49-F238E27FC236}">
                <a16:creationId xmlns:a16="http://schemas.microsoft.com/office/drawing/2014/main" id="{FD7897ED-A666-234C-B428-C7BC174E0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3486150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06864" name="Line 23">
            <a:extLst>
              <a:ext uri="{FF2B5EF4-FFF2-40B4-BE49-F238E27FC236}">
                <a16:creationId xmlns:a16="http://schemas.microsoft.com/office/drawing/2014/main" id="{88C4FA34-1CA3-CF43-8135-04B7D6244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82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65" name="Rectangle 24">
            <a:extLst>
              <a:ext uri="{FF2B5EF4-FFF2-40B4-BE49-F238E27FC236}">
                <a16:creationId xmlns:a16="http://schemas.microsoft.com/office/drawing/2014/main" id="{47E84489-25CF-DB4F-8823-7ADAC6ED5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1384300"/>
            <a:ext cx="1147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06866" name="Line 25">
            <a:extLst>
              <a:ext uri="{FF2B5EF4-FFF2-40B4-BE49-F238E27FC236}">
                <a16:creationId xmlns:a16="http://schemas.microsoft.com/office/drawing/2014/main" id="{69DABCC8-8CE9-C049-9409-7F3B215C96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238" y="2205038"/>
            <a:ext cx="614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67" name="Line 26">
            <a:extLst>
              <a:ext uri="{FF2B5EF4-FFF2-40B4-BE49-F238E27FC236}">
                <a16:creationId xmlns:a16="http://schemas.microsoft.com/office/drawing/2014/main" id="{72AD9F56-D21D-CD45-841B-0AF88F2181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2288" y="1906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68" name="Rectangle 27">
            <a:extLst>
              <a:ext uri="{FF2B5EF4-FFF2-40B4-BE49-F238E27FC236}">
                <a16:creationId xmlns:a16="http://schemas.microsoft.com/office/drawing/2014/main" id="{DB2428B3-90B9-F84A-8CB9-8CABBA4CF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1695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6869" name="Group 37">
            <a:extLst>
              <a:ext uri="{FF2B5EF4-FFF2-40B4-BE49-F238E27FC236}">
                <a16:creationId xmlns:a16="http://schemas.microsoft.com/office/drawing/2014/main" id="{7253847F-A348-1648-91FE-77473E57B31C}"/>
              </a:ext>
            </a:extLst>
          </p:cNvPr>
          <p:cNvGrpSpPr>
            <a:grpSpLocks/>
          </p:cNvGrpSpPr>
          <p:nvPr/>
        </p:nvGrpSpPr>
        <p:grpSpPr bwMode="auto">
          <a:xfrm>
            <a:off x="7894638" y="2293938"/>
            <a:ext cx="381000" cy="1295400"/>
            <a:chOff x="4896" y="2168"/>
            <a:chExt cx="240" cy="816"/>
          </a:xfrm>
        </p:grpSpPr>
        <p:sp>
          <p:nvSpPr>
            <p:cNvPr id="207070" name="Line 28">
              <a:extLst>
                <a:ext uri="{FF2B5EF4-FFF2-40B4-BE49-F238E27FC236}">
                  <a16:creationId xmlns:a16="http://schemas.microsoft.com/office/drawing/2014/main" id="{253E7CBE-AEC8-5F46-8043-8DBBD35A4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1" name="Line 29">
              <a:extLst>
                <a:ext uri="{FF2B5EF4-FFF2-40B4-BE49-F238E27FC236}">
                  <a16:creationId xmlns:a16="http://schemas.microsoft.com/office/drawing/2014/main" id="{D8645BB0-1350-CE41-94D3-E0705B7E5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2" name="Line 30">
              <a:extLst>
                <a:ext uri="{FF2B5EF4-FFF2-40B4-BE49-F238E27FC236}">
                  <a16:creationId xmlns:a16="http://schemas.microsoft.com/office/drawing/2014/main" id="{EDEB6F6F-CAD0-E940-82F3-053C696EA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3" name="Line 31">
              <a:extLst>
                <a:ext uri="{FF2B5EF4-FFF2-40B4-BE49-F238E27FC236}">
                  <a16:creationId xmlns:a16="http://schemas.microsoft.com/office/drawing/2014/main" id="{EE0BF7C8-5219-1D4D-B3B9-10A9E1712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4" name="Line 32">
              <a:extLst>
                <a:ext uri="{FF2B5EF4-FFF2-40B4-BE49-F238E27FC236}">
                  <a16:creationId xmlns:a16="http://schemas.microsoft.com/office/drawing/2014/main" id="{B48FCDA1-9A54-E440-8414-4A25DDEF1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5" name="Line 33">
              <a:extLst>
                <a:ext uri="{FF2B5EF4-FFF2-40B4-BE49-F238E27FC236}">
                  <a16:creationId xmlns:a16="http://schemas.microsoft.com/office/drawing/2014/main" id="{7FCB19DF-F6AC-1344-AF89-26CE2F74F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6" name="Rectangle 34">
              <a:extLst>
                <a:ext uri="{FF2B5EF4-FFF2-40B4-BE49-F238E27FC236}">
                  <a16:creationId xmlns:a16="http://schemas.microsoft.com/office/drawing/2014/main" id="{D8CDF0D3-D5F9-894C-8C41-EA51C5338A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07077" name="Line 35">
              <a:extLst>
                <a:ext uri="{FF2B5EF4-FFF2-40B4-BE49-F238E27FC236}">
                  <a16:creationId xmlns:a16="http://schemas.microsoft.com/office/drawing/2014/main" id="{1499AEAB-1E08-FB4F-8303-6EEAF7641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78" name="Line 36">
              <a:extLst>
                <a:ext uri="{FF2B5EF4-FFF2-40B4-BE49-F238E27FC236}">
                  <a16:creationId xmlns:a16="http://schemas.microsoft.com/office/drawing/2014/main" id="{C3D70967-6D48-E24C-B40E-1BEBF8579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870" name="Line 38">
            <a:extLst>
              <a:ext uri="{FF2B5EF4-FFF2-40B4-BE49-F238E27FC236}">
                <a16:creationId xmlns:a16="http://schemas.microsoft.com/office/drawing/2014/main" id="{D07F5DB3-184D-3F44-A6E8-A56E9773BC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5838" y="34242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71" name="Line 39">
            <a:extLst>
              <a:ext uri="{FF2B5EF4-FFF2-40B4-BE49-F238E27FC236}">
                <a16:creationId xmlns:a16="http://schemas.microsoft.com/office/drawing/2014/main" id="{3ABA079B-E458-5544-A99D-66E35B127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1088" y="33543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72" name="Rectangle 40">
            <a:extLst>
              <a:ext uri="{FF2B5EF4-FFF2-40B4-BE49-F238E27FC236}">
                <a16:creationId xmlns:a16="http://schemas.microsoft.com/office/drawing/2014/main" id="{286B8A8D-700A-6141-BD30-751222ACC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950" y="34480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73" name="Line 41">
            <a:extLst>
              <a:ext uri="{FF2B5EF4-FFF2-40B4-BE49-F238E27FC236}">
                <a16:creationId xmlns:a16="http://schemas.microsoft.com/office/drawing/2014/main" id="{07C2C2C9-9740-184D-874C-21818FAF2F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0238" y="31956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74" name="Line 42">
            <a:extLst>
              <a:ext uri="{FF2B5EF4-FFF2-40B4-BE49-F238E27FC236}">
                <a16:creationId xmlns:a16="http://schemas.microsoft.com/office/drawing/2014/main" id="{D6F634A7-319A-5443-A0D2-24838981C7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1688" y="3125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75" name="Rectangle 43">
            <a:extLst>
              <a:ext uri="{FF2B5EF4-FFF2-40B4-BE49-F238E27FC236}">
                <a16:creationId xmlns:a16="http://schemas.microsoft.com/office/drawing/2014/main" id="{F855C9CC-7D74-2740-8FD7-947B0C623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550" y="3219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76" name="Line 44">
            <a:extLst>
              <a:ext uri="{FF2B5EF4-FFF2-40B4-BE49-F238E27FC236}">
                <a16:creationId xmlns:a16="http://schemas.microsoft.com/office/drawing/2014/main" id="{7D89767B-C892-E94F-B76C-994614E475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238" y="3411538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77" name="Rectangle 45">
            <a:extLst>
              <a:ext uri="{FF2B5EF4-FFF2-40B4-BE49-F238E27FC236}">
                <a16:creationId xmlns:a16="http://schemas.microsoft.com/office/drawing/2014/main" id="{EEA9F5CA-CE34-D84E-9FE5-9276EA95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0" y="4948238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206878" name="Group 48">
            <a:extLst>
              <a:ext uri="{FF2B5EF4-FFF2-40B4-BE49-F238E27FC236}">
                <a16:creationId xmlns:a16="http://schemas.microsoft.com/office/drawing/2014/main" id="{1204FC38-B96B-BB4C-86B0-256D4D0FBCFE}"/>
              </a:ext>
            </a:extLst>
          </p:cNvPr>
          <p:cNvGrpSpPr>
            <a:grpSpLocks/>
          </p:cNvGrpSpPr>
          <p:nvPr/>
        </p:nvGrpSpPr>
        <p:grpSpPr bwMode="auto">
          <a:xfrm>
            <a:off x="7477125" y="3805238"/>
            <a:ext cx="903288" cy="577850"/>
            <a:chOff x="4633" y="3120"/>
            <a:chExt cx="569" cy="364"/>
          </a:xfrm>
        </p:grpSpPr>
        <p:sp>
          <p:nvSpPr>
            <p:cNvPr id="207068" name="Rectangle 46">
              <a:extLst>
                <a:ext uri="{FF2B5EF4-FFF2-40B4-BE49-F238E27FC236}">
                  <a16:creationId xmlns:a16="http://schemas.microsoft.com/office/drawing/2014/main" id="{BE143168-3893-4343-BD8D-FBA677DFA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7069" name="Rectangle 47">
              <a:extLst>
                <a:ext uri="{FF2B5EF4-FFF2-40B4-BE49-F238E27FC236}">
                  <a16:creationId xmlns:a16="http://schemas.microsoft.com/office/drawing/2014/main" id="{7C949D78-A524-204B-B9C1-3A1BFA835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06879" name="Line 49">
            <a:extLst>
              <a:ext uri="{FF2B5EF4-FFF2-40B4-BE49-F238E27FC236}">
                <a16:creationId xmlns:a16="http://schemas.microsoft.com/office/drawing/2014/main" id="{E086E013-0ED5-3D46-8DA8-EA11E5AC39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238" y="4325938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80" name="Rectangle 50">
            <a:extLst>
              <a:ext uri="{FF2B5EF4-FFF2-40B4-BE49-F238E27FC236}">
                <a16:creationId xmlns:a16="http://schemas.microsoft.com/office/drawing/2014/main" id="{ABD42E1F-3932-E948-A619-95651C1CB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2370138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881" name="Oval 51">
            <a:extLst>
              <a:ext uri="{FF2B5EF4-FFF2-40B4-BE49-F238E27FC236}">
                <a16:creationId xmlns:a16="http://schemas.microsoft.com/office/drawing/2014/main" id="{CEE2E25C-A524-AC46-8072-55B4BA4F0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389413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882" name="Rectangle 52">
            <a:extLst>
              <a:ext uri="{FF2B5EF4-FFF2-40B4-BE49-F238E27FC236}">
                <a16:creationId xmlns:a16="http://schemas.microsoft.com/office/drawing/2014/main" id="{3BC347AB-965D-D449-ABF6-46711551919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31282" y="2948781"/>
            <a:ext cx="166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06883" name="Line 53">
            <a:extLst>
              <a:ext uri="{FF2B5EF4-FFF2-40B4-BE49-F238E27FC236}">
                <a16:creationId xmlns:a16="http://schemas.microsoft.com/office/drawing/2014/main" id="{F4EA5F36-3503-8A42-BA40-52B454AEB1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2038" y="2738438"/>
            <a:ext cx="35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84" name="Line 54">
            <a:extLst>
              <a:ext uri="{FF2B5EF4-FFF2-40B4-BE49-F238E27FC236}">
                <a16:creationId xmlns:a16="http://schemas.microsoft.com/office/drawing/2014/main" id="{DA0AB61B-E813-1945-A5B6-B2D14F2FD6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7288" y="2668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85" name="Rectangle 55">
            <a:extLst>
              <a:ext uri="{FF2B5EF4-FFF2-40B4-BE49-F238E27FC236}">
                <a16:creationId xmlns:a16="http://schemas.microsoft.com/office/drawing/2014/main" id="{72605FE2-FA4D-B949-8AFE-1D9E9ED96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27622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86" name="Line 56">
            <a:extLst>
              <a:ext uri="{FF2B5EF4-FFF2-40B4-BE49-F238E27FC236}">
                <a16:creationId xmlns:a16="http://schemas.microsoft.com/office/drawing/2014/main" id="{EA7E8A58-610E-7941-A86E-CE5DA6927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87" name="Rectangle 57">
            <a:extLst>
              <a:ext uri="{FF2B5EF4-FFF2-40B4-BE49-F238E27FC236}">
                <a16:creationId xmlns:a16="http://schemas.microsoft.com/office/drawing/2014/main" id="{104566B3-A865-4E4C-AF71-75F4849A9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384300"/>
            <a:ext cx="887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06888" name="Line 58">
            <a:extLst>
              <a:ext uri="{FF2B5EF4-FFF2-40B4-BE49-F238E27FC236}">
                <a16:creationId xmlns:a16="http://schemas.microsoft.com/office/drawing/2014/main" id="{8FD670B2-BE45-1741-9A88-69886C77A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4046538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89" name="Line 59">
            <a:extLst>
              <a:ext uri="{FF2B5EF4-FFF2-40B4-BE49-F238E27FC236}">
                <a16:creationId xmlns:a16="http://schemas.microsoft.com/office/drawing/2014/main" id="{5EB9AF03-5BCE-AE4A-B36B-C4CDEF55CC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7488" y="2135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90" name="Rectangle 60">
            <a:extLst>
              <a:ext uri="{FF2B5EF4-FFF2-40B4-BE49-F238E27FC236}">
                <a16:creationId xmlns:a16="http://schemas.microsoft.com/office/drawing/2014/main" id="{9E7B8D5F-AA54-7445-83B8-2EBE2E7E4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550" y="2152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891" name="Line 61">
            <a:extLst>
              <a:ext uri="{FF2B5EF4-FFF2-40B4-BE49-F238E27FC236}">
                <a16:creationId xmlns:a16="http://schemas.microsoft.com/office/drawing/2014/main" id="{9E6CCCA5-BEA9-D648-A157-9CC1B0515B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9038" y="1646238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92" name="Line 62">
            <a:extLst>
              <a:ext uri="{FF2B5EF4-FFF2-40B4-BE49-F238E27FC236}">
                <a16:creationId xmlns:a16="http://schemas.microsoft.com/office/drawing/2014/main" id="{307D0D00-7A35-494C-8D39-628A07F853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538" y="1976438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893" name="Rectangle 63">
            <a:extLst>
              <a:ext uri="{FF2B5EF4-FFF2-40B4-BE49-F238E27FC236}">
                <a16:creationId xmlns:a16="http://schemas.microsoft.com/office/drawing/2014/main" id="{B12638C5-BB94-F148-B075-9D1BF7125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23701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894" name="Rectangle 64">
            <a:extLst>
              <a:ext uri="{FF2B5EF4-FFF2-40B4-BE49-F238E27FC236}">
                <a16:creationId xmlns:a16="http://schemas.microsoft.com/office/drawing/2014/main" id="{F57A9247-6260-6E46-96C1-7FDCF80C7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91147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06895" name="Rectangle 65">
            <a:extLst>
              <a:ext uri="{FF2B5EF4-FFF2-40B4-BE49-F238E27FC236}">
                <a16:creationId xmlns:a16="http://schemas.microsoft.com/office/drawing/2014/main" id="{4E510966-4EC9-AD4B-A6B8-2DFA674F3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2381250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06896" name="Rectangle 66">
            <a:extLst>
              <a:ext uri="{FF2B5EF4-FFF2-40B4-BE49-F238E27FC236}">
                <a16:creationId xmlns:a16="http://schemas.microsoft.com/office/drawing/2014/main" id="{BB643BDA-D937-4949-A02D-BEC6C945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321945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06897" name="Rectangle 67">
            <a:extLst>
              <a:ext uri="{FF2B5EF4-FFF2-40B4-BE49-F238E27FC236}">
                <a16:creationId xmlns:a16="http://schemas.microsoft.com/office/drawing/2014/main" id="{A856131D-3580-4E40-8307-7646598E5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352425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06898" name="Rectangle 68">
            <a:extLst>
              <a:ext uri="{FF2B5EF4-FFF2-40B4-BE49-F238E27FC236}">
                <a16:creationId xmlns:a16="http://schemas.microsoft.com/office/drawing/2014/main" id="{CB9D931F-125C-0349-8498-D91205528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950" y="2686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06899" name="Line 69">
            <a:extLst>
              <a:ext uri="{FF2B5EF4-FFF2-40B4-BE49-F238E27FC236}">
                <a16:creationId xmlns:a16="http://schemas.microsoft.com/office/drawing/2014/main" id="{566873D2-BC79-B94A-A831-D5BD82BDC5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2890838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0" name="Line 70">
            <a:extLst>
              <a:ext uri="{FF2B5EF4-FFF2-40B4-BE49-F238E27FC236}">
                <a16:creationId xmlns:a16="http://schemas.microsoft.com/office/drawing/2014/main" id="{E8E373DB-54E0-EC44-A243-5D590A630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1688" y="2820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1" name="Rectangle 71">
            <a:extLst>
              <a:ext uri="{FF2B5EF4-FFF2-40B4-BE49-F238E27FC236}">
                <a16:creationId xmlns:a16="http://schemas.microsoft.com/office/drawing/2014/main" id="{EC1B2CD9-F145-1E4A-9F05-3EE247B7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29146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6902" name="Line 72">
            <a:extLst>
              <a:ext uri="{FF2B5EF4-FFF2-40B4-BE49-F238E27FC236}">
                <a16:creationId xmlns:a16="http://schemas.microsoft.com/office/drawing/2014/main" id="{3E30D52D-23FA-ED49-B69C-21C5CB421A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2509838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3" name="Line 73">
            <a:extLst>
              <a:ext uri="{FF2B5EF4-FFF2-40B4-BE49-F238E27FC236}">
                <a16:creationId xmlns:a16="http://schemas.microsoft.com/office/drawing/2014/main" id="{0C804B16-315E-8441-B887-B873BEFBA4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16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4" name="Rectangle 74">
            <a:extLst>
              <a:ext uri="{FF2B5EF4-FFF2-40B4-BE49-F238E27FC236}">
                <a16:creationId xmlns:a16="http://schemas.microsoft.com/office/drawing/2014/main" id="{E3C76855-EE74-634B-9192-FCB6B9229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25336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6905" name="Line 75">
            <a:extLst>
              <a:ext uri="{FF2B5EF4-FFF2-40B4-BE49-F238E27FC236}">
                <a16:creationId xmlns:a16="http://schemas.microsoft.com/office/drawing/2014/main" id="{A0DA3D17-43EE-2A40-8DDF-66288D9DAA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0" y="2890838"/>
            <a:ext cx="808038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6" name="Line 76">
            <a:extLst>
              <a:ext uri="{FF2B5EF4-FFF2-40B4-BE49-F238E27FC236}">
                <a16:creationId xmlns:a16="http://schemas.microsoft.com/office/drawing/2014/main" id="{227AC04E-07E0-7042-92EF-2D54AF547A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28209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07" name="Rectangle 77">
            <a:extLst>
              <a:ext uri="{FF2B5EF4-FFF2-40B4-BE49-F238E27FC236}">
                <a16:creationId xmlns:a16="http://schemas.microsoft.com/office/drawing/2014/main" id="{F9086C1A-291A-A74C-946C-98A7E87C5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2914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908" name="Rectangle 78">
            <a:extLst>
              <a:ext uri="{FF2B5EF4-FFF2-40B4-BE49-F238E27FC236}">
                <a16:creationId xmlns:a16="http://schemas.microsoft.com/office/drawing/2014/main" id="{1565A8A1-7F06-2342-9217-0A1D4042B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050" y="2622550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06909" name="Line 79">
            <a:extLst>
              <a:ext uri="{FF2B5EF4-FFF2-40B4-BE49-F238E27FC236}">
                <a16:creationId xmlns:a16="http://schemas.microsoft.com/office/drawing/2014/main" id="{55CB1C92-AFB6-2047-BED4-D042390A0F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588" y="3500438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10" name="Line 80">
            <a:extLst>
              <a:ext uri="{FF2B5EF4-FFF2-40B4-BE49-F238E27FC236}">
                <a16:creationId xmlns:a16="http://schemas.microsoft.com/office/drawing/2014/main" id="{A86AD950-16B9-C34F-A574-4867D2AD4E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8225" y="34305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11" name="Rectangle 81">
            <a:extLst>
              <a:ext uri="{FF2B5EF4-FFF2-40B4-BE49-F238E27FC236}">
                <a16:creationId xmlns:a16="http://schemas.microsoft.com/office/drawing/2014/main" id="{B7F5AD17-10F3-2B4C-AC7D-126AA655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35242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912" name="Rectangle 82">
            <a:extLst>
              <a:ext uri="{FF2B5EF4-FFF2-40B4-BE49-F238E27FC236}">
                <a16:creationId xmlns:a16="http://schemas.microsoft.com/office/drawing/2014/main" id="{05D24FE0-4F02-3742-A0C5-5725C1EAD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3308350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06913" name="Line 83">
            <a:extLst>
              <a:ext uri="{FF2B5EF4-FFF2-40B4-BE49-F238E27FC236}">
                <a16:creationId xmlns:a16="http://schemas.microsoft.com/office/drawing/2014/main" id="{734C4BFD-5861-9F4E-BF9E-7EA415ADA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6238" y="1684338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14" name="Rectangle 84">
            <a:extLst>
              <a:ext uri="{FF2B5EF4-FFF2-40B4-BE49-F238E27FC236}">
                <a16:creationId xmlns:a16="http://schemas.microsoft.com/office/drawing/2014/main" id="{650495DD-F8AB-CC4B-8A60-52AC68F1D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5" y="1384300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06915" name="Line 85">
            <a:extLst>
              <a:ext uri="{FF2B5EF4-FFF2-40B4-BE49-F238E27FC236}">
                <a16:creationId xmlns:a16="http://schemas.microsoft.com/office/drawing/2014/main" id="{D4030677-7189-454A-8C12-701C8B4BC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2238" y="2535238"/>
            <a:ext cx="0" cy="2311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16" name="Rectangle 86">
            <a:extLst>
              <a:ext uri="{FF2B5EF4-FFF2-40B4-BE49-F238E27FC236}">
                <a16:creationId xmlns:a16="http://schemas.microsoft.com/office/drawing/2014/main" id="{A965CCBC-5A10-9944-B79B-8781FDD94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2228850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06917" name="Rectangle 87">
            <a:extLst>
              <a:ext uri="{FF2B5EF4-FFF2-40B4-BE49-F238E27FC236}">
                <a16:creationId xmlns:a16="http://schemas.microsoft.com/office/drawing/2014/main" id="{17DAACB1-2E84-DA4C-B646-D60B97993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2609850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06918" name="Group 95">
            <a:extLst>
              <a:ext uri="{FF2B5EF4-FFF2-40B4-BE49-F238E27FC236}">
                <a16:creationId xmlns:a16="http://schemas.microsoft.com/office/drawing/2014/main" id="{8E8B27B0-64F0-4C4C-A309-1DEE5CDB6A8E}"/>
              </a:ext>
            </a:extLst>
          </p:cNvPr>
          <p:cNvGrpSpPr>
            <a:grpSpLocks/>
          </p:cNvGrpSpPr>
          <p:nvPr/>
        </p:nvGrpSpPr>
        <p:grpSpPr bwMode="auto">
          <a:xfrm>
            <a:off x="4176713" y="2979738"/>
            <a:ext cx="333375" cy="946150"/>
            <a:chOff x="2554" y="2600"/>
            <a:chExt cx="210" cy="596"/>
          </a:xfrm>
        </p:grpSpPr>
        <p:sp>
          <p:nvSpPr>
            <p:cNvPr id="207061" name="Line 88">
              <a:extLst>
                <a:ext uri="{FF2B5EF4-FFF2-40B4-BE49-F238E27FC236}">
                  <a16:creationId xmlns:a16="http://schemas.microsoft.com/office/drawing/2014/main" id="{D1DD6784-269E-104E-9BBB-5ECFFB7EF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62" name="Line 89">
              <a:extLst>
                <a:ext uri="{FF2B5EF4-FFF2-40B4-BE49-F238E27FC236}">
                  <a16:creationId xmlns:a16="http://schemas.microsoft.com/office/drawing/2014/main" id="{088DEABA-102F-B443-B1BA-CD648291F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63" name="Line 90">
              <a:extLst>
                <a:ext uri="{FF2B5EF4-FFF2-40B4-BE49-F238E27FC236}">
                  <a16:creationId xmlns:a16="http://schemas.microsoft.com/office/drawing/2014/main" id="{CA82B6E0-9837-204D-817A-2C5AA42A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64" name="Line 91">
              <a:extLst>
                <a:ext uri="{FF2B5EF4-FFF2-40B4-BE49-F238E27FC236}">
                  <a16:creationId xmlns:a16="http://schemas.microsoft.com/office/drawing/2014/main" id="{96F8EAAD-4F5F-2C45-8589-CFEA31A3B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65" name="Rectangle 92">
              <a:extLst>
                <a:ext uri="{FF2B5EF4-FFF2-40B4-BE49-F238E27FC236}">
                  <a16:creationId xmlns:a16="http://schemas.microsoft.com/office/drawing/2014/main" id="{505FD473-EE46-CF47-8806-A3C0F87A62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7066" name="Rectangle 93">
              <a:extLst>
                <a:ext uri="{FF2B5EF4-FFF2-40B4-BE49-F238E27FC236}">
                  <a16:creationId xmlns:a16="http://schemas.microsoft.com/office/drawing/2014/main" id="{5749D411-4E46-C340-8E3B-09DAE3268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7067" name="Rectangle 94">
              <a:extLst>
                <a:ext uri="{FF2B5EF4-FFF2-40B4-BE49-F238E27FC236}">
                  <a16:creationId xmlns:a16="http://schemas.microsoft.com/office/drawing/2014/main" id="{7489CD20-93CC-4943-BA40-AF9934E09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6919" name="Line 96">
            <a:extLst>
              <a:ext uri="{FF2B5EF4-FFF2-40B4-BE49-F238E27FC236}">
                <a16:creationId xmlns:a16="http://schemas.microsoft.com/office/drawing/2014/main" id="{C5140CA6-B208-FC4A-86EF-8A8F1CB696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2938" y="334803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20" name="Line 97">
            <a:extLst>
              <a:ext uri="{FF2B5EF4-FFF2-40B4-BE49-F238E27FC236}">
                <a16:creationId xmlns:a16="http://schemas.microsoft.com/office/drawing/2014/main" id="{7D18B997-DF1C-6E4F-B764-36C0BE996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4938" y="372903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21" name="Line 98">
            <a:extLst>
              <a:ext uri="{FF2B5EF4-FFF2-40B4-BE49-F238E27FC236}">
                <a16:creationId xmlns:a16="http://schemas.microsoft.com/office/drawing/2014/main" id="{10C8BF74-5C1D-C545-8FFB-27B2666C0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4938" y="311943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22" name="Rectangle 99">
            <a:extLst>
              <a:ext uri="{FF2B5EF4-FFF2-40B4-BE49-F238E27FC236}">
                <a16:creationId xmlns:a16="http://schemas.microsoft.com/office/drawing/2014/main" id="{B5C5C218-FD73-E64E-8B63-EA45EAB51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3067050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6923" name="Rectangle 100">
            <a:extLst>
              <a:ext uri="{FF2B5EF4-FFF2-40B4-BE49-F238E27FC236}">
                <a16:creationId xmlns:a16="http://schemas.microsoft.com/office/drawing/2014/main" id="{1CFED8C3-39B3-AF4D-BCED-3D85599AF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3448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06924" name="Rectangle 101">
            <a:extLst>
              <a:ext uri="{FF2B5EF4-FFF2-40B4-BE49-F238E27FC236}">
                <a16:creationId xmlns:a16="http://schemas.microsoft.com/office/drawing/2014/main" id="{C54F95FA-7901-074E-A6F7-813812031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8334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206925" name="Rectangle 102">
            <a:extLst>
              <a:ext uri="{FF2B5EF4-FFF2-40B4-BE49-F238E27FC236}">
                <a16:creationId xmlns:a16="http://schemas.microsoft.com/office/drawing/2014/main" id="{FECF5CB7-021A-3640-952B-B36A5E52D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50" y="1366838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206926" name="Line 103">
            <a:extLst>
              <a:ext uri="{FF2B5EF4-FFF2-40B4-BE49-F238E27FC236}">
                <a16:creationId xmlns:a16="http://schemas.microsoft.com/office/drawing/2014/main" id="{5B390DF4-EB97-F14F-A28C-7B683C7452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6528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27" name="Line 104">
            <a:extLst>
              <a:ext uri="{FF2B5EF4-FFF2-40B4-BE49-F238E27FC236}">
                <a16:creationId xmlns:a16="http://schemas.microsoft.com/office/drawing/2014/main" id="{895FD48E-0E07-BD41-B3CF-DB98FC61C7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3238" y="1658938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28" name="Rectangle 105">
            <a:extLst>
              <a:ext uri="{FF2B5EF4-FFF2-40B4-BE49-F238E27FC236}">
                <a16:creationId xmlns:a16="http://schemas.microsoft.com/office/drawing/2014/main" id="{A24584DD-7194-3842-BC84-0AFB07D1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1384300"/>
            <a:ext cx="11223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06929" name="Group 113">
            <a:extLst>
              <a:ext uri="{FF2B5EF4-FFF2-40B4-BE49-F238E27FC236}">
                <a16:creationId xmlns:a16="http://schemas.microsoft.com/office/drawing/2014/main" id="{9303534F-1887-4D43-82E9-F4B8BF7576D0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2370138"/>
            <a:ext cx="333375" cy="946150"/>
            <a:chOff x="586" y="2216"/>
            <a:chExt cx="210" cy="596"/>
          </a:xfrm>
        </p:grpSpPr>
        <p:sp>
          <p:nvSpPr>
            <p:cNvPr id="207054" name="Line 106">
              <a:extLst>
                <a:ext uri="{FF2B5EF4-FFF2-40B4-BE49-F238E27FC236}">
                  <a16:creationId xmlns:a16="http://schemas.microsoft.com/office/drawing/2014/main" id="{F0AC40F0-B4DD-4549-9C03-127BA1DCF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55" name="Line 107">
              <a:extLst>
                <a:ext uri="{FF2B5EF4-FFF2-40B4-BE49-F238E27FC236}">
                  <a16:creationId xmlns:a16="http://schemas.microsoft.com/office/drawing/2014/main" id="{B24EC7F8-E35D-A940-B4B8-B81B9C5F3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56" name="Line 108">
              <a:extLst>
                <a:ext uri="{FF2B5EF4-FFF2-40B4-BE49-F238E27FC236}">
                  <a16:creationId xmlns:a16="http://schemas.microsoft.com/office/drawing/2014/main" id="{A8F7AE0D-2D9D-8946-BE78-49A9B424D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57" name="Line 109">
              <a:extLst>
                <a:ext uri="{FF2B5EF4-FFF2-40B4-BE49-F238E27FC236}">
                  <a16:creationId xmlns:a16="http://schemas.microsoft.com/office/drawing/2014/main" id="{9D0D8A94-B70B-594B-B25C-6203320DB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58" name="Rectangle 110">
              <a:extLst>
                <a:ext uri="{FF2B5EF4-FFF2-40B4-BE49-F238E27FC236}">
                  <a16:creationId xmlns:a16="http://schemas.microsoft.com/office/drawing/2014/main" id="{EC190B87-E1FF-7243-9AA2-FD91065242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7059" name="Rectangle 111">
              <a:extLst>
                <a:ext uri="{FF2B5EF4-FFF2-40B4-BE49-F238E27FC236}">
                  <a16:creationId xmlns:a16="http://schemas.microsoft.com/office/drawing/2014/main" id="{5F3520EA-0224-7A4B-BD4D-8FEEBDDE3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7060" name="Rectangle 112">
              <a:extLst>
                <a:ext uri="{FF2B5EF4-FFF2-40B4-BE49-F238E27FC236}">
                  <a16:creationId xmlns:a16="http://schemas.microsoft.com/office/drawing/2014/main" id="{AC86D846-89B3-534E-97C8-3BDF9037A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6930" name="Line 114">
            <a:extLst>
              <a:ext uri="{FF2B5EF4-FFF2-40B4-BE49-F238E27FC236}">
                <a16:creationId xmlns:a16="http://schemas.microsoft.com/office/drawing/2014/main" id="{46D785D3-81D6-D84E-B589-DEF36253D7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8" y="25098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31" name="Line 115">
            <a:extLst>
              <a:ext uri="{FF2B5EF4-FFF2-40B4-BE49-F238E27FC236}">
                <a16:creationId xmlns:a16="http://schemas.microsoft.com/office/drawing/2014/main" id="{0EC2D127-82C2-274C-894A-F7A2AD2CEF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4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32" name="Rectangle 116">
            <a:extLst>
              <a:ext uri="{FF2B5EF4-FFF2-40B4-BE49-F238E27FC236}">
                <a16:creationId xmlns:a16="http://schemas.microsoft.com/office/drawing/2014/main" id="{6DF3285F-4722-024E-99CB-522688F4B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2533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933" name="Line 117">
            <a:extLst>
              <a:ext uri="{FF2B5EF4-FFF2-40B4-BE49-F238E27FC236}">
                <a16:creationId xmlns:a16="http://schemas.microsoft.com/office/drawing/2014/main" id="{588DAEE1-DCBE-1D43-B2ED-39C2557E9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438" y="3132138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34" name="Line 118">
            <a:extLst>
              <a:ext uri="{FF2B5EF4-FFF2-40B4-BE49-F238E27FC236}">
                <a16:creationId xmlns:a16="http://schemas.microsoft.com/office/drawing/2014/main" id="{12DF6BE5-E101-0743-9201-AD075F6B30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738" y="31194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35" name="Rectangle 119">
            <a:extLst>
              <a:ext uri="{FF2B5EF4-FFF2-40B4-BE49-F238E27FC236}">
                <a16:creationId xmlns:a16="http://schemas.microsoft.com/office/drawing/2014/main" id="{0EA1A971-A02E-A24B-A136-49452F0D1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836738"/>
            <a:ext cx="508000" cy="2460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936" name="Rectangle 120">
            <a:extLst>
              <a:ext uri="{FF2B5EF4-FFF2-40B4-BE49-F238E27FC236}">
                <a16:creationId xmlns:a16="http://schemas.microsoft.com/office/drawing/2014/main" id="{97DDED5F-8ECA-EA46-8D78-5A47E1C66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1806575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06937" name="Line 121">
            <a:extLst>
              <a:ext uri="{FF2B5EF4-FFF2-40B4-BE49-F238E27FC236}">
                <a16:creationId xmlns:a16="http://schemas.microsoft.com/office/drawing/2014/main" id="{1D9119BD-8C98-EE4F-AD37-139C7B8503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8" y="2078038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6938" name="Group 124">
            <a:extLst>
              <a:ext uri="{FF2B5EF4-FFF2-40B4-BE49-F238E27FC236}">
                <a16:creationId xmlns:a16="http://schemas.microsoft.com/office/drawing/2014/main" id="{BB6FAF5A-F73C-584C-9439-B17C405069D9}"/>
              </a:ext>
            </a:extLst>
          </p:cNvPr>
          <p:cNvGrpSpPr>
            <a:grpSpLocks/>
          </p:cNvGrpSpPr>
          <p:nvPr/>
        </p:nvGrpSpPr>
        <p:grpSpPr bwMode="auto">
          <a:xfrm>
            <a:off x="4452938" y="4719638"/>
            <a:ext cx="857250" cy="333375"/>
            <a:chOff x="2728" y="3696"/>
            <a:chExt cx="540" cy="210"/>
          </a:xfrm>
        </p:grpSpPr>
        <p:sp>
          <p:nvSpPr>
            <p:cNvPr id="207052" name="Rectangle 122">
              <a:extLst>
                <a:ext uri="{FF2B5EF4-FFF2-40B4-BE49-F238E27FC236}">
                  <a16:creationId xmlns:a16="http://schemas.microsoft.com/office/drawing/2014/main" id="{3BC841F1-3676-3D47-A18E-0B78FAE3D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7053" name="Rectangle 123">
              <a:extLst>
                <a:ext uri="{FF2B5EF4-FFF2-40B4-BE49-F238E27FC236}">
                  <a16:creationId xmlns:a16="http://schemas.microsoft.com/office/drawing/2014/main" id="{EB00FF42-4B20-814F-AACE-08C29AC43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3696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06939" name="Line 125">
            <a:extLst>
              <a:ext uri="{FF2B5EF4-FFF2-40B4-BE49-F238E27FC236}">
                <a16:creationId xmlns:a16="http://schemas.microsoft.com/office/drawing/2014/main" id="{F9B67A9C-1049-1646-9FFE-1A9C3CE7B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503713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0" name="Rectangle 126">
            <a:extLst>
              <a:ext uri="{FF2B5EF4-FFF2-40B4-BE49-F238E27FC236}">
                <a16:creationId xmlns:a16="http://schemas.microsoft.com/office/drawing/2014/main" id="{E7B099AC-ACE7-C743-B8CB-965FDB30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5176838"/>
            <a:ext cx="1011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06941" name="Group 134">
            <a:extLst>
              <a:ext uri="{FF2B5EF4-FFF2-40B4-BE49-F238E27FC236}">
                <a16:creationId xmlns:a16="http://schemas.microsoft.com/office/drawing/2014/main" id="{38006DA8-FB5C-EF43-961F-F539B221D355}"/>
              </a:ext>
            </a:extLst>
          </p:cNvPr>
          <p:cNvGrpSpPr>
            <a:grpSpLocks/>
          </p:cNvGrpSpPr>
          <p:nvPr/>
        </p:nvGrpSpPr>
        <p:grpSpPr bwMode="auto">
          <a:xfrm>
            <a:off x="6691313" y="2065338"/>
            <a:ext cx="333375" cy="946150"/>
            <a:chOff x="4138" y="2024"/>
            <a:chExt cx="210" cy="596"/>
          </a:xfrm>
        </p:grpSpPr>
        <p:sp>
          <p:nvSpPr>
            <p:cNvPr id="207045" name="Line 127">
              <a:extLst>
                <a:ext uri="{FF2B5EF4-FFF2-40B4-BE49-F238E27FC236}">
                  <a16:creationId xmlns:a16="http://schemas.microsoft.com/office/drawing/2014/main" id="{932435C4-4CC0-5845-94BC-E64354D5F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6" name="Line 128">
              <a:extLst>
                <a:ext uri="{FF2B5EF4-FFF2-40B4-BE49-F238E27FC236}">
                  <a16:creationId xmlns:a16="http://schemas.microsoft.com/office/drawing/2014/main" id="{F5945B98-1CB1-7C41-B74C-D05C443D5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7" name="Line 129">
              <a:extLst>
                <a:ext uri="{FF2B5EF4-FFF2-40B4-BE49-F238E27FC236}">
                  <a16:creationId xmlns:a16="http://schemas.microsoft.com/office/drawing/2014/main" id="{8A1F7AD1-16C9-1144-A1C0-3C6F96CCF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8" name="Line 130">
              <a:extLst>
                <a:ext uri="{FF2B5EF4-FFF2-40B4-BE49-F238E27FC236}">
                  <a16:creationId xmlns:a16="http://schemas.microsoft.com/office/drawing/2014/main" id="{F38AFBE6-A554-6A4D-BF6C-666435352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9" name="Rectangle 131">
              <a:extLst>
                <a:ext uri="{FF2B5EF4-FFF2-40B4-BE49-F238E27FC236}">
                  <a16:creationId xmlns:a16="http://schemas.microsoft.com/office/drawing/2014/main" id="{B23AF059-8D4A-2147-87A8-2D57218346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7050" name="Rectangle 132">
              <a:extLst>
                <a:ext uri="{FF2B5EF4-FFF2-40B4-BE49-F238E27FC236}">
                  <a16:creationId xmlns:a16="http://schemas.microsoft.com/office/drawing/2014/main" id="{D3C8016C-D8C4-A54D-80BA-5854CFE8A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7051" name="Rectangle 133">
              <a:extLst>
                <a:ext uri="{FF2B5EF4-FFF2-40B4-BE49-F238E27FC236}">
                  <a16:creationId xmlns:a16="http://schemas.microsoft.com/office/drawing/2014/main" id="{CF3A5714-0847-2F46-AB04-4A36AB16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6942" name="Line 135">
            <a:extLst>
              <a:ext uri="{FF2B5EF4-FFF2-40B4-BE49-F238E27FC236}">
                <a16:creationId xmlns:a16="http://schemas.microsoft.com/office/drawing/2014/main" id="{81F9D56D-CDA3-CE4C-954C-57E1B90BC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4838" y="2509838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3" name="Line 136">
            <a:extLst>
              <a:ext uri="{FF2B5EF4-FFF2-40B4-BE49-F238E27FC236}">
                <a16:creationId xmlns:a16="http://schemas.microsoft.com/office/drawing/2014/main" id="{055F4856-774C-1043-839A-D6147C0410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4888" y="24399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4" name="Rectangle 137">
            <a:extLst>
              <a:ext uri="{FF2B5EF4-FFF2-40B4-BE49-F238E27FC236}">
                <a16:creationId xmlns:a16="http://schemas.microsoft.com/office/drawing/2014/main" id="{9334DAD1-92F4-8C41-99F6-64679BF11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25336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6945" name="Line 138">
            <a:extLst>
              <a:ext uri="{FF2B5EF4-FFF2-40B4-BE49-F238E27FC236}">
                <a16:creationId xmlns:a16="http://schemas.microsoft.com/office/drawing/2014/main" id="{1BA69B0B-02F0-014D-AEDD-3504EAAE1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7838" y="168433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6" name="Line 139">
            <a:extLst>
              <a:ext uri="{FF2B5EF4-FFF2-40B4-BE49-F238E27FC236}">
                <a16:creationId xmlns:a16="http://schemas.microsoft.com/office/drawing/2014/main" id="{ABC62750-9FCB-E443-8987-118A66FE2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6438" y="3019425"/>
            <a:ext cx="0" cy="1230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7" name="Line 140">
            <a:extLst>
              <a:ext uri="{FF2B5EF4-FFF2-40B4-BE49-F238E27FC236}">
                <a16:creationId xmlns:a16="http://schemas.microsoft.com/office/drawing/2014/main" id="{B74998B4-4676-9A4C-AC3C-63C9DAFEB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138" y="3019425"/>
            <a:ext cx="279400" cy="87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8" name="Line 141">
            <a:extLst>
              <a:ext uri="{FF2B5EF4-FFF2-40B4-BE49-F238E27FC236}">
                <a16:creationId xmlns:a16="http://schemas.microsoft.com/office/drawing/2014/main" id="{BA7595CA-E567-F246-8DC9-43CE568695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9138" y="4097338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49" name="Line 142">
            <a:extLst>
              <a:ext uri="{FF2B5EF4-FFF2-40B4-BE49-F238E27FC236}">
                <a16:creationId xmlns:a16="http://schemas.microsoft.com/office/drawing/2014/main" id="{13D663FB-5643-384A-AAF1-CCDCCDA55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1238" y="3132138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50" name="Line 143">
            <a:extLst>
              <a:ext uri="{FF2B5EF4-FFF2-40B4-BE49-F238E27FC236}">
                <a16:creationId xmlns:a16="http://schemas.microsoft.com/office/drawing/2014/main" id="{D69A56AA-A17B-8144-91B9-0C611FC096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2638" y="4240213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51" name="Rectangle 144">
            <a:extLst>
              <a:ext uri="{FF2B5EF4-FFF2-40B4-BE49-F238E27FC236}">
                <a16:creationId xmlns:a16="http://schemas.microsoft.com/office/drawing/2014/main" id="{57A810B9-CF04-9345-A8FE-24CE65B3F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0670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6952" name="Rectangle 145">
            <a:extLst>
              <a:ext uri="{FF2B5EF4-FFF2-40B4-BE49-F238E27FC236}">
                <a16:creationId xmlns:a16="http://schemas.microsoft.com/office/drawing/2014/main" id="{9942B3F9-4FE7-F942-AEDE-9FCBE682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3893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6953" name="Rectangle 146">
            <a:extLst>
              <a:ext uri="{FF2B5EF4-FFF2-40B4-BE49-F238E27FC236}">
                <a16:creationId xmlns:a16="http://schemas.microsoft.com/office/drawing/2014/main" id="{EF48CBC1-CD59-B24C-8A2A-11A339D8A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6941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6954" name="Rectangle 147">
            <a:extLst>
              <a:ext uri="{FF2B5EF4-FFF2-40B4-BE49-F238E27FC236}">
                <a16:creationId xmlns:a16="http://schemas.microsoft.com/office/drawing/2014/main" id="{93F7BA9B-4BEF-784A-879B-08D83E3A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39227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6955" name="Line 148">
            <a:extLst>
              <a:ext uri="{FF2B5EF4-FFF2-40B4-BE49-F238E27FC236}">
                <a16:creationId xmlns:a16="http://schemas.microsoft.com/office/drawing/2014/main" id="{CBA942F9-4A0C-EB41-B7E0-7E60C614F7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6538" y="31956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56" name="Rectangle 149">
            <a:extLst>
              <a:ext uri="{FF2B5EF4-FFF2-40B4-BE49-F238E27FC236}">
                <a16:creationId xmlns:a16="http://schemas.microsoft.com/office/drawing/2014/main" id="{BE3CE7F6-E26A-9E42-8C60-5716F1E1A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3043238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06957" name="Line 150">
            <a:extLst>
              <a:ext uri="{FF2B5EF4-FFF2-40B4-BE49-F238E27FC236}">
                <a16:creationId xmlns:a16="http://schemas.microsoft.com/office/drawing/2014/main" id="{8250D740-CEAF-C14A-904A-7FD82C1FD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6838" y="48720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58" name="Line 151">
            <a:extLst>
              <a:ext uri="{FF2B5EF4-FFF2-40B4-BE49-F238E27FC236}">
                <a16:creationId xmlns:a16="http://schemas.microsoft.com/office/drawing/2014/main" id="{0759C62A-AA39-E445-92D4-C636443AEB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2088" y="4802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59" name="Rectangle 152">
            <a:extLst>
              <a:ext uri="{FF2B5EF4-FFF2-40B4-BE49-F238E27FC236}">
                <a16:creationId xmlns:a16="http://schemas.microsoft.com/office/drawing/2014/main" id="{A0C4EA2D-C542-BD42-B367-E819E4840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4895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6960" name="Rectangle 153">
            <a:extLst>
              <a:ext uri="{FF2B5EF4-FFF2-40B4-BE49-F238E27FC236}">
                <a16:creationId xmlns:a16="http://schemas.microsoft.com/office/drawing/2014/main" id="{7CBFEC55-195A-3546-B368-1BE29AE4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4438650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06961" name="Line 154">
            <a:extLst>
              <a:ext uri="{FF2B5EF4-FFF2-40B4-BE49-F238E27FC236}">
                <a16:creationId xmlns:a16="http://schemas.microsoft.com/office/drawing/2014/main" id="{6F767B95-BD4B-6D41-A7DE-368A1F0110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2238" y="4872038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2" name="Line 155">
            <a:extLst>
              <a:ext uri="{FF2B5EF4-FFF2-40B4-BE49-F238E27FC236}">
                <a16:creationId xmlns:a16="http://schemas.microsoft.com/office/drawing/2014/main" id="{41496632-57C7-2149-9DB2-F8D9697E2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1488" y="4802188"/>
            <a:ext cx="109537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3" name="Rectangle 156">
            <a:extLst>
              <a:ext uri="{FF2B5EF4-FFF2-40B4-BE49-F238E27FC236}">
                <a16:creationId xmlns:a16="http://schemas.microsoft.com/office/drawing/2014/main" id="{23197666-0941-E741-AD44-A9B3609A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48958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6964" name="Group 159">
            <a:extLst>
              <a:ext uri="{FF2B5EF4-FFF2-40B4-BE49-F238E27FC236}">
                <a16:creationId xmlns:a16="http://schemas.microsoft.com/office/drawing/2014/main" id="{F2778E30-AE10-494E-89DB-1193E0AE2FA3}"/>
              </a:ext>
            </a:extLst>
          </p:cNvPr>
          <p:cNvGrpSpPr>
            <a:grpSpLocks/>
          </p:cNvGrpSpPr>
          <p:nvPr/>
        </p:nvGrpSpPr>
        <p:grpSpPr bwMode="auto">
          <a:xfrm>
            <a:off x="5729288" y="4033838"/>
            <a:ext cx="588962" cy="333375"/>
            <a:chOff x="3532" y="3264"/>
            <a:chExt cx="371" cy="210"/>
          </a:xfrm>
        </p:grpSpPr>
        <p:sp>
          <p:nvSpPr>
            <p:cNvPr id="207043" name="Rectangle 157">
              <a:extLst>
                <a:ext uri="{FF2B5EF4-FFF2-40B4-BE49-F238E27FC236}">
                  <a16:creationId xmlns:a16="http://schemas.microsoft.com/office/drawing/2014/main" id="{8D0BB875-A969-3E4B-A5E9-83D859356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7044" name="Rectangle 158">
              <a:extLst>
                <a:ext uri="{FF2B5EF4-FFF2-40B4-BE49-F238E27FC236}">
                  <a16:creationId xmlns:a16="http://schemas.microsoft.com/office/drawing/2014/main" id="{CC929D99-2A72-334B-ABAE-A9314421C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264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06965" name="Line 160">
            <a:extLst>
              <a:ext uri="{FF2B5EF4-FFF2-40B4-BE49-F238E27FC236}">
                <a16:creationId xmlns:a16="http://schemas.microsoft.com/office/drawing/2014/main" id="{60EF31AC-BD0D-2548-B269-55556B0B32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3805238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6" name="Line 161">
            <a:extLst>
              <a:ext uri="{FF2B5EF4-FFF2-40B4-BE49-F238E27FC236}">
                <a16:creationId xmlns:a16="http://schemas.microsoft.com/office/drawing/2014/main" id="{A00A4D44-571D-2042-9909-88DDF7D51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2038" y="3830638"/>
            <a:ext cx="0" cy="177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7" name="Line 162">
            <a:extLst>
              <a:ext uri="{FF2B5EF4-FFF2-40B4-BE49-F238E27FC236}">
                <a16:creationId xmlns:a16="http://schemas.microsoft.com/office/drawing/2014/main" id="{AB4915E0-FA00-B44C-A18F-6D9F66902F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9638" y="4313238"/>
            <a:ext cx="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8" name="Line 163">
            <a:extLst>
              <a:ext uri="{FF2B5EF4-FFF2-40B4-BE49-F238E27FC236}">
                <a16:creationId xmlns:a16="http://schemas.microsoft.com/office/drawing/2014/main" id="{ACA003B3-7793-0E42-AD23-6AD9053B3B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5238" y="3500438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69" name="Rectangle 164">
            <a:extLst>
              <a:ext uri="{FF2B5EF4-FFF2-40B4-BE49-F238E27FC236}">
                <a16:creationId xmlns:a16="http://schemas.microsoft.com/office/drawing/2014/main" id="{5BA6B527-D5DF-7F47-A0DF-596BDCA3D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4567238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ALUSelB=10</a:t>
            </a:r>
          </a:p>
        </p:txBody>
      </p:sp>
      <p:sp>
        <p:nvSpPr>
          <p:cNvPr id="206970" name="Line 165">
            <a:extLst>
              <a:ext uri="{FF2B5EF4-FFF2-40B4-BE49-F238E27FC236}">
                <a16:creationId xmlns:a16="http://schemas.microsoft.com/office/drawing/2014/main" id="{ED164EE1-223C-5445-B444-5482D0B61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7138" y="1379538"/>
            <a:ext cx="0" cy="890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71" name="Line 166">
            <a:extLst>
              <a:ext uri="{FF2B5EF4-FFF2-40B4-BE49-F238E27FC236}">
                <a16:creationId xmlns:a16="http://schemas.microsoft.com/office/drawing/2014/main" id="{2B3C4CA2-8061-2F46-BE69-0F5764BB18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5838" y="1379538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72" name="Line 167">
            <a:extLst>
              <a:ext uri="{FF2B5EF4-FFF2-40B4-BE49-F238E27FC236}">
                <a16:creationId xmlns:a16="http://schemas.microsoft.com/office/drawing/2014/main" id="{0FE2CF60-DB4E-0C41-97FC-0A9AE86322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35838" y="2159000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73" name="Line 168">
            <a:extLst>
              <a:ext uri="{FF2B5EF4-FFF2-40B4-BE49-F238E27FC236}">
                <a16:creationId xmlns:a16="http://schemas.microsoft.com/office/drawing/2014/main" id="{9AFCA426-B4B1-654A-8E59-E6290025F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8538" y="146208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74" name="Rectangle 169">
            <a:extLst>
              <a:ext uri="{FF2B5EF4-FFF2-40B4-BE49-F238E27FC236}">
                <a16:creationId xmlns:a16="http://schemas.microsoft.com/office/drawing/2014/main" id="{22CAF5EA-493B-DF46-BF96-592FA4272F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73913" y="167163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6975" name="Rectangle 170">
            <a:extLst>
              <a:ext uri="{FF2B5EF4-FFF2-40B4-BE49-F238E27FC236}">
                <a16:creationId xmlns:a16="http://schemas.microsoft.com/office/drawing/2014/main" id="{5F631452-0F72-B94E-91AD-0EC96B65CB5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46950" y="13985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6976" name="Rectangle 171">
            <a:extLst>
              <a:ext uri="{FF2B5EF4-FFF2-40B4-BE49-F238E27FC236}">
                <a16:creationId xmlns:a16="http://schemas.microsoft.com/office/drawing/2014/main" id="{33C3DD3A-48A8-A743-A3B9-7DC6AC311FD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46950" y="20240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6977" name="Oval 172">
            <a:extLst>
              <a:ext uri="{FF2B5EF4-FFF2-40B4-BE49-F238E27FC236}">
                <a16:creationId xmlns:a16="http://schemas.microsoft.com/office/drawing/2014/main" id="{4F4EADC3-DB1F-A84A-89D9-C3000D09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6843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978" name="Line 173">
            <a:extLst>
              <a:ext uri="{FF2B5EF4-FFF2-40B4-BE49-F238E27FC236}">
                <a16:creationId xmlns:a16="http://schemas.microsoft.com/office/drawing/2014/main" id="{003B40AE-A2BD-174A-96CB-D508AD3102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3638" y="104933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79" name="Line 174">
            <a:extLst>
              <a:ext uri="{FF2B5EF4-FFF2-40B4-BE49-F238E27FC236}">
                <a16:creationId xmlns:a16="http://schemas.microsoft.com/office/drawing/2014/main" id="{318C84DA-8C86-C741-AF08-2E212A8E59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09038" y="10493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0" name="Oval 175">
            <a:extLst>
              <a:ext uri="{FF2B5EF4-FFF2-40B4-BE49-F238E27FC236}">
                <a16:creationId xmlns:a16="http://schemas.microsoft.com/office/drawing/2014/main" id="{6478ABF2-590D-CF4E-975A-5E00B4A83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5538" y="12271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6981" name="Line 176">
            <a:extLst>
              <a:ext uri="{FF2B5EF4-FFF2-40B4-BE49-F238E27FC236}">
                <a16:creationId xmlns:a16="http://schemas.microsoft.com/office/drawing/2014/main" id="{F6C9AAC6-2288-894D-905D-759E80A46E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4238" y="104933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6982" name="Group 180">
            <a:extLst>
              <a:ext uri="{FF2B5EF4-FFF2-40B4-BE49-F238E27FC236}">
                <a16:creationId xmlns:a16="http://schemas.microsoft.com/office/drawing/2014/main" id="{0381BCD9-D5FB-754A-9B80-6853E4EBD362}"/>
              </a:ext>
            </a:extLst>
          </p:cNvPr>
          <p:cNvGrpSpPr>
            <a:grpSpLocks/>
          </p:cNvGrpSpPr>
          <p:nvPr/>
        </p:nvGrpSpPr>
        <p:grpSpPr bwMode="auto">
          <a:xfrm>
            <a:off x="7602538" y="1449388"/>
            <a:ext cx="652462" cy="427037"/>
            <a:chOff x="4712" y="1636"/>
            <a:chExt cx="411" cy="269"/>
          </a:xfrm>
        </p:grpSpPr>
        <p:sp>
          <p:nvSpPr>
            <p:cNvPr id="207040" name="Line 177">
              <a:extLst>
                <a:ext uri="{FF2B5EF4-FFF2-40B4-BE49-F238E27FC236}">
                  <a16:creationId xmlns:a16="http://schemas.microsoft.com/office/drawing/2014/main" id="{4FB9F70F-45AD-5744-B442-F57C0A93F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1" name="Line 178">
              <a:extLst>
                <a:ext uri="{FF2B5EF4-FFF2-40B4-BE49-F238E27FC236}">
                  <a16:creationId xmlns:a16="http://schemas.microsoft.com/office/drawing/2014/main" id="{9140C18F-462C-B14E-9F5E-484C84B20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42" name="Rectangle 179">
              <a:extLst>
                <a:ext uri="{FF2B5EF4-FFF2-40B4-BE49-F238E27FC236}">
                  <a16:creationId xmlns:a16="http://schemas.microsoft.com/office/drawing/2014/main" id="{8EFB6311-5820-854A-8811-6D3C35A891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06983" name="Line 181">
            <a:extLst>
              <a:ext uri="{FF2B5EF4-FFF2-40B4-BE49-F238E27FC236}">
                <a16:creationId xmlns:a16="http://schemas.microsoft.com/office/drawing/2014/main" id="{A9659E73-866A-1243-B541-78B598B7D5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4238" y="2420938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4" name="Line 182">
            <a:extLst>
              <a:ext uri="{FF2B5EF4-FFF2-40B4-BE49-F238E27FC236}">
                <a16:creationId xmlns:a16="http://schemas.microsoft.com/office/drawing/2014/main" id="{881118AC-9B86-4241-BDB5-56E2C31429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62938" y="29670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5" name="Rectangle 183">
            <a:extLst>
              <a:ext uri="{FF2B5EF4-FFF2-40B4-BE49-F238E27FC236}">
                <a16:creationId xmlns:a16="http://schemas.microsoft.com/office/drawing/2014/main" id="{0CC3A044-D927-354B-9137-AB927486C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275" y="2146300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6986" name="Line 184">
            <a:extLst>
              <a:ext uri="{FF2B5EF4-FFF2-40B4-BE49-F238E27FC236}">
                <a16:creationId xmlns:a16="http://schemas.microsoft.com/office/drawing/2014/main" id="{D3AD560D-D992-CE46-B73F-4BCDD37C8A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77138" y="212883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7" name="Line 185">
            <a:extLst>
              <a:ext uri="{FF2B5EF4-FFF2-40B4-BE49-F238E27FC236}">
                <a16:creationId xmlns:a16="http://schemas.microsoft.com/office/drawing/2014/main" id="{84FCAC06-3F9E-E044-A5FF-37D96AD05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1138238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8" name="Line 186">
            <a:extLst>
              <a:ext uri="{FF2B5EF4-FFF2-40B4-BE49-F238E27FC236}">
                <a16:creationId xmlns:a16="http://schemas.microsoft.com/office/drawing/2014/main" id="{FF4A0089-2498-C945-91F8-A6DD5FFA8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12906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89" name="Line 187">
            <a:extLst>
              <a:ext uri="{FF2B5EF4-FFF2-40B4-BE49-F238E27FC236}">
                <a16:creationId xmlns:a16="http://schemas.microsoft.com/office/drawing/2014/main" id="{4E721373-68E9-C345-B357-E6BA0E93E5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538" y="12144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6990" name="Group 193">
            <a:extLst>
              <a:ext uri="{FF2B5EF4-FFF2-40B4-BE49-F238E27FC236}">
                <a16:creationId xmlns:a16="http://schemas.microsoft.com/office/drawing/2014/main" id="{39B28AC0-0890-FD42-B5B0-FE5A50B12D84}"/>
              </a:ext>
            </a:extLst>
          </p:cNvPr>
          <p:cNvGrpSpPr>
            <a:grpSpLocks/>
          </p:cNvGrpSpPr>
          <p:nvPr/>
        </p:nvGrpSpPr>
        <p:grpSpPr bwMode="auto">
          <a:xfrm>
            <a:off x="1112838" y="1062038"/>
            <a:ext cx="381000" cy="306387"/>
            <a:chOff x="624" y="1392"/>
            <a:chExt cx="240" cy="193"/>
          </a:xfrm>
        </p:grpSpPr>
        <p:sp>
          <p:nvSpPr>
            <p:cNvPr id="207035" name="Arc 188">
              <a:extLst>
                <a:ext uri="{FF2B5EF4-FFF2-40B4-BE49-F238E27FC236}">
                  <a16:creationId xmlns:a16="http://schemas.microsoft.com/office/drawing/2014/main" id="{8D56CAE6-03FB-8247-9C88-C35693062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36" name="Arc 189">
              <a:extLst>
                <a:ext uri="{FF2B5EF4-FFF2-40B4-BE49-F238E27FC236}">
                  <a16:creationId xmlns:a16="http://schemas.microsoft.com/office/drawing/2014/main" id="{597DEB80-F3F1-E44D-9F83-4F6A07D9E73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37" name="Line 190">
              <a:extLst>
                <a:ext uri="{FF2B5EF4-FFF2-40B4-BE49-F238E27FC236}">
                  <a16:creationId xmlns:a16="http://schemas.microsoft.com/office/drawing/2014/main" id="{8C7EE3F5-D21F-A04D-A8E5-BA54F0C2F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38" name="Line 191">
              <a:extLst>
                <a:ext uri="{FF2B5EF4-FFF2-40B4-BE49-F238E27FC236}">
                  <a16:creationId xmlns:a16="http://schemas.microsoft.com/office/drawing/2014/main" id="{4A0F7E46-BEBE-F544-870F-7CD746455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39" name="Line 192">
              <a:extLst>
                <a:ext uri="{FF2B5EF4-FFF2-40B4-BE49-F238E27FC236}">
                  <a16:creationId xmlns:a16="http://schemas.microsoft.com/office/drawing/2014/main" id="{617C8993-389C-1646-A000-B8FB6EE39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991" name="Line 194">
            <a:extLst>
              <a:ext uri="{FF2B5EF4-FFF2-40B4-BE49-F238E27FC236}">
                <a16:creationId xmlns:a16="http://schemas.microsoft.com/office/drawing/2014/main" id="{F2A20050-6AF4-7243-BFE6-E67921A8A7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238" y="143033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92" name="Arc 195">
            <a:extLst>
              <a:ext uri="{FF2B5EF4-FFF2-40B4-BE49-F238E27FC236}">
                <a16:creationId xmlns:a16="http://schemas.microsoft.com/office/drawing/2014/main" id="{C768016B-3BBA-5044-8C2F-436B96A5AE78}"/>
              </a:ext>
            </a:extLst>
          </p:cNvPr>
          <p:cNvSpPr>
            <a:spLocks/>
          </p:cNvSpPr>
          <p:nvPr/>
        </p:nvSpPr>
        <p:spPr bwMode="auto">
          <a:xfrm rot="-5400000">
            <a:off x="708025" y="1366838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93" name="Arc 196">
            <a:extLst>
              <a:ext uri="{FF2B5EF4-FFF2-40B4-BE49-F238E27FC236}">
                <a16:creationId xmlns:a16="http://schemas.microsoft.com/office/drawing/2014/main" id="{ACB6AF9E-367E-FF4E-B0A6-899E647BE0AE}"/>
              </a:ext>
            </a:extLst>
          </p:cNvPr>
          <p:cNvSpPr>
            <a:spLocks/>
          </p:cNvSpPr>
          <p:nvPr/>
        </p:nvSpPr>
        <p:spPr bwMode="auto">
          <a:xfrm rot="5400000">
            <a:off x="522288" y="1366838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6994" name="Group 199">
            <a:extLst>
              <a:ext uri="{FF2B5EF4-FFF2-40B4-BE49-F238E27FC236}">
                <a16:creationId xmlns:a16="http://schemas.microsoft.com/office/drawing/2014/main" id="{D2E5B07B-0143-2E45-A638-88A6583A331B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1285875"/>
            <a:ext cx="373063" cy="101600"/>
            <a:chOff x="297" y="1533"/>
            <a:chExt cx="235" cy="64"/>
          </a:xfrm>
        </p:grpSpPr>
        <p:sp>
          <p:nvSpPr>
            <p:cNvPr id="207033" name="Arc 197">
              <a:extLst>
                <a:ext uri="{FF2B5EF4-FFF2-40B4-BE49-F238E27FC236}">
                  <a16:creationId xmlns:a16="http://schemas.microsoft.com/office/drawing/2014/main" id="{ACDBE3DE-6245-B547-B1B0-0D19514C639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034" name="Arc 198">
              <a:extLst>
                <a:ext uri="{FF2B5EF4-FFF2-40B4-BE49-F238E27FC236}">
                  <a16:creationId xmlns:a16="http://schemas.microsoft.com/office/drawing/2014/main" id="{FCFF37DE-3CD8-E44F-9428-57B218BF98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995" name="Line 200">
            <a:extLst>
              <a:ext uri="{FF2B5EF4-FFF2-40B4-BE49-F238E27FC236}">
                <a16:creationId xmlns:a16="http://schemas.microsoft.com/office/drawing/2014/main" id="{6549DBF5-449C-F44A-8CF3-8FEB40923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238" y="1620838"/>
            <a:ext cx="4762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96" name="Line 201">
            <a:extLst>
              <a:ext uri="{FF2B5EF4-FFF2-40B4-BE49-F238E27FC236}">
                <a16:creationId xmlns:a16="http://schemas.microsoft.com/office/drawing/2014/main" id="{44D27A63-D91A-AC4C-9D89-2FC75E6B5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638" y="1125538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97" name="Line 202">
            <a:extLst>
              <a:ext uri="{FF2B5EF4-FFF2-40B4-BE49-F238E27FC236}">
                <a16:creationId xmlns:a16="http://schemas.microsoft.com/office/drawing/2014/main" id="{BD452A83-AC04-A94C-9B06-51BF0CAC3C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4238" y="12017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6998" name="Rectangle 203">
            <a:extLst>
              <a:ext uri="{FF2B5EF4-FFF2-40B4-BE49-F238E27FC236}">
                <a16:creationId xmlns:a16="http://schemas.microsoft.com/office/drawing/2014/main" id="{BE76E4BA-30EE-6C4C-9DD2-E74C078EF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079500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6999" name="Rectangle 204">
            <a:extLst>
              <a:ext uri="{FF2B5EF4-FFF2-40B4-BE49-F238E27FC236}">
                <a16:creationId xmlns:a16="http://schemas.microsoft.com/office/drawing/2014/main" id="{BCC9E8B0-6A95-2243-8B13-2FECA750E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833438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07000" name="Rectangle 205">
            <a:extLst>
              <a:ext uri="{FF2B5EF4-FFF2-40B4-BE49-F238E27FC236}">
                <a16:creationId xmlns:a16="http://schemas.microsoft.com/office/drawing/2014/main" id="{20A77B0D-1022-AF4B-B804-7F8034B50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950" y="985838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207001" name="Rectangle 206">
            <a:extLst>
              <a:ext uri="{FF2B5EF4-FFF2-40B4-BE49-F238E27FC236}">
                <a16:creationId xmlns:a16="http://schemas.microsoft.com/office/drawing/2014/main" id="{ECB9C0EE-9151-0B4B-8A0F-08001AF54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985838"/>
            <a:ext cx="909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BrWr=1</a:t>
            </a:r>
          </a:p>
        </p:txBody>
      </p:sp>
      <p:sp>
        <p:nvSpPr>
          <p:cNvPr id="207002" name="Line 207">
            <a:extLst>
              <a:ext uri="{FF2B5EF4-FFF2-40B4-BE49-F238E27FC236}">
                <a16:creationId xmlns:a16="http://schemas.microsoft.com/office/drawing/2014/main" id="{B8CCA4A8-3898-3443-AE44-7C6B2C72BA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5488" y="30495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03" name="Rectangle 208">
            <a:extLst>
              <a:ext uri="{FF2B5EF4-FFF2-40B4-BE49-F238E27FC236}">
                <a16:creationId xmlns:a16="http://schemas.microsoft.com/office/drawing/2014/main" id="{A4CDBE5E-3686-4E4A-8A0F-D135AE06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2838450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7004" name="Line 209">
            <a:extLst>
              <a:ext uri="{FF2B5EF4-FFF2-40B4-BE49-F238E27FC236}">
                <a16:creationId xmlns:a16="http://schemas.microsoft.com/office/drawing/2014/main" id="{C7BD5EE4-A18F-1247-AF37-6ADBA1BAD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5238" y="1684338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05" name="Rectangle 210">
            <a:extLst>
              <a:ext uri="{FF2B5EF4-FFF2-40B4-BE49-F238E27FC236}">
                <a16:creationId xmlns:a16="http://schemas.microsoft.com/office/drawing/2014/main" id="{EF487AE0-EA28-7D4D-AFBE-4B9FF6286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13843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07006" name="Line 211">
            <a:extLst>
              <a:ext uri="{FF2B5EF4-FFF2-40B4-BE49-F238E27FC236}">
                <a16:creationId xmlns:a16="http://schemas.microsoft.com/office/drawing/2014/main" id="{D56BDE4D-D603-4E46-BC1F-C5AF8F2AC1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6438" y="3398838"/>
            <a:ext cx="279400" cy="43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07" name="Line 212">
            <a:extLst>
              <a:ext uri="{FF2B5EF4-FFF2-40B4-BE49-F238E27FC236}">
                <a16:creationId xmlns:a16="http://schemas.microsoft.com/office/drawing/2014/main" id="{0D06BCAE-8655-B249-A2A4-C063EAE35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1638" y="2205038"/>
            <a:ext cx="203200" cy="27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08" name="Line 213">
            <a:extLst>
              <a:ext uri="{FF2B5EF4-FFF2-40B4-BE49-F238E27FC236}">
                <a16:creationId xmlns:a16="http://schemas.microsoft.com/office/drawing/2014/main" id="{F05E80EF-6F0E-A748-ACE9-77A638FAD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491038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09" name="Line 214">
            <a:extLst>
              <a:ext uri="{FF2B5EF4-FFF2-40B4-BE49-F238E27FC236}">
                <a16:creationId xmlns:a16="http://schemas.microsoft.com/office/drawing/2014/main" id="{B695850C-76EA-EB4A-8C5C-F5C4469E9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4872038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10" name="Rectangle 215">
            <a:extLst>
              <a:ext uri="{FF2B5EF4-FFF2-40B4-BE49-F238E27FC236}">
                <a16:creationId xmlns:a16="http://schemas.microsoft.com/office/drawing/2014/main" id="{F2CF51F4-3EB2-DA4D-B343-47295886A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4756150"/>
            <a:ext cx="6651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207011" name="Rectangle 216">
            <a:extLst>
              <a:ext uri="{FF2B5EF4-FFF2-40B4-BE49-F238E27FC236}">
                <a16:creationId xmlns:a16="http://schemas.microsoft.com/office/drawing/2014/main" id="{5EE65F00-3F8B-AF46-BED0-1E4146E8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4337050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07012" name="Rectangle 217">
            <a:extLst>
              <a:ext uri="{FF2B5EF4-FFF2-40B4-BE49-F238E27FC236}">
                <a16:creationId xmlns:a16="http://schemas.microsoft.com/office/drawing/2014/main" id="{0116F67A-703A-694F-95FE-171B8E993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4186238"/>
            <a:ext cx="9032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207013" name="Line 218">
            <a:extLst>
              <a:ext uri="{FF2B5EF4-FFF2-40B4-BE49-F238E27FC236}">
                <a16:creationId xmlns:a16="http://schemas.microsoft.com/office/drawing/2014/main" id="{70303F8E-B79A-9B4E-A76B-B319B3D4DE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1088" y="4421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14" name="Rectangle 219">
            <a:extLst>
              <a:ext uri="{FF2B5EF4-FFF2-40B4-BE49-F238E27FC236}">
                <a16:creationId xmlns:a16="http://schemas.microsoft.com/office/drawing/2014/main" id="{12D4D021-8356-F741-BBF1-CF215C9F7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5148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7015" name="Line 220">
            <a:extLst>
              <a:ext uri="{FF2B5EF4-FFF2-40B4-BE49-F238E27FC236}">
                <a16:creationId xmlns:a16="http://schemas.microsoft.com/office/drawing/2014/main" id="{D6E9BE3E-4E0F-3946-B231-46627FB199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1088" y="48021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16" name="Rectangle 221">
            <a:extLst>
              <a:ext uri="{FF2B5EF4-FFF2-40B4-BE49-F238E27FC236}">
                <a16:creationId xmlns:a16="http://schemas.microsoft.com/office/drawing/2014/main" id="{B44C2CB2-DC3E-E24D-99AF-BCB743891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895850"/>
            <a:ext cx="2936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07017" name="Rectangle 222">
            <a:extLst>
              <a:ext uri="{FF2B5EF4-FFF2-40B4-BE49-F238E27FC236}">
                <a16:creationId xmlns:a16="http://schemas.microsoft.com/office/drawing/2014/main" id="{98CF0F79-60CF-3948-8ECF-DE4313D84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4275138"/>
            <a:ext cx="1117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7018" name="Line 223">
            <a:extLst>
              <a:ext uri="{FF2B5EF4-FFF2-40B4-BE49-F238E27FC236}">
                <a16:creationId xmlns:a16="http://schemas.microsoft.com/office/drawing/2014/main" id="{E40C9259-E44D-7647-9428-3B553C19E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44148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19" name="Rectangle 224">
            <a:extLst>
              <a:ext uri="{FF2B5EF4-FFF2-40B4-BE49-F238E27FC236}">
                <a16:creationId xmlns:a16="http://schemas.microsoft.com/office/drawing/2014/main" id="{C71ADD5D-9A9E-3042-8662-269246ACE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4203700"/>
            <a:ext cx="5635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207020" name="Line 225">
            <a:extLst>
              <a:ext uri="{FF2B5EF4-FFF2-40B4-BE49-F238E27FC236}">
                <a16:creationId xmlns:a16="http://schemas.microsoft.com/office/drawing/2014/main" id="{5ECDFDCF-7902-A44F-A650-C44F34D78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038" y="4643438"/>
            <a:ext cx="863600" cy="0"/>
          </a:xfrm>
          <a:prstGeom prst="line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21" name="Line 227">
            <a:extLst>
              <a:ext uri="{FF2B5EF4-FFF2-40B4-BE49-F238E27FC236}">
                <a16:creationId xmlns:a16="http://schemas.microsoft.com/office/drawing/2014/main" id="{CA601891-9163-E04E-9E5B-058F47132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48720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22" name="Rectangle 228">
            <a:extLst>
              <a:ext uri="{FF2B5EF4-FFF2-40B4-BE49-F238E27FC236}">
                <a16:creationId xmlns:a16="http://schemas.microsoft.com/office/drawing/2014/main" id="{69C6ED80-3C8F-9C40-9158-E6D61A5F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660900"/>
            <a:ext cx="4524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207023" name="Line 229">
            <a:extLst>
              <a:ext uri="{FF2B5EF4-FFF2-40B4-BE49-F238E27FC236}">
                <a16:creationId xmlns:a16="http://schemas.microsoft.com/office/drawing/2014/main" id="{39F0C1D1-ED2A-0041-BBE0-159C8AC0D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4138" y="5100638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024" name="Rectangle 230">
            <a:extLst>
              <a:ext uri="{FF2B5EF4-FFF2-40B4-BE49-F238E27FC236}">
                <a16:creationId xmlns:a16="http://schemas.microsoft.com/office/drawing/2014/main" id="{D2FA7AA2-4C0F-934F-87CF-3954228F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4889500"/>
            <a:ext cx="9604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7025" name="Rectangle 231">
            <a:extLst>
              <a:ext uri="{FF2B5EF4-FFF2-40B4-BE49-F238E27FC236}">
                <a16:creationId xmlns:a16="http://schemas.microsoft.com/office/drawing/2014/main" id="{24CFB1FC-54B6-B945-A134-6AF6903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5056188"/>
            <a:ext cx="2651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grpSp>
        <p:nvGrpSpPr>
          <p:cNvPr id="45294" name="Group 238">
            <a:extLst>
              <a:ext uri="{FF2B5EF4-FFF2-40B4-BE49-F238E27FC236}">
                <a16:creationId xmlns:a16="http://schemas.microsoft.com/office/drawing/2014/main" id="{04B1CF4D-C221-364A-A0F2-F1C5C70380EA}"/>
              </a:ext>
            </a:extLst>
          </p:cNvPr>
          <p:cNvGrpSpPr>
            <a:grpSpLocks/>
          </p:cNvGrpSpPr>
          <p:nvPr/>
        </p:nvGrpSpPr>
        <p:grpSpPr bwMode="auto">
          <a:xfrm>
            <a:off x="230188" y="4406900"/>
            <a:ext cx="3352800" cy="1709738"/>
            <a:chOff x="145" y="2776"/>
            <a:chExt cx="2112" cy="1077"/>
          </a:xfrm>
        </p:grpSpPr>
        <p:sp>
          <p:nvSpPr>
            <p:cNvPr id="207028" name="Rectangle 226">
              <a:extLst>
                <a:ext uri="{FF2B5EF4-FFF2-40B4-BE49-F238E27FC236}">
                  <a16:creationId xmlns:a16="http://schemas.microsoft.com/office/drawing/2014/main" id="{2ACB689C-B05E-5545-86D3-3E1460B36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" y="2792"/>
              <a:ext cx="4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Rtype</a:t>
              </a:r>
            </a:p>
          </p:txBody>
        </p:sp>
        <p:sp>
          <p:nvSpPr>
            <p:cNvPr id="207029" name="Text Box 234">
              <a:extLst>
                <a:ext uri="{FF2B5EF4-FFF2-40B4-BE49-F238E27FC236}">
                  <a16:creationId xmlns:a16="http://schemas.microsoft.com/office/drawing/2014/main" id="{567D2E01-BD7E-684C-9293-091642398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" y="3632"/>
              <a:ext cx="2112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7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如果指令译码输出为：</a:t>
              </a:r>
              <a:r>
                <a:rPr lang="en-US" altLang="zh-CN" sz="17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R-Type</a:t>
              </a:r>
            </a:p>
          </p:txBody>
        </p:sp>
        <p:grpSp>
          <p:nvGrpSpPr>
            <p:cNvPr id="207030" name="Group 236">
              <a:extLst>
                <a:ext uri="{FF2B5EF4-FFF2-40B4-BE49-F238E27FC236}">
                  <a16:creationId xmlns:a16="http://schemas.microsoft.com/office/drawing/2014/main" id="{C6019120-57F3-BA4F-8BB6-A709F551E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" y="2776"/>
              <a:ext cx="1012" cy="284"/>
              <a:chOff x="265" y="3163"/>
              <a:chExt cx="1012" cy="284"/>
            </a:xfrm>
          </p:grpSpPr>
          <p:sp>
            <p:nvSpPr>
              <p:cNvPr id="207031" name="Line 233">
                <a:extLst>
                  <a:ext uri="{FF2B5EF4-FFF2-40B4-BE49-F238E27FC236}">
                    <a16:creationId xmlns:a16="http://schemas.microsoft.com/office/drawing/2014/main" id="{584706B3-4BA1-7041-968D-40FA8F6AD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3" y="3312"/>
                <a:ext cx="544" cy="0"/>
              </a:xfrm>
              <a:prstGeom prst="line">
                <a:avLst/>
              </a:prstGeom>
              <a:noFill/>
              <a:ln w="63500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032" name="Oval 235">
                <a:extLst>
                  <a:ext uri="{FF2B5EF4-FFF2-40B4-BE49-F238E27FC236}">
                    <a16:creationId xmlns:a16="http://schemas.microsoft.com/office/drawing/2014/main" id="{3EDEDD71-71FD-EF43-8762-09C6DB637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" y="3163"/>
                <a:ext cx="686" cy="284"/>
              </a:xfrm>
              <a:prstGeom prst="ellips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5295" name="Text Box 239">
            <a:extLst>
              <a:ext uri="{FF2B5EF4-FFF2-40B4-BE49-F238E27FC236}">
                <a16:creationId xmlns:a16="http://schemas.microsoft.com/office/drawing/2014/main" id="{296A10A5-4938-A745-846C-F5C9032BB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834063"/>
            <a:ext cx="54911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第三个周期就是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指令的第一个执行周期！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3">
            <a:extLst>
              <a:ext uri="{FF2B5EF4-FFF2-40B4-BE49-F238E27FC236}">
                <a16:creationId xmlns:a16="http://schemas.microsoft.com/office/drawing/2014/main" id="{2FB3EE49-4B21-2146-84CD-ABAC60F3F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685800"/>
            <a:ext cx="6896100" cy="325438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 Output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busA op busB</a:t>
            </a:r>
          </a:p>
        </p:txBody>
      </p:sp>
      <p:sp>
        <p:nvSpPr>
          <p:cNvPr id="208899" name="Rectangle 4">
            <a:extLst>
              <a:ext uri="{FF2B5EF4-FFF2-40B4-BE49-F238E27FC236}">
                <a16:creationId xmlns:a16="http://schemas.microsoft.com/office/drawing/2014/main" id="{9B1CC7D1-F65C-DA43-BF60-5EEABF5FA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8900" name="Rectangle 5">
            <a:extLst>
              <a:ext uri="{FF2B5EF4-FFF2-40B4-BE49-F238E27FC236}">
                <a16:creationId xmlns:a16="http://schemas.microsoft.com/office/drawing/2014/main" id="{0BA7F6B2-9DD9-284A-A1A5-944B6AD9B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4496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08901" name="Rectangle 7">
            <a:extLst>
              <a:ext uri="{FF2B5EF4-FFF2-40B4-BE49-F238E27FC236}">
                <a16:creationId xmlns:a16="http://schemas.microsoft.com/office/drawing/2014/main" id="{FA38441A-46EB-1441-849B-FE41ADD5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1386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08902" name="Rectangle 8">
            <a:extLst>
              <a:ext uri="{FF2B5EF4-FFF2-40B4-BE49-F238E27FC236}">
                <a16:creationId xmlns:a16="http://schemas.microsoft.com/office/drawing/2014/main" id="{71391275-3855-3C4D-9FB3-744FE31B9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1480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08903" name="Line 9">
            <a:extLst>
              <a:ext uri="{FF2B5EF4-FFF2-40B4-BE49-F238E27FC236}">
                <a16:creationId xmlns:a16="http://schemas.microsoft.com/office/drawing/2014/main" id="{F6660CA8-278E-FE4B-9722-EC8D649F9B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4" name="Line 13">
            <a:extLst>
              <a:ext uri="{FF2B5EF4-FFF2-40B4-BE49-F238E27FC236}">
                <a16:creationId xmlns:a16="http://schemas.microsoft.com/office/drawing/2014/main" id="{627FFEAF-7415-C242-B59A-62F9CD789B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3434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5" name="Line 14">
            <a:extLst>
              <a:ext uri="{FF2B5EF4-FFF2-40B4-BE49-F238E27FC236}">
                <a16:creationId xmlns:a16="http://schemas.microsoft.com/office/drawing/2014/main" id="{4831530C-E347-9442-BC9B-17D844976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273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6" name="Rectangle 15">
            <a:extLst>
              <a:ext uri="{FF2B5EF4-FFF2-40B4-BE49-F238E27FC236}">
                <a16:creationId xmlns:a16="http://schemas.microsoft.com/office/drawing/2014/main" id="{83B86B6D-0A2C-F746-8EF0-DE9095336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367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07" name="Line 16">
            <a:extLst>
              <a:ext uri="{FF2B5EF4-FFF2-40B4-BE49-F238E27FC236}">
                <a16:creationId xmlns:a16="http://schemas.microsoft.com/office/drawing/2014/main" id="{4A3F7991-A9F3-4E41-A289-66D91EC7AE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2672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8" name="Line 17">
            <a:extLst>
              <a:ext uri="{FF2B5EF4-FFF2-40B4-BE49-F238E27FC236}">
                <a16:creationId xmlns:a16="http://schemas.microsoft.com/office/drawing/2014/main" id="{33FD8384-EFB4-7448-92AE-0D69900D09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197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09" name="Rectangle 18">
            <a:extLst>
              <a:ext uri="{FF2B5EF4-FFF2-40B4-BE49-F238E27FC236}">
                <a16:creationId xmlns:a16="http://schemas.microsoft.com/office/drawing/2014/main" id="{6421A97B-307A-B74C-8003-B71078A0C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10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10" name="Rectangle 19">
            <a:extLst>
              <a:ext uri="{FF2B5EF4-FFF2-40B4-BE49-F238E27FC236}">
                <a16:creationId xmlns:a16="http://schemas.microsoft.com/office/drawing/2014/main" id="{5A67AA88-77E4-B841-8B9A-937C6B0A7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40624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08911" name="Line 20">
            <a:extLst>
              <a:ext uri="{FF2B5EF4-FFF2-40B4-BE49-F238E27FC236}">
                <a16:creationId xmlns:a16="http://schemas.microsoft.com/office/drawing/2014/main" id="{5AD7D3C3-5E11-964D-9B41-E05BE0A8A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5" name="Rectangle 21">
            <a:extLst>
              <a:ext uri="{FF2B5EF4-FFF2-40B4-BE49-F238E27FC236}">
                <a16:creationId xmlns:a16="http://schemas.microsoft.com/office/drawing/2014/main" id="{F438D850-9F56-2B46-B6D7-622C7E73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9986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08913" name="Line 22">
            <a:extLst>
              <a:ext uri="{FF2B5EF4-FFF2-40B4-BE49-F238E27FC236}">
                <a16:creationId xmlns:a16="http://schemas.microsoft.com/office/drawing/2014/main" id="{7656C6F9-0E99-E841-AD93-8016931D4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8194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4" name="Line 23">
            <a:extLst>
              <a:ext uri="{FF2B5EF4-FFF2-40B4-BE49-F238E27FC236}">
                <a16:creationId xmlns:a16="http://schemas.microsoft.com/office/drawing/2014/main" id="{C0D23CB2-2B95-E44C-BCEB-DB8938224E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520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5" name="Rectangle 24">
            <a:extLst>
              <a:ext uri="{FF2B5EF4-FFF2-40B4-BE49-F238E27FC236}">
                <a16:creationId xmlns:a16="http://schemas.microsoft.com/office/drawing/2014/main" id="{CFFCC3B5-2B02-AB40-ACC0-DDD4F58DF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09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8916" name="Group 34">
            <a:extLst>
              <a:ext uri="{FF2B5EF4-FFF2-40B4-BE49-F238E27FC236}">
                <a16:creationId xmlns:a16="http://schemas.microsoft.com/office/drawing/2014/main" id="{B46DC21F-D0AC-304B-8583-5091C12E3F36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908300"/>
            <a:ext cx="381000" cy="1295400"/>
            <a:chOff x="4944" y="1832"/>
            <a:chExt cx="240" cy="816"/>
          </a:xfrm>
        </p:grpSpPr>
        <p:sp>
          <p:nvSpPr>
            <p:cNvPr id="209136" name="Line 25">
              <a:extLst>
                <a:ext uri="{FF2B5EF4-FFF2-40B4-BE49-F238E27FC236}">
                  <a16:creationId xmlns:a16="http://schemas.microsoft.com/office/drawing/2014/main" id="{53452210-0E07-2B4C-A33C-A183216A1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51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37" name="Line 26">
              <a:extLst>
                <a:ext uri="{FF2B5EF4-FFF2-40B4-BE49-F238E27FC236}">
                  <a16:creationId xmlns:a16="http://schemas.microsoft.com/office/drawing/2014/main" id="{BD18FAE7-BEA7-F742-B090-86E3324EC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832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38" name="Line 27">
              <a:extLst>
                <a:ext uri="{FF2B5EF4-FFF2-40B4-BE49-F238E27FC236}">
                  <a16:creationId xmlns:a16="http://schemas.microsoft.com/office/drawing/2014/main" id="{7D788C0C-447B-CC42-B3CA-19707B114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832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39" name="Line 28">
              <a:extLst>
                <a:ext uri="{FF2B5EF4-FFF2-40B4-BE49-F238E27FC236}">
                  <a16:creationId xmlns:a16="http://schemas.microsoft.com/office/drawing/2014/main" id="{238A86AF-6176-F044-B13B-E1E5F0F0F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981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40" name="Line 29">
              <a:extLst>
                <a:ext uri="{FF2B5EF4-FFF2-40B4-BE49-F238E27FC236}">
                  <a16:creationId xmlns:a16="http://schemas.microsoft.com/office/drawing/2014/main" id="{F9B56BE0-3F44-284B-89E3-CA6634945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483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41" name="Line 30">
              <a:extLst>
                <a:ext uri="{FF2B5EF4-FFF2-40B4-BE49-F238E27FC236}">
                  <a16:creationId xmlns:a16="http://schemas.microsoft.com/office/drawing/2014/main" id="{D7D562BE-C65B-6849-9F8C-D6202EE88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16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42" name="Rectangle 31">
              <a:extLst>
                <a:ext uri="{FF2B5EF4-FFF2-40B4-BE49-F238E27FC236}">
                  <a16:creationId xmlns:a16="http://schemas.microsoft.com/office/drawing/2014/main" id="{A5D05B82-7BDD-D440-A49A-CC4395F2FB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148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09143" name="Line 32">
              <a:extLst>
                <a:ext uri="{FF2B5EF4-FFF2-40B4-BE49-F238E27FC236}">
                  <a16:creationId xmlns:a16="http://schemas.microsoft.com/office/drawing/2014/main" id="{7CB47D45-7FA2-7B4D-A7BE-46F13FCB5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129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44" name="Line 33">
              <a:extLst>
                <a:ext uri="{FF2B5EF4-FFF2-40B4-BE49-F238E27FC236}">
                  <a16:creationId xmlns:a16="http://schemas.microsoft.com/office/drawing/2014/main" id="{38AC370B-ABDC-314F-AEBE-364F3B4DF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98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8917" name="Line 35">
            <a:extLst>
              <a:ext uri="{FF2B5EF4-FFF2-40B4-BE49-F238E27FC236}">
                <a16:creationId xmlns:a16="http://schemas.microsoft.com/office/drawing/2014/main" id="{AFA70D7B-AEA1-3C49-8F51-D218E1CCF3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40386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8" name="Line 36">
            <a:extLst>
              <a:ext uri="{FF2B5EF4-FFF2-40B4-BE49-F238E27FC236}">
                <a16:creationId xmlns:a16="http://schemas.microsoft.com/office/drawing/2014/main" id="{14E8C20C-BE28-2C40-99FC-A1DAA9D0C6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3968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19" name="Rectangle 37">
            <a:extLst>
              <a:ext uri="{FF2B5EF4-FFF2-40B4-BE49-F238E27FC236}">
                <a16:creationId xmlns:a16="http://schemas.microsoft.com/office/drawing/2014/main" id="{5D728FD0-D67C-2A4A-9EC1-C3BC59DF5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062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20" name="Line 38">
            <a:extLst>
              <a:ext uri="{FF2B5EF4-FFF2-40B4-BE49-F238E27FC236}">
                <a16:creationId xmlns:a16="http://schemas.microsoft.com/office/drawing/2014/main" id="{621FF8B6-B83B-7848-BDC6-E5D39072F9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810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1" name="Line 39">
            <a:extLst>
              <a:ext uri="{FF2B5EF4-FFF2-40B4-BE49-F238E27FC236}">
                <a16:creationId xmlns:a16="http://schemas.microsoft.com/office/drawing/2014/main" id="{09BC842B-072E-A04D-8739-605FC3F891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740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2" name="Rectangle 40">
            <a:extLst>
              <a:ext uri="{FF2B5EF4-FFF2-40B4-BE49-F238E27FC236}">
                <a16:creationId xmlns:a16="http://schemas.microsoft.com/office/drawing/2014/main" id="{DD3C7C55-E50F-5449-954C-E496B9DF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833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23" name="Line 41">
            <a:extLst>
              <a:ext uri="{FF2B5EF4-FFF2-40B4-BE49-F238E27FC236}">
                <a16:creationId xmlns:a16="http://schemas.microsoft.com/office/drawing/2014/main" id="{A7784B64-4927-344D-9CB3-7C9B30BFB0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025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46" name="Rectangle 42">
            <a:extLst>
              <a:ext uri="{FF2B5EF4-FFF2-40B4-BE49-F238E27FC236}">
                <a16:creationId xmlns:a16="http://schemas.microsoft.com/office/drawing/2014/main" id="{610F02EA-9411-CB49-AD18-E17FE164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791200"/>
            <a:ext cx="1562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ALUOp=Rtype</a:t>
            </a:r>
          </a:p>
        </p:txBody>
      </p:sp>
      <p:grpSp>
        <p:nvGrpSpPr>
          <p:cNvPr id="208925" name="Group 45">
            <a:extLst>
              <a:ext uri="{FF2B5EF4-FFF2-40B4-BE49-F238E27FC236}">
                <a16:creationId xmlns:a16="http://schemas.microsoft.com/office/drawing/2014/main" id="{C3BA1603-6FD3-E048-8D6B-72C0B469E106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419600"/>
            <a:ext cx="903287" cy="577850"/>
            <a:chOff x="4681" y="2784"/>
            <a:chExt cx="569" cy="364"/>
          </a:xfrm>
        </p:grpSpPr>
        <p:sp>
          <p:nvSpPr>
            <p:cNvPr id="209134" name="Rectangle 43">
              <a:extLst>
                <a:ext uri="{FF2B5EF4-FFF2-40B4-BE49-F238E27FC236}">
                  <a16:creationId xmlns:a16="http://schemas.microsoft.com/office/drawing/2014/main" id="{A68DD918-B95D-8440-82CE-B067A75E8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792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9135" name="Rectangle 44">
              <a:extLst>
                <a:ext uri="{FF2B5EF4-FFF2-40B4-BE49-F238E27FC236}">
                  <a16:creationId xmlns:a16="http://schemas.microsoft.com/office/drawing/2014/main" id="{B2264EA1-A512-2243-84F5-B0F017091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784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08926" name="Line 46">
            <a:extLst>
              <a:ext uri="{FF2B5EF4-FFF2-40B4-BE49-F238E27FC236}">
                <a16:creationId xmlns:a16="http://schemas.microsoft.com/office/drawing/2014/main" id="{28B4DF0F-FF83-3640-A936-BD3AE9DB57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9403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27" name="Rectangle 47">
            <a:extLst>
              <a:ext uri="{FF2B5EF4-FFF2-40B4-BE49-F238E27FC236}">
                <a16:creationId xmlns:a16="http://schemas.microsoft.com/office/drawing/2014/main" id="{91DCFB90-4E02-FB4B-8FBF-7BF124554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9845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8928" name="Oval 48">
            <a:extLst>
              <a:ext uri="{FF2B5EF4-FFF2-40B4-BE49-F238E27FC236}">
                <a16:creationId xmlns:a16="http://schemas.microsoft.com/office/drawing/2014/main" id="{916FA48B-4930-D24B-A2D3-8A0FF431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5085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8929" name="Rectangle 49">
            <a:extLst>
              <a:ext uri="{FF2B5EF4-FFF2-40B4-BE49-F238E27FC236}">
                <a16:creationId xmlns:a16="http://schemas.microsoft.com/office/drawing/2014/main" id="{CBFE06B2-B1B8-E34B-9C3B-A044A571988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5250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08930" name="Line 50">
            <a:extLst>
              <a:ext uri="{FF2B5EF4-FFF2-40B4-BE49-F238E27FC236}">
                <a16:creationId xmlns:a16="http://schemas.microsoft.com/office/drawing/2014/main" id="{27E6F5D9-0523-0F41-90F9-F1103BA694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3528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31" name="Line 51">
            <a:extLst>
              <a:ext uri="{FF2B5EF4-FFF2-40B4-BE49-F238E27FC236}">
                <a16:creationId xmlns:a16="http://schemas.microsoft.com/office/drawing/2014/main" id="{38D4E011-EA67-C64E-B908-3245B5C5D0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32" name="Rectangle 52">
            <a:extLst>
              <a:ext uri="{FF2B5EF4-FFF2-40B4-BE49-F238E27FC236}">
                <a16:creationId xmlns:a16="http://schemas.microsoft.com/office/drawing/2014/main" id="{1EAC03AE-1552-4547-AEB6-552BF72ED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376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33" name="Line 53">
            <a:extLst>
              <a:ext uri="{FF2B5EF4-FFF2-40B4-BE49-F238E27FC236}">
                <a16:creationId xmlns:a16="http://schemas.microsoft.com/office/drawing/2014/main" id="{ECDAB437-E85E-D449-B34E-93736547F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58" name="Rectangle 54">
            <a:extLst>
              <a:ext uri="{FF2B5EF4-FFF2-40B4-BE49-F238E27FC236}">
                <a16:creationId xmlns:a16="http://schemas.microsoft.com/office/drawing/2014/main" id="{AD76664F-81A0-184E-8D27-F5B3A28ED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9986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08935" name="Line 55">
            <a:extLst>
              <a:ext uri="{FF2B5EF4-FFF2-40B4-BE49-F238E27FC236}">
                <a16:creationId xmlns:a16="http://schemas.microsoft.com/office/drawing/2014/main" id="{F08DFCEF-0879-A14B-A543-FD1143D3E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60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36" name="Line 56">
            <a:extLst>
              <a:ext uri="{FF2B5EF4-FFF2-40B4-BE49-F238E27FC236}">
                <a16:creationId xmlns:a16="http://schemas.microsoft.com/office/drawing/2014/main" id="{2A622526-00E7-834B-834C-C0F4B17739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749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37" name="Rectangle 57">
            <a:extLst>
              <a:ext uri="{FF2B5EF4-FFF2-40B4-BE49-F238E27FC236}">
                <a16:creationId xmlns:a16="http://schemas.microsoft.com/office/drawing/2014/main" id="{F580B849-1F60-3047-9B43-587D9CCB0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767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38" name="Line 58">
            <a:extLst>
              <a:ext uri="{FF2B5EF4-FFF2-40B4-BE49-F238E27FC236}">
                <a16:creationId xmlns:a16="http://schemas.microsoft.com/office/drawing/2014/main" id="{4F608572-9CE9-E146-8C8A-2CA58662A6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2733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39" name="Line 59">
            <a:extLst>
              <a:ext uri="{FF2B5EF4-FFF2-40B4-BE49-F238E27FC236}">
                <a16:creationId xmlns:a16="http://schemas.microsoft.com/office/drawing/2014/main" id="{900CB254-12A7-FD49-9CA7-E412848D85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5908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40" name="Rectangle 60">
            <a:extLst>
              <a:ext uri="{FF2B5EF4-FFF2-40B4-BE49-F238E27FC236}">
                <a16:creationId xmlns:a16="http://schemas.microsoft.com/office/drawing/2014/main" id="{2D223A84-FEB5-124C-95FA-C6B3CA12F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8941" name="Rectangle 61">
            <a:extLst>
              <a:ext uri="{FF2B5EF4-FFF2-40B4-BE49-F238E27FC236}">
                <a16:creationId xmlns:a16="http://schemas.microsoft.com/office/drawing/2014/main" id="{E43F5B5F-762C-F048-89E6-56078A92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35258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08942" name="Rectangle 62">
            <a:extLst>
              <a:ext uri="{FF2B5EF4-FFF2-40B4-BE49-F238E27FC236}">
                <a16:creationId xmlns:a16="http://schemas.microsoft.com/office/drawing/2014/main" id="{4A7196CC-01EF-0140-995D-8F1A0D164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08943" name="Rectangle 63">
            <a:extLst>
              <a:ext uri="{FF2B5EF4-FFF2-40B4-BE49-F238E27FC236}">
                <a16:creationId xmlns:a16="http://schemas.microsoft.com/office/drawing/2014/main" id="{CACA2BD4-B583-A94D-8245-E2F072261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8338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08944" name="Rectangle 64">
            <a:extLst>
              <a:ext uri="{FF2B5EF4-FFF2-40B4-BE49-F238E27FC236}">
                <a16:creationId xmlns:a16="http://schemas.microsoft.com/office/drawing/2014/main" id="{6EA203BC-B782-394A-841D-B1A7A8AFC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1386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08945" name="Rectangle 65">
            <a:extLst>
              <a:ext uri="{FF2B5EF4-FFF2-40B4-BE49-F238E27FC236}">
                <a16:creationId xmlns:a16="http://schemas.microsoft.com/office/drawing/2014/main" id="{0D2D8270-6A7F-E842-81AD-55A0601B3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300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08946" name="Line 66">
            <a:extLst>
              <a:ext uri="{FF2B5EF4-FFF2-40B4-BE49-F238E27FC236}">
                <a16:creationId xmlns:a16="http://schemas.microsoft.com/office/drawing/2014/main" id="{16F0FCBE-ED25-E642-AA99-2E231FA0F6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505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47" name="Line 67">
            <a:extLst>
              <a:ext uri="{FF2B5EF4-FFF2-40B4-BE49-F238E27FC236}">
                <a16:creationId xmlns:a16="http://schemas.microsoft.com/office/drawing/2014/main" id="{8355783A-9C5E-B344-BCCE-F0A670AAE7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48" name="Rectangle 68">
            <a:extLst>
              <a:ext uri="{FF2B5EF4-FFF2-40B4-BE49-F238E27FC236}">
                <a16:creationId xmlns:a16="http://schemas.microsoft.com/office/drawing/2014/main" id="{D921187D-DFCC-1E4E-A3DD-829261A59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5290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8949" name="Line 69">
            <a:extLst>
              <a:ext uri="{FF2B5EF4-FFF2-40B4-BE49-F238E27FC236}">
                <a16:creationId xmlns:a16="http://schemas.microsoft.com/office/drawing/2014/main" id="{48476ADE-449F-E941-B806-1DC76772F6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124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0" name="Line 70">
            <a:extLst>
              <a:ext uri="{FF2B5EF4-FFF2-40B4-BE49-F238E27FC236}">
                <a16:creationId xmlns:a16="http://schemas.microsoft.com/office/drawing/2014/main" id="{55974027-B9CB-9647-8AAD-0AD2D2148B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1" name="Rectangle 71">
            <a:extLst>
              <a:ext uri="{FF2B5EF4-FFF2-40B4-BE49-F238E27FC236}">
                <a16:creationId xmlns:a16="http://schemas.microsoft.com/office/drawing/2014/main" id="{12A3185B-04DA-8945-84AB-F454FB1E0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1480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8952" name="Line 72">
            <a:extLst>
              <a:ext uri="{FF2B5EF4-FFF2-40B4-BE49-F238E27FC236}">
                <a16:creationId xmlns:a16="http://schemas.microsoft.com/office/drawing/2014/main" id="{827A141D-6A45-5F48-949D-6777A6751E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2963" y="35052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3" name="Line 73">
            <a:extLst>
              <a:ext uri="{FF2B5EF4-FFF2-40B4-BE49-F238E27FC236}">
                <a16:creationId xmlns:a16="http://schemas.microsoft.com/office/drawing/2014/main" id="{45D61A1B-BCEF-BD48-8FC0-85C94BEFD7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435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4" name="Rectangle 74">
            <a:extLst>
              <a:ext uri="{FF2B5EF4-FFF2-40B4-BE49-F238E27FC236}">
                <a16:creationId xmlns:a16="http://schemas.microsoft.com/office/drawing/2014/main" id="{7C79568A-CDF4-1F4C-99E2-3AA59FDC3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529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55" name="Rectangle 75">
            <a:extLst>
              <a:ext uri="{FF2B5EF4-FFF2-40B4-BE49-F238E27FC236}">
                <a16:creationId xmlns:a16="http://schemas.microsoft.com/office/drawing/2014/main" id="{2E637DC4-4454-314A-AB80-FA3E884B5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2242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08956" name="Line 76">
            <a:extLst>
              <a:ext uri="{FF2B5EF4-FFF2-40B4-BE49-F238E27FC236}">
                <a16:creationId xmlns:a16="http://schemas.microsoft.com/office/drawing/2014/main" id="{078403A5-F727-0C4A-B750-E1068B50F1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4114800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7" name="Line 77">
            <a:extLst>
              <a:ext uri="{FF2B5EF4-FFF2-40B4-BE49-F238E27FC236}">
                <a16:creationId xmlns:a16="http://schemas.microsoft.com/office/drawing/2014/main" id="{3F6A23CA-BFA7-F54D-B433-4EF2680B44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0449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58" name="Rectangle 78">
            <a:extLst>
              <a:ext uri="{FF2B5EF4-FFF2-40B4-BE49-F238E27FC236}">
                <a16:creationId xmlns:a16="http://schemas.microsoft.com/office/drawing/2014/main" id="{37F8F8DB-4BA5-F743-805F-72E576AD6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138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8959" name="Rectangle 79">
            <a:extLst>
              <a:ext uri="{FF2B5EF4-FFF2-40B4-BE49-F238E27FC236}">
                <a16:creationId xmlns:a16="http://schemas.microsoft.com/office/drawing/2014/main" id="{B9028D4B-8792-AC49-A708-5D1AAF7A8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9481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08960" name="Line 80">
            <a:extLst>
              <a:ext uri="{FF2B5EF4-FFF2-40B4-BE49-F238E27FC236}">
                <a16:creationId xmlns:a16="http://schemas.microsoft.com/office/drawing/2014/main" id="{0FC7A8DB-3E01-7043-893C-B381F0537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85" name="Rectangle 81">
            <a:extLst>
              <a:ext uri="{FF2B5EF4-FFF2-40B4-BE49-F238E27FC236}">
                <a16:creationId xmlns:a16="http://schemas.microsoft.com/office/drawing/2014/main" id="{48CECD88-3B19-0347-8B16-3E98E97F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9986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08962" name="Line 82">
            <a:extLst>
              <a:ext uri="{FF2B5EF4-FFF2-40B4-BE49-F238E27FC236}">
                <a16:creationId xmlns:a16="http://schemas.microsoft.com/office/drawing/2014/main" id="{6D50B3FB-D671-8D46-BBBA-CBC7532A3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369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63" name="Rectangle 83">
            <a:extLst>
              <a:ext uri="{FF2B5EF4-FFF2-40B4-BE49-F238E27FC236}">
                <a16:creationId xmlns:a16="http://schemas.microsoft.com/office/drawing/2014/main" id="{DDB52BD4-C261-B248-8E66-915453DE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843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08964" name="Rectangle 84">
            <a:extLst>
              <a:ext uri="{FF2B5EF4-FFF2-40B4-BE49-F238E27FC236}">
                <a16:creationId xmlns:a16="http://schemas.microsoft.com/office/drawing/2014/main" id="{B01D33CB-BC8B-3747-8296-00E83D71F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224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8965" name="Line 85">
            <a:extLst>
              <a:ext uri="{FF2B5EF4-FFF2-40B4-BE49-F238E27FC236}">
                <a16:creationId xmlns:a16="http://schemas.microsoft.com/office/drawing/2014/main" id="{76359E9F-1DE1-9D4F-9281-090B2F248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941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66" name="Line 86">
            <a:extLst>
              <a:ext uri="{FF2B5EF4-FFF2-40B4-BE49-F238E27FC236}">
                <a16:creationId xmlns:a16="http://schemas.microsoft.com/office/drawing/2014/main" id="{9CF7959C-9207-1949-9935-ADC4C1E5A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3594100"/>
            <a:ext cx="2032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67" name="Line 87">
            <a:extLst>
              <a:ext uri="{FF2B5EF4-FFF2-40B4-BE49-F238E27FC236}">
                <a16:creationId xmlns:a16="http://schemas.microsoft.com/office/drawing/2014/main" id="{B6148F94-0505-A74E-87D2-7566C564BD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3700" y="4343400"/>
            <a:ext cx="2032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68" name="Line 88">
            <a:extLst>
              <a:ext uri="{FF2B5EF4-FFF2-40B4-BE49-F238E27FC236}">
                <a16:creationId xmlns:a16="http://schemas.microsoft.com/office/drawing/2014/main" id="{95A1B988-E5C3-BB49-8429-9844822E8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6766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69" name="Rectangle 89">
            <a:extLst>
              <a:ext uri="{FF2B5EF4-FFF2-40B4-BE49-F238E27FC236}">
                <a16:creationId xmlns:a16="http://schemas.microsoft.com/office/drawing/2014/main" id="{7185BD9C-DEFC-3842-9278-9A601084076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03675" y="38862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8970" name="Rectangle 90">
            <a:extLst>
              <a:ext uri="{FF2B5EF4-FFF2-40B4-BE49-F238E27FC236}">
                <a16:creationId xmlns:a16="http://schemas.microsoft.com/office/drawing/2014/main" id="{52B42CFA-92E7-3743-9AA0-184D50FEE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3613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8971" name="Rectangle 91">
            <a:extLst>
              <a:ext uri="{FF2B5EF4-FFF2-40B4-BE49-F238E27FC236}">
                <a16:creationId xmlns:a16="http://schemas.microsoft.com/office/drawing/2014/main" id="{F11B596D-75BE-594A-8677-D51CFDC3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38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8972" name="Line 93">
            <a:extLst>
              <a:ext uri="{FF2B5EF4-FFF2-40B4-BE49-F238E27FC236}">
                <a16:creationId xmlns:a16="http://schemas.microsoft.com/office/drawing/2014/main" id="{BC994D1A-B306-634C-8EED-33C858F05F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3962400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73" name="Line 94">
            <a:extLst>
              <a:ext uri="{FF2B5EF4-FFF2-40B4-BE49-F238E27FC236}">
                <a16:creationId xmlns:a16="http://schemas.microsoft.com/office/drawing/2014/main" id="{0035F06A-0CE7-8E4E-9C31-74CE4534D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43400"/>
            <a:ext cx="2921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74" name="Line 95">
            <a:extLst>
              <a:ext uri="{FF2B5EF4-FFF2-40B4-BE49-F238E27FC236}">
                <a16:creationId xmlns:a16="http://schemas.microsoft.com/office/drawing/2014/main" id="{B6183DAC-7018-4145-A33F-EFE80A076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75" name="Rectangle 96">
            <a:extLst>
              <a:ext uri="{FF2B5EF4-FFF2-40B4-BE49-F238E27FC236}">
                <a16:creationId xmlns:a16="http://schemas.microsoft.com/office/drawing/2014/main" id="{7841CC95-B190-4544-AEA7-7BD8807C1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6814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08976" name="Rectangle 97">
            <a:extLst>
              <a:ext uri="{FF2B5EF4-FFF2-40B4-BE49-F238E27FC236}">
                <a16:creationId xmlns:a16="http://schemas.microsoft.com/office/drawing/2014/main" id="{89196CF2-ACF3-C543-87BC-8D3C83D5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4062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7202" name="Rectangle 98">
            <a:extLst>
              <a:ext uri="{FF2B5EF4-FFF2-40B4-BE49-F238E27FC236}">
                <a16:creationId xmlns:a16="http://schemas.microsoft.com/office/drawing/2014/main" id="{B05F4C61-2B06-D34B-9062-7048C984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4478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47203" name="Rectangle 99">
            <a:extLst>
              <a:ext uri="{FF2B5EF4-FFF2-40B4-BE49-F238E27FC236}">
                <a16:creationId xmlns:a16="http://schemas.microsoft.com/office/drawing/2014/main" id="{535123AB-6794-C64F-B40E-7C317A6BE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9812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sp>
        <p:nvSpPr>
          <p:cNvPr id="208979" name="Line 100">
            <a:extLst>
              <a:ext uri="{FF2B5EF4-FFF2-40B4-BE49-F238E27FC236}">
                <a16:creationId xmlns:a16="http://schemas.microsoft.com/office/drawing/2014/main" id="{F1AAFBC0-B80E-434B-BBE6-0055EC6F89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2888" y="4525963"/>
            <a:ext cx="92075" cy="223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0" name="Line 101">
            <a:extLst>
              <a:ext uri="{FF2B5EF4-FFF2-40B4-BE49-F238E27FC236}">
                <a16:creationId xmlns:a16="http://schemas.microsoft.com/office/drawing/2014/main" id="{B03769EC-FE3D-654C-8431-EA05BC2B5D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48225" y="4529138"/>
            <a:ext cx="136525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1" name="Line 102">
            <a:extLst>
              <a:ext uri="{FF2B5EF4-FFF2-40B4-BE49-F238E27FC236}">
                <a16:creationId xmlns:a16="http://schemas.microsoft.com/office/drawing/2014/main" id="{2B7A5671-8D83-6F4B-92FE-0CBF090E1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4770438"/>
            <a:ext cx="8905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2" name="Line 103">
            <a:extLst>
              <a:ext uri="{FF2B5EF4-FFF2-40B4-BE49-F238E27FC236}">
                <a16:creationId xmlns:a16="http://schemas.microsoft.com/office/drawing/2014/main" id="{A2C2AAD5-1449-224E-8D29-C8C6550DB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45418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3" name="Rectangle 104">
            <a:extLst>
              <a:ext uri="{FF2B5EF4-FFF2-40B4-BE49-F238E27FC236}">
                <a16:creationId xmlns:a16="http://schemas.microsoft.com/office/drawing/2014/main" id="{32FD2DF0-ED3E-FB4D-935A-547DD3E8D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450" y="44958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8984" name="Rectangle 105">
            <a:extLst>
              <a:ext uri="{FF2B5EF4-FFF2-40B4-BE49-F238E27FC236}">
                <a16:creationId xmlns:a16="http://schemas.microsoft.com/office/drawing/2014/main" id="{1E294057-92DE-BA4B-AB78-290987F7B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5243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8985" name="Rectangle 106">
            <a:extLst>
              <a:ext uri="{FF2B5EF4-FFF2-40B4-BE49-F238E27FC236}">
                <a16:creationId xmlns:a16="http://schemas.microsoft.com/office/drawing/2014/main" id="{8B8077F5-E2AE-8241-9848-FE8B12E81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4527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8986" name="Line 108">
            <a:extLst>
              <a:ext uri="{FF2B5EF4-FFF2-40B4-BE49-F238E27FC236}">
                <a16:creationId xmlns:a16="http://schemas.microsoft.com/office/drawing/2014/main" id="{FD49B18D-3653-A94C-85F8-7DA092D86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279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7" name="Line 109">
            <a:extLst>
              <a:ext uri="{FF2B5EF4-FFF2-40B4-BE49-F238E27FC236}">
                <a16:creationId xmlns:a16="http://schemas.microsoft.com/office/drawing/2014/main" id="{C4B20DA1-6CCD-8E43-AC2F-73A2B22406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267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8" name="Line 110">
            <a:extLst>
              <a:ext uri="{FF2B5EF4-FFF2-40B4-BE49-F238E27FC236}">
                <a16:creationId xmlns:a16="http://schemas.microsoft.com/office/drawing/2014/main" id="{9064344C-B2A3-6444-820A-FD93D24704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267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89" name="Line 111">
            <a:extLst>
              <a:ext uri="{FF2B5EF4-FFF2-40B4-BE49-F238E27FC236}">
                <a16:creationId xmlns:a16="http://schemas.microsoft.com/office/drawing/2014/main" id="{4EAF2AFF-90A2-C74D-A576-B9050AC3A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279900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0" name="Line 112">
            <a:extLst>
              <a:ext uri="{FF2B5EF4-FFF2-40B4-BE49-F238E27FC236}">
                <a16:creationId xmlns:a16="http://schemas.microsoft.com/office/drawing/2014/main" id="{94CD614B-7440-324A-89EC-579E5CC51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783138"/>
            <a:ext cx="0" cy="157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1" name="Line 113">
            <a:extLst>
              <a:ext uri="{FF2B5EF4-FFF2-40B4-BE49-F238E27FC236}">
                <a16:creationId xmlns:a16="http://schemas.microsoft.com/office/drawing/2014/main" id="{5E12562F-8D89-3943-B49E-145E2B08F8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9530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2" name="Line 114">
            <a:extLst>
              <a:ext uri="{FF2B5EF4-FFF2-40B4-BE49-F238E27FC236}">
                <a16:creationId xmlns:a16="http://schemas.microsoft.com/office/drawing/2014/main" id="{3A415C20-29D1-F64F-A30A-67A17645F2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6482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3" name="Line 115">
            <a:extLst>
              <a:ext uri="{FF2B5EF4-FFF2-40B4-BE49-F238E27FC236}">
                <a16:creationId xmlns:a16="http://schemas.microsoft.com/office/drawing/2014/main" id="{BE3ED30B-8143-6F4F-BACD-76F9FC02E6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2733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20" name="Rectangle 116">
            <a:extLst>
              <a:ext uri="{FF2B5EF4-FFF2-40B4-BE49-F238E27FC236}">
                <a16:creationId xmlns:a16="http://schemas.microsoft.com/office/drawing/2014/main" id="{7DECE7B0-FBB4-1D4D-93CE-D89F6FAF2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9986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208995" name="Line 117">
            <a:extLst>
              <a:ext uri="{FF2B5EF4-FFF2-40B4-BE49-F238E27FC236}">
                <a16:creationId xmlns:a16="http://schemas.microsoft.com/office/drawing/2014/main" id="{9B67ED83-687C-EF43-9FFC-9E3742C00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133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6" name="Line 118">
            <a:extLst>
              <a:ext uri="{FF2B5EF4-FFF2-40B4-BE49-F238E27FC236}">
                <a16:creationId xmlns:a16="http://schemas.microsoft.com/office/drawing/2014/main" id="{D2921E4F-02D4-C042-81B2-9F590B96A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5410200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97" name="Line 119">
            <a:extLst>
              <a:ext uri="{FF2B5EF4-FFF2-40B4-BE49-F238E27FC236}">
                <a16:creationId xmlns:a16="http://schemas.microsoft.com/office/drawing/2014/main" id="{C727E091-1EA4-4545-B7C7-2AC9115A9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6609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8998" name="Group 127">
            <a:extLst>
              <a:ext uri="{FF2B5EF4-FFF2-40B4-BE49-F238E27FC236}">
                <a16:creationId xmlns:a16="http://schemas.microsoft.com/office/drawing/2014/main" id="{45009997-5EE4-CC46-9795-EEF17860D3E4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984500"/>
            <a:ext cx="333375" cy="946150"/>
            <a:chOff x="634" y="1880"/>
            <a:chExt cx="210" cy="596"/>
          </a:xfrm>
        </p:grpSpPr>
        <p:sp>
          <p:nvSpPr>
            <p:cNvPr id="209127" name="Line 120">
              <a:extLst>
                <a:ext uri="{FF2B5EF4-FFF2-40B4-BE49-F238E27FC236}">
                  <a16:creationId xmlns:a16="http://schemas.microsoft.com/office/drawing/2014/main" id="{FC2CEFFE-FB57-5C44-9DC1-F20ABEBD0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88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28" name="Line 121">
              <a:extLst>
                <a:ext uri="{FF2B5EF4-FFF2-40B4-BE49-F238E27FC236}">
                  <a16:creationId xmlns:a16="http://schemas.microsoft.com/office/drawing/2014/main" id="{D328CCA3-9172-7A40-8997-F28688043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88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29" name="Line 122">
              <a:extLst>
                <a:ext uri="{FF2B5EF4-FFF2-40B4-BE49-F238E27FC236}">
                  <a16:creationId xmlns:a16="http://schemas.microsoft.com/office/drawing/2014/main" id="{FD5123C2-2BCF-4040-882E-69FD493C43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37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30" name="Line 123">
              <a:extLst>
                <a:ext uri="{FF2B5EF4-FFF2-40B4-BE49-F238E27FC236}">
                  <a16:creationId xmlns:a16="http://schemas.microsoft.com/office/drawing/2014/main" id="{827E2E86-15B1-5F4F-9C77-CAB77F93E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3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31" name="Rectangle 124">
              <a:extLst>
                <a:ext uri="{FF2B5EF4-FFF2-40B4-BE49-F238E27FC236}">
                  <a16:creationId xmlns:a16="http://schemas.microsoft.com/office/drawing/2014/main" id="{8DBDF0EC-AC3D-A24A-B5AA-5E1946C3A6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06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9132" name="Rectangle 125">
              <a:extLst>
                <a:ext uri="{FF2B5EF4-FFF2-40B4-BE49-F238E27FC236}">
                  <a16:creationId xmlns:a16="http://schemas.microsoft.com/office/drawing/2014/main" id="{5F680DC2-8F7E-9547-9309-7348B437B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89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9133" name="Rectangle 126">
              <a:extLst>
                <a:ext uri="{FF2B5EF4-FFF2-40B4-BE49-F238E27FC236}">
                  <a16:creationId xmlns:a16="http://schemas.microsoft.com/office/drawing/2014/main" id="{DC1D749A-9D4F-B442-9C09-FD39A80FD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28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8999" name="Line 128">
            <a:extLst>
              <a:ext uri="{FF2B5EF4-FFF2-40B4-BE49-F238E27FC236}">
                <a16:creationId xmlns:a16="http://schemas.microsoft.com/office/drawing/2014/main" id="{942B48CD-0BD0-2F4D-A908-45A1DDFA9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124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00" name="Line 129">
            <a:extLst>
              <a:ext uri="{FF2B5EF4-FFF2-40B4-BE49-F238E27FC236}">
                <a16:creationId xmlns:a16="http://schemas.microsoft.com/office/drawing/2014/main" id="{322B9783-8D4E-A84C-A1B1-63C6D9BC08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01" name="Rectangle 130">
            <a:extLst>
              <a:ext uri="{FF2B5EF4-FFF2-40B4-BE49-F238E27FC236}">
                <a16:creationId xmlns:a16="http://schemas.microsoft.com/office/drawing/2014/main" id="{CBE3718C-37AB-6F41-8C38-9B01864E5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9002" name="Line 131">
            <a:extLst>
              <a:ext uri="{FF2B5EF4-FFF2-40B4-BE49-F238E27FC236}">
                <a16:creationId xmlns:a16="http://schemas.microsoft.com/office/drawing/2014/main" id="{75C5FE09-1A30-3141-863D-E188BC8AA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746500"/>
            <a:ext cx="0" cy="809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03" name="Line 132">
            <a:extLst>
              <a:ext uri="{FF2B5EF4-FFF2-40B4-BE49-F238E27FC236}">
                <a16:creationId xmlns:a16="http://schemas.microsoft.com/office/drawing/2014/main" id="{F1BA50D5-5E3B-6E48-828D-B23C1381D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7338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04" name="Rectangle 133">
            <a:extLst>
              <a:ext uri="{FF2B5EF4-FFF2-40B4-BE49-F238E27FC236}">
                <a16:creationId xmlns:a16="http://schemas.microsoft.com/office/drawing/2014/main" id="{9991B3C9-2F2E-4D4C-8607-221DB121E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4511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9005" name="Rectangle 134">
            <a:extLst>
              <a:ext uri="{FF2B5EF4-FFF2-40B4-BE49-F238E27FC236}">
                <a16:creationId xmlns:a16="http://schemas.microsoft.com/office/drawing/2014/main" id="{53C563F0-31D9-C148-8829-EBDB46B3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430463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09006" name="Line 135">
            <a:extLst>
              <a:ext uri="{FF2B5EF4-FFF2-40B4-BE49-F238E27FC236}">
                <a16:creationId xmlns:a16="http://schemas.microsoft.com/office/drawing/2014/main" id="{9EFC758E-6778-5941-B549-1FDA2D544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3" y="2695575"/>
            <a:ext cx="14287" cy="415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40" name="Rectangle 136">
            <a:extLst>
              <a:ext uri="{FF2B5EF4-FFF2-40B4-BE49-F238E27FC236}">
                <a16:creationId xmlns:a16="http://schemas.microsoft.com/office/drawing/2014/main" id="{08650383-0295-D246-ACA5-161F8D1A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0198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MemtoReg=0</a:t>
            </a:r>
          </a:p>
        </p:txBody>
      </p:sp>
      <p:grpSp>
        <p:nvGrpSpPr>
          <p:cNvPr id="209008" name="Group 139">
            <a:extLst>
              <a:ext uri="{FF2B5EF4-FFF2-40B4-BE49-F238E27FC236}">
                <a16:creationId xmlns:a16="http://schemas.microsoft.com/office/drawing/2014/main" id="{838BEA2A-A275-F440-B71B-608BD7B625E7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562600"/>
            <a:ext cx="857250" cy="333375"/>
            <a:chOff x="2776" y="3504"/>
            <a:chExt cx="540" cy="210"/>
          </a:xfrm>
        </p:grpSpPr>
        <p:sp>
          <p:nvSpPr>
            <p:cNvPr id="209125" name="Rectangle 137">
              <a:extLst>
                <a:ext uri="{FF2B5EF4-FFF2-40B4-BE49-F238E27FC236}">
                  <a16:creationId xmlns:a16="http://schemas.microsoft.com/office/drawing/2014/main" id="{3545CC1E-F8BC-1340-BEC1-2F0B6E505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512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9126" name="Rectangle 138">
              <a:extLst>
                <a:ext uri="{FF2B5EF4-FFF2-40B4-BE49-F238E27FC236}">
                  <a16:creationId xmlns:a16="http://schemas.microsoft.com/office/drawing/2014/main" id="{17AC5D41-0CC9-1D48-8886-67705EBD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504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09009" name="Line 140">
            <a:extLst>
              <a:ext uri="{FF2B5EF4-FFF2-40B4-BE49-F238E27FC236}">
                <a16:creationId xmlns:a16="http://schemas.microsoft.com/office/drawing/2014/main" id="{171C6813-66E6-1345-A23F-CB75699CE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80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45" name="Rectangle 141">
            <a:extLst>
              <a:ext uri="{FF2B5EF4-FFF2-40B4-BE49-F238E27FC236}">
                <a16:creationId xmlns:a16="http://schemas.microsoft.com/office/drawing/2014/main" id="{CC69213C-C8A3-8E43-9CD4-36E84C840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0198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ExtOp=x</a:t>
            </a:r>
          </a:p>
        </p:txBody>
      </p:sp>
      <p:grpSp>
        <p:nvGrpSpPr>
          <p:cNvPr id="209011" name="Group 149">
            <a:extLst>
              <a:ext uri="{FF2B5EF4-FFF2-40B4-BE49-F238E27FC236}">
                <a16:creationId xmlns:a16="http://schemas.microsoft.com/office/drawing/2014/main" id="{349BBDCD-A839-ED4A-8D67-FE8E78C377D4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679700"/>
            <a:ext cx="333375" cy="946150"/>
            <a:chOff x="4186" y="1688"/>
            <a:chExt cx="210" cy="596"/>
          </a:xfrm>
        </p:grpSpPr>
        <p:sp>
          <p:nvSpPr>
            <p:cNvPr id="209118" name="Line 142">
              <a:extLst>
                <a:ext uri="{FF2B5EF4-FFF2-40B4-BE49-F238E27FC236}">
                  <a16:creationId xmlns:a16="http://schemas.microsoft.com/office/drawing/2014/main" id="{7A9AB6ED-63A7-4245-8748-B1B1A9E79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6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19" name="Line 143">
              <a:extLst>
                <a:ext uri="{FF2B5EF4-FFF2-40B4-BE49-F238E27FC236}">
                  <a16:creationId xmlns:a16="http://schemas.microsoft.com/office/drawing/2014/main" id="{F5408E24-F276-664C-AB01-C7D626B47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6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20" name="Line 144">
              <a:extLst>
                <a:ext uri="{FF2B5EF4-FFF2-40B4-BE49-F238E27FC236}">
                  <a16:creationId xmlns:a16="http://schemas.microsoft.com/office/drawing/2014/main" id="{D0F52CCC-9EBC-C74B-86FA-D2343AACF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1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21" name="Line 145">
              <a:extLst>
                <a:ext uri="{FF2B5EF4-FFF2-40B4-BE49-F238E27FC236}">
                  <a16:creationId xmlns:a16="http://schemas.microsoft.com/office/drawing/2014/main" id="{32E4B1EE-4C70-2747-9275-4EB728315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7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22" name="Rectangle 146">
              <a:extLst>
                <a:ext uri="{FF2B5EF4-FFF2-40B4-BE49-F238E27FC236}">
                  <a16:creationId xmlns:a16="http://schemas.microsoft.com/office/drawing/2014/main" id="{317F860D-C293-014D-AFA7-73F8124D47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8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09123" name="Rectangle 147">
              <a:extLst>
                <a:ext uri="{FF2B5EF4-FFF2-40B4-BE49-F238E27FC236}">
                  <a16:creationId xmlns:a16="http://schemas.microsoft.com/office/drawing/2014/main" id="{69B0312C-BF3B-1245-A08C-3E2A1A4E9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09124" name="Rectangle 148">
              <a:extLst>
                <a:ext uri="{FF2B5EF4-FFF2-40B4-BE49-F238E27FC236}">
                  <a16:creationId xmlns:a16="http://schemas.microsoft.com/office/drawing/2014/main" id="{838EBD1E-CE17-414F-854E-1473F413F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0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09012" name="Line 150">
            <a:extLst>
              <a:ext uri="{FF2B5EF4-FFF2-40B4-BE49-F238E27FC236}">
                <a16:creationId xmlns:a16="http://schemas.microsoft.com/office/drawing/2014/main" id="{1A729C2A-4669-6546-A209-8123408D89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800" y="31242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3" name="Line 151">
            <a:extLst>
              <a:ext uri="{FF2B5EF4-FFF2-40B4-BE49-F238E27FC236}">
                <a16:creationId xmlns:a16="http://schemas.microsoft.com/office/drawing/2014/main" id="{B0EC551C-3171-0B4D-9F04-6DEEE09043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4" name="Rectangle 152">
            <a:extLst>
              <a:ext uri="{FF2B5EF4-FFF2-40B4-BE49-F238E27FC236}">
                <a16:creationId xmlns:a16="http://schemas.microsoft.com/office/drawing/2014/main" id="{D776E08D-9D6B-B349-AB2A-D9D77294A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9015" name="Line 153">
            <a:extLst>
              <a:ext uri="{FF2B5EF4-FFF2-40B4-BE49-F238E27FC236}">
                <a16:creationId xmlns:a16="http://schemas.microsoft.com/office/drawing/2014/main" id="{BF0AB0DF-2F63-F841-8445-EBEA312FB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2987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6" name="Line 154">
            <a:extLst>
              <a:ext uri="{FF2B5EF4-FFF2-40B4-BE49-F238E27FC236}">
                <a16:creationId xmlns:a16="http://schemas.microsoft.com/office/drawing/2014/main" id="{4F74BF74-B2CD-1745-9373-B297C8AC3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6337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7" name="Line 155">
            <a:extLst>
              <a:ext uri="{FF2B5EF4-FFF2-40B4-BE49-F238E27FC236}">
                <a16:creationId xmlns:a16="http://schemas.microsoft.com/office/drawing/2014/main" id="{1B57AA6B-54E2-4144-B781-D186BA88B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6337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8" name="Line 156">
            <a:extLst>
              <a:ext uri="{FF2B5EF4-FFF2-40B4-BE49-F238E27FC236}">
                <a16:creationId xmlns:a16="http://schemas.microsoft.com/office/drawing/2014/main" id="{38C75DED-CD41-4C42-A511-9FDFC63DE1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7117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19" name="Line 157">
            <a:extLst>
              <a:ext uri="{FF2B5EF4-FFF2-40B4-BE49-F238E27FC236}">
                <a16:creationId xmlns:a16="http://schemas.microsoft.com/office/drawing/2014/main" id="{23B5BE05-65AF-FC41-9E1B-C8ACCE35E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7465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20" name="Line 158">
            <a:extLst>
              <a:ext uri="{FF2B5EF4-FFF2-40B4-BE49-F238E27FC236}">
                <a16:creationId xmlns:a16="http://schemas.microsoft.com/office/drawing/2014/main" id="{53E69F88-7422-114E-965E-C3DDE40F6B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8545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21" name="Rectangle 159">
            <a:extLst>
              <a:ext uri="{FF2B5EF4-FFF2-40B4-BE49-F238E27FC236}">
                <a16:creationId xmlns:a16="http://schemas.microsoft.com/office/drawing/2014/main" id="{853A3B95-6F20-AE4D-8D67-15EA00658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09022" name="Rectangle 160">
            <a:extLst>
              <a:ext uri="{FF2B5EF4-FFF2-40B4-BE49-F238E27FC236}">
                <a16:creationId xmlns:a16="http://schemas.microsoft.com/office/drawing/2014/main" id="{711CD248-5018-0949-AFC3-FBAB9BDCC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003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9023" name="Rectangle 161">
            <a:extLst>
              <a:ext uri="{FF2B5EF4-FFF2-40B4-BE49-F238E27FC236}">
                <a16:creationId xmlns:a16="http://schemas.microsoft.com/office/drawing/2014/main" id="{FC501E42-8CB8-E040-A9E4-E40EBBB81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08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9024" name="Rectangle 162">
            <a:extLst>
              <a:ext uri="{FF2B5EF4-FFF2-40B4-BE49-F238E27FC236}">
                <a16:creationId xmlns:a16="http://schemas.microsoft.com/office/drawing/2014/main" id="{7825BE5E-329F-EC49-8114-893C47B83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537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9025" name="Line 163">
            <a:extLst>
              <a:ext uri="{FF2B5EF4-FFF2-40B4-BE49-F238E27FC236}">
                <a16:creationId xmlns:a16="http://schemas.microsoft.com/office/drawing/2014/main" id="{DC15CC34-51FD-8842-93CC-4FDE87B1CC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810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26" name="Rectangle 164">
            <a:extLst>
              <a:ext uri="{FF2B5EF4-FFF2-40B4-BE49-F238E27FC236}">
                <a16:creationId xmlns:a16="http://schemas.microsoft.com/office/drawing/2014/main" id="{1468576A-9F39-564D-8A70-EDB2563E2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6576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09027" name="Group 168">
            <a:extLst>
              <a:ext uri="{FF2B5EF4-FFF2-40B4-BE49-F238E27FC236}">
                <a16:creationId xmlns:a16="http://schemas.microsoft.com/office/drawing/2014/main" id="{8B609F4B-1BE8-1143-98F9-9369AE25CAAE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645150"/>
            <a:ext cx="560387" cy="395288"/>
            <a:chOff x="2439" y="3556"/>
            <a:chExt cx="353" cy="249"/>
          </a:xfrm>
        </p:grpSpPr>
        <p:sp>
          <p:nvSpPr>
            <p:cNvPr id="209115" name="Line 165">
              <a:extLst>
                <a:ext uri="{FF2B5EF4-FFF2-40B4-BE49-F238E27FC236}">
                  <a16:creationId xmlns:a16="http://schemas.microsoft.com/office/drawing/2014/main" id="{805A1666-50BD-6D45-A058-3B103B7B1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600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16" name="Line 166">
              <a:extLst>
                <a:ext uri="{FF2B5EF4-FFF2-40B4-BE49-F238E27FC236}">
                  <a16:creationId xmlns:a16="http://schemas.microsoft.com/office/drawing/2014/main" id="{43E4AC49-C63A-C34C-B874-DCB950959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55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17" name="Rectangle 167">
              <a:extLst>
                <a:ext uri="{FF2B5EF4-FFF2-40B4-BE49-F238E27FC236}">
                  <a16:creationId xmlns:a16="http://schemas.microsoft.com/office/drawing/2014/main" id="{96A0238F-CAA5-4447-83FE-78A887BB0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61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09028" name="Rectangle 169">
            <a:extLst>
              <a:ext uri="{FF2B5EF4-FFF2-40B4-BE49-F238E27FC236}">
                <a16:creationId xmlns:a16="http://schemas.microsoft.com/office/drawing/2014/main" id="{0F1B8B86-E06D-3B4E-BA46-76F52F17A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626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09029" name="Line 170">
            <a:extLst>
              <a:ext uri="{FF2B5EF4-FFF2-40B4-BE49-F238E27FC236}">
                <a16:creationId xmlns:a16="http://schemas.microsoft.com/office/drawing/2014/main" id="{B3B7324D-7A0F-2547-B0D1-2CA2D87A02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715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0" name="Line 171">
            <a:extLst>
              <a:ext uri="{FF2B5EF4-FFF2-40B4-BE49-F238E27FC236}">
                <a16:creationId xmlns:a16="http://schemas.microsoft.com/office/drawing/2014/main" id="{C71DF70F-EED6-8D4D-B03C-616971220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6451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1" name="Rectangle 172">
            <a:extLst>
              <a:ext uri="{FF2B5EF4-FFF2-40B4-BE49-F238E27FC236}">
                <a16:creationId xmlns:a16="http://schemas.microsoft.com/office/drawing/2014/main" id="{30F85D56-0935-1C44-9C44-981CB5CD1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738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09032" name="Group 175">
            <a:extLst>
              <a:ext uri="{FF2B5EF4-FFF2-40B4-BE49-F238E27FC236}">
                <a16:creationId xmlns:a16="http://schemas.microsoft.com/office/drawing/2014/main" id="{D1F1C337-9DBA-A84D-9F8A-316A4DEBC639}"/>
              </a:ext>
            </a:extLst>
          </p:cNvPr>
          <p:cNvGrpSpPr>
            <a:grpSpLocks/>
          </p:cNvGrpSpPr>
          <p:nvPr/>
        </p:nvGrpSpPr>
        <p:grpSpPr bwMode="auto">
          <a:xfrm>
            <a:off x="5683250" y="4648200"/>
            <a:ext cx="588963" cy="333375"/>
            <a:chOff x="3580" y="2928"/>
            <a:chExt cx="371" cy="210"/>
          </a:xfrm>
        </p:grpSpPr>
        <p:sp>
          <p:nvSpPr>
            <p:cNvPr id="209113" name="Rectangle 173">
              <a:extLst>
                <a:ext uri="{FF2B5EF4-FFF2-40B4-BE49-F238E27FC236}">
                  <a16:creationId xmlns:a16="http://schemas.microsoft.com/office/drawing/2014/main" id="{3041B9F9-0C8D-C649-8C1F-5999B144C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936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9114" name="Rectangle 174">
              <a:extLst>
                <a:ext uri="{FF2B5EF4-FFF2-40B4-BE49-F238E27FC236}">
                  <a16:creationId xmlns:a16="http://schemas.microsoft.com/office/drawing/2014/main" id="{F96A5FEA-1E4B-314B-A72E-CAFF5CE32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928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09033" name="Line 176">
            <a:extLst>
              <a:ext uri="{FF2B5EF4-FFF2-40B4-BE49-F238E27FC236}">
                <a16:creationId xmlns:a16="http://schemas.microsoft.com/office/drawing/2014/main" id="{B88138BE-CB19-D244-AA7E-34907D5535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4196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4" name="Line 177">
            <a:extLst>
              <a:ext uri="{FF2B5EF4-FFF2-40B4-BE49-F238E27FC236}">
                <a16:creationId xmlns:a16="http://schemas.microsoft.com/office/drawing/2014/main" id="{FF2FE54C-DC10-7948-8E6D-B539E84CB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32300"/>
            <a:ext cx="0" cy="249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5" name="Line 178">
            <a:extLst>
              <a:ext uri="{FF2B5EF4-FFF2-40B4-BE49-F238E27FC236}">
                <a16:creationId xmlns:a16="http://schemas.microsoft.com/office/drawing/2014/main" id="{3CE4B425-B89E-EF48-965D-748336A8DF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940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6" name="Line 179">
            <a:extLst>
              <a:ext uri="{FF2B5EF4-FFF2-40B4-BE49-F238E27FC236}">
                <a16:creationId xmlns:a16="http://schemas.microsoft.com/office/drawing/2014/main" id="{B0E27072-C0D8-564C-80A0-A2565B9EB2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9200" y="4114800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284" name="Rectangle 180">
            <a:extLst>
              <a:ext uri="{FF2B5EF4-FFF2-40B4-BE49-F238E27FC236}">
                <a16:creationId xmlns:a16="http://schemas.microsoft.com/office/drawing/2014/main" id="{AC118B1C-B955-C142-B34E-1F64C0B38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0198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209038" name="Line 181">
            <a:extLst>
              <a:ext uri="{FF2B5EF4-FFF2-40B4-BE49-F238E27FC236}">
                <a16:creationId xmlns:a16="http://schemas.microsoft.com/office/drawing/2014/main" id="{D96FDA43-519D-9D45-926A-A57A427BA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8227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39" name="Line 182">
            <a:extLst>
              <a:ext uri="{FF2B5EF4-FFF2-40B4-BE49-F238E27FC236}">
                <a16:creationId xmlns:a16="http://schemas.microsoft.com/office/drawing/2014/main" id="{1C69343F-F257-C64A-A439-2B23EF5BA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9939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40" name="Line 183">
            <a:extLst>
              <a:ext uri="{FF2B5EF4-FFF2-40B4-BE49-F238E27FC236}">
                <a16:creationId xmlns:a16="http://schemas.microsoft.com/office/drawing/2014/main" id="{EDB4CFD6-33A2-BE41-A71C-8C48FD0A3C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9939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41" name="Line 184">
            <a:extLst>
              <a:ext uri="{FF2B5EF4-FFF2-40B4-BE49-F238E27FC236}">
                <a16:creationId xmlns:a16="http://schemas.microsoft.com/office/drawing/2014/main" id="{315D235C-F280-8744-B5F8-F47364C872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7733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42" name="Line 185">
            <a:extLst>
              <a:ext uri="{FF2B5EF4-FFF2-40B4-BE49-F238E27FC236}">
                <a16:creationId xmlns:a16="http://schemas.microsoft.com/office/drawing/2014/main" id="{E23B5EEC-75A5-AC4C-A6DC-317EA3BF2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0764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43" name="Rectangle 186">
            <a:extLst>
              <a:ext uri="{FF2B5EF4-FFF2-40B4-BE49-F238E27FC236}">
                <a16:creationId xmlns:a16="http://schemas.microsoft.com/office/drawing/2014/main" id="{E6F07668-5FD0-244E-A96B-5F06D8DED3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2860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09044" name="Rectangle 187">
            <a:extLst>
              <a:ext uri="{FF2B5EF4-FFF2-40B4-BE49-F238E27FC236}">
                <a16:creationId xmlns:a16="http://schemas.microsoft.com/office/drawing/2014/main" id="{B97D8A25-4129-E443-8E27-38FD32324C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012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9045" name="Rectangle 188">
            <a:extLst>
              <a:ext uri="{FF2B5EF4-FFF2-40B4-BE49-F238E27FC236}">
                <a16:creationId xmlns:a16="http://schemas.microsoft.com/office/drawing/2014/main" id="{36B40C0F-53BC-D047-8736-92C641E19CD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638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09046" name="Group 191">
            <a:extLst>
              <a:ext uri="{FF2B5EF4-FFF2-40B4-BE49-F238E27FC236}">
                <a16:creationId xmlns:a16="http://schemas.microsoft.com/office/drawing/2014/main" id="{644F950B-6450-7A4E-ABCD-8E09D2016992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981200"/>
            <a:ext cx="801687" cy="333375"/>
            <a:chOff x="5175" y="1248"/>
            <a:chExt cx="505" cy="210"/>
          </a:xfrm>
        </p:grpSpPr>
        <p:sp>
          <p:nvSpPr>
            <p:cNvPr id="209111" name="Rectangle 189">
              <a:extLst>
                <a:ext uri="{FF2B5EF4-FFF2-40B4-BE49-F238E27FC236}">
                  <a16:creationId xmlns:a16="http://schemas.microsoft.com/office/drawing/2014/main" id="{BF541AC4-E444-534A-8388-7CD2AD987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256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9112" name="Rectangle 190">
              <a:extLst>
                <a:ext uri="{FF2B5EF4-FFF2-40B4-BE49-F238E27FC236}">
                  <a16:creationId xmlns:a16="http://schemas.microsoft.com/office/drawing/2014/main" id="{CA943F71-9927-F34B-B111-9AF30BBAE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248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09047" name="Oval 192">
            <a:extLst>
              <a:ext uri="{FF2B5EF4-FFF2-40B4-BE49-F238E27FC236}">
                <a16:creationId xmlns:a16="http://schemas.microsoft.com/office/drawing/2014/main" id="{2A7FB3A2-E01D-7D4C-909C-FA5B7BB14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298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9048" name="Line 193">
            <a:extLst>
              <a:ext uri="{FF2B5EF4-FFF2-40B4-BE49-F238E27FC236}">
                <a16:creationId xmlns:a16="http://schemas.microsoft.com/office/drawing/2014/main" id="{05525AD4-2F5E-3840-BF93-25ED14E08D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49" name="Line 194">
            <a:extLst>
              <a:ext uri="{FF2B5EF4-FFF2-40B4-BE49-F238E27FC236}">
                <a16:creationId xmlns:a16="http://schemas.microsoft.com/office/drawing/2014/main" id="{9E792BFC-E644-494F-97BF-45FCFEE9AC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663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0" name="Oval 195">
            <a:extLst>
              <a:ext uri="{FF2B5EF4-FFF2-40B4-BE49-F238E27FC236}">
                <a16:creationId xmlns:a16="http://schemas.microsoft.com/office/drawing/2014/main" id="{C977EDAC-59C5-254C-BE80-2ACEF4C3A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841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9051" name="Line 196">
            <a:extLst>
              <a:ext uri="{FF2B5EF4-FFF2-40B4-BE49-F238E27FC236}">
                <a16:creationId xmlns:a16="http://schemas.microsoft.com/office/drawing/2014/main" id="{4BF6004A-7D42-B542-B818-03F7D2A270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9052" name="Group 200">
            <a:extLst>
              <a:ext uri="{FF2B5EF4-FFF2-40B4-BE49-F238E27FC236}">
                <a16:creationId xmlns:a16="http://schemas.microsoft.com/office/drawing/2014/main" id="{7B43011D-9207-9A42-B5DF-D15ACE02B3CB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063750"/>
            <a:ext cx="652463" cy="427038"/>
            <a:chOff x="4760" y="1300"/>
            <a:chExt cx="411" cy="269"/>
          </a:xfrm>
        </p:grpSpPr>
        <p:sp>
          <p:nvSpPr>
            <p:cNvPr id="209108" name="Line 197">
              <a:extLst>
                <a:ext uri="{FF2B5EF4-FFF2-40B4-BE49-F238E27FC236}">
                  <a16:creationId xmlns:a16="http://schemas.microsoft.com/office/drawing/2014/main" id="{64AD9E8C-C6A9-C643-9515-6BB1823BD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344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9" name="Line 198">
              <a:extLst>
                <a:ext uri="{FF2B5EF4-FFF2-40B4-BE49-F238E27FC236}">
                  <a16:creationId xmlns:a16="http://schemas.microsoft.com/office/drawing/2014/main" id="{D9574B29-F97E-E44C-B679-084B85B77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00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10" name="Rectangle 199">
              <a:extLst>
                <a:ext uri="{FF2B5EF4-FFF2-40B4-BE49-F238E27FC236}">
                  <a16:creationId xmlns:a16="http://schemas.microsoft.com/office/drawing/2014/main" id="{30640D2E-0058-1845-A81A-2B7C37079BB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35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09053" name="Line 201">
            <a:extLst>
              <a:ext uri="{FF2B5EF4-FFF2-40B4-BE49-F238E27FC236}">
                <a16:creationId xmlns:a16="http://schemas.microsoft.com/office/drawing/2014/main" id="{E8F3B606-4A1D-1B46-9815-E82A9C1BDC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035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4" name="Line 202">
            <a:extLst>
              <a:ext uri="{FF2B5EF4-FFF2-40B4-BE49-F238E27FC236}">
                <a16:creationId xmlns:a16="http://schemas.microsoft.com/office/drawing/2014/main" id="{2EB7765D-9003-7042-8710-9456C510C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581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5" name="Rectangle 203">
            <a:extLst>
              <a:ext uri="{FF2B5EF4-FFF2-40B4-BE49-F238E27FC236}">
                <a16:creationId xmlns:a16="http://schemas.microsoft.com/office/drawing/2014/main" id="{75695DDD-FB76-0C47-9A9B-A6DBD2E09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7606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09056" name="Line 204">
            <a:extLst>
              <a:ext uri="{FF2B5EF4-FFF2-40B4-BE49-F238E27FC236}">
                <a16:creationId xmlns:a16="http://schemas.microsoft.com/office/drawing/2014/main" id="{80E03795-B6CB-164A-B334-515F6FDE2C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7432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7" name="Line 205">
            <a:extLst>
              <a:ext uri="{FF2B5EF4-FFF2-40B4-BE49-F238E27FC236}">
                <a16:creationId xmlns:a16="http://schemas.microsoft.com/office/drawing/2014/main" id="{14687E50-8C1F-3D42-B607-636F0CA3B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526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8" name="Line 206">
            <a:extLst>
              <a:ext uri="{FF2B5EF4-FFF2-40B4-BE49-F238E27FC236}">
                <a16:creationId xmlns:a16="http://schemas.microsoft.com/office/drawing/2014/main" id="{39CC7D84-8BBF-4A43-BD5E-BF5D4D156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59" name="Line 207">
            <a:extLst>
              <a:ext uri="{FF2B5EF4-FFF2-40B4-BE49-F238E27FC236}">
                <a16:creationId xmlns:a16="http://schemas.microsoft.com/office/drawing/2014/main" id="{4DD9BFBF-5DC9-1A4C-BEB4-01E97F8770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828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9060" name="Group 213">
            <a:extLst>
              <a:ext uri="{FF2B5EF4-FFF2-40B4-BE49-F238E27FC236}">
                <a16:creationId xmlns:a16="http://schemas.microsoft.com/office/drawing/2014/main" id="{82BFD147-7041-C340-89BE-CF8604A7A54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76400"/>
            <a:ext cx="381000" cy="306388"/>
            <a:chOff x="672" y="1056"/>
            <a:chExt cx="240" cy="193"/>
          </a:xfrm>
        </p:grpSpPr>
        <p:sp>
          <p:nvSpPr>
            <p:cNvPr id="209103" name="Arc 208">
              <a:extLst>
                <a:ext uri="{FF2B5EF4-FFF2-40B4-BE49-F238E27FC236}">
                  <a16:creationId xmlns:a16="http://schemas.microsoft.com/office/drawing/2014/main" id="{F9497E6D-6E46-AD4F-A860-489BB01B3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06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4" name="Arc 209">
              <a:extLst>
                <a:ext uri="{FF2B5EF4-FFF2-40B4-BE49-F238E27FC236}">
                  <a16:creationId xmlns:a16="http://schemas.microsoft.com/office/drawing/2014/main" id="{CC984FCD-AA8C-FA49-BDAF-8D0AB4067B0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16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5" name="Line 210">
              <a:extLst>
                <a:ext uri="{FF2B5EF4-FFF2-40B4-BE49-F238E27FC236}">
                  <a16:creationId xmlns:a16="http://schemas.microsoft.com/office/drawing/2014/main" id="{2F10431F-5A01-7F41-B1D7-0CC3A134D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056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6" name="Line 211">
              <a:extLst>
                <a:ext uri="{FF2B5EF4-FFF2-40B4-BE49-F238E27FC236}">
                  <a16:creationId xmlns:a16="http://schemas.microsoft.com/office/drawing/2014/main" id="{F0C0F161-20B9-4743-A092-CC05C4191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24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7" name="Line 212">
              <a:extLst>
                <a:ext uri="{FF2B5EF4-FFF2-40B4-BE49-F238E27FC236}">
                  <a16:creationId xmlns:a16="http://schemas.microsoft.com/office/drawing/2014/main" id="{6C59A645-03B6-964C-95B9-DDF897B31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0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061" name="Line 214">
            <a:extLst>
              <a:ext uri="{FF2B5EF4-FFF2-40B4-BE49-F238E27FC236}">
                <a16:creationId xmlns:a16="http://schemas.microsoft.com/office/drawing/2014/main" id="{657CF062-D52F-744F-9473-2E01F6E4BC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044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62" name="Arc 215">
            <a:extLst>
              <a:ext uri="{FF2B5EF4-FFF2-40B4-BE49-F238E27FC236}">
                <a16:creationId xmlns:a16="http://schemas.microsoft.com/office/drawing/2014/main" id="{F31C0E73-76DB-F144-A7B5-E67774291A6C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9812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63" name="Arc 216">
            <a:extLst>
              <a:ext uri="{FF2B5EF4-FFF2-40B4-BE49-F238E27FC236}">
                <a16:creationId xmlns:a16="http://schemas.microsoft.com/office/drawing/2014/main" id="{8F8CAD11-1D5E-E34A-8B01-119478AAAA7F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9812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9064" name="Group 219">
            <a:extLst>
              <a:ext uri="{FF2B5EF4-FFF2-40B4-BE49-F238E27FC236}">
                <a16:creationId xmlns:a16="http://schemas.microsoft.com/office/drawing/2014/main" id="{70AF23DD-26FC-704E-9273-410F6E6F0257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900238"/>
            <a:ext cx="373062" cy="101600"/>
            <a:chOff x="345" y="1197"/>
            <a:chExt cx="235" cy="64"/>
          </a:xfrm>
        </p:grpSpPr>
        <p:sp>
          <p:nvSpPr>
            <p:cNvPr id="209101" name="Arc 217">
              <a:extLst>
                <a:ext uri="{FF2B5EF4-FFF2-40B4-BE49-F238E27FC236}">
                  <a16:creationId xmlns:a16="http://schemas.microsoft.com/office/drawing/2014/main" id="{8BBDB03A-8A9C-4E4C-959E-A0A03C1CBC4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161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102" name="Arc 218">
              <a:extLst>
                <a:ext uri="{FF2B5EF4-FFF2-40B4-BE49-F238E27FC236}">
                  <a16:creationId xmlns:a16="http://schemas.microsoft.com/office/drawing/2014/main" id="{831A2CA9-A3BC-D14C-84FD-0F21141EC1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161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065" name="Line 220">
            <a:extLst>
              <a:ext uri="{FF2B5EF4-FFF2-40B4-BE49-F238E27FC236}">
                <a16:creationId xmlns:a16="http://schemas.microsoft.com/office/drawing/2014/main" id="{D2CF94ED-9381-4F44-88F7-67E998CFC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298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66" name="Line 221">
            <a:extLst>
              <a:ext uri="{FF2B5EF4-FFF2-40B4-BE49-F238E27FC236}">
                <a16:creationId xmlns:a16="http://schemas.microsoft.com/office/drawing/2014/main" id="{60D44FFC-4D92-3245-B16B-86039B0FE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7399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67" name="Line 222">
            <a:extLst>
              <a:ext uri="{FF2B5EF4-FFF2-40B4-BE49-F238E27FC236}">
                <a16:creationId xmlns:a16="http://schemas.microsoft.com/office/drawing/2014/main" id="{B81BECC7-86E4-D349-9434-55ABC8DC6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68" name="Rectangle 223">
            <a:extLst>
              <a:ext uri="{FF2B5EF4-FFF2-40B4-BE49-F238E27FC236}">
                <a16:creationId xmlns:a16="http://schemas.microsoft.com/office/drawing/2014/main" id="{81FE9F88-7A38-4F40-8687-45FDC9D91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693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47328" name="Rectangle 224">
            <a:extLst>
              <a:ext uri="{FF2B5EF4-FFF2-40B4-BE49-F238E27FC236}">
                <a16:creationId xmlns:a16="http://schemas.microsoft.com/office/drawing/2014/main" id="{052B4CE6-5085-BF43-A587-118B560D8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4478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47329" name="Rectangle 225">
            <a:extLst>
              <a:ext uri="{FF2B5EF4-FFF2-40B4-BE49-F238E27FC236}">
                <a16:creationId xmlns:a16="http://schemas.microsoft.com/office/drawing/2014/main" id="{9661BB22-8BFC-E24D-8493-0AEA80699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4478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47330" name="Rectangle 226">
            <a:extLst>
              <a:ext uri="{FF2B5EF4-FFF2-40B4-BE49-F238E27FC236}">
                <a16:creationId xmlns:a16="http://schemas.microsoft.com/office/drawing/2014/main" id="{CB89B9CF-A1D3-5F4D-A01A-F258FF3E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4478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09072" name="Line 227">
            <a:extLst>
              <a:ext uri="{FF2B5EF4-FFF2-40B4-BE49-F238E27FC236}">
                <a16:creationId xmlns:a16="http://schemas.microsoft.com/office/drawing/2014/main" id="{0BBCBC43-3BBB-C54B-9344-92AAD293F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663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73" name="Rectangle 228">
            <a:extLst>
              <a:ext uri="{FF2B5EF4-FFF2-40B4-BE49-F238E27FC236}">
                <a16:creationId xmlns:a16="http://schemas.microsoft.com/office/drawing/2014/main" id="{4BC97EC3-B708-E946-93CC-22F6DDCDB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452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09074" name="Line 229">
            <a:extLst>
              <a:ext uri="{FF2B5EF4-FFF2-40B4-BE49-F238E27FC236}">
                <a16:creationId xmlns:a16="http://schemas.microsoft.com/office/drawing/2014/main" id="{67BC46B7-0CF2-8340-8E99-12F20C25F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2987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34" name="Rectangle 230">
            <a:extLst>
              <a:ext uri="{FF2B5EF4-FFF2-40B4-BE49-F238E27FC236}">
                <a16:creationId xmlns:a16="http://schemas.microsoft.com/office/drawing/2014/main" id="{68D6F9B9-3684-744E-95FB-5346A225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9986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09076" name="Line 231">
            <a:extLst>
              <a:ext uri="{FF2B5EF4-FFF2-40B4-BE49-F238E27FC236}">
                <a16:creationId xmlns:a16="http://schemas.microsoft.com/office/drawing/2014/main" id="{184485B0-E4E4-B742-954A-74A0A3ABD9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9600" y="4013200"/>
            <a:ext cx="330200" cy="127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77" name="Line 232">
            <a:extLst>
              <a:ext uri="{FF2B5EF4-FFF2-40B4-BE49-F238E27FC236}">
                <a16:creationId xmlns:a16="http://schemas.microsoft.com/office/drawing/2014/main" id="{394F78B4-FB0D-F549-B090-CF22A1AA42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098800"/>
            <a:ext cx="203200" cy="406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78" name="Line 233">
            <a:extLst>
              <a:ext uri="{FF2B5EF4-FFF2-40B4-BE49-F238E27FC236}">
                <a16:creationId xmlns:a16="http://schemas.microsoft.com/office/drawing/2014/main" id="{FF8A9C6A-13D3-A84A-B195-FB2E434468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937000"/>
            <a:ext cx="2032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79" name="Rectangle 248">
            <a:extLst>
              <a:ext uri="{FF2B5EF4-FFF2-40B4-BE49-F238E27FC236}">
                <a16:creationId xmlns:a16="http://schemas.microsoft.com/office/drawing/2014/main" id="{41CB86B3-F3BE-D34E-8C86-768DAF05D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00013"/>
            <a:ext cx="76041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指令的执行周期（第三个周期）</a:t>
            </a:r>
          </a:p>
        </p:txBody>
      </p:sp>
      <p:grpSp>
        <p:nvGrpSpPr>
          <p:cNvPr id="47354" name="Group 250">
            <a:extLst>
              <a:ext uri="{FF2B5EF4-FFF2-40B4-BE49-F238E27FC236}">
                <a16:creationId xmlns:a16="http://schemas.microsoft.com/office/drawing/2014/main" id="{B0E568D8-6464-904F-BBBE-4DC2224998F8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457200"/>
            <a:ext cx="1965325" cy="1392238"/>
            <a:chOff x="2648" y="288"/>
            <a:chExt cx="1238" cy="877"/>
          </a:xfrm>
        </p:grpSpPr>
        <p:grpSp>
          <p:nvGrpSpPr>
            <p:cNvPr id="209090" name="Group 243">
              <a:extLst>
                <a:ext uri="{FF2B5EF4-FFF2-40B4-BE49-F238E27FC236}">
                  <a16:creationId xmlns:a16="http://schemas.microsoft.com/office/drawing/2014/main" id="{9F96FE2C-1CBC-8E43-B944-665AFB4B4B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8" y="288"/>
              <a:ext cx="1232" cy="877"/>
              <a:chOff x="2648" y="288"/>
              <a:chExt cx="1232" cy="877"/>
            </a:xfrm>
          </p:grpSpPr>
          <p:sp>
            <p:nvSpPr>
              <p:cNvPr id="209092" name="Rectangle 234">
                <a:extLst>
                  <a:ext uri="{FF2B5EF4-FFF2-40B4-BE49-F238E27FC236}">
                    <a16:creationId xmlns:a16="http://schemas.microsoft.com/office/drawing/2014/main" id="{71928E68-CBDD-7640-B9E6-B0C99C6D4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303"/>
                <a:ext cx="56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RegDst</a:t>
                </a:r>
              </a:p>
            </p:txBody>
          </p:sp>
          <p:sp>
            <p:nvSpPr>
              <p:cNvPr id="209093" name="Rectangle 235">
                <a:extLst>
                  <a:ext uri="{FF2B5EF4-FFF2-40B4-BE49-F238E27FC236}">
                    <a16:creationId xmlns:a16="http://schemas.microsoft.com/office/drawing/2014/main" id="{62B62899-DA33-BC4F-9536-89CB99E49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5" y="639"/>
                <a:ext cx="81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ALUOp=Rtype</a:t>
                </a:r>
              </a:p>
            </p:txBody>
          </p:sp>
          <p:sp>
            <p:nvSpPr>
              <p:cNvPr id="209094" name="Rectangle 236">
                <a:extLst>
                  <a:ext uri="{FF2B5EF4-FFF2-40B4-BE49-F238E27FC236}">
                    <a16:creationId xmlns:a16="http://schemas.microsoft.com/office/drawing/2014/main" id="{3DC981EA-D354-BE45-9CAD-52A6CB964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543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ALUSelB=01</a:t>
                </a:r>
              </a:p>
            </p:txBody>
          </p:sp>
          <p:sp>
            <p:nvSpPr>
              <p:cNvPr id="209095" name="Rectangle 237">
                <a:extLst>
                  <a:ext uri="{FF2B5EF4-FFF2-40B4-BE49-F238E27FC236}">
                    <a16:creationId xmlns:a16="http://schemas.microsoft.com/office/drawing/2014/main" id="{3FBB3D35-6B86-7F4D-899E-81684FBD2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783"/>
                <a:ext cx="78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PCSrc, IorD</a:t>
                </a:r>
              </a:p>
            </p:txBody>
          </p:sp>
          <p:sp>
            <p:nvSpPr>
              <p:cNvPr id="209096" name="Oval 238">
                <a:extLst>
                  <a:ext uri="{FF2B5EF4-FFF2-40B4-BE49-F238E27FC236}">
                    <a16:creationId xmlns:a16="http://schemas.microsoft.com/office/drawing/2014/main" id="{5330FA6D-A67F-FD45-A1C8-E75005141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" y="296"/>
                <a:ext cx="896" cy="8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09097" name="Rectangle 239">
                <a:extLst>
                  <a:ext uri="{FF2B5EF4-FFF2-40B4-BE49-F238E27FC236}">
                    <a16:creationId xmlns:a16="http://schemas.microsoft.com/office/drawing/2014/main" id="{D6EFF746-F8D5-FD4B-8FB4-DC3DCA065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879"/>
                <a:ext cx="61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MemtoReg</a:t>
                </a:r>
              </a:p>
            </p:txBody>
          </p:sp>
          <p:sp>
            <p:nvSpPr>
              <p:cNvPr id="209098" name="Rectangle 240">
                <a:extLst>
                  <a:ext uri="{FF2B5EF4-FFF2-40B4-BE49-F238E27FC236}">
                    <a16:creationId xmlns:a16="http://schemas.microsoft.com/office/drawing/2014/main" id="{DFD470A6-0345-1749-BB33-11CB1E698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399"/>
                <a:ext cx="568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</a:t>
                </a:r>
              </a:p>
            </p:txBody>
          </p:sp>
          <p:sp>
            <p:nvSpPr>
              <p:cNvPr id="209099" name="Rectangle 241">
                <a:extLst>
                  <a:ext uri="{FF2B5EF4-FFF2-40B4-BE49-F238E27FC236}">
                    <a16:creationId xmlns:a16="http://schemas.microsoft.com/office/drawing/2014/main" id="{C9A6F7D3-3977-8645-9EF4-164D8A526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975"/>
                <a:ext cx="40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209100" name="Rectangle 242">
                <a:extLst>
                  <a:ext uri="{FF2B5EF4-FFF2-40B4-BE49-F238E27FC236}">
                    <a16:creationId xmlns:a16="http://schemas.microsoft.com/office/drawing/2014/main" id="{D4F8FB88-9B2E-2B4C-BF9D-0573C9E22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88"/>
                <a:ext cx="50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RExec</a:t>
                </a:r>
              </a:p>
            </p:txBody>
          </p:sp>
        </p:grpSp>
        <p:sp>
          <p:nvSpPr>
            <p:cNvPr id="209091" name="Oval 249">
              <a:extLst>
                <a:ext uri="{FF2B5EF4-FFF2-40B4-BE49-F238E27FC236}">
                  <a16:creationId xmlns:a16="http://schemas.microsoft.com/office/drawing/2014/main" id="{01031CA2-038B-8243-8FE8-644FA448D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293"/>
              <a:ext cx="905" cy="860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7355" name="Text Box 251">
            <a:extLst>
              <a:ext uri="{FF2B5EF4-FFF2-40B4-BE49-F238E27FC236}">
                <a16:creationId xmlns:a16="http://schemas.microsoft.com/office/drawing/2014/main" id="{8EFEE769-94D8-8141-90E1-C3CC6C0B5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5051425"/>
            <a:ext cx="3959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为解决“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Race”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问题，该周期使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RegDst=1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RegWr=0.  Why?</a:t>
            </a:r>
            <a:endParaRPr lang="zh-CN" altLang="en-US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356" name="Text Box 252">
            <a:extLst>
              <a:ext uri="{FF2B5EF4-FFF2-40B4-BE49-F238E27FC236}">
                <a16:creationId xmlns:a16="http://schemas.microsoft.com/office/drawing/2014/main" id="{33DEEA66-A281-B34E-8122-C4B6F1D98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074738"/>
            <a:ext cx="44116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指令第一个周期控制信号取值？</a:t>
            </a:r>
          </a:p>
        </p:txBody>
      </p:sp>
      <p:sp>
        <p:nvSpPr>
          <p:cNvPr id="47357" name="Text Box 253">
            <a:extLst>
              <a:ext uri="{FF2B5EF4-FFF2-40B4-BE49-F238E27FC236}">
                <a16:creationId xmlns:a16="http://schemas.microsoft.com/office/drawing/2014/main" id="{73B42396-3345-AE4A-A6FA-B009D234B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5734050"/>
            <a:ext cx="233362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保证地址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Rw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在写使能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RegWr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前先稳定，准备好下周期写</a:t>
            </a:r>
          </a:p>
        </p:txBody>
      </p:sp>
      <p:sp>
        <p:nvSpPr>
          <p:cNvPr id="209084" name="Line 111">
            <a:extLst>
              <a:ext uri="{FF2B5EF4-FFF2-40B4-BE49-F238E27FC236}">
                <a16:creationId xmlns:a16="http://schemas.microsoft.com/office/drawing/2014/main" id="{0A4BB9AE-D4C3-2940-95BC-654A3A9299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4863" y="4286250"/>
            <a:ext cx="439737" cy="142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85" name="Line 112">
            <a:extLst>
              <a:ext uri="{FF2B5EF4-FFF2-40B4-BE49-F238E27FC236}">
                <a16:creationId xmlns:a16="http://schemas.microsoft.com/office/drawing/2014/main" id="{CBF82EC4-26CA-044B-A9DE-A5622ECE3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1050" y="4284663"/>
            <a:ext cx="0" cy="2603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86" name="Line 118">
            <a:extLst>
              <a:ext uri="{FF2B5EF4-FFF2-40B4-BE49-F238E27FC236}">
                <a16:creationId xmlns:a16="http://schemas.microsoft.com/office/drawing/2014/main" id="{77B3B7DD-46E8-C448-B45B-ECA1C99C5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803775"/>
            <a:ext cx="0" cy="6254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87" name="Line 119">
            <a:extLst>
              <a:ext uri="{FF2B5EF4-FFF2-40B4-BE49-F238E27FC236}">
                <a16:creationId xmlns:a16="http://schemas.microsoft.com/office/drawing/2014/main" id="{39711083-FA3F-9642-8B1C-5697ECD4EE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5200" y="5429250"/>
            <a:ext cx="401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88" name="Line 185">
            <a:extLst>
              <a:ext uri="{FF2B5EF4-FFF2-40B4-BE49-F238E27FC236}">
                <a16:creationId xmlns:a16="http://schemas.microsoft.com/office/drawing/2014/main" id="{48543E03-8D09-054E-8928-FE77C208D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848100"/>
            <a:ext cx="0" cy="154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089" name="Line 235">
            <a:extLst>
              <a:ext uri="{FF2B5EF4-FFF2-40B4-BE49-F238E27FC236}">
                <a16:creationId xmlns:a16="http://schemas.microsoft.com/office/drawing/2014/main" id="{E06CDE0C-77BD-A94D-AB5D-B1F8FB16F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4540250"/>
            <a:ext cx="17780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7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7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17F07553-00FA-0C4F-B34D-A07A855DD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163513"/>
            <a:ext cx="69437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完成周期（第四个周期）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97C93DE1-E1F9-5C4B-B3E3-C2AF167C7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685800"/>
            <a:ext cx="68961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R[rd]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ALU Output</a:t>
            </a:r>
          </a:p>
        </p:txBody>
      </p:sp>
      <p:sp>
        <p:nvSpPr>
          <p:cNvPr id="210948" name="Rectangle 4">
            <a:extLst>
              <a:ext uri="{FF2B5EF4-FFF2-40B4-BE49-F238E27FC236}">
                <a16:creationId xmlns:a16="http://schemas.microsoft.com/office/drawing/2014/main" id="{4B88107F-7618-6D45-A3C4-6420D3F9E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0949" name="Rectangle 5">
            <a:extLst>
              <a:ext uri="{FF2B5EF4-FFF2-40B4-BE49-F238E27FC236}">
                <a16:creationId xmlns:a16="http://schemas.microsoft.com/office/drawing/2014/main" id="{AE22630D-5400-F846-87FE-9BC8D115C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4496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0950" name="Rectangle 7">
            <a:extLst>
              <a:ext uri="{FF2B5EF4-FFF2-40B4-BE49-F238E27FC236}">
                <a16:creationId xmlns:a16="http://schemas.microsoft.com/office/drawing/2014/main" id="{CDAD3AA3-3554-8C44-B1A5-E5428840C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1386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10951" name="Rectangle 8">
            <a:extLst>
              <a:ext uri="{FF2B5EF4-FFF2-40B4-BE49-F238E27FC236}">
                <a16:creationId xmlns:a16="http://schemas.microsoft.com/office/drawing/2014/main" id="{2B13AA8F-8CEC-9443-B2CE-C06DAC0C9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1480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10952" name="Line 9">
            <a:extLst>
              <a:ext uri="{FF2B5EF4-FFF2-40B4-BE49-F238E27FC236}">
                <a16:creationId xmlns:a16="http://schemas.microsoft.com/office/drawing/2014/main" id="{86A4ADD7-5E65-E244-8316-DF3C195FFB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3" name="Line 13">
            <a:extLst>
              <a:ext uri="{FF2B5EF4-FFF2-40B4-BE49-F238E27FC236}">
                <a16:creationId xmlns:a16="http://schemas.microsoft.com/office/drawing/2014/main" id="{F72ABE1C-9DE5-A542-AE3F-246BE56DCF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3434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4" name="Line 14">
            <a:extLst>
              <a:ext uri="{FF2B5EF4-FFF2-40B4-BE49-F238E27FC236}">
                <a16:creationId xmlns:a16="http://schemas.microsoft.com/office/drawing/2014/main" id="{D15AA482-AD68-AD40-8686-73226E796D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273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5" name="Rectangle 15">
            <a:extLst>
              <a:ext uri="{FF2B5EF4-FFF2-40B4-BE49-F238E27FC236}">
                <a16:creationId xmlns:a16="http://schemas.microsoft.com/office/drawing/2014/main" id="{9CE314D3-A449-A546-866E-18796D3D8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367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0956" name="Line 16">
            <a:extLst>
              <a:ext uri="{FF2B5EF4-FFF2-40B4-BE49-F238E27FC236}">
                <a16:creationId xmlns:a16="http://schemas.microsoft.com/office/drawing/2014/main" id="{9125A043-8FB6-D841-B69D-15CE8C129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2672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7" name="Line 17">
            <a:extLst>
              <a:ext uri="{FF2B5EF4-FFF2-40B4-BE49-F238E27FC236}">
                <a16:creationId xmlns:a16="http://schemas.microsoft.com/office/drawing/2014/main" id="{DBEFCC1A-9D03-DB4F-9975-96444EBD66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197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8" name="Rectangle 18">
            <a:extLst>
              <a:ext uri="{FF2B5EF4-FFF2-40B4-BE49-F238E27FC236}">
                <a16:creationId xmlns:a16="http://schemas.microsoft.com/office/drawing/2014/main" id="{BD0BC121-CEBE-AC4E-82FB-DBB79D4B9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10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0959" name="Rectangle 19">
            <a:extLst>
              <a:ext uri="{FF2B5EF4-FFF2-40B4-BE49-F238E27FC236}">
                <a16:creationId xmlns:a16="http://schemas.microsoft.com/office/drawing/2014/main" id="{B109663F-25CE-F04B-B812-6A3A79CDE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1386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10960" name="Line 20">
            <a:extLst>
              <a:ext uri="{FF2B5EF4-FFF2-40B4-BE49-F238E27FC236}">
                <a16:creationId xmlns:a16="http://schemas.microsoft.com/office/drawing/2014/main" id="{8E7B276E-26B3-B94F-8E76-6DF31580F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3" name="Rectangle 21">
            <a:extLst>
              <a:ext uri="{FF2B5EF4-FFF2-40B4-BE49-F238E27FC236}">
                <a16:creationId xmlns:a16="http://schemas.microsoft.com/office/drawing/2014/main" id="{DF157F58-5F2F-6E42-9E4B-09681F152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9986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10962" name="Line 22">
            <a:extLst>
              <a:ext uri="{FF2B5EF4-FFF2-40B4-BE49-F238E27FC236}">
                <a16:creationId xmlns:a16="http://schemas.microsoft.com/office/drawing/2014/main" id="{258ABD2F-DBA5-6D42-8F19-745AE2B8E5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8194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63" name="Line 23">
            <a:extLst>
              <a:ext uri="{FF2B5EF4-FFF2-40B4-BE49-F238E27FC236}">
                <a16:creationId xmlns:a16="http://schemas.microsoft.com/office/drawing/2014/main" id="{C35C1D2A-7822-7C44-A93C-34A6418764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520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64" name="Rectangle 24">
            <a:extLst>
              <a:ext uri="{FF2B5EF4-FFF2-40B4-BE49-F238E27FC236}">
                <a16:creationId xmlns:a16="http://schemas.microsoft.com/office/drawing/2014/main" id="{7651243C-E74C-C34D-AC8F-83E735CE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09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0965" name="Group 34">
            <a:extLst>
              <a:ext uri="{FF2B5EF4-FFF2-40B4-BE49-F238E27FC236}">
                <a16:creationId xmlns:a16="http://schemas.microsoft.com/office/drawing/2014/main" id="{689F22F4-6598-4741-8D16-B10AD21C67E3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908300"/>
            <a:ext cx="381000" cy="1295400"/>
            <a:chOff x="4944" y="1832"/>
            <a:chExt cx="240" cy="816"/>
          </a:xfrm>
        </p:grpSpPr>
        <p:sp>
          <p:nvSpPr>
            <p:cNvPr id="211180" name="Line 25">
              <a:extLst>
                <a:ext uri="{FF2B5EF4-FFF2-40B4-BE49-F238E27FC236}">
                  <a16:creationId xmlns:a16="http://schemas.microsoft.com/office/drawing/2014/main" id="{0D353E37-6542-6149-BEA2-8B4FB925E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51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1" name="Line 26">
              <a:extLst>
                <a:ext uri="{FF2B5EF4-FFF2-40B4-BE49-F238E27FC236}">
                  <a16:creationId xmlns:a16="http://schemas.microsoft.com/office/drawing/2014/main" id="{EADFA463-D62A-964D-A889-A4FE312B7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832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2" name="Line 27">
              <a:extLst>
                <a:ext uri="{FF2B5EF4-FFF2-40B4-BE49-F238E27FC236}">
                  <a16:creationId xmlns:a16="http://schemas.microsoft.com/office/drawing/2014/main" id="{4A2D129C-8FD2-FD4D-BAD5-0F1135C54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832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3" name="Line 28">
              <a:extLst>
                <a:ext uri="{FF2B5EF4-FFF2-40B4-BE49-F238E27FC236}">
                  <a16:creationId xmlns:a16="http://schemas.microsoft.com/office/drawing/2014/main" id="{83828F34-C91B-8C47-A8B5-0F71628CD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981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4" name="Line 29">
              <a:extLst>
                <a:ext uri="{FF2B5EF4-FFF2-40B4-BE49-F238E27FC236}">
                  <a16:creationId xmlns:a16="http://schemas.microsoft.com/office/drawing/2014/main" id="{009A00CA-F269-2646-ADE3-CCE9A9C2E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483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5" name="Line 30">
              <a:extLst>
                <a:ext uri="{FF2B5EF4-FFF2-40B4-BE49-F238E27FC236}">
                  <a16:creationId xmlns:a16="http://schemas.microsoft.com/office/drawing/2014/main" id="{2030E403-3089-EE41-974D-D0DA2D175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16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6" name="Rectangle 31">
              <a:extLst>
                <a:ext uri="{FF2B5EF4-FFF2-40B4-BE49-F238E27FC236}">
                  <a16:creationId xmlns:a16="http://schemas.microsoft.com/office/drawing/2014/main" id="{1FC74F38-ACA0-1449-8083-C47906F3E5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148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11187" name="Line 32">
              <a:extLst>
                <a:ext uri="{FF2B5EF4-FFF2-40B4-BE49-F238E27FC236}">
                  <a16:creationId xmlns:a16="http://schemas.microsoft.com/office/drawing/2014/main" id="{865AF0B9-A9D2-4649-BF61-14F1090E2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129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88" name="Line 33">
              <a:extLst>
                <a:ext uri="{FF2B5EF4-FFF2-40B4-BE49-F238E27FC236}">
                  <a16:creationId xmlns:a16="http://schemas.microsoft.com/office/drawing/2014/main" id="{FE422ACA-8B81-5945-AF6E-250F29DBB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98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0966" name="Group 38">
            <a:extLst>
              <a:ext uri="{FF2B5EF4-FFF2-40B4-BE49-F238E27FC236}">
                <a16:creationId xmlns:a16="http://schemas.microsoft.com/office/drawing/2014/main" id="{00D50271-FE6F-E94D-8895-0635855A3870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3968750"/>
            <a:ext cx="560387" cy="427038"/>
            <a:chOff x="4599" y="2500"/>
            <a:chExt cx="353" cy="269"/>
          </a:xfrm>
        </p:grpSpPr>
        <p:sp>
          <p:nvSpPr>
            <p:cNvPr id="211177" name="Line 35">
              <a:extLst>
                <a:ext uri="{FF2B5EF4-FFF2-40B4-BE49-F238E27FC236}">
                  <a16:creationId xmlns:a16="http://schemas.microsoft.com/office/drawing/2014/main" id="{DBFCF6E8-CC2C-7B4D-B6BE-8C68F0445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254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78" name="Line 36">
              <a:extLst>
                <a:ext uri="{FF2B5EF4-FFF2-40B4-BE49-F238E27FC236}">
                  <a16:creationId xmlns:a16="http://schemas.microsoft.com/office/drawing/2014/main" id="{812D931D-E04D-1B40-A2FE-6997689553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2" y="250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79" name="Rectangle 37">
              <a:extLst>
                <a:ext uri="{FF2B5EF4-FFF2-40B4-BE49-F238E27FC236}">
                  <a16:creationId xmlns:a16="http://schemas.microsoft.com/office/drawing/2014/main" id="{E1468371-198C-5145-8CC4-05DC8E183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55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0967" name="Line 39">
            <a:extLst>
              <a:ext uri="{FF2B5EF4-FFF2-40B4-BE49-F238E27FC236}">
                <a16:creationId xmlns:a16="http://schemas.microsoft.com/office/drawing/2014/main" id="{B8331576-E47B-6648-9309-53EF7F74AC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810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68" name="Line 40">
            <a:extLst>
              <a:ext uri="{FF2B5EF4-FFF2-40B4-BE49-F238E27FC236}">
                <a16:creationId xmlns:a16="http://schemas.microsoft.com/office/drawing/2014/main" id="{0001E58C-3D5D-D142-B75A-C9B8135298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740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69" name="Rectangle 41">
            <a:extLst>
              <a:ext uri="{FF2B5EF4-FFF2-40B4-BE49-F238E27FC236}">
                <a16:creationId xmlns:a16="http://schemas.microsoft.com/office/drawing/2014/main" id="{B233CFB2-9D8F-E548-AB6F-2EF4910AD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833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0970" name="Line 42">
            <a:extLst>
              <a:ext uri="{FF2B5EF4-FFF2-40B4-BE49-F238E27FC236}">
                <a16:creationId xmlns:a16="http://schemas.microsoft.com/office/drawing/2014/main" id="{664B7B6B-8068-E64A-8381-FFFCC6AF0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025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95" name="Rectangle 43">
            <a:extLst>
              <a:ext uri="{FF2B5EF4-FFF2-40B4-BE49-F238E27FC236}">
                <a16:creationId xmlns:a16="http://schemas.microsoft.com/office/drawing/2014/main" id="{DB80B4FF-D2A7-C549-AC3F-FF708D0DF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791200"/>
            <a:ext cx="1562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ALUOp=Rtype</a:t>
            </a:r>
          </a:p>
        </p:txBody>
      </p:sp>
      <p:grpSp>
        <p:nvGrpSpPr>
          <p:cNvPr id="210972" name="Group 46">
            <a:extLst>
              <a:ext uri="{FF2B5EF4-FFF2-40B4-BE49-F238E27FC236}">
                <a16:creationId xmlns:a16="http://schemas.microsoft.com/office/drawing/2014/main" id="{786A6EFA-A8E6-2842-9E6F-C1849727BF58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419600"/>
            <a:ext cx="903287" cy="577850"/>
            <a:chOff x="4681" y="2784"/>
            <a:chExt cx="569" cy="364"/>
          </a:xfrm>
        </p:grpSpPr>
        <p:sp>
          <p:nvSpPr>
            <p:cNvPr id="211175" name="Rectangle 44">
              <a:extLst>
                <a:ext uri="{FF2B5EF4-FFF2-40B4-BE49-F238E27FC236}">
                  <a16:creationId xmlns:a16="http://schemas.microsoft.com/office/drawing/2014/main" id="{AE65089C-BAA5-9743-BDF3-9F05E0D1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792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1176" name="Rectangle 45">
              <a:extLst>
                <a:ext uri="{FF2B5EF4-FFF2-40B4-BE49-F238E27FC236}">
                  <a16:creationId xmlns:a16="http://schemas.microsoft.com/office/drawing/2014/main" id="{3C5BCB50-3482-2B4D-A641-3D4B4D637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784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10973" name="Line 47">
            <a:extLst>
              <a:ext uri="{FF2B5EF4-FFF2-40B4-BE49-F238E27FC236}">
                <a16:creationId xmlns:a16="http://schemas.microsoft.com/office/drawing/2014/main" id="{1C7CB29E-87E6-EA45-872B-B5F5A53FD5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9403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74" name="Rectangle 48">
            <a:extLst>
              <a:ext uri="{FF2B5EF4-FFF2-40B4-BE49-F238E27FC236}">
                <a16:creationId xmlns:a16="http://schemas.microsoft.com/office/drawing/2014/main" id="{6E5A04C1-D8F7-224B-A58C-B7694990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9845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0975" name="Oval 49">
            <a:extLst>
              <a:ext uri="{FF2B5EF4-FFF2-40B4-BE49-F238E27FC236}">
                <a16:creationId xmlns:a16="http://schemas.microsoft.com/office/drawing/2014/main" id="{A5186B1A-CEBF-CC4C-8F21-86E7B4AB8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5085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0976" name="Rectangle 50">
            <a:extLst>
              <a:ext uri="{FF2B5EF4-FFF2-40B4-BE49-F238E27FC236}">
                <a16:creationId xmlns:a16="http://schemas.microsoft.com/office/drawing/2014/main" id="{528B8C28-B92C-1840-9926-D9FFD3F637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5250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10977" name="Line 51">
            <a:extLst>
              <a:ext uri="{FF2B5EF4-FFF2-40B4-BE49-F238E27FC236}">
                <a16:creationId xmlns:a16="http://schemas.microsoft.com/office/drawing/2014/main" id="{9105B911-62BF-174B-86D7-AFECE22CB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3528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78" name="Line 52">
            <a:extLst>
              <a:ext uri="{FF2B5EF4-FFF2-40B4-BE49-F238E27FC236}">
                <a16:creationId xmlns:a16="http://schemas.microsoft.com/office/drawing/2014/main" id="{05306A8B-B945-2B49-AF69-8BCA3302BF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79" name="Rectangle 53">
            <a:extLst>
              <a:ext uri="{FF2B5EF4-FFF2-40B4-BE49-F238E27FC236}">
                <a16:creationId xmlns:a16="http://schemas.microsoft.com/office/drawing/2014/main" id="{385F8BA5-C791-B84C-B239-339640A1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376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0980" name="Line 54">
            <a:extLst>
              <a:ext uri="{FF2B5EF4-FFF2-40B4-BE49-F238E27FC236}">
                <a16:creationId xmlns:a16="http://schemas.microsoft.com/office/drawing/2014/main" id="{BF9494AD-5130-8A43-8A1C-F666BE6873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07" name="Rectangle 55">
            <a:extLst>
              <a:ext uri="{FF2B5EF4-FFF2-40B4-BE49-F238E27FC236}">
                <a16:creationId xmlns:a16="http://schemas.microsoft.com/office/drawing/2014/main" id="{87572A8C-2985-E64A-9533-8093DB2F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9986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10982" name="Line 56">
            <a:extLst>
              <a:ext uri="{FF2B5EF4-FFF2-40B4-BE49-F238E27FC236}">
                <a16:creationId xmlns:a16="http://schemas.microsoft.com/office/drawing/2014/main" id="{3B7B02A4-0FC7-1649-81D4-44EE44AF1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60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83" name="Line 57">
            <a:extLst>
              <a:ext uri="{FF2B5EF4-FFF2-40B4-BE49-F238E27FC236}">
                <a16:creationId xmlns:a16="http://schemas.microsoft.com/office/drawing/2014/main" id="{D611E8EE-7853-7C4E-8124-DC09947D5C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749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84" name="Rectangle 58">
            <a:extLst>
              <a:ext uri="{FF2B5EF4-FFF2-40B4-BE49-F238E27FC236}">
                <a16:creationId xmlns:a16="http://schemas.microsoft.com/office/drawing/2014/main" id="{ED790BE8-0A62-694B-83D5-02C369103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767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0985" name="Line 59">
            <a:extLst>
              <a:ext uri="{FF2B5EF4-FFF2-40B4-BE49-F238E27FC236}">
                <a16:creationId xmlns:a16="http://schemas.microsoft.com/office/drawing/2014/main" id="{0B47F607-6551-6B43-AB7C-7C6F13DE2C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2733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86" name="Line 60">
            <a:extLst>
              <a:ext uri="{FF2B5EF4-FFF2-40B4-BE49-F238E27FC236}">
                <a16:creationId xmlns:a16="http://schemas.microsoft.com/office/drawing/2014/main" id="{66B3BBE3-DB7B-824E-92B5-0E4CFBDEFA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5908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87" name="Rectangle 61">
            <a:extLst>
              <a:ext uri="{FF2B5EF4-FFF2-40B4-BE49-F238E27FC236}">
                <a16:creationId xmlns:a16="http://schemas.microsoft.com/office/drawing/2014/main" id="{35A63694-AF88-6147-A9F8-211645FD0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0988" name="Rectangle 62">
            <a:extLst>
              <a:ext uri="{FF2B5EF4-FFF2-40B4-BE49-F238E27FC236}">
                <a16:creationId xmlns:a16="http://schemas.microsoft.com/office/drawing/2014/main" id="{6CC5FF94-2C20-8A4D-84FC-1CF663B0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525838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10989" name="Rectangle 63">
            <a:extLst>
              <a:ext uri="{FF2B5EF4-FFF2-40B4-BE49-F238E27FC236}">
                <a16:creationId xmlns:a16="http://schemas.microsoft.com/office/drawing/2014/main" id="{9B7E76D5-9866-CD41-AEC5-48BEF7B52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10990" name="Rectangle 64">
            <a:extLst>
              <a:ext uri="{FF2B5EF4-FFF2-40B4-BE49-F238E27FC236}">
                <a16:creationId xmlns:a16="http://schemas.microsoft.com/office/drawing/2014/main" id="{24655219-1614-454E-ACDD-051F731B2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8338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10991" name="Rectangle 65">
            <a:extLst>
              <a:ext uri="{FF2B5EF4-FFF2-40B4-BE49-F238E27FC236}">
                <a16:creationId xmlns:a16="http://schemas.microsoft.com/office/drawing/2014/main" id="{917B1EB0-836E-DD45-98A0-3CA92FAE4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1386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10992" name="Rectangle 66">
            <a:extLst>
              <a:ext uri="{FF2B5EF4-FFF2-40B4-BE49-F238E27FC236}">
                <a16:creationId xmlns:a16="http://schemas.microsoft.com/office/drawing/2014/main" id="{527FA7C7-8060-6A44-BC1B-8A8CD1327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300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10993" name="Line 67">
            <a:extLst>
              <a:ext uri="{FF2B5EF4-FFF2-40B4-BE49-F238E27FC236}">
                <a16:creationId xmlns:a16="http://schemas.microsoft.com/office/drawing/2014/main" id="{108DC71E-86B0-2D4D-9690-BF093D7D93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505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94" name="Line 68">
            <a:extLst>
              <a:ext uri="{FF2B5EF4-FFF2-40B4-BE49-F238E27FC236}">
                <a16:creationId xmlns:a16="http://schemas.microsoft.com/office/drawing/2014/main" id="{F2660687-CE24-504F-8275-392447C862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95" name="Rectangle 69">
            <a:extLst>
              <a:ext uri="{FF2B5EF4-FFF2-40B4-BE49-F238E27FC236}">
                <a16:creationId xmlns:a16="http://schemas.microsoft.com/office/drawing/2014/main" id="{5AE1B46B-6E9D-9B43-BCC3-2AAB384D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5290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0996" name="Line 70">
            <a:extLst>
              <a:ext uri="{FF2B5EF4-FFF2-40B4-BE49-F238E27FC236}">
                <a16:creationId xmlns:a16="http://schemas.microsoft.com/office/drawing/2014/main" id="{FDA64DFC-97BF-4145-AE75-5B4E5A0478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124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97" name="Line 71">
            <a:extLst>
              <a:ext uri="{FF2B5EF4-FFF2-40B4-BE49-F238E27FC236}">
                <a16:creationId xmlns:a16="http://schemas.microsoft.com/office/drawing/2014/main" id="{3231E1BD-05D5-AD48-BDFC-15F73CF5C0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98" name="Rectangle 72">
            <a:extLst>
              <a:ext uri="{FF2B5EF4-FFF2-40B4-BE49-F238E27FC236}">
                <a16:creationId xmlns:a16="http://schemas.microsoft.com/office/drawing/2014/main" id="{FEC9221A-8BFB-4149-BDB5-8508F919B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1480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0999" name="Line 73">
            <a:extLst>
              <a:ext uri="{FF2B5EF4-FFF2-40B4-BE49-F238E27FC236}">
                <a16:creationId xmlns:a16="http://schemas.microsoft.com/office/drawing/2014/main" id="{F73868B1-E94E-CF4B-A17B-3A2AAC3FC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5052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00" name="Line 74">
            <a:extLst>
              <a:ext uri="{FF2B5EF4-FFF2-40B4-BE49-F238E27FC236}">
                <a16:creationId xmlns:a16="http://schemas.microsoft.com/office/drawing/2014/main" id="{76B8A326-52B6-904B-8D88-120D9CDEF5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435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01" name="Rectangle 75">
            <a:extLst>
              <a:ext uri="{FF2B5EF4-FFF2-40B4-BE49-F238E27FC236}">
                <a16:creationId xmlns:a16="http://schemas.microsoft.com/office/drawing/2014/main" id="{097DF0FF-4355-AA4A-8865-3FF53CDDD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529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1002" name="Rectangle 76">
            <a:extLst>
              <a:ext uri="{FF2B5EF4-FFF2-40B4-BE49-F238E27FC236}">
                <a16:creationId xmlns:a16="http://schemas.microsoft.com/office/drawing/2014/main" id="{C4E748A5-C161-9C4C-B0B7-153E6B319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2369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11003" name="Line 77">
            <a:extLst>
              <a:ext uri="{FF2B5EF4-FFF2-40B4-BE49-F238E27FC236}">
                <a16:creationId xmlns:a16="http://schemas.microsoft.com/office/drawing/2014/main" id="{37FB0153-3D64-754F-8CCD-9061B7466A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1148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04" name="Line 78">
            <a:extLst>
              <a:ext uri="{FF2B5EF4-FFF2-40B4-BE49-F238E27FC236}">
                <a16:creationId xmlns:a16="http://schemas.microsoft.com/office/drawing/2014/main" id="{4EB6C735-EC3D-1C4B-AD61-612BDE9EF5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0449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05" name="Rectangle 79">
            <a:extLst>
              <a:ext uri="{FF2B5EF4-FFF2-40B4-BE49-F238E27FC236}">
                <a16:creationId xmlns:a16="http://schemas.microsoft.com/office/drawing/2014/main" id="{FB823F76-7174-8A4C-8EED-1C4DDF6C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138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1006" name="Rectangle 80">
            <a:extLst>
              <a:ext uri="{FF2B5EF4-FFF2-40B4-BE49-F238E27FC236}">
                <a16:creationId xmlns:a16="http://schemas.microsoft.com/office/drawing/2014/main" id="{EB235A0E-CC56-8441-AE00-78B6D415B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8846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11007" name="Line 81">
            <a:extLst>
              <a:ext uri="{FF2B5EF4-FFF2-40B4-BE49-F238E27FC236}">
                <a16:creationId xmlns:a16="http://schemas.microsoft.com/office/drawing/2014/main" id="{8215A279-4199-774D-BFF9-0E42A63BF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34" name="Rectangle 82">
            <a:extLst>
              <a:ext uri="{FF2B5EF4-FFF2-40B4-BE49-F238E27FC236}">
                <a16:creationId xmlns:a16="http://schemas.microsoft.com/office/drawing/2014/main" id="{DE4CBB99-163D-4449-AD8A-731C46BB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9986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211009" name="Line 83">
            <a:extLst>
              <a:ext uri="{FF2B5EF4-FFF2-40B4-BE49-F238E27FC236}">
                <a16:creationId xmlns:a16="http://schemas.microsoft.com/office/drawing/2014/main" id="{87AE99E4-4979-ED4A-84E7-FBCAC3673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369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10" name="Rectangle 84">
            <a:extLst>
              <a:ext uri="{FF2B5EF4-FFF2-40B4-BE49-F238E27FC236}">
                <a16:creationId xmlns:a16="http://schemas.microsoft.com/office/drawing/2014/main" id="{A9551641-76E8-8F49-BA5E-EC47F0CC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843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11011" name="Rectangle 85">
            <a:extLst>
              <a:ext uri="{FF2B5EF4-FFF2-40B4-BE49-F238E27FC236}">
                <a16:creationId xmlns:a16="http://schemas.microsoft.com/office/drawing/2014/main" id="{0D63EEBB-36C7-C447-BDEA-B8CE56550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224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1012" name="Line 86">
            <a:extLst>
              <a:ext uri="{FF2B5EF4-FFF2-40B4-BE49-F238E27FC236}">
                <a16:creationId xmlns:a16="http://schemas.microsoft.com/office/drawing/2014/main" id="{A40D3572-4490-B348-A3D4-8015CB2BC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941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13" name="Line 87">
            <a:extLst>
              <a:ext uri="{FF2B5EF4-FFF2-40B4-BE49-F238E27FC236}">
                <a16:creationId xmlns:a16="http://schemas.microsoft.com/office/drawing/2014/main" id="{10313712-C518-3045-8948-CDC51FAE9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3594100"/>
            <a:ext cx="2032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14" name="Line 88">
            <a:extLst>
              <a:ext uri="{FF2B5EF4-FFF2-40B4-BE49-F238E27FC236}">
                <a16:creationId xmlns:a16="http://schemas.microsoft.com/office/drawing/2014/main" id="{2C3B0127-622E-C149-8905-7FA6425281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3700" y="4359275"/>
            <a:ext cx="2032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15" name="Line 89">
            <a:extLst>
              <a:ext uri="{FF2B5EF4-FFF2-40B4-BE49-F238E27FC236}">
                <a16:creationId xmlns:a16="http://schemas.microsoft.com/office/drawing/2014/main" id="{1B53FE25-AF38-824C-9F86-2666F41B8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6766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16" name="Rectangle 90">
            <a:extLst>
              <a:ext uri="{FF2B5EF4-FFF2-40B4-BE49-F238E27FC236}">
                <a16:creationId xmlns:a16="http://schemas.microsoft.com/office/drawing/2014/main" id="{77DB0554-FE5E-CF4E-8013-BBE857B5ED7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03675" y="38862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1017" name="Rectangle 91">
            <a:extLst>
              <a:ext uri="{FF2B5EF4-FFF2-40B4-BE49-F238E27FC236}">
                <a16:creationId xmlns:a16="http://schemas.microsoft.com/office/drawing/2014/main" id="{55758304-DE31-D948-A3DB-2CEDBFDC6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3613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1018" name="Rectangle 92">
            <a:extLst>
              <a:ext uri="{FF2B5EF4-FFF2-40B4-BE49-F238E27FC236}">
                <a16:creationId xmlns:a16="http://schemas.microsoft.com/office/drawing/2014/main" id="{43F6699C-8EA3-CC44-92AF-55F34702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38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1019" name="Line 94">
            <a:extLst>
              <a:ext uri="{FF2B5EF4-FFF2-40B4-BE49-F238E27FC236}">
                <a16:creationId xmlns:a16="http://schemas.microsoft.com/office/drawing/2014/main" id="{A15BC593-C7A5-CE46-BE90-AE006F1EA1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3962400"/>
            <a:ext cx="660400" cy="0"/>
          </a:xfrm>
          <a:prstGeom prst="line">
            <a:avLst/>
          </a:prstGeom>
          <a:noFill/>
          <a:ln w="50800">
            <a:solidFill>
              <a:srgbClr val="FE6E8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20" name="Line 95">
            <a:extLst>
              <a:ext uri="{FF2B5EF4-FFF2-40B4-BE49-F238E27FC236}">
                <a16:creationId xmlns:a16="http://schemas.microsoft.com/office/drawing/2014/main" id="{87CD70FF-99E7-474E-A41D-62544810A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43400"/>
            <a:ext cx="304800" cy="0"/>
          </a:xfrm>
          <a:prstGeom prst="line">
            <a:avLst/>
          </a:prstGeom>
          <a:noFill/>
          <a:ln w="50800">
            <a:solidFill>
              <a:srgbClr val="FE6E8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21" name="Line 96">
            <a:extLst>
              <a:ext uri="{FF2B5EF4-FFF2-40B4-BE49-F238E27FC236}">
                <a16:creationId xmlns:a16="http://schemas.microsoft.com/office/drawing/2014/main" id="{AF1B75FE-D6D7-574D-A1EA-3204CE16B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22" name="Rectangle 97">
            <a:extLst>
              <a:ext uri="{FF2B5EF4-FFF2-40B4-BE49-F238E27FC236}">
                <a16:creationId xmlns:a16="http://schemas.microsoft.com/office/drawing/2014/main" id="{3EE0D1D4-C0E9-714E-AD13-89C12437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3" y="36687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1023" name="Rectangle 98">
            <a:extLst>
              <a:ext uri="{FF2B5EF4-FFF2-40B4-BE49-F238E27FC236}">
                <a16:creationId xmlns:a16="http://schemas.microsoft.com/office/drawing/2014/main" id="{B9FEA33B-E8D8-7B46-81ED-CEFCC2736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3" y="4075113"/>
            <a:ext cx="3889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49251" name="Rectangle 99">
            <a:extLst>
              <a:ext uri="{FF2B5EF4-FFF2-40B4-BE49-F238E27FC236}">
                <a16:creationId xmlns:a16="http://schemas.microsoft.com/office/drawing/2014/main" id="{8CAB5662-F273-7E47-A874-D39DF1C1B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4478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49252" name="Rectangle 100">
            <a:extLst>
              <a:ext uri="{FF2B5EF4-FFF2-40B4-BE49-F238E27FC236}">
                <a16:creationId xmlns:a16="http://schemas.microsoft.com/office/drawing/2014/main" id="{B9DC346E-B9A0-3F49-BFE2-47C7C1C4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9812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11026" name="Group 108">
            <a:extLst>
              <a:ext uri="{FF2B5EF4-FFF2-40B4-BE49-F238E27FC236}">
                <a16:creationId xmlns:a16="http://schemas.microsoft.com/office/drawing/2014/main" id="{036CF6D8-5290-FA4B-979D-2CC9CEA3BAC4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495800"/>
            <a:ext cx="941387" cy="333375"/>
            <a:chOff x="2547" y="2832"/>
            <a:chExt cx="593" cy="210"/>
          </a:xfrm>
        </p:grpSpPr>
        <p:sp>
          <p:nvSpPr>
            <p:cNvPr id="211168" name="Line 101">
              <a:extLst>
                <a:ext uri="{FF2B5EF4-FFF2-40B4-BE49-F238E27FC236}">
                  <a16:creationId xmlns:a16="http://schemas.microsoft.com/office/drawing/2014/main" id="{883633DB-F136-D848-A730-AB8BB42B7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853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69" name="Line 102">
              <a:extLst>
                <a:ext uri="{FF2B5EF4-FFF2-40B4-BE49-F238E27FC236}">
                  <a16:creationId xmlns:a16="http://schemas.microsoft.com/office/drawing/2014/main" id="{F01262B0-8AF6-A14B-81CB-39BACF91B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853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70" name="Line 103">
              <a:extLst>
                <a:ext uri="{FF2B5EF4-FFF2-40B4-BE49-F238E27FC236}">
                  <a16:creationId xmlns:a16="http://schemas.microsoft.com/office/drawing/2014/main" id="{3DA43D83-D1CF-3147-B15B-890E862A8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005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71" name="Line 104">
              <a:extLst>
                <a:ext uri="{FF2B5EF4-FFF2-40B4-BE49-F238E27FC236}">
                  <a16:creationId xmlns:a16="http://schemas.microsoft.com/office/drawing/2014/main" id="{AFA3FB9A-B03E-134B-9790-CBE693115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86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72" name="Rectangle 105">
              <a:extLst>
                <a:ext uri="{FF2B5EF4-FFF2-40B4-BE49-F238E27FC236}">
                  <a16:creationId xmlns:a16="http://schemas.microsoft.com/office/drawing/2014/main" id="{50B0A087-1340-7941-B92A-D7DE66EE3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83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1173" name="Rectangle 106">
              <a:extLst>
                <a:ext uri="{FF2B5EF4-FFF2-40B4-BE49-F238E27FC236}">
                  <a16:creationId xmlns:a16="http://schemas.microsoft.com/office/drawing/2014/main" id="{FE809C99-43B8-5B45-BBF5-0B6A161FC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85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1174" name="Rectangle 107">
              <a:extLst>
                <a:ext uri="{FF2B5EF4-FFF2-40B4-BE49-F238E27FC236}">
                  <a16:creationId xmlns:a16="http://schemas.microsoft.com/office/drawing/2014/main" id="{EBD9D63E-555F-584F-84FD-53172AC1B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85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1027" name="Line 109">
            <a:extLst>
              <a:ext uri="{FF2B5EF4-FFF2-40B4-BE49-F238E27FC236}">
                <a16:creationId xmlns:a16="http://schemas.microsoft.com/office/drawing/2014/main" id="{A26BA9FC-5107-0A42-A131-7AF28BD94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279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28" name="Line 110">
            <a:extLst>
              <a:ext uri="{FF2B5EF4-FFF2-40B4-BE49-F238E27FC236}">
                <a16:creationId xmlns:a16="http://schemas.microsoft.com/office/drawing/2014/main" id="{706A45C5-8755-3848-860D-23F7421CA4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267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29" name="Line 111">
            <a:extLst>
              <a:ext uri="{FF2B5EF4-FFF2-40B4-BE49-F238E27FC236}">
                <a16:creationId xmlns:a16="http://schemas.microsoft.com/office/drawing/2014/main" id="{EE32782C-3D20-4D4B-9A91-510D00B1B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42672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0" name="Line 112">
            <a:extLst>
              <a:ext uri="{FF2B5EF4-FFF2-40B4-BE49-F238E27FC236}">
                <a16:creationId xmlns:a16="http://schemas.microsoft.com/office/drawing/2014/main" id="{E490B0E8-9448-9641-BDB0-62281E337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292600"/>
            <a:ext cx="0" cy="2381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1" name="Line 113">
            <a:extLst>
              <a:ext uri="{FF2B5EF4-FFF2-40B4-BE49-F238E27FC236}">
                <a16:creationId xmlns:a16="http://schemas.microsoft.com/office/drawing/2014/main" id="{6FDFE3F0-5A30-E84C-8AEF-4CD9912BA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4762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2" name="Line 114">
            <a:extLst>
              <a:ext uri="{FF2B5EF4-FFF2-40B4-BE49-F238E27FC236}">
                <a16:creationId xmlns:a16="http://schemas.microsoft.com/office/drawing/2014/main" id="{1718F121-5CD2-9F4A-A130-24D5973F63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9530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3" name="Line 115">
            <a:extLst>
              <a:ext uri="{FF2B5EF4-FFF2-40B4-BE49-F238E27FC236}">
                <a16:creationId xmlns:a16="http://schemas.microsoft.com/office/drawing/2014/main" id="{00519451-6E8D-0148-8CEA-04EEA8B1AE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6482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4" name="Line 116">
            <a:extLst>
              <a:ext uri="{FF2B5EF4-FFF2-40B4-BE49-F238E27FC236}">
                <a16:creationId xmlns:a16="http://schemas.microsoft.com/office/drawing/2014/main" id="{72516E3E-4EA1-884D-B73E-A8BEA22719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2733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69" name="Rectangle 117">
            <a:extLst>
              <a:ext uri="{FF2B5EF4-FFF2-40B4-BE49-F238E27FC236}">
                <a16:creationId xmlns:a16="http://schemas.microsoft.com/office/drawing/2014/main" id="{83777F3B-8A9E-644D-9A2D-C0BCFFBCF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9986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211036" name="Line 118">
            <a:extLst>
              <a:ext uri="{FF2B5EF4-FFF2-40B4-BE49-F238E27FC236}">
                <a16:creationId xmlns:a16="http://schemas.microsoft.com/office/drawing/2014/main" id="{802C52FB-B033-784F-AF1B-79EA7BDF8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765675"/>
            <a:ext cx="0" cy="63341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7" name="Line 119">
            <a:extLst>
              <a:ext uri="{FF2B5EF4-FFF2-40B4-BE49-F238E27FC236}">
                <a16:creationId xmlns:a16="http://schemas.microsoft.com/office/drawing/2014/main" id="{8E40C100-9E69-DA42-83E7-8F61E9C718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5200" y="5410200"/>
            <a:ext cx="401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38" name="Line 120">
            <a:extLst>
              <a:ext uri="{FF2B5EF4-FFF2-40B4-BE49-F238E27FC236}">
                <a16:creationId xmlns:a16="http://schemas.microsoft.com/office/drawing/2014/main" id="{5F5AF533-48F5-C442-B937-3B615C782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6609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1039" name="Group 128">
            <a:extLst>
              <a:ext uri="{FF2B5EF4-FFF2-40B4-BE49-F238E27FC236}">
                <a16:creationId xmlns:a16="http://schemas.microsoft.com/office/drawing/2014/main" id="{448D611F-FB1A-F748-A394-0EBA173C2E57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984500"/>
            <a:ext cx="333375" cy="946150"/>
            <a:chOff x="634" y="1880"/>
            <a:chExt cx="210" cy="596"/>
          </a:xfrm>
        </p:grpSpPr>
        <p:sp>
          <p:nvSpPr>
            <p:cNvPr id="211161" name="Line 121">
              <a:extLst>
                <a:ext uri="{FF2B5EF4-FFF2-40B4-BE49-F238E27FC236}">
                  <a16:creationId xmlns:a16="http://schemas.microsoft.com/office/drawing/2014/main" id="{7A348C11-EA1D-EC44-9B85-C0E54511B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88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62" name="Line 122">
              <a:extLst>
                <a:ext uri="{FF2B5EF4-FFF2-40B4-BE49-F238E27FC236}">
                  <a16:creationId xmlns:a16="http://schemas.microsoft.com/office/drawing/2014/main" id="{FE0C3F9A-8171-FD42-A28F-B31CC97AE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88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63" name="Line 123">
              <a:extLst>
                <a:ext uri="{FF2B5EF4-FFF2-40B4-BE49-F238E27FC236}">
                  <a16:creationId xmlns:a16="http://schemas.microsoft.com/office/drawing/2014/main" id="{22987C31-1210-5D48-A9B0-8D4A57682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37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64" name="Line 124">
              <a:extLst>
                <a:ext uri="{FF2B5EF4-FFF2-40B4-BE49-F238E27FC236}">
                  <a16:creationId xmlns:a16="http://schemas.microsoft.com/office/drawing/2014/main" id="{0482EDF2-7463-784B-B25E-D02FEAACF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3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65" name="Rectangle 125">
              <a:extLst>
                <a:ext uri="{FF2B5EF4-FFF2-40B4-BE49-F238E27FC236}">
                  <a16:creationId xmlns:a16="http://schemas.microsoft.com/office/drawing/2014/main" id="{C5990DD3-A0C0-9340-BA29-872D66478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06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1166" name="Rectangle 126">
              <a:extLst>
                <a:ext uri="{FF2B5EF4-FFF2-40B4-BE49-F238E27FC236}">
                  <a16:creationId xmlns:a16="http://schemas.microsoft.com/office/drawing/2014/main" id="{B91D5E6A-393E-7A4F-B267-63229EDF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89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1167" name="Rectangle 127">
              <a:extLst>
                <a:ext uri="{FF2B5EF4-FFF2-40B4-BE49-F238E27FC236}">
                  <a16:creationId xmlns:a16="http://schemas.microsoft.com/office/drawing/2014/main" id="{C2C68884-B16B-ED43-870B-BA126BCAE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28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1040" name="Line 129">
            <a:extLst>
              <a:ext uri="{FF2B5EF4-FFF2-40B4-BE49-F238E27FC236}">
                <a16:creationId xmlns:a16="http://schemas.microsoft.com/office/drawing/2014/main" id="{C828A16B-7A67-0849-AAE8-0976EBA8F9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124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41" name="Line 130">
            <a:extLst>
              <a:ext uri="{FF2B5EF4-FFF2-40B4-BE49-F238E27FC236}">
                <a16:creationId xmlns:a16="http://schemas.microsoft.com/office/drawing/2014/main" id="{B0593068-D1FF-A34E-BD98-A2C7D4182B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42" name="Rectangle 131">
            <a:extLst>
              <a:ext uri="{FF2B5EF4-FFF2-40B4-BE49-F238E27FC236}">
                <a16:creationId xmlns:a16="http://schemas.microsoft.com/office/drawing/2014/main" id="{CB8965CD-ED8D-4549-86BC-6760C899C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1043" name="Line 132">
            <a:extLst>
              <a:ext uri="{FF2B5EF4-FFF2-40B4-BE49-F238E27FC236}">
                <a16:creationId xmlns:a16="http://schemas.microsoft.com/office/drawing/2014/main" id="{A13D5549-275A-C145-B0CC-50E2C401E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746500"/>
            <a:ext cx="0" cy="954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44" name="Line 133">
            <a:extLst>
              <a:ext uri="{FF2B5EF4-FFF2-40B4-BE49-F238E27FC236}">
                <a16:creationId xmlns:a16="http://schemas.microsoft.com/office/drawing/2014/main" id="{10B57BA2-B1A2-5D42-80DE-621289DDE7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7338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45" name="Rectangle 134">
            <a:extLst>
              <a:ext uri="{FF2B5EF4-FFF2-40B4-BE49-F238E27FC236}">
                <a16:creationId xmlns:a16="http://schemas.microsoft.com/office/drawing/2014/main" id="{E48DD603-79D2-1445-8A79-0F0001F40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4511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1046" name="Rectangle 135">
            <a:extLst>
              <a:ext uri="{FF2B5EF4-FFF2-40B4-BE49-F238E27FC236}">
                <a16:creationId xmlns:a16="http://schemas.microsoft.com/office/drawing/2014/main" id="{2D04AD83-2073-A14C-AFDA-ABF6CDEB0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420938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11047" name="Line 136">
            <a:extLst>
              <a:ext uri="{FF2B5EF4-FFF2-40B4-BE49-F238E27FC236}">
                <a16:creationId xmlns:a16="http://schemas.microsoft.com/office/drawing/2014/main" id="{87AE16C5-4D52-E544-AA7F-2F6E514B1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755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89" name="Rectangle 137">
            <a:extLst>
              <a:ext uri="{FF2B5EF4-FFF2-40B4-BE49-F238E27FC236}">
                <a16:creationId xmlns:a16="http://schemas.microsoft.com/office/drawing/2014/main" id="{4D22A05D-3D4B-6B4C-AABD-4AFCB3740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0198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MemtoReg=0</a:t>
            </a:r>
          </a:p>
        </p:txBody>
      </p:sp>
      <p:grpSp>
        <p:nvGrpSpPr>
          <p:cNvPr id="211049" name="Group 140">
            <a:extLst>
              <a:ext uri="{FF2B5EF4-FFF2-40B4-BE49-F238E27FC236}">
                <a16:creationId xmlns:a16="http://schemas.microsoft.com/office/drawing/2014/main" id="{83B896AA-C266-A84C-A993-20ACDE68044F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562600"/>
            <a:ext cx="857250" cy="333375"/>
            <a:chOff x="2776" y="3504"/>
            <a:chExt cx="540" cy="210"/>
          </a:xfrm>
        </p:grpSpPr>
        <p:sp>
          <p:nvSpPr>
            <p:cNvPr id="211159" name="Rectangle 138">
              <a:extLst>
                <a:ext uri="{FF2B5EF4-FFF2-40B4-BE49-F238E27FC236}">
                  <a16:creationId xmlns:a16="http://schemas.microsoft.com/office/drawing/2014/main" id="{E87E6C81-183F-B24B-868E-3595D974F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512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1160" name="Rectangle 139">
              <a:extLst>
                <a:ext uri="{FF2B5EF4-FFF2-40B4-BE49-F238E27FC236}">
                  <a16:creationId xmlns:a16="http://schemas.microsoft.com/office/drawing/2014/main" id="{105207F3-F786-5848-AE08-BA41F0C0D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504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11050" name="Line 141">
            <a:extLst>
              <a:ext uri="{FF2B5EF4-FFF2-40B4-BE49-F238E27FC236}">
                <a16:creationId xmlns:a16="http://schemas.microsoft.com/office/drawing/2014/main" id="{29A1A48B-44AE-5641-ABCE-2BE07F2DB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80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94" name="Rectangle 142">
            <a:extLst>
              <a:ext uri="{FF2B5EF4-FFF2-40B4-BE49-F238E27FC236}">
                <a16:creationId xmlns:a16="http://schemas.microsoft.com/office/drawing/2014/main" id="{2DAC44AD-20B5-F840-8461-68D2E4B78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0198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ExtOp=x</a:t>
            </a:r>
          </a:p>
        </p:txBody>
      </p:sp>
      <p:grpSp>
        <p:nvGrpSpPr>
          <p:cNvPr id="211052" name="Group 150">
            <a:extLst>
              <a:ext uri="{FF2B5EF4-FFF2-40B4-BE49-F238E27FC236}">
                <a16:creationId xmlns:a16="http://schemas.microsoft.com/office/drawing/2014/main" id="{3929029C-B5F5-CF46-BF17-4EB75CD9B5C8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679700"/>
            <a:ext cx="333375" cy="946150"/>
            <a:chOff x="4186" y="1688"/>
            <a:chExt cx="210" cy="596"/>
          </a:xfrm>
        </p:grpSpPr>
        <p:sp>
          <p:nvSpPr>
            <p:cNvPr id="211152" name="Line 143">
              <a:extLst>
                <a:ext uri="{FF2B5EF4-FFF2-40B4-BE49-F238E27FC236}">
                  <a16:creationId xmlns:a16="http://schemas.microsoft.com/office/drawing/2014/main" id="{7CCD693B-99C4-7B43-8ECC-5EFCBAFE0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6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3" name="Line 144">
              <a:extLst>
                <a:ext uri="{FF2B5EF4-FFF2-40B4-BE49-F238E27FC236}">
                  <a16:creationId xmlns:a16="http://schemas.microsoft.com/office/drawing/2014/main" id="{A0241D0D-DC11-1C46-8798-88CFF02B4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6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4" name="Line 145">
              <a:extLst>
                <a:ext uri="{FF2B5EF4-FFF2-40B4-BE49-F238E27FC236}">
                  <a16:creationId xmlns:a16="http://schemas.microsoft.com/office/drawing/2014/main" id="{E4909133-5669-C442-9CC5-8E3BFFA14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1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5" name="Line 146">
              <a:extLst>
                <a:ext uri="{FF2B5EF4-FFF2-40B4-BE49-F238E27FC236}">
                  <a16:creationId xmlns:a16="http://schemas.microsoft.com/office/drawing/2014/main" id="{98B58989-55B6-B44F-A0E5-117F835EC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7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6" name="Rectangle 147">
              <a:extLst>
                <a:ext uri="{FF2B5EF4-FFF2-40B4-BE49-F238E27FC236}">
                  <a16:creationId xmlns:a16="http://schemas.microsoft.com/office/drawing/2014/main" id="{80AD5C1A-AA8A-9044-9B11-83618F0313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8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1157" name="Rectangle 148">
              <a:extLst>
                <a:ext uri="{FF2B5EF4-FFF2-40B4-BE49-F238E27FC236}">
                  <a16:creationId xmlns:a16="http://schemas.microsoft.com/office/drawing/2014/main" id="{9A577D06-2C62-F147-A0FE-F807EBB2E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1158" name="Rectangle 149">
              <a:extLst>
                <a:ext uri="{FF2B5EF4-FFF2-40B4-BE49-F238E27FC236}">
                  <a16:creationId xmlns:a16="http://schemas.microsoft.com/office/drawing/2014/main" id="{6CEF3954-7871-7747-AED1-69EAABB06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0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1053" name="Line 151">
            <a:extLst>
              <a:ext uri="{FF2B5EF4-FFF2-40B4-BE49-F238E27FC236}">
                <a16:creationId xmlns:a16="http://schemas.microsoft.com/office/drawing/2014/main" id="{391BD3F9-4C12-C544-9236-B423EBE9C7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31242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54" name="Line 152">
            <a:extLst>
              <a:ext uri="{FF2B5EF4-FFF2-40B4-BE49-F238E27FC236}">
                <a16:creationId xmlns:a16="http://schemas.microsoft.com/office/drawing/2014/main" id="{9089F78E-EA33-4240-A0B1-DC166D07B9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55" name="Rectangle 153">
            <a:extLst>
              <a:ext uri="{FF2B5EF4-FFF2-40B4-BE49-F238E27FC236}">
                <a16:creationId xmlns:a16="http://schemas.microsoft.com/office/drawing/2014/main" id="{9806F134-F276-F740-9BFB-43F0B9763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1056" name="Line 154">
            <a:extLst>
              <a:ext uri="{FF2B5EF4-FFF2-40B4-BE49-F238E27FC236}">
                <a16:creationId xmlns:a16="http://schemas.microsoft.com/office/drawing/2014/main" id="{89E49F34-43F9-9842-92CF-CCAA1FDCDE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2298700"/>
            <a:ext cx="0" cy="381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57" name="Line 155">
            <a:extLst>
              <a:ext uri="{FF2B5EF4-FFF2-40B4-BE49-F238E27FC236}">
                <a16:creationId xmlns:a16="http://schemas.microsoft.com/office/drawing/2014/main" id="{4A78B22D-71D0-F34A-A332-3180DCFB8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6337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58" name="Line 156">
            <a:extLst>
              <a:ext uri="{FF2B5EF4-FFF2-40B4-BE49-F238E27FC236}">
                <a16:creationId xmlns:a16="http://schemas.microsoft.com/office/drawing/2014/main" id="{C8131616-E5FA-8040-9FB8-BA680C6E6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6337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59" name="Line 157">
            <a:extLst>
              <a:ext uri="{FF2B5EF4-FFF2-40B4-BE49-F238E27FC236}">
                <a16:creationId xmlns:a16="http://schemas.microsoft.com/office/drawing/2014/main" id="{F9ED5B18-B99B-A349-BDD5-4078F8B3DA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7117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60" name="Line 158">
            <a:extLst>
              <a:ext uri="{FF2B5EF4-FFF2-40B4-BE49-F238E27FC236}">
                <a16:creationId xmlns:a16="http://schemas.microsoft.com/office/drawing/2014/main" id="{CD06E7C3-CDAD-F542-B90F-830E16559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7465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61" name="Line 159">
            <a:extLst>
              <a:ext uri="{FF2B5EF4-FFF2-40B4-BE49-F238E27FC236}">
                <a16:creationId xmlns:a16="http://schemas.microsoft.com/office/drawing/2014/main" id="{1F9E7044-5C7F-EA4B-B309-22ABD4F777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8545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62" name="Rectangle 160">
            <a:extLst>
              <a:ext uri="{FF2B5EF4-FFF2-40B4-BE49-F238E27FC236}">
                <a16:creationId xmlns:a16="http://schemas.microsoft.com/office/drawing/2014/main" id="{47440042-0C9D-904C-9F6A-5DE686094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1063" name="Rectangle 161">
            <a:extLst>
              <a:ext uri="{FF2B5EF4-FFF2-40B4-BE49-F238E27FC236}">
                <a16:creationId xmlns:a16="http://schemas.microsoft.com/office/drawing/2014/main" id="{4F0CB9C6-5681-3E4F-93BB-D658644E0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003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1064" name="Rectangle 162">
            <a:extLst>
              <a:ext uri="{FF2B5EF4-FFF2-40B4-BE49-F238E27FC236}">
                <a16:creationId xmlns:a16="http://schemas.microsoft.com/office/drawing/2014/main" id="{EA443CF9-E3BB-FA44-B640-DFB277398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08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1065" name="Rectangle 163">
            <a:extLst>
              <a:ext uri="{FF2B5EF4-FFF2-40B4-BE49-F238E27FC236}">
                <a16:creationId xmlns:a16="http://schemas.microsoft.com/office/drawing/2014/main" id="{3E0FBB99-3EF5-2B45-A728-16F2B256D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537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1066" name="Line 164">
            <a:extLst>
              <a:ext uri="{FF2B5EF4-FFF2-40B4-BE49-F238E27FC236}">
                <a16:creationId xmlns:a16="http://schemas.microsoft.com/office/drawing/2014/main" id="{023602FB-72D8-5E4F-8618-57E36A5DC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810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67" name="Rectangle 165">
            <a:extLst>
              <a:ext uri="{FF2B5EF4-FFF2-40B4-BE49-F238E27FC236}">
                <a16:creationId xmlns:a16="http://schemas.microsoft.com/office/drawing/2014/main" id="{0E49A0FA-5B04-314E-B4C5-457D88ECA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657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11068" name="Group 169">
            <a:extLst>
              <a:ext uri="{FF2B5EF4-FFF2-40B4-BE49-F238E27FC236}">
                <a16:creationId xmlns:a16="http://schemas.microsoft.com/office/drawing/2014/main" id="{A76334E8-64AE-8045-9A07-2E1D02C0E9DD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645150"/>
            <a:ext cx="560387" cy="395288"/>
            <a:chOff x="2439" y="3556"/>
            <a:chExt cx="353" cy="249"/>
          </a:xfrm>
        </p:grpSpPr>
        <p:sp>
          <p:nvSpPr>
            <p:cNvPr id="211149" name="Line 166">
              <a:extLst>
                <a:ext uri="{FF2B5EF4-FFF2-40B4-BE49-F238E27FC236}">
                  <a16:creationId xmlns:a16="http://schemas.microsoft.com/office/drawing/2014/main" id="{8300413D-A392-654E-872B-270B9E7F5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600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0" name="Line 167">
              <a:extLst>
                <a:ext uri="{FF2B5EF4-FFF2-40B4-BE49-F238E27FC236}">
                  <a16:creationId xmlns:a16="http://schemas.microsoft.com/office/drawing/2014/main" id="{AE3C1CA8-FA2B-BB45-AEE5-4B389EF112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55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51" name="Rectangle 168">
              <a:extLst>
                <a:ext uri="{FF2B5EF4-FFF2-40B4-BE49-F238E27FC236}">
                  <a16:creationId xmlns:a16="http://schemas.microsoft.com/office/drawing/2014/main" id="{E2F07170-759E-414E-BA2B-3098D8BA9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61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11069" name="Rectangle 170">
            <a:extLst>
              <a:ext uri="{FF2B5EF4-FFF2-40B4-BE49-F238E27FC236}">
                <a16:creationId xmlns:a16="http://schemas.microsoft.com/office/drawing/2014/main" id="{E4472ECD-FE10-A844-8841-D0B01D718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626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11070" name="Line 171">
            <a:extLst>
              <a:ext uri="{FF2B5EF4-FFF2-40B4-BE49-F238E27FC236}">
                <a16:creationId xmlns:a16="http://schemas.microsoft.com/office/drawing/2014/main" id="{FEF5A296-6F5E-874C-86E5-8C8B21074C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715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71" name="Line 172">
            <a:extLst>
              <a:ext uri="{FF2B5EF4-FFF2-40B4-BE49-F238E27FC236}">
                <a16:creationId xmlns:a16="http://schemas.microsoft.com/office/drawing/2014/main" id="{A6356784-7170-6742-ADFF-3DB66BA168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6451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72" name="Rectangle 173">
            <a:extLst>
              <a:ext uri="{FF2B5EF4-FFF2-40B4-BE49-F238E27FC236}">
                <a16:creationId xmlns:a16="http://schemas.microsoft.com/office/drawing/2014/main" id="{508EC927-1AC9-684C-AAB2-D265BD5D1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7388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1073" name="Group 176">
            <a:extLst>
              <a:ext uri="{FF2B5EF4-FFF2-40B4-BE49-F238E27FC236}">
                <a16:creationId xmlns:a16="http://schemas.microsoft.com/office/drawing/2014/main" id="{67DD1631-F541-F440-95C8-94272F00B716}"/>
              </a:ext>
            </a:extLst>
          </p:cNvPr>
          <p:cNvGrpSpPr>
            <a:grpSpLocks/>
          </p:cNvGrpSpPr>
          <p:nvPr/>
        </p:nvGrpSpPr>
        <p:grpSpPr bwMode="auto">
          <a:xfrm>
            <a:off x="5691188" y="4648200"/>
            <a:ext cx="571500" cy="333375"/>
            <a:chOff x="3585" y="2928"/>
            <a:chExt cx="360" cy="210"/>
          </a:xfrm>
        </p:grpSpPr>
        <p:sp>
          <p:nvSpPr>
            <p:cNvPr id="211147" name="Rectangle 174">
              <a:extLst>
                <a:ext uri="{FF2B5EF4-FFF2-40B4-BE49-F238E27FC236}">
                  <a16:creationId xmlns:a16="http://schemas.microsoft.com/office/drawing/2014/main" id="{9E545E63-0CD2-6641-90DD-B4BAC3FDB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936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1148" name="Rectangle 175">
              <a:extLst>
                <a:ext uri="{FF2B5EF4-FFF2-40B4-BE49-F238E27FC236}">
                  <a16:creationId xmlns:a16="http://schemas.microsoft.com/office/drawing/2014/main" id="{BF7D09DC-F1DC-574E-8EC4-9732A0E2B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2928"/>
              <a:ext cx="36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</a:p>
          </p:txBody>
        </p:sp>
      </p:grpSp>
      <p:sp>
        <p:nvSpPr>
          <p:cNvPr id="211074" name="Line 177">
            <a:extLst>
              <a:ext uri="{FF2B5EF4-FFF2-40B4-BE49-F238E27FC236}">
                <a16:creationId xmlns:a16="http://schemas.microsoft.com/office/drawing/2014/main" id="{6D27A3F1-290E-D44D-8DBA-B67550B35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4196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75" name="Line 178">
            <a:extLst>
              <a:ext uri="{FF2B5EF4-FFF2-40B4-BE49-F238E27FC236}">
                <a16:creationId xmlns:a16="http://schemas.microsoft.com/office/drawing/2014/main" id="{F38579A6-7F06-CF49-A5AD-6E2795C24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323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76" name="Line 179">
            <a:extLst>
              <a:ext uri="{FF2B5EF4-FFF2-40B4-BE49-F238E27FC236}">
                <a16:creationId xmlns:a16="http://schemas.microsoft.com/office/drawing/2014/main" id="{202908D8-C705-8D47-82EC-9472AD108E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940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77" name="Line 180">
            <a:extLst>
              <a:ext uri="{FF2B5EF4-FFF2-40B4-BE49-F238E27FC236}">
                <a16:creationId xmlns:a16="http://schemas.microsoft.com/office/drawing/2014/main" id="{6490935A-E47F-BF4E-A8C1-34384D09A6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1148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33" name="Rectangle 181">
            <a:extLst>
              <a:ext uri="{FF2B5EF4-FFF2-40B4-BE49-F238E27FC236}">
                <a16:creationId xmlns:a16="http://schemas.microsoft.com/office/drawing/2014/main" id="{E209094D-0E11-B647-A0F4-709712073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0198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211079" name="Line 182">
            <a:extLst>
              <a:ext uri="{FF2B5EF4-FFF2-40B4-BE49-F238E27FC236}">
                <a16:creationId xmlns:a16="http://schemas.microsoft.com/office/drawing/2014/main" id="{AAA30E21-1552-524C-86F1-D6B9532D5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835400"/>
            <a:ext cx="0" cy="154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80" name="Line 183">
            <a:extLst>
              <a:ext uri="{FF2B5EF4-FFF2-40B4-BE49-F238E27FC236}">
                <a16:creationId xmlns:a16="http://schemas.microsoft.com/office/drawing/2014/main" id="{E29FE655-C3E3-F242-9250-83DA71F3A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9939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81" name="Line 184">
            <a:extLst>
              <a:ext uri="{FF2B5EF4-FFF2-40B4-BE49-F238E27FC236}">
                <a16:creationId xmlns:a16="http://schemas.microsoft.com/office/drawing/2014/main" id="{0D5D4648-2952-2748-BDA7-6A73A42A34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9939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82" name="Line 185">
            <a:extLst>
              <a:ext uri="{FF2B5EF4-FFF2-40B4-BE49-F238E27FC236}">
                <a16:creationId xmlns:a16="http://schemas.microsoft.com/office/drawing/2014/main" id="{BCA4F591-77F0-6C45-9B26-839D57A344F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7733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83" name="Line 186">
            <a:extLst>
              <a:ext uri="{FF2B5EF4-FFF2-40B4-BE49-F238E27FC236}">
                <a16:creationId xmlns:a16="http://schemas.microsoft.com/office/drawing/2014/main" id="{E1F14172-E04F-5848-90A7-33F9C5DF9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0764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84" name="Rectangle 187">
            <a:extLst>
              <a:ext uri="{FF2B5EF4-FFF2-40B4-BE49-F238E27FC236}">
                <a16:creationId xmlns:a16="http://schemas.microsoft.com/office/drawing/2014/main" id="{338CF12D-F9CD-684D-9954-CD419BD887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2860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1085" name="Rectangle 188">
            <a:extLst>
              <a:ext uri="{FF2B5EF4-FFF2-40B4-BE49-F238E27FC236}">
                <a16:creationId xmlns:a16="http://schemas.microsoft.com/office/drawing/2014/main" id="{8580D060-DDA7-8E4F-817F-B8DF13D566D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012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1086" name="Rectangle 189">
            <a:extLst>
              <a:ext uri="{FF2B5EF4-FFF2-40B4-BE49-F238E27FC236}">
                <a16:creationId xmlns:a16="http://schemas.microsoft.com/office/drawing/2014/main" id="{6A031CE6-1D54-AC45-8325-14055C1C880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638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11087" name="Group 192">
            <a:extLst>
              <a:ext uri="{FF2B5EF4-FFF2-40B4-BE49-F238E27FC236}">
                <a16:creationId xmlns:a16="http://schemas.microsoft.com/office/drawing/2014/main" id="{6F04B810-3A62-1F41-9AC0-75B56C82ED9E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981200"/>
            <a:ext cx="801687" cy="333375"/>
            <a:chOff x="5175" y="1248"/>
            <a:chExt cx="505" cy="210"/>
          </a:xfrm>
        </p:grpSpPr>
        <p:sp>
          <p:nvSpPr>
            <p:cNvPr id="211145" name="Rectangle 190">
              <a:extLst>
                <a:ext uri="{FF2B5EF4-FFF2-40B4-BE49-F238E27FC236}">
                  <a16:creationId xmlns:a16="http://schemas.microsoft.com/office/drawing/2014/main" id="{87A097BA-89AF-9940-8530-2D2E83515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256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1146" name="Rectangle 191">
              <a:extLst>
                <a:ext uri="{FF2B5EF4-FFF2-40B4-BE49-F238E27FC236}">
                  <a16:creationId xmlns:a16="http://schemas.microsoft.com/office/drawing/2014/main" id="{9E73DC49-AED9-DC42-BC1D-1B14BE9B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248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11088" name="Oval 193">
            <a:extLst>
              <a:ext uri="{FF2B5EF4-FFF2-40B4-BE49-F238E27FC236}">
                <a16:creationId xmlns:a16="http://schemas.microsoft.com/office/drawing/2014/main" id="{0B22299C-D753-E44D-A554-C928113D2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298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1089" name="Line 194">
            <a:extLst>
              <a:ext uri="{FF2B5EF4-FFF2-40B4-BE49-F238E27FC236}">
                <a16:creationId xmlns:a16="http://schemas.microsoft.com/office/drawing/2014/main" id="{15277F0E-E939-FE4B-87E3-DC36BAD44B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0" name="Line 195">
            <a:extLst>
              <a:ext uri="{FF2B5EF4-FFF2-40B4-BE49-F238E27FC236}">
                <a16:creationId xmlns:a16="http://schemas.microsoft.com/office/drawing/2014/main" id="{6B4E18BB-0F7D-6243-BA46-B07A1C3A87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663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1" name="Oval 196">
            <a:extLst>
              <a:ext uri="{FF2B5EF4-FFF2-40B4-BE49-F238E27FC236}">
                <a16:creationId xmlns:a16="http://schemas.microsoft.com/office/drawing/2014/main" id="{7CFB0918-82EB-314E-9E78-C5F49E9B7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841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1092" name="Line 197">
            <a:extLst>
              <a:ext uri="{FF2B5EF4-FFF2-40B4-BE49-F238E27FC236}">
                <a16:creationId xmlns:a16="http://schemas.microsoft.com/office/drawing/2014/main" id="{CBF339C2-6940-9A41-8016-B1D6503EBC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1093" name="Group 201">
            <a:extLst>
              <a:ext uri="{FF2B5EF4-FFF2-40B4-BE49-F238E27FC236}">
                <a16:creationId xmlns:a16="http://schemas.microsoft.com/office/drawing/2014/main" id="{7788548E-44E6-7446-AA24-D007F91D07F7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063750"/>
            <a:ext cx="641350" cy="395288"/>
            <a:chOff x="4760" y="1300"/>
            <a:chExt cx="404" cy="249"/>
          </a:xfrm>
        </p:grpSpPr>
        <p:sp>
          <p:nvSpPr>
            <p:cNvPr id="211142" name="Line 198">
              <a:extLst>
                <a:ext uri="{FF2B5EF4-FFF2-40B4-BE49-F238E27FC236}">
                  <a16:creationId xmlns:a16="http://schemas.microsoft.com/office/drawing/2014/main" id="{6B227B68-066D-7740-9DE1-4F47D476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344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43" name="Line 199">
              <a:extLst>
                <a:ext uri="{FF2B5EF4-FFF2-40B4-BE49-F238E27FC236}">
                  <a16:creationId xmlns:a16="http://schemas.microsoft.com/office/drawing/2014/main" id="{2499BFCF-70B3-FE4A-9EB2-CB9A97E1C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00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44" name="Rectangle 200">
              <a:extLst>
                <a:ext uri="{FF2B5EF4-FFF2-40B4-BE49-F238E27FC236}">
                  <a16:creationId xmlns:a16="http://schemas.microsoft.com/office/drawing/2014/main" id="{E5EC4DAB-0067-344B-B073-CB092F1A98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359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1094" name="Line 202">
            <a:extLst>
              <a:ext uri="{FF2B5EF4-FFF2-40B4-BE49-F238E27FC236}">
                <a16:creationId xmlns:a16="http://schemas.microsoft.com/office/drawing/2014/main" id="{813CE916-B52D-7546-B0C8-E7C23A1695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035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5" name="Line 203">
            <a:extLst>
              <a:ext uri="{FF2B5EF4-FFF2-40B4-BE49-F238E27FC236}">
                <a16:creationId xmlns:a16="http://schemas.microsoft.com/office/drawing/2014/main" id="{99867DDC-773B-2A4A-9EE8-7A11B8EDF3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581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6" name="Rectangle 204">
            <a:extLst>
              <a:ext uri="{FF2B5EF4-FFF2-40B4-BE49-F238E27FC236}">
                <a16:creationId xmlns:a16="http://schemas.microsoft.com/office/drawing/2014/main" id="{A643210A-8880-CD49-B423-C7DA1DBE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7606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1097" name="Line 205">
            <a:extLst>
              <a:ext uri="{FF2B5EF4-FFF2-40B4-BE49-F238E27FC236}">
                <a16:creationId xmlns:a16="http://schemas.microsoft.com/office/drawing/2014/main" id="{E83657CC-8241-264B-B570-5F22D699B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7432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8" name="Line 206">
            <a:extLst>
              <a:ext uri="{FF2B5EF4-FFF2-40B4-BE49-F238E27FC236}">
                <a16:creationId xmlns:a16="http://schemas.microsoft.com/office/drawing/2014/main" id="{3CFCD04C-C091-1A41-A97D-6636F2ECA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526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9" name="Line 207">
            <a:extLst>
              <a:ext uri="{FF2B5EF4-FFF2-40B4-BE49-F238E27FC236}">
                <a16:creationId xmlns:a16="http://schemas.microsoft.com/office/drawing/2014/main" id="{8AE1A03F-D9B3-4047-B32D-DA1571603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0" name="Line 208">
            <a:extLst>
              <a:ext uri="{FF2B5EF4-FFF2-40B4-BE49-F238E27FC236}">
                <a16:creationId xmlns:a16="http://schemas.microsoft.com/office/drawing/2014/main" id="{D3171403-44FB-824D-9CD1-8BC0A34E11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828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1101" name="Group 214">
            <a:extLst>
              <a:ext uri="{FF2B5EF4-FFF2-40B4-BE49-F238E27FC236}">
                <a16:creationId xmlns:a16="http://schemas.microsoft.com/office/drawing/2014/main" id="{0D272DC7-4AED-9541-89DA-9C6519F15FD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76400"/>
            <a:ext cx="381000" cy="306388"/>
            <a:chOff x="672" y="1056"/>
            <a:chExt cx="240" cy="193"/>
          </a:xfrm>
        </p:grpSpPr>
        <p:sp>
          <p:nvSpPr>
            <p:cNvPr id="211137" name="Arc 209">
              <a:extLst>
                <a:ext uri="{FF2B5EF4-FFF2-40B4-BE49-F238E27FC236}">
                  <a16:creationId xmlns:a16="http://schemas.microsoft.com/office/drawing/2014/main" id="{7448AEED-2A0A-D54E-813F-93884961B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06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38" name="Arc 210">
              <a:extLst>
                <a:ext uri="{FF2B5EF4-FFF2-40B4-BE49-F238E27FC236}">
                  <a16:creationId xmlns:a16="http://schemas.microsoft.com/office/drawing/2014/main" id="{3A61D0A3-8AE1-EE4E-9105-47EA98A65B8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16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39" name="Line 211">
              <a:extLst>
                <a:ext uri="{FF2B5EF4-FFF2-40B4-BE49-F238E27FC236}">
                  <a16:creationId xmlns:a16="http://schemas.microsoft.com/office/drawing/2014/main" id="{ADB506AF-8585-9248-9E47-F6D5585CF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056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40" name="Line 212">
              <a:extLst>
                <a:ext uri="{FF2B5EF4-FFF2-40B4-BE49-F238E27FC236}">
                  <a16:creationId xmlns:a16="http://schemas.microsoft.com/office/drawing/2014/main" id="{730A1C24-C3F6-BE4B-A440-05EEB4361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24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41" name="Line 213">
              <a:extLst>
                <a:ext uri="{FF2B5EF4-FFF2-40B4-BE49-F238E27FC236}">
                  <a16:creationId xmlns:a16="http://schemas.microsoft.com/office/drawing/2014/main" id="{47F682FA-4AB3-334C-B2E2-1E1F553C0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0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1102" name="Line 215">
            <a:extLst>
              <a:ext uri="{FF2B5EF4-FFF2-40B4-BE49-F238E27FC236}">
                <a16:creationId xmlns:a16="http://schemas.microsoft.com/office/drawing/2014/main" id="{BB1AEA3C-E6EA-9248-8475-31ADBF1753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044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3" name="Arc 216">
            <a:extLst>
              <a:ext uri="{FF2B5EF4-FFF2-40B4-BE49-F238E27FC236}">
                <a16:creationId xmlns:a16="http://schemas.microsoft.com/office/drawing/2014/main" id="{5F40B295-1DA4-1A4F-8E2F-973C062316F1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9812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4" name="Arc 217">
            <a:extLst>
              <a:ext uri="{FF2B5EF4-FFF2-40B4-BE49-F238E27FC236}">
                <a16:creationId xmlns:a16="http://schemas.microsoft.com/office/drawing/2014/main" id="{03BD909A-14E7-3B46-A816-2B2E7C287550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9812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1105" name="Group 220">
            <a:extLst>
              <a:ext uri="{FF2B5EF4-FFF2-40B4-BE49-F238E27FC236}">
                <a16:creationId xmlns:a16="http://schemas.microsoft.com/office/drawing/2014/main" id="{BDF37607-C512-0B4B-8893-1440A4FF7C47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900238"/>
            <a:ext cx="373062" cy="101600"/>
            <a:chOff x="345" y="1197"/>
            <a:chExt cx="235" cy="64"/>
          </a:xfrm>
        </p:grpSpPr>
        <p:sp>
          <p:nvSpPr>
            <p:cNvPr id="211135" name="Arc 218">
              <a:extLst>
                <a:ext uri="{FF2B5EF4-FFF2-40B4-BE49-F238E27FC236}">
                  <a16:creationId xmlns:a16="http://schemas.microsoft.com/office/drawing/2014/main" id="{D0C8D905-07F0-464E-976F-A3E8EA3404F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161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136" name="Arc 219">
              <a:extLst>
                <a:ext uri="{FF2B5EF4-FFF2-40B4-BE49-F238E27FC236}">
                  <a16:creationId xmlns:a16="http://schemas.microsoft.com/office/drawing/2014/main" id="{13370B4C-D2EC-9446-8671-67CFF2F0AA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161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1106" name="Line 221">
            <a:extLst>
              <a:ext uri="{FF2B5EF4-FFF2-40B4-BE49-F238E27FC236}">
                <a16:creationId xmlns:a16="http://schemas.microsoft.com/office/drawing/2014/main" id="{0DF4ED34-BE43-4E4C-91C5-32E492365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298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7" name="Line 222">
            <a:extLst>
              <a:ext uri="{FF2B5EF4-FFF2-40B4-BE49-F238E27FC236}">
                <a16:creationId xmlns:a16="http://schemas.microsoft.com/office/drawing/2014/main" id="{A280C60B-0F09-AD4E-BE62-375DA78B7D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7399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8" name="Line 223">
            <a:extLst>
              <a:ext uri="{FF2B5EF4-FFF2-40B4-BE49-F238E27FC236}">
                <a16:creationId xmlns:a16="http://schemas.microsoft.com/office/drawing/2014/main" id="{68F10F91-A855-2945-955F-DD46B29A78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9" name="Rectangle 224">
            <a:extLst>
              <a:ext uri="{FF2B5EF4-FFF2-40B4-BE49-F238E27FC236}">
                <a16:creationId xmlns:a16="http://schemas.microsoft.com/office/drawing/2014/main" id="{F5EEFAE0-DF14-134A-B920-C347A717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693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49377" name="Rectangle 225">
            <a:extLst>
              <a:ext uri="{FF2B5EF4-FFF2-40B4-BE49-F238E27FC236}">
                <a16:creationId xmlns:a16="http://schemas.microsoft.com/office/drawing/2014/main" id="{E40B7A16-BA27-F24D-91ED-9AE7A7C36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4478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49378" name="Rectangle 226">
            <a:extLst>
              <a:ext uri="{FF2B5EF4-FFF2-40B4-BE49-F238E27FC236}">
                <a16:creationId xmlns:a16="http://schemas.microsoft.com/office/drawing/2014/main" id="{66858676-070B-9744-835E-DF1FC02C9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550" y="1258888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49379" name="Rectangle 227">
            <a:extLst>
              <a:ext uri="{FF2B5EF4-FFF2-40B4-BE49-F238E27FC236}">
                <a16:creationId xmlns:a16="http://schemas.microsoft.com/office/drawing/2014/main" id="{F59F8F19-BE20-DA4F-B7E9-61E34AD3D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338" y="1431925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11113" name="Line 228">
            <a:extLst>
              <a:ext uri="{FF2B5EF4-FFF2-40B4-BE49-F238E27FC236}">
                <a16:creationId xmlns:a16="http://schemas.microsoft.com/office/drawing/2014/main" id="{A04E2549-CD12-314E-8910-53189D90F0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663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14" name="Rectangle 229">
            <a:extLst>
              <a:ext uri="{FF2B5EF4-FFF2-40B4-BE49-F238E27FC236}">
                <a16:creationId xmlns:a16="http://schemas.microsoft.com/office/drawing/2014/main" id="{EDFFADDF-C798-204F-99D2-3C467945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452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1115" name="Line 230">
            <a:extLst>
              <a:ext uri="{FF2B5EF4-FFF2-40B4-BE49-F238E27FC236}">
                <a16:creationId xmlns:a16="http://schemas.microsoft.com/office/drawing/2014/main" id="{F6D34333-4A7E-E848-9DBF-89A174A3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2987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83" name="Rectangle 231">
            <a:extLst>
              <a:ext uri="{FF2B5EF4-FFF2-40B4-BE49-F238E27FC236}">
                <a16:creationId xmlns:a16="http://schemas.microsoft.com/office/drawing/2014/main" id="{FA7DDC9E-54C8-B945-8E3F-ACECE789D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9986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11117" name="Line 232">
            <a:extLst>
              <a:ext uri="{FF2B5EF4-FFF2-40B4-BE49-F238E27FC236}">
                <a16:creationId xmlns:a16="http://schemas.microsoft.com/office/drawing/2014/main" id="{E0F409E9-13F4-4146-9A7B-BDAD989F0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521200"/>
            <a:ext cx="20320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18" name="Line 233">
            <a:extLst>
              <a:ext uri="{FF2B5EF4-FFF2-40B4-BE49-F238E27FC236}">
                <a16:creationId xmlns:a16="http://schemas.microsoft.com/office/drawing/2014/main" id="{9FCD3172-D3E5-4F4D-879C-B235D931D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8300" y="3937000"/>
            <a:ext cx="215900" cy="406400"/>
          </a:xfrm>
          <a:prstGeom prst="line">
            <a:avLst/>
          </a:prstGeom>
          <a:noFill/>
          <a:ln w="50800">
            <a:solidFill>
              <a:srgbClr val="FE6E8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97" name="Text Box 245">
            <a:extLst>
              <a:ext uri="{FF2B5EF4-FFF2-40B4-BE49-F238E27FC236}">
                <a16:creationId xmlns:a16="http://schemas.microsoft.com/office/drawing/2014/main" id="{343C1FFF-1F50-D949-BEEC-58C037653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074738"/>
            <a:ext cx="417988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700">
                <a:solidFill>
                  <a:srgbClr val="A50021"/>
                </a:solidFill>
                <a:ea typeface="黑体" panose="02010609060101010101" pitchFamily="49" charset="-122"/>
              </a:rPr>
              <a:t>R-type</a:t>
            </a:r>
            <a:r>
              <a:rPr lang="zh-CN" altLang="en-US" sz="1700">
                <a:solidFill>
                  <a:srgbClr val="A50021"/>
                </a:solidFill>
                <a:ea typeface="黑体" panose="02010609060101010101" pitchFamily="49" charset="-122"/>
              </a:rPr>
              <a:t>指令第二个周期控制信号取值？</a:t>
            </a:r>
          </a:p>
        </p:txBody>
      </p:sp>
      <p:sp>
        <p:nvSpPr>
          <p:cNvPr id="49398" name="Text Box 246">
            <a:extLst>
              <a:ext uri="{FF2B5EF4-FFF2-40B4-BE49-F238E27FC236}">
                <a16:creationId xmlns:a16="http://schemas.microsoft.com/office/drawing/2014/main" id="{07CE4FC8-7B3F-484E-A37A-C19CAD7B9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8" y="4656138"/>
            <a:ext cx="313690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RegDst=1 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Rw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继续稳定</a:t>
            </a:r>
          </a:p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RegWr=1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的值写入</a:t>
            </a:r>
          </a:p>
          <a:p>
            <a:pPr>
              <a:lnSpc>
                <a:spcPct val="120000"/>
              </a:lnSpc>
            </a:pP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ALUSelA=1, ALUSelB=01, ALUop=Rtype,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8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输出保持稳定，直到本周期结束</a:t>
            </a:r>
          </a:p>
        </p:txBody>
      </p:sp>
      <p:grpSp>
        <p:nvGrpSpPr>
          <p:cNvPr id="49400" name="Group 248">
            <a:extLst>
              <a:ext uri="{FF2B5EF4-FFF2-40B4-BE49-F238E27FC236}">
                <a16:creationId xmlns:a16="http://schemas.microsoft.com/office/drawing/2014/main" id="{0D9B8D45-3C86-C344-9928-3606F7A38B5E}"/>
              </a:ext>
            </a:extLst>
          </p:cNvPr>
          <p:cNvGrpSpPr>
            <a:grpSpLocks/>
          </p:cNvGrpSpPr>
          <p:nvPr/>
        </p:nvGrpSpPr>
        <p:grpSpPr bwMode="auto">
          <a:xfrm>
            <a:off x="4156075" y="450850"/>
            <a:ext cx="2444750" cy="1470025"/>
            <a:chOff x="2618" y="284"/>
            <a:chExt cx="1540" cy="926"/>
          </a:xfrm>
        </p:grpSpPr>
        <p:grpSp>
          <p:nvGrpSpPr>
            <p:cNvPr id="211125" name="Group 244">
              <a:extLst>
                <a:ext uri="{FF2B5EF4-FFF2-40B4-BE49-F238E27FC236}">
                  <a16:creationId xmlns:a16="http://schemas.microsoft.com/office/drawing/2014/main" id="{0B65A111-988C-434D-BA17-0D0E00C8E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8" y="293"/>
              <a:ext cx="1540" cy="917"/>
              <a:chOff x="2618" y="293"/>
              <a:chExt cx="1540" cy="917"/>
            </a:xfrm>
          </p:grpSpPr>
          <p:sp>
            <p:nvSpPr>
              <p:cNvPr id="211127" name="Rectangle 234">
                <a:extLst>
                  <a:ext uri="{FF2B5EF4-FFF2-40B4-BE49-F238E27FC236}">
                    <a16:creationId xmlns:a16="http://schemas.microsoft.com/office/drawing/2014/main" id="{4E75B4C2-9174-D748-A5D7-20F352694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" y="540"/>
                <a:ext cx="94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RegDst, RegWr</a:t>
                </a:r>
              </a:p>
            </p:txBody>
          </p:sp>
          <p:sp>
            <p:nvSpPr>
              <p:cNvPr id="211128" name="Rectangle 235">
                <a:extLst>
                  <a:ext uri="{FF2B5EF4-FFF2-40B4-BE49-F238E27FC236}">
                    <a16:creationId xmlns:a16="http://schemas.microsoft.com/office/drawing/2014/main" id="{31DA89DA-3739-0C44-8D22-DBD2CF939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0" y="396"/>
                <a:ext cx="81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ALUOp=Rtype</a:t>
                </a:r>
              </a:p>
            </p:txBody>
          </p:sp>
          <p:sp>
            <p:nvSpPr>
              <p:cNvPr id="211129" name="Rectangle 236">
                <a:extLst>
                  <a:ext uri="{FF2B5EF4-FFF2-40B4-BE49-F238E27FC236}">
                    <a16:creationId xmlns:a16="http://schemas.microsoft.com/office/drawing/2014/main" id="{1C9744D6-D86E-5A45-A08F-901114107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4" y="636"/>
                <a:ext cx="550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</a:t>
                </a:r>
              </a:p>
            </p:txBody>
          </p:sp>
          <p:sp>
            <p:nvSpPr>
              <p:cNvPr id="211130" name="Rectangle 237">
                <a:extLst>
                  <a:ext uri="{FF2B5EF4-FFF2-40B4-BE49-F238E27FC236}">
                    <a16:creationId xmlns:a16="http://schemas.microsoft.com/office/drawing/2014/main" id="{AC5FB2FC-3BAA-104F-BD2A-ABEFDE56B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4" y="924"/>
                <a:ext cx="78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IorD, PCSrc</a:t>
                </a:r>
              </a:p>
            </p:txBody>
          </p:sp>
          <p:sp>
            <p:nvSpPr>
              <p:cNvPr id="211131" name="Oval 238">
                <a:extLst>
                  <a:ext uri="{FF2B5EF4-FFF2-40B4-BE49-F238E27FC236}">
                    <a16:creationId xmlns:a16="http://schemas.microsoft.com/office/drawing/2014/main" id="{8E900B71-93BA-CC4E-B47F-656F0610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1" y="293"/>
                <a:ext cx="944" cy="8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1132" name="Rectangle 239">
                <a:extLst>
                  <a:ext uri="{FF2B5EF4-FFF2-40B4-BE49-F238E27FC236}">
                    <a16:creationId xmlns:a16="http://schemas.microsoft.com/office/drawing/2014/main" id="{20F58DAF-AB34-924B-AF45-FACFFC344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8" y="780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ALUSelB=01</a:t>
                </a:r>
              </a:p>
            </p:txBody>
          </p:sp>
          <p:sp>
            <p:nvSpPr>
              <p:cNvPr id="211133" name="Rectangle 240">
                <a:extLst>
                  <a:ext uri="{FF2B5EF4-FFF2-40B4-BE49-F238E27FC236}">
                    <a16:creationId xmlns:a16="http://schemas.microsoft.com/office/drawing/2014/main" id="{41E90564-5123-F942-9C0D-6423A8E25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1020"/>
                <a:ext cx="40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211134" name="Rectangle 241">
                <a:extLst>
                  <a:ext uri="{FF2B5EF4-FFF2-40B4-BE49-F238E27FC236}">
                    <a16:creationId xmlns:a16="http://schemas.microsoft.com/office/drawing/2014/main" id="{2C511E05-A822-BE41-8A1D-7B5CAA93C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8" y="412"/>
                <a:ext cx="54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Rfinish</a:t>
                </a:r>
              </a:p>
            </p:txBody>
          </p:sp>
        </p:grpSp>
        <p:sp>
          <p:nvSpPr>
            <p:cNvPr id="211126" name="Oval 247">
              <a:extLst>
                <a:ext uri="{FF2B5EF4-FFF2-40B4-BE49-F238E27FC236}">
                  <a16:creationId xmlns:a16="http://schemas.microsoft.com/office/drawing/2014/main" id="{140721B7-7A99-7C4F-8109-D9AB776CC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84"/>
              <a:ext cx="951" cy="906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9401" name="Text Box 249">
            <a:extLst>
              <a:ext uri="{FF2B5EF4-FFF2-40B4-BE49-F238E27FC236}">
                <a16:creationId xmlns:a16="http://schemas.microsoft.com/office/drawing/2014/main" id="{DEEC9082-7561-E24C-8BFF-BF62807FD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6389688"/>
            <a:ext cx="83677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有谁发现和最初多周期通路的说明有何不同？这里少了些什么？为什么能少？</a:t>
            </a:r>
          </a:p>
        </p:txBody>
      </p:sp>
      <p:sp>
        <p:nvSpPr>
          <p:cNvPr id="49402" name="Text Box 250">
            <a:extLst>
              <a:ext uri="{FF2B5EF4-FFF2-40B4-BE49-F238E27FC236}">
                <a16:creationId xmlns:a16="http://schemas.microsoft.com/office/drawing/2014/main" id="{817B1AEB-E067-D945-8051-F66CB6927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25" y="3352800"/>
            <a:ext cx="290513" cy="339725"/>
          </a:xfrm>
          <a:prstGeom prst="rect">
            <a:avLst/>
          </a:prstGeom>
          <a:solidFill>
            <a:srgbClr val="FF99CC">
              <a:alpha val="21960"/>
            </a:srgbClr>
          </a:solidFill>
          <a:ln w="3175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9403" name="Text Box 251">
            <a:extLst>
              <a:ext uri="{FF2B5EF4-FFF2-40B4-BE49-F238E27FC236}">
                <a16:creationId xmlns:a16="http://schemas.microsoft.com/office/drawing/2014/main" id="{5FD36511-7466-2F48-B3D0-67BDEAEA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3925888"/>
            <a:ext cx="290512" cy="339725"/>
          </a:xfrm>
          <a:prstGeom prst="rect">
            <a:avLst/>
          </a:prstGeom>
          <a:solidFill>
            <a:srgbClr val="FF99CC">
              <a:alpha val="30196"/>
            </a:srgbClr>
          </a:solidFill>
          <a:ln w="3175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9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9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02" grpId="0" animBg="1"/>
      <p:bldP spid="4940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4" name="Group 6">
            <a:extLst>
              <a:ext uri="{FF2B5EF4-FFF2-40B4-BE49-F238E27FC236}">
                <a16:creationId xmlns:a16="http://schemas.microsoft.com/office/drawing/2014/main" id="{5BC4822D-7DE7-FD46-A876-E0850780AE2A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1390650"/>
            <a:ext cx="801688" cy="333375"/>
            <a:chOff x="5127" y="1584"/>
            <a:chExt cx="505" cy="210"/>
          </a:xfrm>
        </p:grpSpPr>
        <p:sp>
          <p:nvSpPr>
            <p:cNvPr id="213223" name="Rectangle 4">
              <a:extLst>
                <a:ext uri="{FF2B5EF4-FFF2-40B4-BE49-F238E27FC236}">
                  <a16:creationId xmlns:a16="http://schemas.microsoft.com/office/drawing/2014/main" id="{FFE1C8CF-CD58-7847-BB0D-6DC9A5197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3224" name="Rectangle 5">
              <a:extLst>
                <a:ext uri="{FF2B5EF4-FFF2-40B4-BE49-F238E27FC236}">
                  <a16:creationId xmlns:a16="http://schemas.microsoft.com/office/drawing/2014/main" id="{CAEB5F68-8D7E-9E42-9C71-F8786ED15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12995" name="Rectangle 7">
            <a:extLst>
              <a:ext uri="{FF2B5EF4-FFF2-40B4-BE49-F238E27FC236}">
                <a16:creationId xmlns:a16="http://schemas.microsoft.com/office/drawing/2014/main" id="{4DDF911D-DA22-4547-8E6A-DD3D06EF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063" y="239395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2996" name="Rectangle 8">
            <a:extLst>
              <a:ext uri="{FF2B5EF4-FFF2-40B4-BE49-F238E27FC236}">
                <a16:creationId xmlns:a16="http://schemas.microsoft.com/office/drawing/2014/main" id="{827AA9F4-FD2C-734E-A1F5-2A296A550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2859088"/>
            <a:ext cx="9604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2997" name="Rectangle 10">
            <a:extLst>
              <a:ext uri="{FF2B5EF4-FFF2-40B4-BE49-F238E27FC236}">
                <a16:creationId xmlns:a16="http://schemas.microsoft.com/office/drawing/2014/main" id="{70BD1066-E238-7F45-A84F-1AAC4814D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4806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12998" name="Rectangle 11">
            <a:extLst>
              <a:ext uri="{FF2B5EF4-FFF2-40B4-BE49-F238E27FC236}">
                <a16:creationId xmlns:a16="http://schemas.microsoft.com/office/drawing/2014/main" id="{0C1ACF87-AAB0-B445-B866-5B7F2B61A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55746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12999" name="Line 12">
            <a:extLst>
              <a:ext uri="{FF2B5EF4-FFF2-40B4-BE49-F238E27FC236}">
                <a16:creationId xmlns:a16="http://schemas.microsoft.com/office/drawing/2014/main" id="{7F205260-D23F-704F-8FDC-B2C6B82253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6988" y="26860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0" name="Line 16">
            <a:extLst>
              <a:ext uri="{FF2B5EF4-FFF2-40B4-BE49-F238E27FC236}">
                <a16:creationId xmlns:a16="http://schemas.microsoft.com/office/drawing/2014/main" id="{3B73194D-CEF9-3C43-BA39-C31E6480A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4588" y="375285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1" name="Line 17">
            <a:extLst>
              <a:ext uri="{FF2B5EF4-FFF2-40B4-BE49-F238E27FC236}">
                <a16:creationId xmlns:a16="http://schemas.microsoft.com/office/drawing/2014/main" id="{B89FE81F-A97D-F644-9C81-FF7C918B64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3338" y="36830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2" name="Rectangle 18">
            <a:extLst>
              <a:ext uri="{FF2B5EF4-FFF2-40B4-BE49-F238E27FC236}">
                <a16:creationId xmlns:a16="http://schemas.microsoft.com/office/drawing/2014/main" id="{929882D7-B9C3-DE49-822D-3E3B489C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7766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03" name="Line 19">
            <a:extLst>
              <a:ext uri="{FF2B5EF4-FFF2-40B4-BE49-F238E27FC236}">
                <a16:creationId xmlns:a16="http://schemas.microsoft.com/office/drawing/2014/main" id="{2DFF4CA3-1E16-F547-88F2-CF4CA0F4A5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7188" y="367665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4" name="Line 20">
            <a:extLst>
              <a:ext uri="{FF2B5EF4-FFF2-40B4-BE49-F238E27FC236}">
                <a16:creationId xmlns:a16="http://schemas.microsoft.com/office/drawing/2014/main" id="{C66D19C5-6073-A949-B4E6-10AF71482A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1138" y="36068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5" name="Rectangle 21">
            <a:extLst>
              <a:ext uri="{FF2B5EF4-FFF2-40B4-BE49-F238E27FC236}">
                <a16:creationId xmlns:a16="http://schemas.microsoft.com/office/drawing/2014/main" id="{566342CE-BD91-0949-9B96-D0247680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31946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06" name="Rectangle 22">
            <a:extLst>
              <a:ext uri="{FF2B5EF4-FFF2-40B4-BE49-F238E27FC236}">
                <a16:creationId xmlns:a16="http://schemas.microsoft.com/office/drawing/2014/main" id="{8EA02D90-C960-A644-BFBA-0164E8E78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48063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13007" name="Line 23">
            <a:extLst>
              <a:ext uri="{FF2B5EF4-FFF2-40B4-BE49-F238E27FC236}">
                <a16:creationId xmlns:a16="http://schemas.microsoft.com/office/drawing/2014/main" id="{44E00763-0D73-A64D-ADF6-AFD7A6EDD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170815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8" name="Rectangle 24">
            <a:extLst>
              <a:ext uri="{FF2B5EF4-FFF2-40B4-BE49-F238E27FC236}">
                <a16:creationId xmlns:a16="http://schemas.microsoft.com/office/drawing/2014/main" id="{03D1DFC9-285A-D145-9D47-A0DD6FE12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" y="1408113"/>
            <a:ext cx="1147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13009" name="Line 25">
            <a:extLst>
              <a:ext uri="{FF2B5EF4-FFF2-40B4-BE49-F238E27FC236}">
                <a16:creationId xmlns:a16="http://schemas.microsoft.com/office/drawing/2014/main" id="{CBF301A1-A43F-814E-ACE5-2AA967AC09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3888" y="2216150"/>
            <a:ext cx="6121400" cy="12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0" name="Line 26">
            <a:extLst>
              <a:ext uri="{FF2B5EF4-FFF2-40B4-BE49-F238E27FC236}">
                <a16:creationId xmlns:a16="http://schemas.microsoft.com/office/drawing/2014/main" id="{C54AE509-7FF0-7B44-BBFC-4A07859E93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0538" y="19304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1" name="Rectangle 27">
            <a:extLst>
              <a:ext uri="{FF2B5EF4-FFF2-40B4-BE49-F238E27FC236}">
                <a16:creationId xmlns:a16="http://schemas.microsoft.com/office/drawing/2014/main" id="{060097B8-C3BC-BB45-897B-C7557D703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7192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3012" name="Group 37">
            <a:extLst>
              <a:ext uri="{FF2B5EF4-FFF2-40B4-BE49-F238E27FC236}">
                <a16:creationId xmlns:a16="http://schemas.microsoft.com/office/drawing/2014/main" id="{8C9442AF-D13F-8741-83BF-C71AEFFC2B64}"/>
              </a:ext>
            </a:extLst>
          </p:cNvPr>
          <p:cNvGrpSpPr>
            <a:grpSpLocks/>
          </p:cNvGrpSpPr>
          <p:nvPr/>
        </p:nvGrpSpPr>
        <p:grpSpPr bwMode="auto">
          <a:xfrm>
            <a:off x="7862888" y="2317750"/>
            <a:ext cx="381000" cy="1295400"/>
            <a:chOff x="4896" y="2168"/>
            <a:chExt cx="240" cy="816"/>
          </a:xfrm>
        </p:grpSpPr>
        <p:sp>
          <p:nvSpPr>
            <p:cNvPr id="213214" name="Line 28">
              <a:extLst>
                <a:ext uri="{FF2B5EF4-FFF2-40B4-BE49-F238E27FC236}">
                  <a16:creationId xmlns:a16="http://schemas.microsoft.com/office/drawing/2014/main" id="{3169A179-9961-274C-8956-8FF49C1CF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15" name="Line 29">
              <a:extLst>
                <a:ext uri="{FF2B5EF4-FFF2-40B4-BE49-F238E27FC236}">
                  <a16:creationId xmlns:a16="http://schemas.microsoft.com/office/drawing/2014/main" id="{FCAB89BA-9C1C-AE4C-A2BF-8EA736098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16" name="Line 30">
              <a:extLst>
                <a:ext uri="{FF2B5EF4-FFF2-40B4-BE49-F238E27FC236}">
                  <a16:creationId xmlns:a16="http://schemas.microsoft.com/office/drawing/2014/main" id="{ED0B57FE-6105-A242-B17C-D3A722F3E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17" name="Line 31">
              <a:extLst>
                <a:ext uri="{FF2B5EF4-FFF2-40B4-BE49-F238E27FC236}">
                  <a16:creationId xmlns:a16="http://schemas.microsoft.com/office/drawing/2014/main" id="{432AD245-E870-EF48-853A-385E7E7D2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18" name="Line 32">
              <a:extLst>
                <a:ext uri="{FF2B5EF4-FFF2-40B4-BE49-F238E27FC236}">
                  <a16:creationId xmlns:a16="http://schemas.microsoft.com/office/drawing/2014/main" id="{F59C70EC-8F36-584F-8E90-95C138BDDB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19" name="Line 33">
              <a:extLst>
                <a:ext uri="{FF2B5EF4-FFF2-40B4-BE49-F238E27FC236}">
                  <a16:creationId xmlns:a16="http://schemas.microsoft.com/office/drawing/2014/main" id="{D91FEE6B-2465-C94D-9A88-7541B745B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20" name="Rectangle 34">
              <a:extLst>
                <a:ext uri="{FF2B5EF4-FFF2-40B4-BE49-F238E27FC236}">
                  <a16:creationId xmlns:a16="http://schemas.microsoft.com/office/drawing/2014/main" id="{27631BBB-2154-5A4B-96C5-AC1DFC186F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2" y="248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13221" name="Line 35">
              <a:extLst>
                <a:ext uri="{FF2B5EF4-FFF2-40B4-BE49-F238E27FC236}">
                  <a16:creationId xmlns:a16="http://schemas.microsoft.com/office/drawing/2014/main" id="{4A92094D-4EFB-C54A-8A9A-E16DBA565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22" name="Line 36">
              <a:extLst>
                <a:ext uri="{FF2B5EF4-FFF2-40B4-BE49-F238E27FC236}">
                  <a16:creationId xmlns:a16="http://schemas.microsoft.com/office/drawing/2014/main" id="{5B0977B5-997B-514E-95EB-D0A4DAA34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3013" name="Line 38">
            <a:extLst>
              <a:ext uri="{FF2B5EF4-FFF2-40B4-BE49-F238E27FC236}">
                <a16:creationId xmlns:a16="http://schemas.microsoft.com/office/drawing/2014/main" id="{F4C29A95-218E-C24E-B38F-EEBA51C63F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4088" y="344805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4" name="Line 39">
            <a:extLst>
              <a:ext uri="{FF2B5EF4-FFF2-40B4-BE49-F238E27FC236}">
                <a16:creationId xmlns:a16="http://schemas.microsoft.com/office/drawing/2014/main" id="{0962715D-33A3-D645-A903-54F5171565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9338" y="33782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5" name="Rectangle 40">
            <a:extLst>
              <a:ext uri="{FF2B5EF4-FFF2-40B4-BE49-F238E27FC236}">
                <a16:creationId xmlns:a16="http://schemas.microsoft.com/office/drawing/2014/main" id="{46A37305-0AF7-184F-9E18-B5A771161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4718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16" name="Line 41">
            <a:extLst>
              <a:ext uri="{FF2B5EF4-FFF2-40B4-BE49-F238E27FC236}">
                <a16:creationId xmlns:a16="http://schemas.microsoft.com/office/drawing/2014/main" id="{C50C3406-93CB-9A41-A28D-63BCC11F71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8488" y="321945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7" name="Line 42">
            <a:extLst>
              <a:ext uri="{FF2B5EF4-FFF2-40B4-BE49-F238E27FC236}">
                <a16:creationId xmlns:a16="http://schemas.microsoft.com/office/drawing/2014/main" id="{1824E5C9-EBEC-C046-B34F-68C64D3B5A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9938" y="31496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8" name="Rectangle 43">
            <a:extLst>
              <a:ext uri="{FF2B5EF4-FFF2-40B4-BE49-F238E27FC236}">
                <a16:creationId xmlns:a16="http://schemas.microsoft.com/office/drawing/2014/main" id="{9D0F578C-9EEA-1E4B-8AC2-760AF9700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2432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19" name="Line 44">
            <a:extLst>
              <a:ext uri="{FF2B5EF4-FFF2-40B4-BE49-F238E27FC236}">
                <a16:creationId xmlns:a16="http://schemas.microsoft.com/office/drawing/2014/main" id="{6A1A5F55-40B2-3F4C-99C8-13CEF3E163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1488" y="343535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20" name="Rectangle 45">
            <a:extLst>
              <a:ext uri="{FF2B5EF4-FFF2-40B4-BE49-F238E27FC236}">
                <a16:creationId xmlns:a16="http://schemas.microsoft.com/office/drawing/2014/main" id="{E13CC1DF-BE4E-B74A-9D12-3B64D66F4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972050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213021" name="Group 48">
            <a:extLst>
              <a:ext uri="{FF2B5EF4-FFF2-40B4-BE49-F238E27FC236}">
                <a16:creationId xmlns:a16="http://schemas.microsoft.com/office/drawing/2014/main" id="{0D76738B-BDE5-2545-9C69-D9E547E2E05C}"/>
              </a:ext>
            </a:extLst>
          </p:cNvPr>
          <p:cNvGrpSpPr>
            <a:grpSpLocks/>
          </p:cNvGrpSpPr>
          <p:nvPr/>
        </p:nvGrpSpPr>
        <p:grpSpPr bwMode="auto">
          <a:xfrm>
            <a:off x="7445375" y="3829050"/>
            <a:ext cx="903288" cy="577850"/>
            <a:chOff x="4633" y="3120"/>
            <a:chExt cx="569" cy="364"/>
          </a:xfrm>
        </p:grpSpPr>
        <p:sp>
          <p:nvSpPr>
            <p:cNvPr id="213212" name="Rectangle 46">
              <a:extLst>
                <a:ext uri="{FF2B5EF4-FFF2-40B4-BE49-F238E27FC236}">
                  <a16:creationId xmlns:a16="http://schemas.microsoft.com/office/drawing/2014/main" id="{67D47BF9-F485-274C-8A30-2936860E1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3213" name="Rectangle 47">
              <a:extLst>
                <a:ext uri="{FF2B5EF4-FFF2-40B4-BE49-F238E27FC236}">
                  <a16:creationId xmlns:a16="http://schemas.microsoft.com/office/drawing/2014/main" id="{F66DCF7B-6F1C-AF4A-A766-ACA9B4C13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13022" name="Line 49">
            <a:extLst>
              <a:ext uri="{FF2B5EF4-FFF2-40B4-BE49-F238E27FC236}">
                <a16:creationId xmlns:a16="http://schemas.microsoft.com/office/drawing/2014/main" id="{2A4B9975-6BA6-3C4A-94BD-4A2EFE874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91488" y="4349750"/>
            <a:ext cx="0" cy="635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23" name="Rectangle 50">
            <a:extLst>
              <a:ext uri="{FF2B5EF4-FFF2-40B4-BE49-F238E27FC236}">
                <a16:creationId xmlns:a16="http://schemas.microsoft.com/office/drawing/2014/main" id="{CCDD8818-8C8F-E043-AB80-FC598C28C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239395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024" name="Oval 51">
            <a:extLst>
              <a:ext uri="{FF2B5EF4-FFF2-40B4-BE49-F238E27FC236}">
                <a16:creationId xmlns:a16="http://schemas.microsoft.com/office/drawing/2014/main" id="{2807194F-8B8F-394E-82C0-0D3DA18EF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391795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025" name="Rectangle 52">
            <a:extLst>
              <a:ext uri="{FF2B5EF4-FFF2-40B4-BE49-F238E27FC236}">
                <a16:creationId xmlns:a16="http://schemas.microsoft.com/office/drawing/2014/main" id="{6EE9C02C-326F-ED43-BF5C-57E169AF2E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55888" y="2933700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13026" name="Line 53">
            <a:extLst>
              <a:ext uri="{FF2B5EF4-FFF2-40B4-BE49-F238E27FC236}">
                <a16:creationId xmlns:a16="http://schemas.microsoft.com/office/drawing/2014/main" id="{87D43736-0341-B543-A434-2E1EF256AC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0288" y="2762250"/>
            <a:ext cx="35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27" name="Line 54">
            <a:extLst>
              <a:ext uri="{FF2B5EF4-FFF2-40B4-BE49-F238E27FC236}">
                <a16:creationId xmlns:a16="http://schemas.microsoft.com/office/drawing/2014/main" id="{792F076E-F835-4541-B08C-050A9627BA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5538" y="26924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28" name="Rectangle 55">
            <a:extLst>
              <a:ext uri="{FF2B5EF4-FFF2-40B4-BE49-F238E27FC236}">
                <a16:creationId xmlns:a16="http://schemas.microsoft.com/office/drawing/2014/main" id="{FCAB6F24-0BD4-BF4F-BCB3-7D2208433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786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29" name="Line 56">
            <a:extLst>
              <a:ext uri="{FF2B5EF4-FFF2-40B4-BE49-F238E27FC236}">
                <a16:creationId xmlns:a16="http://schemas.microsoft.com/office/drawing/2014/main" id="{E9527666-7FB5-0645-8FF8-FAA2DD54B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3288" y="170815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0" name="Rectangle 57">
            <a:extLst>
              <a:ext uri="{FF2B5EF4-FFF2-40B4-BE49-F238E27FC236}">
                <a16:creationId xmlns:a16="http://schemas.microsoft.com/office/drawing/2014/main" id="{73CAF840-2115-F543-90A7-5875ABDAC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1408113"/>
            <a:ext cx="887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13031" name="Line 58">
            <a:extLst>
              <a:ext uri="{FF2B5EF4-FFF2-40B4-BE49-F238E27FC236}">
                <a16:creationId xmlns:a16="http://schemas.microsoft.com/office/drawing/2014/main" id="{12CF0DC0-A306-0449-AADC-8BBDA3303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3288" y="40703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2" name="Line 59">
            <a:extLst>
              <a:ext uri="{FF2B5EF4-FFF2-40B4-BE49-F238E27FC236}">
                <a16:creationId xmlns:a16="http://schemas.microsoft.com/office/drawing/2014/main" id="{832F252B-230C-7B44-B705-7327762E3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55738" y="21590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3" name="Rectangle 60">
            <a:extLst>
              <a:ext uri="{FF2B5EF4-FFF2-40B4-BE49-F238E27FC236}">
                <a16:creationId xmlns:a16="http://schemas.microsoft.com/office/drawing/2014/main" id="{FBE628D2-9618-C040-BC4B-20EEF6F94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1764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34" name="Line 61">
            <a:extLst>
              <a:ext uri="{FF2B5EF4-FFF2-40B4-BE49-F238E27FC236}">
                <a16:creationId xmlns:a16="http://schemas.microsoft.com/office/drawing/2014/main" id="{51087ED7-A2DF-A740-90BC-FBD6F1C5C4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7288" y="1670050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5" name="Line 62">
            <a:extLst>
              <a:ext uri="{FF2B5EF4-FFF2-40B4-BE49-F238E27FC236}">
                <a16:creationId xmlns:a16="http://schemas.microsoft.com/office/drawing/2014/main" id="{3B2EE15C-48F2-6B41-B2F0-920B60FD79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788" y="200025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6" name="Rectangle 63">
            <a:extLst>
              <a:ext uri="{FF2B5EF4-FFF2-40B4-BE49-F238E27FC236}">
                <a16:creationId xmlns:a16="http://schemas.microsoft.com/office/drawing/2014/main" id="{058FE5A4-29B6-D94E-88E8-E2CB448D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39395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037" name="Rectangle 64">
            <a:extLst>
              <a:ext uri="{FF2B5EF4-FFF2-40B4-BE49-F238E27FC236}">
                <a16:creationId xmlns:a16="http://schemas.microsoft.com/office/drawing/2014/main" id="{4EE888EE-BDA1-E845-9B4F-E6B7BCA8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2935288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13038" name="Rectangle 65">
            <a:extLst>
              <a:ext uri="{FF2B5EF4-FFF2-40B4-BE49-F238E27FC236}">
                <a16:creationId xmlns:a16="http://schemas.microsoft.com/office/drawing/2014/main" id="{F8426192-87F0-C84C-A083-BD9875FBD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405063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13039" name="Rectangle 66">
            <a:extLst>
              <a:ext uri="{FF2B5EF4-FFF2-40B4-BE49-F238E27FC236}">
                <a16:creationId xmlns:a16="http://schemas.microsoft.com/office/drawing/2014/main" id="{B436BF33-D9D5-1E4C-AA91-9C7D82B60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2432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13040" name="Rectangle 67">
            <a:extLst>
              <a:ext uri="{FF2B5EF4-FFF2-40B4-BE49-F238E27FC236}">
                <a16:creationId xmlns:a16="http://schemas.microsoft.com/office/drawing/2014/main" id="{675DFA4D-FEB0-E241-8C5E-C5F4A8D7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54806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13041" name="Rectangle 68">
            <a:extLst>
              <a:ext uri="{FF2B5EF4-FFF2-40B4-BE49-F238E27FC236}">
                <a16:creationId xmlns:a16="http://schemas.microsoft.com/office/drawing/2014/main" id="{77D7094D-FE26-F149-938F-82AE6CAF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7098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13042" name="Line 69">
            <a:extLst>
              <a:ext uri="{FF2B5EF4-FFF2-40B4-BE49-F238E27FC236}">
                <a16:creationId xmlns:a16="http://schemas.microsoft.com/office/drawing/2014/main" id="{7C941B76-56D5-E042-B5F8-1D8336EB1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5088" y="2914650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43" name="Line 70">
            <a:extLst>
              <a:ext uri="{FF2B5EF4-FFF2-40B4-BE49-F238E27FC236}">
                <a16:creationId xmlns:a16="http://schemas.microsoft.com/office/drawing/2014/main" id="{A67BB41D-49D2-4E48-9134-F369E0C335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9938" y="28448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44" name="Rectangle 71">
            <a:extLst>
              <a:ext uri="{FF2B5EF4-FFF2-40B4-BE49-F238E27FC236}">
                <a16:creationId xmlns:a16="http://schemas.microsoft.com/office/drawing/2014/main" id="{FB46EB97-CB97-1945-B021-05FAF657A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9384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3045" name="Line 72">
            <a:extLst>
              <a:ext uri="{FF2B5EF4-FFF2-40B4-BE49-F238E27FC236}">
                <a16:creationId xmlns:a16="http://schemas.microsoft.com/office/drawing/2014/main" id="{8596AAC6-679A-1B45-950F-754DD68D8F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5088" y="2533650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46" name="Line 73">
            <a:extLst>
              <a:ext uri="{FF2B5EF4-FFF2-40B4-BE49-F238E27FC236}">
                <a16:creationId xmlns:a16="http://schemas.microsoft.com/office/drawing/2014/main" id="{F152EE1E-3D04-5941-826F-F1E1A9D716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9938" y="24638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47" name="Rectangle 74">
            <a:extLst>
              <a:ext uri="{FF2B5EF4-FFF2-40B4-BE49-F238E27FC236}">
                <a16:creationId xmlns:a16="http://schemas.microsoft.com/office/drawing/2014/main" id="{CE86619A-C124-524F-9FE1-3329356B4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5574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3048" name="Line 75">
            <a:extLst>
              <a:ext uri="{FF2B5EF4-FFF2-40B4-BE49-F238E27FC236}">
                <a16:creationId xmlns:a16="http://schemas.microsoft.com/office/drawing/2014/main" id="{9CD22043-AE23-2247-BF88-7B9A9ED84E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2914650"/>
            <a:ext cx="808038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49" name="Line 76">
            <a:extLst>
              <a:ext uri="{FF2B5EF4-FFF2-40B4-BE49-F238E27FC236}">
                <a16:creationId xmlns:a16="http://schemas.microsoft.com/office/drawing/2014/main" id="{8B26A2AC-A639-0546-9E78-354E1AB04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888" y="284480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50" name="Rectangle 77">
            <a:extLst>
              <a:ext uri="{FF2B5EF4-FFF2-40B4-BE49-F238E27FC236}">
                <a16:creationId xmlns:a16="http://schemas.microsoft.com/office/drawing/2014/main" id="{A709F80D-80F0-1C43-8EFD-5962B7AD3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29384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51" name="Rectangle 78">
            <a:extLst>
              <a:ext uri="{FF2B5EF4-FFF2-40B4-BE49-F238E27FC236}">
                <a16:creationId xmlns:a16="http://schemas.microsoft.com/office/drawing/2014/main" id="{82B4A99A-3B9A-A54C-858F-E02DE6438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2646363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13052" name="Line 79">
            <a:extLst>
              <a:ext uri="{FF2B5EF4-FFF2-40B4-BE49-F238E27FC236}">
                <a16:creationId xmlns:a16="http://schemas.microsoft.com/office/drawing/2014/main" id="{8F3806A1-800F-F74A-8BF6-5B32F8DB12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8838" y="3524250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53" name="Line 80">
            <a:extLst>
              <a:ext uri="{FF2B5EF4-FFF2-40B4-BE49-F238E27FC236}">
                <a16:creationId xmlns:a16="http://schemas.microsoft.com/office/drawing/2014/main" id="{7BC6E272-02A7-0843-B292-E323FB73A9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6475" y="345440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54" name="Rectangle 81">
            <a:extLst>
              <a:ext uri="{FF2B5EF4-FFF2-40B4-BE49-F238E27FC236}">
                <a16:creationId xmlns:a16="http://schemas.microsoft.com/office/drawing/2014/main" id="{43D9764E-E531-D740-BB84-3CF085420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338" y="3548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55" name="Rectangle 82">
            <a:extLst>
              <a:ext uri="{FF2B5EF4-FFF2-40B4-BE49-F238E27FC236}">
                <a16:creationId xmlns:a16="http://schemas.microsoft.com/office/drawing/2014/main" id="{E99FBEC9-4911-5B44-B2DE-1E6F2BBF1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3319463"/>
            <a:ext cx="6873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13056" name="Line 83">
            <a:extLst>
              <a:ext uri="{FF2B5EF4-FFF2-40B4-BE49-F238E27FC236}">
                <a16:creationId xmlns:a16="http://schemas.microsoft.com/office/drawing/2014/main" id="{48E6C1B3-B17C-8A4C-943F-AEC046329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488" y="170815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57" name="Rectangle 84">
            <a:extLst>
              <a:ext uri="{FF2B5EF4-FFF2-40B4-BE49-F238E27FC236}">
                <a16:creationId xmlns:a16="http://schemas.microsoft.com/office/drawing/2014/main" id="{A856AD77-7DB6-204F-A348-B9047ABDD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140811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13058" name="Line 85">
            <a:extLst>
              <a:ext uri="{FF2B5EF4-FFF2-40B4-BE49-F238E27FC236}">
                <a16:creationId xmlns:a16="http://schemas.microsoft.com/office/drawing/2014/main" id="{602320ED-E3D7-9849-934F-8F98C11FD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0488" y="2559050"/>
            <a:ext cx="0" cy="2311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59" name="Rectangle 86">
            <a:extLst>
              <a:ext uri="{FF2B5EF4-FFF2-40B4-BE49-F238E27FC236}">
                <a16:creationId xmlns:a16="http://schemas.microsoft.com/office/drawing/2014/main" id="{37EB8996-0E66-2E4A-A383-08D590B3C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252663"/>
            <a:ext cx="4397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13060" name="Rectangle 87">
            <a:extLst>
              <a:ext uri="{FF2B5EF4-FFF2-40B4-BE49-F238E27FC236}">
                <a16:creationId xmlns:a16="http://schemas.microsoft.com/office/drawing/2014/main" id="{9D521467-E3D2-2244-B544-E3F58F8DB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633663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13061" name="Group 95">
            <a:extLst>
              <a:ext uri="{FF2B5EF4-FFF2-40B4-BE49-F238E27FC236}">
                <a16:creationId xmlns:a16="http://schemas.microsoft.com/office/drawing/2014/main" id="{3F3C39D9-04C5-F94B-A85D-DCF45A79F823}"/>
              </a:ext>
            </a:extLst>
          </p:cNvPr>
          <p:cNvGrpSpPr>
            <a:grpSpLocks/>
          </p:cNvGrpSpPr>
          <p:nvPr/>
        </p:nvGrpSpPr>
        <p:grpSpPr bwMode="auto">
          <a:xfrm>
            <a:off x="4144963" y="3003550"/>
            <a:ext cx="333375" cy="946150"/>
            <a:chOff x="2554" y="2600"/>
            <a:chExt cx="210" cy="596"/>
          </a:xfrm>
        </p:grpSpPr>
        <p:sp>
          <p:nvSpPr>
            <p:cNvPr id="213205" name="Line 88">
              <a:extLst>
                <a:ext uri="{FF2B5EF4-FFF2-40B4-BE49-F238E27FC236}">
                  <a16:creationId xmlns:a16="http://schemas.microsoft.com/office/drawing/2014/main" id="{82691358-E5BB-304F-960D-7E95BB7EB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6" name="Line 89">
              <a:extLst>
                <a:ext uri="{FF2B5EF4-FFF2-40B4-BE49-F238E27FC236}">
                  <a16:creationId xmlns:a16="http://schemas.microsoft.com/office/drawing/2014/main" id="{D1CC00BC-F98A-EF42-9A0B-248DA7A0D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7" name="Line 90">
              <a:extLst>
                <a:ext uri="{FF2B5EF4-FFF2-40B4-BE49-F238E27FC236}">
                  <a16:creationId xmlns:a16="http://schemas.microsoft.com/office/drawing/2014/main" id="{BDB9B980-C078-0C4E-A3EF-803CEFCEF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8" name="Line 91">
              <a:extLst>
                <a:ext uri="{FF2B5EF4-FFF2-40B4-BE49-F238E27FC236}">
                  <a16:creationId xmlns:a16="http://schemas.microsoft.com/office/drawing/2014/main" id="{3C8406BD-33B3-B043-92AE-5C58E7610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9" name="Rectangle 92">
              <a:extLst>
                <a:ext uri="{FF2B5EF4-FFF2-40B4-BE49-F238E27FC236}">
                  <a16:creationId xmlns:a16="http://schemas.microsoft.com/office/drawing/2014/main" id="{289EBEFA-699C-DD48-A5DD-DAF13E39E7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74" y="278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3210" name="Rectangle 93">
              <a:extLst>
                <a:ext uri="{FF2B5EF4-FFF2-40B4-BE49-F238E27FC236}">
                  <a16:creationId xmlns:a16="http://schemas.microsoft.com/office/drawing/2014/main" id="{7ECBD8DE-F5E1-054C-8B57-AA0CEFCC9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3211" name="Rectangle 94">
              <a:extLst>
                <a:ext uri="{FF2B5EF4-FFF2-40B4-BE49-F238E27FC236}">
                  <a16:creationId xmlns:a16="http://schemas.microsoft.com/office/drawing/2014/main" id="{35ED04B2-B2EB-9B4C-A86F-62EA97145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3062" name="Line 96">
            <a:extLst>
              <a:ext uri="{FF2B5EF4-FFF2-40B4-BE49-F238E27FC236}">
                <a16:creationId xmlns:a16="http://schemas.microsoft.com/office/drawing/2014/main" id="{1DEBB200-2FDD-D546-B798-9A11AFDB8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1188" y="337185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63" name="Line 97">
            <a:extLst>
              <a:ext uri="{FF2B5EF4-FFF2-40B4-BE49-F238E27FC236}">
                <a16:creationId xmlns:a16="http://schemas.microsoft.com/office/drawing/2014/main" id="{6DE84BC0-AB11-5447-82D0-28F6BE244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375285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64" name="Line 98">
            <a:extLst>
              <a:ext uri="{FF2B5EF4-FFF2-40B4-BE49-F238E27FC236}">
                <a16:creationId xmlns:a16="http://schemas.microsoft.com/office/drawing/2014/main" id="{55418886-2911-764F-94AE-3E7DAF795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188" y="314325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65" name="Rectangle 99">
            <a:extLst>
              <a:ext uri="{FF2B5EF4-FFF2-40B4-BE49-F238E27FC236}">
                <a16:creationId xmlns:a16="http://schemas.microsoft.com/office/drawing/2014/main" id="{CB52B795-0440-6147-9931-13A686833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3090863"/>
            <a:ext cx="39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3066" name="Rectangle 100">
            <a:extLst>
              <a:ext uri="{FF2B5EF4-FFF2-40B4-BE49-F238E27FC236}">
                <a16:creationId xmlns:a16="http://schemas.microsoft.com/office/drawing/2014/main" id="{76BD3F56-5683-9E46-A841-D784AB175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34718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13067" name="Rectangle 101">
            <a:extLst>
              <a:ext uri="{FF2B5EF4-FFF2-40B4-BE49-F238E27FC236}">
                <a16:creationId xmlns:a16="http://schemas.microsoft.com/office/drawing/2014/main" id="{0F36F4A7-8362-C44B-87E6-0ACBC5A12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5725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213068" name="Rectangle 102">
            <a:extLst>
              <a:ext uri="{FF2B5EF4-FFF2-40B4-BE49-F238E27FC236}">
                <a16:creationId xmlns:a16="http://schemas.microsoft.com/office/drawing/2014/main" id="{03AC3AE5-EEE4-724E-8728-EA74F76D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39065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213069" name="Line 103">
            <a:extLst>
              <a:ext uri="{FF2B5EF4-FFF2-40B4-BE49-F238E27FC236}">
                <a16:creationId xmlns:a16="http://schemas.microsoft.com/office/drawing/2014/main" id="{E515C34A-B263-B14B-8D48-446378AF35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8588" y="36766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0" name="Line 104">
            <a:extLst>
              <a:ext uri="{FF2B5EF4-FFF2-40B4-BE49-F238E27FC236}">
                <a16:creationId xmlns:a16="http://schemas.microsoft.com/office/drawing/2014/main" id="{47FA3263-B736-AA46-8B7F-FEEAB33F37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1488" y="168275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1" name="Rectangle 105">
            <a:extLst>
              <a:ext uri="{FF2B5EF4-FFF2-40B4-BE49-F238E27FC236}">
                <a16:creationId xmlns:a16="http://schemas.microsoft.com/office/drawing/2014/main" id="{7FC71EF4-ACDD-284D-B175-5D4F87985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5" y="1408113"/>
            <a:ext cx="11223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13072" name="Group 113">
            <a:extLst>
              <a:ext uri="{FF2B5EF4-FFF2-40B4-BE49-F238E27FC236}">
                <a16:creationId xmlns:a16="http://schemas.microsoft.com/office/drawing/2014/main" id="{038E20D7-3BBE-C241-80D4-9AA97B098B0D}"/>
              </a:ext>
            </a:extLst>
          </p:cNvPr>
          <p:cNvGrpSpPr>
            <a:grpSpLocks/>
          </p:cNvGrpSpPr>
          <p:nvPr/>
        </p:nvGrpSpPr>
        <p:grpSpPr bwMode="auto">
          <a:xfrm>
            <a:off x="1020763" y="2393950"/>
            <a:ext cx="333375" cy="946150"/>
            <a:chOff x="586" y="2216"/>
            <a:chExt cx="210" cy="596"/>
          </a:xfrm>
        </p:grpSpPr>
        <p:sp>
          <p:nvSpPr>
            <p:cNvPr id="213198" name="Line 106">
              <a:extLst>
                <a:ext uri="{FF2B5EF4-FFF2-40B4-BE49-F238E27FC236}">
                  <a16:creationId xmlns:a16="http://schemas.microsoft.com/office/drawing/2014/main" id="{C05CBA2A-006B-FC44-AC8E-E5262C022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99" name="Line 107">
              <a:extLst>
                <a:ext uri="{FF2B5EF4-FFF2-40B4-BE49-F238E27FC236}">
                  <a16:creationId xmlns:a16="http://schemas.microsoft.com/office/drawing/2014/main" id="{7677C753-C1E0-8845-9E67-D3D7EE9B1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0" name="Line 108">
              <a:extLst>
                <a:ext uri="{FF2B5EF4-FFF2-40B4-BE49-F238E27FC236}">
                  <a16:creationId xmlns:a16="http://schemas.microsoft.com/office/drawing/2014/main" id="{E8A77278-3E6D-ED45-8CA5-999B0D186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1" name="Line 109">
              <a:extLst>
                <a:ext uri="{FF2B5EF4-FFF2-40B4-BE49-F238E27FC236}">
                  <a16:creationId xmlns:a16="http://schemas.microsoft.com/office/drawing/2014/main" id="{600D657D-DA75-A544-A8F7-705A82E73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02" name="Rectangle 110">
              <a:extLst>
                <a:ext uri="{FF2B5EF4-FFF2-40B4-BE49-F238E27FC236}">
                  <a16:creationId xmlns:a16="http://schemas.microsoft.com/office/drawing/2014/main" id="{A26061B2-1086-A64F-900F-2EA1CA1D12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" y="2401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3203" name="Rectangle 111">
              <a:extLst>
                <a:ext uri="{FF2B5EF4-FFF2-40B4-BE49-F238E27FC236}">
                  <a16:creationId xmlns:a16="http://schemas.microsoft.com/office/drawing/2014/main" id="{71587AE9-599F-6141-A63F-DA201F2A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3204" name="Rectangle 112">
              <a:extLst>
                <a:ext uri="{FF2B5EF4-FFF2-40B4-BE49-F238E27FC236}">
                  <a16:creationId xmlns:a16="http://schemas.microsoft.com/office/drawing/2014/main" id="{77DE19B7-695D-1345-B8A4-92565BDBB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3073" name="Line 114">
            <a:extLst>
              <a:ext uri="{FF2B5EF4-FFF2-40B4-BE49-F238E27FC236}">
                <a16:creationId xmlns:a16="http://schemas.microsoft.com/office/drawing/2014/main" id="{722CB8B0-206F-9441-A178-FDBBD27119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188" y="25336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4" name="Line 115">
            <a:extLst>
              <a:ext uri="{FF2B5EF4-FFF2-40B4-BE49-F238E27FC236}">
                <a16:creationId xmlns:a16="http://schemas.microsoft.com/office/drawing/2014/main" id="{ED4F935B-F337-DC45-8561-CC6C5E9043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738" y="24638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5" name="Rectangle 116">
            <a:extLst>
              <a:ext uri="{FF2B5EF4-FFF2-40B4-BE49-F238E27FC236}">
                <a16:creationId xmlns:a16="http://schemas.microsoft.com/office/drawing/2014/main" id="{35BBF6B0-6905-2F44-B9FD-2B3800A6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574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76" name="Line 117">
            <a:extLst>
              <a:ext uri="{FF2B5EF4-FFF2-40B4-BE49-F238E27FC236}">
                <a16:creationId xmlns:a16="http://schemas.microsoft.com/office/drawing/2014/main" id="{8D58B6AE-B440-4940-AAFC-BE32D9E22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688" y="315595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7" name="Line 118">
            <a:extLst>
              <a:ext uri="{FF2B5EF4-FFF2-40B4-BE49-F238E27FC236}">
                <a16:creationId xmlns:a16="http://schemas.microsoft.com/office/drawing/2014/main" id="{3249F601-7842-8B41-99C0-09D7250648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988" y="314325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78" name="Rectangle 119">
            <a:extLst>
              <a:ext uri="{FF2B5EF4-FFF2-40B4-BE49-F238E27FC236}">
                <a16:creationId xmlns:a16="http://schemas.microsoft.com/office/drawing/2014/main" id="{D09DFF76-7D3D-4347-8543-244DC5D3B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86055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079" name="Rectangle 120">
            <a:extLst>
              <a:ext uri="{FF2B5EF4-FFF2-40B4-BE49-F238E27FC236}">
                <a16:creationId xmlns:a16="http://schemas.microsoft.com/office/drawing/2014/main" id="{14EEC65D-DEB9-5B44-9A5C-C1AFD94EC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18684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13080" name="Line 121">
            <a:extLst>
              <a:ext uri="{FF2B5EF4-FFF2-40B4-BE49-F238E27FC236}">
                <a16:creationId xmlns:a16="http://schemas.microsoft.com/office/drawing/2014/main" id="{FC4A2FE8-471E-5E42-9367-76EEF52E7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8" y="208915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3081" name="Group 124">
            <a:extLst>
              <a:ext uri="{FF2B5EF4-FFF2-40B4-BE49-F238E27FC236}">
                <a16:creationId xmlns:a16="http://schemas.microsoft.com/office/drawing/2014/main" id="{EE5F4C20-980D-664F-AA37-3205FA90F6D7}"/>
              </a:ext>
            </a:extLst>
          </p:cNvPr>
          <p:cNvGrpSpPr>
            <a:grpSpLocks/>
          </p:cNvGrpSpPr>
          <p:nvPr/>
        </p:nvGrpSpPr>
        <p:grpSpPr bwMode="auto">
          <a:xfrm>
            <a:off x="4421188" y="4743450"/>
            <a:ext cx="857250" cy="333375"/>
            <a:chOff x="2728" y="3696"/>
            <a:chExt cx="540" cy="210"/>
          </a:xfrm>
        </p:grpSpPr>
        <p:sp>
          <p:nvSpPr>
            <p:cNvPr id="213196" name="Rectangle 122">
              <a:extLst>
                <a:ext uri="{FF2B5EF4-FFF2-40B4-BE49-F238E27FC236}">
                  <a16:creationId xmlns:a16="http://schemas.microsoft.com/office/drawing/2014/main" id="{51A8A3D3-FE49-0640-B049-59BEB0A75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3197" name="Rectangle 123">
              <a:extLst>
                <a:ext uri="{FF2B5EF4-FFF2-40B4-BE49-F238E27FC236}">
                  <a16:creationId xmlns:a16="http://schemas.microsoft.com/office/drawing/2014/main" id="{8F3E5C5D-FFE0-2448-B6A5-9BC2C4E3C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3696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13082" name="Line 125">
            <a:extLst>
              <a:ext uri="{FF2B5EF4-FFF2-40B4-BE49-F238E27FC236}">
                <a16:creationId xmlns:a16="http://schemas.microsoft.com/office/drawing/2014/main" id="{FA425C43-48E5-114B-B01F-1712C8871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2488" y="506095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83" name="Rectangle 126">
            <a:extLst>
              <a:ext uri="{FF2B5EF4-FFF2-40B4-BE49-F238E27FC236}">
                <a16:creationId xmlns:a16="http://schemas.microsoft.com/office/drawing/2014/main" id="{2C764B7E-EF64-1D4A-ABA3-2D9D4C0F4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200650"/>
            <a:ext cx="1011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13084" name="Group 134">
            <a:extLst>
              <a:ext uri="{FF2B5EF4-FFF2-40B4-BE49-F238E27FC236}">
                <a16:creationId xmlns:a16="http://schemas.microsoft.com/office/drawing/2014/main" id="{40CACF17-989A-5144-AC2A-91E1B7B2B528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2089150"/>
            <a:ext cx="333375" cy="946150"/>
            <a:chOff x="4138" y="2024"/>
            <a:chExt cx="210" cy="596"/>
          </a:xfrm>
        </p:grpSpPr>
        <p:sp>
          <p:nvSpPr>
            <p:cNvPr id="213189" name="Line 127">
              <a:extLst>
                <a:ext uri="{FF2B5EF4-FFF2-40B4-BE49-F238E27FC236}">
                  <a16:creationId xmlns:a16="http://schemas.microsoft.com/office/drawing/2014/main" id="{ACD756F9-5107-DC44-A9B3-F15ADDDC9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90" name="Line 128">
              <a:extLst>
                <a:ext uri="{FF2B5EF4-FFF2-40B4-BE49-F238E27FC236}">
                  <a16:creationId xmlns:a16="http://schemas.microsoft.com/office/drawing/2014/main" id="{B9D3E82E-23FB-4646-AB13-D8392DFD8C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91" name="Line 129">
              <a:extLst>
                <a:ext uri="{FF2B5EF4-FFF2-40B4-BE49-F238E27FC236}">
                  <a16:creationId xmlns:a16="http://schemas.microsoft.com/office/drawing/2014/main" id="{13DB5B45-217F-6A4E-B1B5-D63ACDE00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92" name="Line 130">
              <a:extLst>
                <a:ext uri="{FF2B5EF4-FFF2-40B4-BE49-F238E27FC236}">
                  <a16:creationId xmlns:a16="http://schemas.microsoft.com/office/drawing/2014/main" id="{A1D6CC3D-C3B0-7C4A-80AD-DC6BFC4BA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93" name="Rectangle 131">
              <a:extLst>
                <a:ext uri="{FF2B5EF4-FFF2-40B4-BE49-F238E27FC236}">
                  <a16:creationId xmlns:a16="http://schemas.microsoft.com/office/drawing/2014/main" id="{A7DB92B8-2301-7441-B277-62D9207B05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58" y="220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3194" name="Rectangle 132">
              <a:extLst>
                <a:ext uri="{FF2B5EF4-FFF2-40B4-BE49-F238E27FC236}">
                  <a16:creationId xmlns:a16="http://schemas.microsoft.com/office/drawing/2014/main" id="{DD7ED188-C65F-B94A-8FEE-835AF4F96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3195" name="Rectangle 133">
              <a:extLst>
                <a:ext uri="{FF2B5EF4-FFF2-40B4-BE49-F238E27FC236}">
                  <a16:creationId xmlns:a16="http://schemas.microsoft.com/office/drawing/2014/main" id="{E42E6B12-EC80-FB4E-A800-D87595D3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3085" name="Line 135">
            <a:extLst>
              <a:ext uri="{FF2B5EF4-FFF2-40B4-BE49-F238E27FC236}">
                <a16:creationId xmlns:a16="http://schemas.microsoft.com/office/drawing/2014/main" id="{1AFF2F4D-C730-2541-96CD-B04FA75E48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3088" y="253365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86" name="Line 136">
            <a:extLst>
              <a:ext uri="{FF2B5EF4-FFF2-40B4-BE49-F238E27FC236}">
                <a16:creationId xmlns:a16="http://schemas.microsoft.com/office/drawing/2014/main" id="{8955AEFE-1D1D-E448-91CF-57E7140A5E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23138" y="24638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87" name="Rectangle 137">
            <a:extLst>
              <a:ext uri="{FF2B5EF4-FFF2-40B4-BE49-F238E27FC236}">
                <a16:creationId xmlns:a16="http://schemas.microsoft.com/office/drawing/2014/main" id="{147F8230-0DBD-4E4E-9870-D1F7F1919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5574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088" name="Line 138">
            <a:extLst>
              <a:ext uri="{FF2B5EF4-FFF2-40B4-BE49-F238E27FC236}">
                <a16:creationId xmlns:a16="http://schemas.microsoft.com/office/drawing/2014/main" id="{E6B67B96-E7AB-0F40-AC4F-CD479ABFB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6088" y="170815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89" name="Line 139">
            <a:extLst>
              <a:ext uri="{FF2B5EF4-FFF2-40B4-BE49-F238E27FC236}">
                <a16:creationId xmlns:a16="http://schemas.microsoft.com/office/drawing/2014/main" id="{158350C7-B8F7-114C-9535-DCCF84BF8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304323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0" name="Line 140">
            <a:extLst>
              <a:ext uri="{FF2B5EF4-FFF2-40B4-BE49-F238E27FC236}">
                <a16:creationId xmlns:a16="http://schemas.microsoft.com/office/drawing/2014/main" id="{72EC6BFA-3D76-C94A-8128-176DD56CD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7388" y="304323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1" name="Line 141">
            <a:extLst>
              <a:ext uri="{FF2B5EF4-FFF2-40B4-BE49-F238E27FC236}">
                <a16:creationId xmlns:a16="http://schemas.microsoft.com/office/drawing/2014/main" id="{58388D8E-901E-984F-A96E-3B23C016D1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7388" y="412115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2" name="Line 142">
            <a:extLst>
              <a:ext uri="{FF2B5EF4-FFF2-40B4-BE49-F238E27FC236}">
                <a16:creationId xmlns:a16="http://schemas.microsoft.com/office/drawing/2014/main" id="{632EB7C6-C4C6-C741-BC21-A19DF6AF7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9488" y="315595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3" name="Line 143">
            <a:extLst>
              <a:ext uri="{FF2B5EF4-FFF2-40B4-BE49-F238E27FC236}">
                <a16:creationId xmlns:a16="http://schemas.microsoft.com/office/drawing/2014/main" id="{C2C42911-9809-ED49-991E-93C68D0AFA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00888" y="4264025"/>
            <a:ext cx="0" cy="3397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4" name="Rectangle 144">
            <a:extLst>
              <a:ext uri="{FF2B5EF4-FFF2-40B4-BE49-F238E27FC236}">
                <a16:creationId xmlns:a16="http://schemas.microsoft.com/office/drawing/2014/main" id="{142E6124-5DF0-B149-BA62-41FC21C2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0908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3095" name="Rectangle 145">
            <a:extLst>
              <a:ext uri="{FF2B5EF4-FFF2-40B4-BE49-F238E27FC236}">
                <a16:creationId xmlns:a16="http://schemas.microsoft.com/office/drawing/2014/main" id="{C9CD021F-0D50-AB4F-A27F-0883CF2C3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4131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3096" name="Rectangle 146">
            <a:extLst>
              <a:ext uri="{FF2B5EF4-FFF2-40B4-BE49-F238E27FC236}">
                <a16:creationId xmlns:a16="http://schemas.microsoft.com/office/drawing/2014/main" id="{DB694DDB-57DC-854D-8E6C-D93F54A23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7179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3097" name="Rectangle 147">
            <a:extLst>
              <a:ext uri="{FF2B5EF4-FFF2-40B4-BE49-F238E27FC236}">
                <a16:creationId xmlns:a16="http://schemas.microsoft.com/office/drawing/2014/main" id="{9FBC0875-4A17-1048-8017-9996068F7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39465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3098" name="Line 148">
            <a:extLst>
              <a:ext uri="{FF2B5EF4-FFF2-40B4-BE49-F238E27FC236}">
                <a16:creationId xmlns:a16="http://schemas.microsoft.com/office/drawing/2014/main" id="{306FE942-7FF3-3147-866B-BCD90148D3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4788" y="32194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99" name="Rectangle 149">
            <a:extLst>
              <a:ext uri="{FF2B5EF4-FFF2-40B4-BE49-F238E27FC236}">
                <a16:creationId xmlns:a16="http://schemas.microsoft.com/office/drawing/2014/main" id="{1681CFA8-642A-4F4C-AA0F-519928DE0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06705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13100" name="Line 150">
            <a:extLst>
              <a:ext uri="{FF2B5EF4-FFF2-40B4-BE49-F238E27FC236}">
                <a16:creationId xmlns:a16="http://schemas.microsoft.com/office/drawing/2014/main" id="{A4C5B2B6-2A7D-904B-BEF6-B8D725665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5088" y="489585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01" name="Line 151">
            <a:extLst>
              <a:ext uri="{FF2B5EF4-FFF2-40B4-BE49-F238E27FC236}">
                <a16:creationId xmlns:a16="http://schemas.microsoft.com/office/drawing/2014/main" id="{BD906B15-DDA0-084D-86A5-EA8C0F724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0338" y="48260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02" name="Rectangle 152">
            <a:extLst>
              <a:ext uri="{FF2B5EF4-FFF2-40B4-BE49-F238E27FC236}">
                <a16:creationId xmlns:a16="http://schemas.microsoft.com/office/drawing/2014/main" id="{61CFB0AB-4E0F-E446-81AA-D3BEC7821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9196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13103" name="Rectangle 153">
            <a:extLst>
              <a:ext uri="{FF2B5EF4-FFF2-40B4-BE49-F238E27FC236}">
                <a16:creationId xmlns:a16="http://schemas.microsoft.com/office/drawing/2014/main" id="{87DC283A-FC49-3847-A0AC-F672044D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624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13104" name="Line 154">
            <a:extLst>
              <a:ext uri="{FF2B5EF4-FFF2-40B4-BE49-F238E27FC236}">
                <a16:creationId xmlns:a16="http://schemas.microsoft.com/office/drawing/2014/main" id="{E27035B7-A6B8-E74B-9DDA-40FE7BFFE5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70488" y="4895850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05" name="Line 155">
            <a:extLst>
              <a:ext uri="{FF2B5EF4-FFF2-40B4-BE49-F238E27FC236}">
                <a16:creationId xmlns:a16="http://schemas.microsoft.com/office/drawing/2014/main" id="{9665CE65-BD9F-CE47-BC4F-9FF145B0EF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9738" y="4826000"/>
            <a:ext cx="109537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06" name="Rectangle 156">
            <a:extLst>
              <a:ext uri="{FF2B5EF4-FFF2-40B4-BE49-F238E27FC236}">
                <a16:creationId xmlns:a16="http://schemas.microsoft.com/office/drawing/2014/main" id="{77A25E87-B88A-E04E-AC7F-1CD9C4E37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49196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3107" name="Group 159">
            <a:extLst>
              <a:ext uri="{FF2B5EF4-FFF2-40B4-BE49-F238E27FC236}">
                <a16:creationId xmlns:a16="http://schemas.microsoft.com/office/drawing/2014/main" id="{CB663FB9-3546-8542-BBFF-CD03973E98FE}"/>
              </a:ext>
            </a:extLst>
          </p:cNvPr>
          <p:cNvGrpSpPr>
            <a:grpSpLocks/>
          </p:cNvGrpSpPr>
          <p:nvPr/>
        </p:nvGrpSpPr>
        <p:grpSpPr bwMode="auto">
          <a:xfrm>
            <a:off x="5708650" y="4057650"/>
            <a:ext cx="565150" cy="333375"/>
            <a:chOff x="3539" y="3264"/>
            <a:chExt cx="356" cy="210"/>
          </a:xfrm>
        </p:grpSpPr>
        <p:sp>
          <p:nvSpPr>
            <p:cNvPr id="213187" name="Rectangle 157">
              <a:extLst>
                <a:ext uri="{FF2B5EF4-FFF2-40B4-BE49-F238E27FC236}">
                  <a16:creationId xmlns:a16="http://schemas.microsoft.com/office/drawing/2014/main" id="{42B42554-F9CC-CB43-A193-F2B9F10F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3188" name="Rectangle 158">
              <a:extLst>
                <a:ext uri="{FF2B5EF4-FFF2-40B4-BE49-F238E27FC236}">
                  <a16:creationId xmlns:a16="http://schemas.microsoft.com/office/drawing/2014/main" id="{6C838AB0-DE92-BC4D-AF70-6C0BCCF6C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" y="326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13108" name="Line 160">
            <a:extLst>
              <a:ext uri="{FF2B5EF4-FFF2-40B4-BE49-F238E27FC236}">
                <a16:creationId xmlns:a16="http://schemas.microsoft.com/office/drawing/2014/main" id="{16FA870A-6FA7-6241-85B2-4096D2180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888" y="382905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09" name="Line 161">
            <a:extLst>
              <a:ext uri="{FF2B5EF4-FFF2-40B4-BE49-F238E27FC236}">
                <a16:creationId xmlns:a16="http://schemas.microsoft.com/office/drawing/2014/main" id="{58DB20ED-6429-6640-9030-04CF6AE75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0288" y="3854450"/>
            <a:ext cx="0" cy="177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0" name="Line 162">
            <a:extLst>
              <a:ext uri="{FF2B5EF4-FFF2-40B4-BE49-F238E27FC236}">
                <a16:creationId xmlns:a16="http://schemas.microsoft.com/office/drawing/2014/main" id="{3A4B09BC-1979-4040-AD74-601664EC5F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7888" y="4337050"/>
            <a:ext cx="0" cy="584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1" name="Line 163">
            <a:extLst>
              <a:ext uri="{FF2B5EF4-FFF2-40B4-BE49-F238E27FC236}">
                <a16:creationId xmlns:a16="http://schemas.microsoft.com/office/drawing/2014/main" id="{4362F0B1-951D-224E-A56F-CE539A72D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3488" y="3524250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2" name="Rectangle 164">
            <a:extLst>
              <a:ext uri="{FF2B5EF4-FFF2-40B4-BE49-F238E27FC236}">
                <a16:creationId xmlns:a16="http://schemas.microsoft.com/office/drawing/2014/main" id="{3B987F7E-C98E-764E-8395-B14570C32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591050"/>
            <a:ext cx="1392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ALUSelB=10</a:t>
            </a:r>
          </a:p>
        </p:txBody>
      </p:sp>
      <p:sp>
        <p:nvSpPr>
          <p:cNvPr id="213113" name="Line 165">
            <a:extLst>
              <a:ext uri="{FF2B5EF4-FFF2-40B4-BE49-F238E27FC236}">
                <a16:creationId xmlns:a16="http://schemas.microsoft.com/office/drawing/2014/main" id="{4621D33C-5ECE-DA4C-BAE5-DFC6E22B0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5388" y="140335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4" name="Line 166">
            <a:extLst>
              <a:ext uri="{FF2B5EF4-FFF2-40B4-BE49-F238E27FC236}">
                <a16:creationId xmlns:a16="http://schemas.microsoft.com/office/drawing/2014/main" id="{A1C91F28-D965-2549-8FA0-258FF19E2B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4088" y="140335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5" name="Line 167">
            <a:extLst>
              <a:ext uri="{FF2B5EF4-FFF2-40B4-BE49-F238E27FC236}">
                <a16:creationId xmlns:a16="http://schemas.microsoft.com/office/drawing/2014/main" id="{DA79BFA9-A506-5A40-B905-9A6BB85128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04088" y="218281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6" name="Line 168">
            <a:extLst>
              <a:ext uri="{FF2B5EF4-FFF2-40B4-BE49-F238E27FC236}">
                <a16:creationId xmlns:a16="http://schemas.microsoft.com/office/drawing/2014/main" id="{19C7B4C4-2028-0B4B-B7D9-30B2BFCDE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6788" y="14859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17" name="Rectangle 169">
            <a:extLst>
              <a:ext uri="{FF2B5EF4-FFF2-40B4-BE49-F238E27FC236}">
                <a16:creationId xmlns:a16="http://schemas.microsoft.com/office/drawing/2014/main" id="{CE24D6B3-E7E3-A14B-BB88-F5EBC9BBBD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42163" y="169545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3118" name="Rectangle 170">
            <a:extLst>
              <a:ext uri="{FF2B5EF4-FFF2-40B4-BE49-F238E27FC236}">
                <a16:creationId xmlns:a16="http://schemas.microsoft.com/office/drawing/2014/main" id="{59FD7C2B-3015-394D-B4F5-58645E77E86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15200" y="14224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3119" name="Rectangle 171">
            <a:extLst>
              <a:ext uri="{FF2B5EF4-FFF2-40B4-BE49-F238E27FC236}">
                <a16:creationId xmlns:a16="http://schemas.microsoft.com/office/drawing/2014/main" id="{AE0C28A0-4B0C-A048-A6F0-CAA3D7F592E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15200" y="2047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3120" name="Oval 172">
            <a:extLst>
              <a:ext uri="{FF2B5EF4-FFF2-40B4-BE49-F238E27FC236}">
                <a16:creationId xmlns:a16="http://schemas.microsoft.com/office/drawing/2014/main" id="{5618C972-2596-484A-8FFC-91397726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17081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121" name="Line 173">
            <a:extLst>
              <a:ext uri="{FF2B5EF4-FFF2-40B4-BE49-F238E27FC236}">
                <a16:creationId xmlns:a16="http://schemas.microsoft.com/office/drawing/2014/main" id="{FE00392D-BD75-7A49-9C37-CA12D30EC2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1888" y="107315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22" name="Line 174">
            <a:extLst>
              <a:ext uri="{FF2B5EF4-FFF2-40B4-BE49-F238E27FC236}">
                <a16:creationId xmlns:a16="http://schemas.microsoft.com/office/drawing/2014/main" id="{21C91999-D21A-7E4C-9736-4534A71CC5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77288" y="107315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23" name="Oval 175">
            <a:extLst>
              <a:ext uri="{FF2B5EF4-FFF2-40B4-BE49-F238E27FC236}">
                <a16:creationId xmlns:a16="http://schemas.microsoft.com/office/drawing/2014/main" id="{811491F6-F573-A74F-AFEC-2D274350C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3788" y="12509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124" name="Line 176">
            <a:extLst>
              <a:ext uri="{FF2B5EF4-FFF2-40B4-BE49-F238E27FC236}">
                <a16:creationId xmlns:a16="http://schemas.microsoft.com/office/drawing/2014/main" id="{B2AA49CF-9778-AB48-91AA-4AE55E92FE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2488" y="107315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3125" name="Group 180">
            <a:extLst>
              <a:ext uri="{FF2B5EF4-FFF2-40B4-BE49-F238E27FC236}">
                <a16:creationId xmlns:a16="http://schemas.microsoft.com/office/drawing/2014/main" id="{852D99B6-C8A6-844D-A753-A837C2A1E21B}"/>
              </a:ext>
            </a:extLst>
          </p:cNvPr>
          <p:cNvGrpSpPr>
            <a:grpSpLocks/>
          </p:cNvGrpSpPr>
          <p:nvPr/>
        </p:nvGrpSpPr>
        <p:grpSpPr bwMode="auto">
          <a:xfrm>
            <a:off x="7570788" y="1473200"/>
            <a:ext cx="641350" cy="395288"/>
            <a:chOff x="4712" y="1636"/>
            <a:chExt cx="404" cy="249"/>
          </a:xfrm>
        </p:grpSpPr>
        <p:sp>
          <p:nvSpPr>
            <p:cNvPr id="213184" name="Line 177">
              <a:extLst>
                <a:ext uri="{FF2B5EF4-FFF2-40B4-BE49-F238E27FC236}">
                  <a16:creationId xmlns:a16="http://schemas.microsoft.com/office/drawing/2014/main" id="{B1A98CF4-3C05-9745-8C17-01E226541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5" name="Line 178">
              <a:extLst>
                <a:ext uri="{FF2B5EF4-FFF2-40B4-BE49-F238E27FC236}">
                  <a16:creationId xmlns:a16="http://schemas.microsoft.com/office/drawing/2014/main" id="{A1EBE94F-8037-354E-9EDF-5C5A90C80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6" name="Rectangle 179">
              <a:extLst>
                <a:ext uri="{FF2B5EF4-FFF2-40B4-BE49-F238E27FC236}">
                  <a16:creationId xmlns:a16="http://schemas.microsoft.com/office/drawing/2014/main" id="{7C685866-1F5F-FC49-8F36-4F06E0E53D0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3126" name="Line 181">
            <a:extLst>
              <a:ext uri="{FF2B5EF4-FFF2-40B4-BE49-F238E27FC236}">
                <a16:creationId xmlns:a16="http://schemas.microsoft.com/office/drawing/2014/main" id="{24AA7B4C-E86B-B148-855B-2FF4D89207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2488" y="244475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27" name="Line 182">
            <a:extLst>
              <a:ext uri="{FF2B5EF4-FFF2-40B4-BE49-F238E27FC236}">
                <a16:creationId xmlns:a16="http://schemas.microsoft.com/office/drawing/2014/main" id="{5D0D46B6-2530-2646-92A7-C733E46856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31188" y="29908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28" name="Rectangle 183">
            <a:extLst>
              <a:ext uri="{FF2B5EF4-FFF2-40B4-BE49-F238E27FC236}">
                <a16:creationId xmlns:a16="http://schemas.microsoft.com/office/drawing/2014/main" id="{805746B7-EE9D-DD47-8C31-EFBAD5EC3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2170113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3129" name="Line 184">
            <a:extLst>
              <a:ext uri="{FF2B5EF4-FFF2-40B4-BE49-F238E27FC236}">
                <a16:creationId xmlns:a16="http://schemas.microsoft.com/office/drawing/2014/main" id="{E5EBDF24-6C2C-7444-9269-6659BE1207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5388" y="215265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0" name="Line 185">
            <a:extLst>
              <a:ext uri="{FF2B5EF4-FFF2-40B4-BE49-F238E27FC236}">
                <a16:creationId xmlns:a16="http://schemas.microsoft.com/office/drawing/2014/main" id="{CC8514AD-58B3-0F4E-A84D-86F3B0A8F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4788" y="116205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1" name="Line 186">
            <a:extLst>
              <a:ext uri="{FF2B5EF4-FFF2-40B4-BE49-F238E27FC236}">
                <a16:creationId xmlns:a16="http://schemas.microsoft.com/office/drawing/2014/main" id="{A889A091-804A-034E-8A1E-90D780AF1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4788" y="131445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2" name="Line 187">
            <a:extLst>
              <a:ext uri="{FF2B5EF4-FFF2-40B4-BE49-F238E27FC236}">
                <a16:creationId xmlns:a16="http://schemas.microsoft.com/office/drawing/2014/main" id="{466510A8-1485-3A40-9E5E-73EAB192F1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788" y="12382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3133" name="Group 193">
            <a:extLst>
              <a:ext uri="{FF2B5EF4-FFF2-40B4-BE49-F238E27FC236}">
                <a16:creationId xmlns:a16="http://schemas.microsoft.com/office/drawing/2014/main" id="{9161E3DF-B85E-B649-808F-6D596B07F1A2}"/>
              </a:ext>
            </a:extLst>
          </p:cNvPr>
          <p:cNvGrpSpPr>
            <a:grpSpLocks/>
          </p:cNvGrpSpPr>
          <p:nvPr/>
        </p:nvGrpSpPr>
        <p:grpSpPr bwMode="auto">
          <a:xfrm>
            <a:off x="1081088" y="1085850"/>
            <a:ext cx="381000" cy="306388"/>
            <a:chOff x="624" y="1392"/>
            <a:chExt cx="240" cy="193"/>
          </a:xfrm>
        </p:grpSpPr>
        <p:sp>
          <p:nvSpPr>
            <p:cNvPr id="213179" name="Arc 188">
              <a:extLst>
                <a:ext uri="{FF2B5EF4-FFF2-40B4-BE49-F238E27FC236}">
                  <a16:creationId xmlns:a16="http://schemas.microsoft.com/office/drawing/2014/main" id="{9DA28ECA-FE40-6E46-A6F4-83C65281C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0" name="Arc 189">
              <a:extLst>
                <a:ext uri="{FF2B5EF4-FFF2-40B4-BE49-F238E27FC236}">
                  <a16:creationId xmlns:a16="http://schemas.microsoft.com/office/drawing/2014/main" id="{3662AE47-853F-7041-BC60-1B1AF3E778C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1" name="Line 190">
              <a:extLst>
                <a:ext uri="{FF2B5EF4-FFF2-40B4-BE49-F238E27FC236}">
                  <a16:creationId xmlns:a16="http://schemas.microsoft.com/office/drawing/2014/main" id="{E8377F42-A22E-0445-BF39-776EEF2CA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2" name="Line 191">
              <a:extLst>
                <a:ext uri="{FF2B5EF4-FFF2-40B4-BE49-F238E27FC236}">
                  <a16:creationId xmlns:a16="http://schemas.microsoft.com/office/drawing/2014/main" id="{2A26920B-18B9-B541-B178-4F57ED45B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83" name="Line 192">
              <a:extLst>
                <a:ext uri="{FF2B5EF4-FFF2-40B4-BE49-F238E27FC236}">
                  <a16:creationId xmlns:a16="http://schemas.microsoft.com/office/drawing/2014/main" id="{402A4916-B57B-6149-961D-458D13203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3134" name="Line 194">
            <a:extLst>
              <a:ext uri="{FF2B5EF4-FFF2-40B4-BE49-F238E27FC236}">
                <a16:creationId xmlns:a16="http://schemas.microsoft.com/office/drawing/2014/main" id="{BE91EB87-D48B-E141-867E-A345F4759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488" y="145415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5" name="Arc 195">
            <a:extLst>
              <a:ext uri="{FF2B5EF4-FFF2-40B4-BE49-F238E27FC236}">
                <a16:creationId xmlns:a16="http://schemas.microsoft.com/office/drawing/2014/main" id="{1704C242-1493-994D-A03D-38B23DA285F3}"/>
              </a:ext>
            </a:extLst>
          </p:cNvPr>
          <p:cNvSpPr>
            <a:spLocks/>
          </p:cNvSpPr>
          <p:nvPr/>
        </p:nvSpPr>
        <p:spPr bwMode="auto">
          <a:xfrm rot="-5400000">
            <a:off x="676275" y="139065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6" name="Arc 196">
            <a:extLst>
              <a:ext uri="{FF2B5EF4-FFF2-40B4-BE49-F238E27FC236}">
                <a16:creationId xmlns:a16="http://schemas.microsoft.com/office/drawing/2014/main" id="{12661A08-F084-404C-BBA5-B1EC4C3F0A1F}"/>
              </a:ext>
            </a:extLst>
          </p:cNvPr>
          <p:cNvSpPr>
            <a:spLocks/>
          </p:cNvSpPr>
          <p:nvPr/>
        </p:nvSpPr>
        <p:spPr bwMode="auto">
          <a:xfrm rot="5400000">
            <a:off x="490538" y="139065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3137" name="Group 199">
            <a:extLst>
              <a:ext uri="{FF2B5EF4-FFF2-40B4-BE49-F238E27FC236}">
                <a16:creationId xmlns:a16="http://schemas.microsoft.com/office/drawing/2014/main" id="{7D924681-C098-474D-91BF-87C6F8C08FC7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1309688"/>
            <a:ext cx="373063" cy="101600"/>
            <a:chOff x="297" y="1533"/>
            <a:chExt cx="235" cy="64"/>
          </a:xfrm>
        </p:grpSpPr>
        <p:sp>
          <p:nvSpPr>
            <p:cNvPr id="213177" name="Arc 197">
              <a:extLst>
                <a:ext uri="{FF2B5EF4-FFF2-40B4-BE49-F238E27FC236}">
                  <a16:creationId xmlns:a16="http://schemas.microsoft.com/office/drawing/2014/main" id="{95922C81-28B0-0943-9FA4-9574E756706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178" name="Arc 198">
              <a:extLst>
                <a:ext uri="{FF2B5EF4-FFF2-40B4-BE49-F238E27FC236}">
                  <a16:creationId xmlns:a16="http://schemas.microsoft.com/office/drawing/2014/main" id="{F8247A26-4B8B-2440-A7AD-162DC3A08E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3138" name="Line 200">
            <a:extLst>
              <a:ext uri="{FF2B5EF4-FFF2-40B4-BE49-F238E27FC236}">
                <a16:creationId xmlns:a16="http://schemas.microsoft.com/office/drawing/2014/main" id="{FD57DBD1-8BC3-A54D-AF9D-44727D8E8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88" y="165735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39" name="Line 201">
            <a:extLst>
              <a:ext uri="{FF2B5EF4-FFF2-40B4-BE49-F238E27FC236}">
                <a16:creationId xmlns:a16="http://schemas.microsoft.com/office/drawing/2014/main" id="{2A02A55D-CADE-CD49-A0CF-F43A03482E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888" y="114935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40" name="Line 202">
            <a:extLst>
              <a:ext uri="{FF2B5EF4-FFF2-40B4-BE49-F238E27FC236}">
                <a16:creationId xmlns:a16="http://schemas.microsoft.com/office/drawing/2014/main" id="{58644757-603B-8E46-B188-4F6CFDFDFC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2488" y="122555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41" name="Rectangle 203">
            <a:extLst>
              <a:ext uri="{FF2B5EF4-FFF2-40B4-BE49-F238E27FC236}">
                <a16:creationId xmlns:a16="http://schemas.microsoft.com/office/drawing/2014/main" id="{DF962A55-4A19-A445-BCB5-BC9A38536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103313"/>
            <a:ext cx="6207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3142" name="Rectangle 204">
            <a:extLst>
              <a:ext uri="{FF2B5EF4-FFF2-40B4-BE49-F238E27FC236}">
                <a16:creationId xmlns:a16="http://schemas.microsoft.com/office/drawing/2014/main" id="{F04D3D21-38E6-7741-A2BE-0C4D341D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85725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13143" name="Rectangle 205">
            <a:extLst>
              <a:ext uri="{FF2B5EF4-FFF2-40B4-BE49-F238E27FC236}">
                <a16:creationId xmlns:a16="http://schemas.microsoft.com/office/drawing/2014/main" id="{1D8DB23B-46DC-DE41-92DA-8CFF9038E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009650"/>
            <a:ext cx="10207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213144" name="Rectangle 206">
            <a:extLst>
              <a:ext uri="{FF2B5EF4-FFF2-40B4-BE49-F238E27FC236}">
                <a16:creationId xmlns:a16="http://schemas.microsoft.com/office/drawing/2014/main" id="{A96A3459-A485-C74F-8DDB-94A049D9A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009650"/>
            <a:ext cx="909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BrWr=1</a:t>
            </a:r>
          </a:p>
        </p:txBody>
      </p:sp>
      <p:sp>
        <p:nvSpPr>
          <p:cNvPr id="213145" name="Line 207">
            <a:extLst>
              <a:ext uri="{FF2B5EF4-FFF2-40B4-BE49-F238E27FC236}">
                <a16:creationId xmlns:a16="http://schemas.microsoft.com/office/drawing/2014/main" id="{57D80EDD-45DF-EF49-9BC6-A536FA5FFD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738" y="30734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46" name="Rectangle 208">
            <a:extLst>
              <a:ext uri="{FF2B5EF4-FFF2-40B4-BE49-F238E27FC236}">
                <a16:creationId xmlns:a16="http://schemas.microsoft.com/office/drawing/2014/main" id="{55693C27-BABC-D145-B231-254B7C6E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622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3147" name="Line 209">
            <a:extLst>
              <a:ext uri="{FF2B5EF4-FFF2-40B4-BE49-F238E27FC236}">
                <a16:creationId xmlns:a16="http://schemas.microsoft.com/office/drawing/2014/main" id="{EC947646-A2CB-2C47-8450-81CBC57CA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3488" y="170815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48" name="Rectangle 210">
            <a:extLst>
              <a:ext uri="{FF2B5EF4-FFF2-40B4-BE49-F238E27FC236}">
                <a16:creationId xmlns:a16="http://schemas.microsoft.com/office/drawing/2014/main" id="{FF7703DA-F2BB-6943-8B76-AE9835CD2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140811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13149" name="Line 211">
            <a:extLst>
              <a:ext uri="{FF2B5EF4-FFF2-40B4-BE49-F238E27FC236}">
                <a16:creationId xmlns:a16="http://schemas.microsoft.com/office/drawing/2014/main" id="{5A730810-D6FE-6D4A-829F-684E7ECB66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0088" y="3422650"/>
            <a:ext cx="254000" cy="43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0" name="Line 212">
            <a:extLst>
              <a:ext uri="{FF2B5EF4-FFF2-40B4-BE49-F238E27FC236}">
                <a16:creationId xmlns:a16="http://schemas.microsoft.com/office/drawing/2014/main" id="{CA37CB18-2489-B54E-8D4D-07E8F9727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7188" y="2228850"/>
            <a:ext cx="24130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1" name="Line 213">
            <a:extLst>
              <a:ext uri="{FF2B5EF4-FFF2-40B4-BE49-F238E27FC236}">
                <a16:creationId xmlns:a16="http://schemas.microsoft.com/office/drawing/2014/main" id="{A99D7AF9-73C3-BE41-8853-2BE093051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688" y="4514850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2" name="Line 214">
            <a:extLst>
              <a:ext uri="{FF2B5EF4-FFF2-40B4-BE49-F238E27FC236}">
                <a16:creationId xmlns:a16="http://schemas.microsoft.com/office/drawing/2014/main" id="{47467F70-F09A-FF4A-8E33-D9F3EA2F6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688" y="4895850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3" name="Rectangle 215">
            <a:extLst>
              <a:ext uri="{FF2B5EF4-FFF2-40B4-BE49-F238E27FC236}">
                <a16:creationId xmlns:a16="http://schemas.microsoft.com/office/drawing/2014/main" id="{255A7B63-807B-4B42-840A-552A3FA32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4691063"/>
            <a:ext cx="6651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213154" name="Rectangle 216">
            <a:extLst>
              <a:ext uri="{FF2B5EF4-FFF2-40B4-BE49-F238E27FC236}">
                <a16:creationId xmlns:a16="http://schemas.microsoft.com/office/drawing/2014/main" id="{5349C4BD-3894-8346-8B46-31A400C2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386263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13155" name="Rectangle 217">
            <a:extLst>
              <a:ext uri="{FF2B5EF4-FFF2-40B4-BE49-F238E27FC236}">
                <a16:creationId xmlns:a16="http://schemas.microsoft.com/office/drawing/2014/main" id="{CAC49E64-9843-EB4B-82F4-DCCEDD131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4210050"/>
            <a:ext cx="85883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213156" name="Line 218">
            <a:extLst>
              <a:ext uri="{FF2B5EF4-FFF2-40B4-BE49-F238E27FC236}">
                <a16:creationId xmlns:a16="http://schemas.microsoft.com/office/drawing/2014/main" id="{C1B1AD62-50E0-ED4C-A4A5-52D2D4927B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338" y="44450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7" name="Rectangle 219">
            <a:extLst>
              <a:ext uri="{FF2B5EF4-FFF2-40B4-BE49-F238E27FC236}">
                <a16:creationId xmlns:a16="http://schemas.microsoft.com/office/drawing/2014/main" id="{93366121-FDD2-8941-A01D-AA3558292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5386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3158" name="Line 220">
            <a:extLst>
              <a:ext uri="{FF2B5EF4-FFF2-40B4-BE49-F238E27FC236}">
                <a16:creationId xmlns:a16="http://schemas.microsoft.com/office/drawing/2014/main" id="{7303FB3A-E4E6-7B4D-9166-BAA0E4F4F5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338" y="48260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59" name="Rectangle 221">
            <a:extLst>
              <a:ext uri="{FF2B5EF4-FFF2-40B4-BE49-F238E27FC236}">
                <a16:creationId xmlns:a16="http://schemas.microsoft.com/office/drawing/2014/main" id="{19368C9C-5408-3847-A65D-18F8D9206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9196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3160" name="Rectangle 222">
            <a:extLst>
              <a:ext uri="{FF2B5EF4-FFF2-40B4-BE49-F238E27FC236}">
                <a16:creationId xmlns:a16="http://schemas.microsoft.com/office/drawing/2014/main" id="{BD9756BE-4271-AD4D-A05B-0F3ABBFDD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988" y="4298950"/>
            <a:ext cx="1117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3161" name="Line 223">
            <a:extLst>
              <a:ext uri="{FF2B5EF4-FFF2-40B4-BE49-F238E27FC236}">
                <a16:creationId xmlns:a16="http://schemas.microsoft.com/office/drawing/2014/main" id="{CF238417-2BEF-FA42-A0A2-25840283A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388" y="44386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62" name="Rectangle 224">
            <a:extLst>
              <a:ext uri="{FF2B5EF4-FFF2-40B4-BE49-F238E27FC236}">
                <a16:creationId xmlns:a16="http://schemas.microsoft.com/office/drawing/2014/main" id="{A02684EC-047D-5A4E-968E-2B5CD84C7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2275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213163" name="Line 225">
            <a:extLst>
              <a:ext uri="{FF2B5EF4-FFF2-40B4-BE49-F238E27FC236}">
                <a16:creationId xmlns:a16="http://schemas.microsoft.com/office/drawing/2014/main" id="{FF09166E-7EE0-594F-9B12-1D54319C1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388" y="46672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64" name="Rectangle 226">
            <a:extLst>
              <a:ext uri="{FF2B5EF4-FFF2-40B4-BE49-F238E27FC236}">
                <a16:creationId xmlns:a16="http://schemas.microsoft.com/office/drawing/2014/main" id="{6D3D4F51-B2C8-494A-8F7C-2C4351C7F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4456113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Rtype</a:t>
            </a:r>
          </a:p>
        </p:txBody>
      </p:sp>
      <p:sp>
        <p:nvSpPr>
          <p:cNvPr id="213165" name="Line 229">
            <a:extLst>
              <a:ext uri="{FF2B5EF4-FFF2-40B4-BE49-F238E27FC236}">
                <a16:creationId xmlns:a16="http://schemas.microsoft.com/office/drawing/2014/main" id="{55391470-8136-964A-969F-77B43D718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388" y="512445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66" name="Rectangle 230">
            <a:extLst>
              <a:ext uri="{FF2B5EF4-FFF2-40B4-BE49-F238E27FC236}">
                <a16:creationId xmlns:a16="http://schemas.microsoft.com/office/drawing/2014/main" id="{9576AC86-129A-7E48-8949-B3F8E9F26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4913313"/>
            <a:ext cx="8826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3167" name="Rectangle 231">
            <a:extLst>
              <a:ext uri="{FF2B5EF4-FFF2-40B4-BE49-F238E27FC236}">
                <a16:creationId xmlns:a16="http://schemas.microsoft.com/office/drawing/2014/main" id="{0DE92F48-9FFF-BC46-9D4E-9EF3A4E6B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080000"/>
            <a:ext cx="2651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13168" name="Line 233">
            <a:extLst>
              <a:ext uri="{FF2B5EF4-FFF2-40B4-BE49-F238E27FC236}">
                <a16:creationId xmlns:a16="http://schemas.microsoft.com/office/drawing/2014/main" id="{EFEE61DC-E124-2B46-B1F9-01EA76A10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038" y="4870450"/>
            <a:ext cx="863600" cy="0"/>
          </a:xfrm>
          <a:prstGeom prst="line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169" name="Rectangle 237">
            <a:extLst>
              <a:ext uri="{FF2B5EF4-FFF2-40B4-BE49-F238E27FC236}">
                <a16:creationId xmlns:a16="http://schemas.microsoft.com/office/drawing/2014/main" id="{0DC526C8-5590-FD4F-BED9-698739EFE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01613"/>
            <a:ext cx="7085012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寄存器取 </a:t>
            </a:r>
            <a:r>
              <a:rPr lang="en-US" altLang="zh-CN" sz="2800">
                <a:solidFill>
                  <a:srgbClr val="A50021"/>
                </a:solidFill>
                <a:ea typeface="宋体" panose="02010600030101010101" pitchFamily="2" charset="-122"/>
              </a:rPr>
              <a:t>/ </a:t>
            </a: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指令译码周期（第二个周期）</a:t>
            </a:r>
          </a:p>
        </p:txBody>
      </p:sp>
      <p:grpSp>
        <p:nvGrpSpPr>
          <p:cNvPr id="61682" name="Group 242">
            <a:extLst>
              <a:ext uri="{FF2B5EF4-FFF2-40B4-BE49-F238E27FC236}">
                <a16:creationId xmlns:a16="http://schemas.microsoft.com/office/drawing/2014/main" id="{D8A8CB21-36FD-A143-BB01-E684464EC35A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4684713"/>
            <a:ext cx="3352800" cy="1492250"/>
            <a:chOff x="238" y="2951"/>
            <a:chExt cx="2112" cy="940"/>
          </a:xfrm>
        </p:grpSpPr>
        <p:sp>
          <p:nvSpPr>
            <p:cNvPr id="213172" name="Rectangle 228">
              <a:extLst>
                <a:ext uri="{FF2B5EF4-FFF2-40B4-BE49-F238E27FC236}">
                  <a16:creationId xmlns:a16="http://schemas.microsoft.com/office/drawing/2014/main" id="{60D9C92A-1CF1-2645-B0C7-B72F4A7FF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2951"/>
              <a:ext cx="2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Ori</a:t>
              </a:r>
            </a:p>
          </p:txBody>
        </p:sp>
        <p:sp>
          <p:nvSpPr>
            <p:cNvPr id="213173" name="Text Box 238">
              <a:extLst>
                <a:ext uri="{FF2B5EF4-FFF2-40B4-BE49-F238E27FC236}">
                  <a16:creationId xmlns:a16="http://schemas.microsoft.com/office/drawing/2014/main" id="{17FF6BF8-8A2A-3545-956D-98C3C2BB1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" y="3641"/>
              <a:ext cx="21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指令译码输出为：</a:t>
              </a:r>
              <a:r>
                <a:rPr lang="en-US" altLang="zh-CN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</a:t>
              </a:r>
            </a:p>
          </p:txBody>
        </p:sp>
        <p:grpSp>
          <p:nvGrpSpPr>
            <p:cNvPr id="213174" name="Group 240">
              <a:extLst>
                <a:ext uri="{FF2B5EF4-FFF2-40B4-BE49-F238E27FC236}">
                  <a16:creationId xmlns:a16="http://schemas.microsoft.com/office/drawing/2014/main" id="{95A2FD92-9BF6-5647-93FE-3A512C151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" y="2970"/>
              <a:ext cx="856" cy="192"/>
              <a:chOff x="357" y="3438"/>
              <a:chExt cx="856" cy="192"/>
            </a:xfrm>
          </p:grpSpPr>
          <p:sp>
            <p:nvSpPr>
              <p:cNvPr id="213175" name="Line 234">
                <a:extLst>
                  <a:ext uri="{FF2B5EF4-FFF2-40B4-BE49-F238E27FC236}">
                    <a16:creationId xmlns:a16="http://schemas.microsoft.com/office/drawing/2014/main" id="{3C3CB12B-CF37-C041-B55A-F942D1943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9" y="3536"/>
                <a:ext cx="544" cy="0"/>
              </a:xfrm>
              <a:prstGeom prst="line">
                <a:avLst/>
              </a:prstGeom>
              <a:noFill/>
              <a:ln w="63500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176" name="Oval 239">
                <a:extLst>
                  <a:ext uri="{FF2B5EF4-FFF2-40B4-BE49-F238E27FC236}">
                    <a16:creationId xmlns:a16="http://schemas.microsoft.com/office/drawing/2014/main" id="{5C3D0172-4D75-8A4C-A330-E745F21B4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" y="3438"/>
                <a:ext cx="457" cy="192"/>
              </a:xfrm>
              <a:prstGeom prst="ellips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683" name="Text Box 243">
            <a:extLst>
              <a:ext uri="{FF2B5EF4-FFF2-40B4-BE49-F238E27FC236}">
                <a16:creationId xmlns:a16="http://schemas.microsoft.com/office/drawing/2014/main" id="{E1D0DA79-59F0-E349-8C64-C9FB1596E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5848350"/>
            <a:ext cx="5780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下面第三个周期就是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指令的第一个执行周期！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8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5C473CA3-3F5C-7A48-A140-804CC782E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165100"/>
            <a:ext cx="770096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Ori </a:t>
            </a:r>
            <a:r>
              <a:rPr lang="zh-CN" altLang="en-US">
                <a:ea typeface="宋体" panose="02010600030101010101" pitchFamily="2" charset="-122"/>
              </a:rPr>
              <a:t>指令执行周期（第三个周期）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62E8E7DB-A671-8F4A-ADA3-A25DCA3C5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" y="6858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ALU output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busA or ZeroExt[Imm16]</a:t>
            </a:r>
          </a:p>
        </p:txBody>
      </p:sp>
      <p:sp>
        <p:nvSpPr>
          <p:cNvPr id="215044" name="Rectangle 4">
            <a:extLst>
              <a:ext uri="{FF2B5EF4-FFF2-40B4-BE49-F238E27FC236}">
                <a16:creationId xmlns:a16="http://schemas.microsoft.com/office/drawing/2014/main" id="{80393861-3A96-CC4C-A3C2-F604E8775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45" name="Rectangle 5">
            <a:extLst>
              <a:ext uri="{FF2B5EF4-FFF2-40B4-BE49-F238E27FC236}">
                <a16:creationId xmlns:a16="http://schemas.microsoft.com/office/drawing/2014/main" id="{6A1AEE26-0887-7646-9EC9-9DC9EB3D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6020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5046" name="Rectangle 7">
            <a:extLst>
              <a:ext uri="{FF2B5EF4-FFF2-40B4-BE49-F238E27FC236}">
                <a16:creationId xmlns:a16="http://schemas.microsoft.com/office/drawing/2014/main" id="{014522D5-62C2-D745-BA99-019E03D10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2910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15047" name="Rectangle 8">
            <a:extLst>
              <a:ext uri="{FF2B5EF4-FFF2-40B4-BE49-F238E27FC236}">
                <a16:creationId xmlns:a16="http://schemas.microsoft.com/office/drawing/2014/main" id="{E30E93AD-FD95-1F45-B412-D726B68E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3004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15048" name="Line 9">
            <a:extLst>
              <a:ext uri="{FF2B5EF4-FFF2-40B4-BE49-F238E27FC236}">
                <a16:creationId xmlns:a16="http://schemas.microsoft.com/office/drawing/2014/main" id="{C146D218-6503-4F41-A01D-758E86A435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429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49" name="Line 13">
            <a:extLst>
              <a:ext uri="{FF2B5EF4-FFF2-40B4-BE49-F238E27FC236}">
                <a16:creationId xmlns:a16="http://schemas.microsoft.com/office/drawing/2014/main" id="{741185F1-418F-A741-A2C7-315AE3D03F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495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50" name="Line 14">
            <a:extLst>
              <a:ext uri="{FF2B5EF4-FFF2-40B4-BE49-F238E27FC236}">
                <a16:creationId xmlns:a16="http://schemas.microsoft.com/office/drawing/2014/main" id="{6FCB0787-A0A7-0442-A78B-677344D575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425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51" name="Rectangle 15">
            <a:extLst>
              <a:ext uri="{FF2B5EF4-FFF2-40B4-BE49-F238E27FC236}">
                <a16:creationId xmlns:a16="http://schemas.microsoft.com/office/drawing/2014/main" id="{E5423127-1B62-AA45-A0EF-ACC04C3F8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519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52" name="Line 16">
            <a:extLst>
              <a:ext uri="{FF2B5EF4-FFF2-40B4-BE49-F238E27FC236}">
                <a16:creationId xmlns:a16="http://schemas.microsoft.com/office/drawing/2014/main" id="{50F9C242-101D-8746-9523-BF049A8036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419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53" name="Line 17">
            <a:extLst>
              <a:ext uri="{FF2B5EF4-FFF2-40B4-BE49-F238E27FC236}">
                <a16:creationId xmlns:a16="http://schemas.microsoft.com/office/drawing/2014/main" id="{028499E2-F46F-744C-A253-B8DDE3E656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49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54" name="Rectangle 18">
            <a:extLst>
              <a:ext uri="{FF2B5EF4-FFF2-40B4-BE49-F238E27FC236}">
                <a16:creationId xmlns:a16="http://schemas.microsoft.com/office/drawing/2014/main" id="{5D573164-B6D4-354A-95B9-9EE019B8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062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55" name="Rectangle 19">
            <a:extLst>
              <a:ext uri="{FF2B5EF4-FFF2-40B4-BE49-F238E27FC236}">
                <a16:creationId xmlns:a16="http://schemas.microsoft.com/office/drawing/2014/main" id="{DBE6B7E8-E3DD-C54D-A7AE-25BDFC5D0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1894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15056" name="Line 20">
            <a:extLst>
              <a:ext uri="{FF2B5EF4-FFF2-40B4-BE49-F238E27FC236}">
                <a16:creationId xmlns:a16="http://schemas.microsoft.com/office/drawing/2014/main" id="{4432D9E6-9E12-A042-B506-0B03F2372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09" name="Rectangle 21">
            <a:extLst>
              <a:ext uri="{FF2B5EF4-FFF2-40B4-BE49-F238E27FC236}">
                <a16:creationId xmlns:a16="http://schemas.microsoft.com/office/drawing/2014/main" id="{C38639BA-3781-9240-B230-C2EDE51FA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1510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15058" name="Line 22">
            <a:extLst>
              <a:ext uri="{FF2B5EF4-FFF2-40B4-BE49-F238E27FC236}">
                <a16:creationId xmlns:a16="http://schemas.microsoft.com/office/drawing/2014/main" id="{6ABC5260-1C46-DF4E-AFAF-EAB32DEF83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718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59" name="Line 23">
            <a:extLst>
              <a:ext uri="{FF2B5EF4-FFF2-40B4-BE49-F238E27FC236}">
                <a16:creationId xmlns:a16="http://schemas.microsoft.com/office/drawing/2014/main" id="{5DFB5D48-0558-534B-AB17-59C7676660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673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60" name="Rectangle 24">
            <a:extLst>
              <a:ext uri="{FF2B5EF4-FFF2-40B4-BE49-F238E27FC236}">
                <a16:creationId xmlns:a16="http://schemas.microsoft.com/office/drawing/2014/main" id="{946AE0AC-B6D2-544D-9BE2-FD864B262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462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5061" name="Group 34">
            <a:extLst>
              <a:ext uri="{FF2B5EF4-FFF2-40B4-BE49-F238E27FC236}">
                <a16:creationId xmlns:a16="http://schemas.microsoft.com/office/drawing/2014/main" id="{3C27C573-B229-9D47-BBF2-EAFAB90257ED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3060700"/>
            <a:ext cx="381000" cy="1295400"/>
            <a:chOff x="4944" y="1928"/>
            <a:chExt cx="240" cy="816"/>
          </a:xfrm>
        </p:grpSpPr>
        <p:sp>
          <p:nvSpPr>
            <p:cNvPr id="215282" name="Line 25">
              <a:extLst>
                <a:ext uri="{FF2B5EF4-FFF2-40B4-BE49-F238E27FC236}">
                  <a16:creationId xmlns:a16="http://schemas.microsoft.com/office/drawing/2014/main" id="{8A1221F7-619B-0147-8AA2-18812EDAC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3" name="Line 26">
              <a:extLst>
                <a:ext uri="{FF2B5EF4-FFF2-40B4-BE49-F238E27FC236}">
                  <a16:creationId xmlns:a16="http://schemas.microsoft.com/office/drawing/2014/main" id="{75C70C61-3865-FA40-9AFC-EB95B14DC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4" name="Line 27">
              <a:extLst>
                <a:ext uri="{FF2B5EF4-FFF2-40B4-BE49-F238E27FC236}">
                  <a16:creationId xmlns:a16="http://schemas.microsoft.com/office/drawing/2014/main" id="{61A93859-8A0C-434C-B3C2-B44D5E1B0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5" name="Line 28">
              <a:extLst>
                <a:ext uri="{FF2B5EF4-FFF2-40B4-BE49-F238E27FC236}">
                  <a16:creationId xmlns:a16="http://schemas.microsoft.com/office/drawing/2014/main" id="{C93FDEF8-413C-F04A-83EE-E99316D55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6" name="Line 29">
              <a:extLst>
                <a:ext uri="{FF2B5EF4-FFF2-40B4-BE49-F238E27FC236}">
                  <a16:creationId xmlns:a16="http://schemas.microsoft.com/office/drawing/2014/main" id="{C947C8D1-BC2C-9C4C-BF29-6FDACE7E9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7" name="Line 30">
              <a:extLst>
                <a:ext uri="{FF2B5EF4-FFF2-40B4-BE49-F238E27FC236}">
                  <a16:creationId xmlns:a16="http://schemas.microsoft.com/office/drawing/2014/main" id="{A20A7C98-CF8F-824C-AA65-2847F3578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88" name="Rectangle 31">
              <a:extLst>
                <a:ext uri="{FF2B5EF4-FFF2-40B4-BE49-F238E27FC236}">
                  <a16:creationId xmlns:a16="http://schemas.microsoft.com/office/drawing/2014/main" id="{5D8B8AED-1B37-2040-906C-2709033738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15289" name="Line 32">
              <a:extLst>
                <a:ext uri="{FF2B5EF4-FFF2-40B4-BE49-F238E27FC236}">
                  <a16:creationId xmlns:a16="http://schemas.microsoft.com/office/drawing/2014/main" id="{44E11B43-CB1F-5348-A41E-2B407A6BF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0" name="Line 33">
              <a:extLst>
                <a:ext uri="{FF2B5EF4-FFF2-40B4-BE49-F238E27FC236}">
                  <a16:creationId xmlns:a16="http://schemas.microsoft.com/office/drawing/2014/main" id="{DB17B086-5A33-CD4A-B5B0-A4C22F4BC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062" name="Line 35">
            <a:extLst>
              <a:ext uri="{FF2B5EF4-FFF2-40B4-BE49-F238E27FC236}">
                <a16:creationId xmlns:a16="http://schemas.microsoft.com/office/drawing/2014/main" id="{8C67521A-B74F-194D-8DC7-924E641162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4191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63" name="Line 36">
            <a:extLst>
              <a:ext uri="{FF2B5EF4-FFF2-40B4-BE49-F238E27FC236}">
                <a16:creationId xmlns:a16="http://schemas.microsoft.com/office/drawing/2014/main" id="{75540457-0162-F64F-B286-7987F00CBE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121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64" name="Rectangle 37">
            <a:extLst>
              <a:ext uri="{FF2B5EF4-FFF2-40B4-BE49-F238E27FC236}">
                <a16:creationId xmlns:a16="http://schemas.microsoft.com/office/drawing/2014/main" id="{6D9BF972-7D02-C94F-9099-4B7295144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2148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65" name="Line 38">
            <a:extLst>
              <a:ext uri="{FF2B5EF4-FFF2-40B4-BE49-F238E27FC236}">
                <a16:creationId xmlns:a16="http://schemas.microsoft.com/office/drawing/2014/main" id="{9ABB8315-78E0-1445-86D6-D08645FA8A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9624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66" name="Line 39">
            <a:extLst>
              <a:ext uri="{FF2B5EF4-FFF2-40B4-BE49-F238E27FC236}">
                <a16:creationId xmlns:a16="http://schemas.microsoft.com/office/drawing/2014/main" id="{AE30E7E5-97B9-F643-9944-89D7719810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892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67" name="Rectangle 40">
            <a:extLst>
              <a:ext uri="{FF2B5EF4-FFF2-40B4-BE49-F238E27FC236}">
                <a16:creationId xmlns:a16="http://schemas.microsoft.com/office/drawing/2014/main" id="{4583D22A-3151-7740-86C7-1CA461644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986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68" name="Line 41">
            <a:extLst>
              <a:ext uri="{FF2B5EF4-FFF2-40B4-BE49-F238E27FC236}">
                <a16:creationId xmlns:a16="http://schemas.microsoft.com/office/drawing/2014/main" id="{BBD208A3-74C6-D648-A77F-0908C82DF7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178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30" name="Rectangle 42">
            <a:extLst>
              <a:ext uri="{FF2B5EF4-FFF2-40B4-BE49-F238E27FC236}">
                <a16:creationId xmlns:a16="http://schemas.microsoft.com/office/drawing/2014/main" id="{FE8369D7-3E15-7B46-AA51-084269002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900738"/>
            <a:ext cx="13064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 dirty="0" err="1">
                <a:solidFill>
                  <a:schemeClr val="accent2"/>
                </a:solidFill>
                <a:ea typeface="宋体" panose="02010600030101010101" pitchFamily="2" charset="-122"/>
              </a:rPr>
              <a:t>ALUOp</a:t>
            </a:r>
            <a:r>
              <a:rPr lang="en-US" altLang="zh-CN" u="sng" dirty="0">
                <a:solidFill>
                  <a:schemeClr val="accent2"/>
                </a:solidFill>
                <a:ea typeface="宋体" panose="02010600030101010101" pitchFamily="2" charset="-122"/>
              </a:rPr>
              <a:t>=Ori</a:t>
            </a:r>
          </a:p>
        </p:txBody>
      </p:sp>
      <p:grpSp>
        <p:nvGrpSpPr>
          <p:cNvPr id="215070" name="Group 45">
            <a:extLst>
              <a:ext uri="{FF2B5EF4-FFF2-40B4-BE49-F238E27FC236}">
                <a16:creationId xmlns:a16="http://schemas.microsoft.com/office/drawing/2014/main" id="{BCC58866-2D15-8B41-9894-95D693477FF6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572000"/>
            <a:ext cx="903287" cy="577850"/>
            <a:chOff x="4681" y="2880"/>
            <a:chExt cx="569" cy="364"/>
          </a:xfrm>
        </p:grpSpPr>
        <p:sp>
          <p:nvSpPr>
            <p:cNvPr id="215280" name="Rectangle 43">
              <a:extLst>
                <a:ext uri="{FF2B5EF4-FFF2-40B4-BE49-F238E27FC236}">
                  <a16:creationId xmlns:a16="http://schemas.microsoft.com/office/drawing/2014/main" id="{E0063931-BA7F-D841-B701-197DD5309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81" name="Rectangle 44">
              <a:extLst>
                <a:ext uri="{FF2B5EF4-FFF2-40B4-BE49-F238E27FC236}">
                  <a16:creationId xmlns:a16="http://schemas.microsoft.com/office/drawing/2014/main" id="{C5BFAB2F-24DD-2547-A16E-86583A015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15071" name="Line 46">
            <a:extLst>
              <a:ext uri="{FF2B5EF4-FFF2-40B4-BE49-F238E27FC236}">
                <a16:creationId xmlns:a16="http://schemas.microsoft.com/office/drawing/2014/main" id="{AD3B39E9-2EA8-D74F-BF09-5D0DEFB59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50927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2" name="Rectangle 47">
            <a:extLst>
              <a:ext uri="{FF2B5EF4-FFF2-40B4-BE49-F238E27FC236}">
                <a16:creationId xmlns:a16="http://schemas.microsoft.com/office/drawing/2014/main" id="{965BE6B8-F524-504C-9CFB-FE51DC9B3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1369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3" name="Oval 48">
            <a:extLst>
              <a:ext uri="{FF2B5EF4-FFF2-40B4-BE49-F238E27FC236}">
                <a16:creationId xmlns:a16="http://schemas.microsoft.com/office/drawing/2014/main" id="{043A23B6-690C-7E42-B486-0884C3D5F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6609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4" name="Rectangle 49">
            <a:extLst>
              <a:ext uri="{FF2B5EF4-FFF2-40B4-BE49-F238E27FC236}">
                <a16:creationId xmlns:a16="http://schemas.microsoft.com/office/drawing/2014/main" id="{25EED186-23DB-5242-83D1-5E835D7265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6774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15075" name="Line 50">
            <a:extLst>
              <a:ext uri="{FF2B5EF4-FFF2-40B4-BE49-F238E27FC236}">
                <a16:creationId xmlns:a16="http://schemas.microsoft.com/office/drawing/2014/main" id="{176BB224-1C94-ED46-9FC9-0C0236E15E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5052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6" name="Line 51">
            <a:extLst>
              <a:ext uri="{FF2B5EF4-FFF2-40B4-BE49-F238E27FC236}">
                <a16:creationId xmlns:a16="http://schemas.microsoft.com/office/drawing/2014/main" id="{811D0683-8174-C048-ADD3-0DBBA8D95E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77" name="Rectangle 52">
            <a:extLst>
              <a:ext uri="{FF2B5EF4-FFF2-40B4-BE49-F238E27FC236}">
                <a16:creationId xmlns:a16="http://schemas.microsoft.com/office/drawing/2014/main" id="{D94D8F03-3936-3848-9FC7-27AB8AC9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529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78" name="Line 53">
            <a:extLst>
              <a:ext uri="{FF2B5EF4-FFF2-40B4-BE49-F238E27FC236}">
                <a16:creationId xmlns:a16="http://schemas.microsoft.com/office/drawing/2014/main" id="{251FA2B2-465E-B94F-BF33-549054F05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42" name="Rectangle 54">
            <a:extLst>
              <a:ext uri="{FF2B5EF4-FFF2-40B4-BE49-F238E27FC236}">
                <a16:creationId xmlns:a16="http://schemas.microsoft.com/office/drawing/2014/main" id="{C7D03BF7-796F-484C-97D1-47575E030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1510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15080" name="Line 55">
            <a:extLst>
              <a:ext uri="{FF2B5EF4-FFF2-40B4-BE49-F238E27FC236}">
                <a16:creationId xmlns:a16="http://schemas.microsoft.com/office/drawing/2014/main" id="{7A860671-970E-4F45-A541-DA0345AFF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13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1" name="Line 56">
            <a:extLst>
              <a:ext uri="{FF2B5EF4-FFF2-40B4-BE49-F238E27FC236}">
                <a16:creationId xmlns:a16="http://schemas.microsoft.com/office/drawing/2014/main" id="{E9EC3D19-EB41-8A4E-96C9-F73AF004B5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2" name="Rectangle 57">
            <a:extLst>
              <a:ext uri="{FF2B5EF4-FFF2-40B4-BE49-F238E27FC236}">
                <a16:creationId xmlns:a16="http://schemas.microsoft.com/office/drawing/2014/main" id="{0FD365B1-2303-8C4F-A5B5-3F4DD64E9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919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083" name="Line 58">
            <a:extLst>
              <a:ext uri="{FF2B5EF4-FFF2-40B4-BE49-F238E27FC236}">
                <a16:creationId xmlns:a16="http://schemas.microsoft.com/office/drawing/2014/main" id="{8D8A6C9C-795A-2E42-B3E7-E3BF23B55C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4257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4" name="Line 59">
            <a:extLst>
              <a:ext uri="{FF2B5EF4-FFF2-40B4-BE49-F238E27FC236}">
                <a16:creationId xmlns:a16="http://schemas.microsoft.com/office/drawing/2014/main" id="{4C5A2792-7FCD-7B44-A9C4-BCC911845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7432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85" name="Rectangle 60">
            <a:extLst>
              <a:ext uri="{FF2B5EF4-FFF2-40B4-BE49-F238E27FC236}">
                <a16:creationId xmlns:a16="http://schemas.microsoft.com/office/drawing/2014/main" id="{616D038C-7AC4-1A4E-BF32-91ABE660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86" name="Rectangle 61">
            <a:extLst>
              <a:ext uri="{FF2B5EF4-FFF2-40B4-BE49-F238E27FC236}">
                <a16:creationId xmlns:a16="http://schemas.microsoft.com/office/drawing/2014/main" id="{9A6C716C-9A57-AE49-ADA9-4C834F96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36782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15087" name="Rectangle 62">
            <a:extLst>
              <a:ext uri="{FF2B5EF4-FFF2-40B4-BE49-F238E27FC236}">
                <a16:creationId xmlns:a16="http://schemas.microsoft.com/office/drawing/2014/main" id="{1B406D91-886E-0544-ABE7-CEE5F2B70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480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15088" name="Rectangle 63">
            <a:extLst>
              <a:ext uri="{FF2B5EF4-FFF2-40B4-BE49-F238E27FC236}">
                <a16:creationId xmlns:a16="http://schemas.microsoft.com/office/drawing/2014/main" id="{068BF9F6-1406-3F42-99D3-0DD710213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862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15089" name="Rectangle 64">
            <a:extLst>
              <a:ext uri="{FF2B5EF4-FFF2-40B4-BE49-F238E27FC236}">
                <a16:creationId xmlns:a16="http://schemas.microsoft.com/office/drawing/2014/main" id="{E22BCFC7-4887-C045-8AE8-1954B2F34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2910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15090" name="Rectangle 65">
            <a:extLst>
              <a:ext uri="{FF2B5EF4-FFF2-40B4-BE49-F238E27FC236}">
                <a16:creationId xmlns:a16="http://schemas.microsoft.com/office/drawing/2014/main" id="{50DF363C-E16B-7743-9ACC-75054E08C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452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15091" name="Line 66">
            <a:extLst>
              <a:ext uri="{FF2B5EF4-FFF2-40B4-BE49-F238E27FC236}">
                <a16:creationId xmlns:a16="http://schemas.microsoft.com/office/drawing/2014/main" id="{25B977AF-2569-9D4B-BCC5-BC83FAAA00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657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2" name="Line 67">
            <a:extLst>
              <a:ext uri="{FF2B5EF4-FFF2-40B4-BE49-F238E27FC236}">
                <a16:creationId xmlns:a16="http://schemas.microsoft.com/office/drawing/2014/main" id="{3FD82343-EE8E-FC4D-9ECE-B2ABB5E13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3" name="Rectangle 68">
            <a:extLst>
              <a:ext uri="{FF2B5EF4-FFF2-40B4-BE49-F238E27FC236}">
                <a16:creationId xmlns:a16="http://schemas.microsoft.com/office/drawing/2014/main" id="{3E11BE40-F341-7645-811D-C16EBCD3A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5094" name="Line 69">
            <a:extLst>
              <a:ext uri="{FF2B5EF4-FFF2-40B4-BE49-F238E27FC236}">
                <a16:creationId xmlns:a16="http://schemas.microsoft.com/office/drawing/2014/main" id="{2A7BDDCD-1440-2D48-9F71-B198F88770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276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5" name="Line 70">
            <a:extLst>
              <a:ext uri="{FF2B5EF4-FFF2-40B4-BE49-F238E27FC236}">
                <a16:creationId xmlns:a16="http://schemas.microsoft.com/office/drawing/2014/main" id="{5EF1B068-762A-1642-8793-CB2A7D4C6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6" name="Rectangle 71">
            <a:extLst>
              <a:ext uri="{FF2B5EF4-FFF2-40B4-BE49-F238E27FC236}">
                <a16:creationId xmlns:a16="http://schemas.microsoft.com/office/drawing/2014/main" id="{FCD16183-BE81-B04C-B6E9-0D3CAD1E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00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5097" name="Line 72">
            <a:extLst>
              <a:ext uri="{FF2B5EF4-FFF2-40B4-BE49-F238E27FC236}">
                <a16:creationId xmlns:a16="http://schemas.microsoft.com/office/drawing/2014/main" id="{AF03E3B8-F2D7-C34E-80C8-0750A605F7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2963" y="36576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8" name="Line 73">
            <a:extLst>
              <a:ext uri="{FF2B5EF4-FFF2-40B4-BE49-F238E27FC236}">
                <a16:creationId xmlns:a16="http://schemas.microsoft.com/office/drawing/2014/main" id="{DDBDB76F-8A67-DE4B-83A2-3789615148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5877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9" name="Rectangle 74">
            <a:extLst>
              <a:ext uri="{FF2B5EF4-FFF2-40B4-BE49-F238E27FC236}">
                <a16:creationId xmlns:a16="http://schemas.microsoft.com/office/drawing/2014/main" id="{CFF570DB-57BA-6A42-A1FF-1E7DBE59B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681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100" name="Rectangle 75">
            <a:extLst>
              <a:ext uri="{FF2B5EF4-FFF2-40B4-BE49-F238E27FC236}">
                <a16:creationId xmlns:a16="http://schemas.microsoft.com/office/drawing/2014/main" id="{FD03B9E8-0A1B-884D-BD0E-E0299AC93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3512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15101" name="Line 76">
            <a:extLst>
              <a:ext uri="{FF2B5EF4-FFF2-40B4-BE49-F238E27FC236}">
                <a16:creationId xmlns:a16="http://schemas.microsoft.com/office/drawing/2014/main" id="{B1EE6E69-4B89-EE4B-A99C-AF73C0CFE8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2672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2" name="Line 77">
            <a:extLst>
              <a:ext uri="{FF2B5EF4-FFF2-40B4-BE49-F238E27FC236}">
                <a16:creationId xmlns:a16="http://schemas.microsoft.com/office/drawing/2014/main" id="{A2D51342-AE93-C64A-BE38-EA467D3A42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197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3" name="Rectangle 78">
            <a:extLst>
              <a:ext uri="{FF2B5EF4-FFF2-40B4-BE49-F238E27FC236}">
                <a16:creationId xmlns:a16="http://schemas.microsoft.com/office/drawing/2014/main" id="{7901D23E-97CB-9F42-9583-CBC535F0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291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104" name="Rectangle 79">
            <a:extLst>
              <a:ext uri="{FF2B5EF4-FFF2-40B4-BE49-F238E27FC236}">
                <a16:creationId xmlns:a16="http://schemas.microsoft.com/office/drawing/2014/main" id="{56B1EC55-F6C1-E24B-84EF-FA7C00298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40624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15105" name="Line 80">
            <a:extLst>
              <a:ext uri="{FF2B5EF4-FFF2-40B4-BE49-F238E27FC236}">
                <a16:creationId xmlns:a16="http://schemas.microsoft.com/office/drawing/2014/main" id="{5FB830A7-6CD2-3D40-ABEE-2941D2230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69" name="Rectangle 81">
            <a:extLst>
              <a:ext uri="{FF2B5EF4-FFF2-40B4-BE49-F238E27FC236}">
                <a16:creationId xmlns:a16="http://schemas.microsoft.com/office/drawing/2014/main" id="{8AEACC11-32B3-B54C-AD8C-FFB63311A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151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15107" name="Line 82">
            <a:extLst>
              <a:ext uri="{FF2B5EF4-FFF2-40B4-BE49-F238E27FC236}">
                <a16:creationId xmlns:a16="http://schemas.microsoft.com/office/drawing/2014/main" id="{3C5C0408-A4B2-F144-A38F-0CAC263BD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2893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8" name="Rectangle 83">
            <a:extLst>
              <a:ext uri="{FF2B5EF4-FFF2-40B4-BE49-F238E27FC236}">
                <a16:creationId xmlns:a16="http://schemas.microsoft.com/office/drawing/2014/main" id="{B4956CD0-C1FE-EA48-81D8-A368A0ED7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15109" name="Rectangle 84">
            <a:extLst>
              <a:ext uri="{FF2B5EF4-FFF2-40B4-BE49-F238E27FC236}">
                <a16:creationId xmlns:a16="http://schemas.microsoft.com/office/drawing/2014/main" id="{DD1BAE92-4339-A643-BEE6-087866B5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376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15110" name="Group 92">
            <a:extLst>
              <a:ext uri="{FF2B5EF4-FFF2-40B4-BE49-F238E27FC236}">
                <a16:creationId xmlns:a16="http://schemas.microsoft.com/office/drawing/2014/main" id="{4C3416D9-A237-8A42-8B62-C397F9ED00E3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746500"/>
            <a:ext cx="333375" cy="946150"/>
            <a:chOff x="2602" y="2360"/>
            <a:chExt cx="210" cy="596"/>
          </a:xfrm>
        </p:grpSpPr>
        <p:sp>
          <p:nvSpPr>
            <p:cNvPr id="215273" name="Line 85">
              <a:extLst>
                <a:ext uri="{FF2B5EF4-FFF2-40B4-BE49-F238E27FC236}">
                  <a16:creationId xmlns:a16="http://schemas.microsoft.com/office/drawing/2014/main" id="{DF37D46B-B95C-474E-9B50-9AFBD1B3B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4" name="Line 86">
              <a:extLst>
                <a:ext uri="{FF2B5EF4-FFF2-40B4-BE49-F238E27FC236}">
                  <a16:creationId xmlns:a16="http://schemas.microsoft.com/office/drawing/2014/main" id="{6F71372E-F927-D14A-963A-D09C3CE05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5" name="Line 87">
              <a:extLst>
                <a:ext uri="{FF2B5EF4-FFF2-40B4-BE49-F238E27FC236}">
                  <a16:creationId xmlns:a16="http://schemas.microsoft.com/office/drawing/2014/main" id="{5A62BD8E-BAC7-8847-A8BB-2CF04A18E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6" name="Line 88">
              <a:extLst>
                <a:ext uri="{FF2B5EF4-FFF2-40B4-BE49-F238E27FC236}">
                  <a16:creationId xmlns:a16="http://schemas.microsoft.com/office/drawing/2014/main" id="{C1C06067-C27C-D74F-8E7D-B1564BB4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7" name="Rectangle 89">
              <a:extLst>
                <a:ext uri="{FF2B5EF4-FFF2-40B4-BE49-F238E27FC236}">
                  <a16:creationId xmlns:a16="http://schemas.microsoft.com/office/drawing/2014/main" id="{F08CD209-8081-E442-B467-3CE3195D43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5278" name="Rectangle 90">
              <a:extLst>
                <a:ext uri="{FF2B5EF4-FFF2-40B4-BE49-F238E27FC236}">
                  <a16:creationId xmlns:a16="http://schemas.microsoft.com/office/drawing/2014/main" id="{26F98789-BC75-9E41-A27C-9510DBCCD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5279" name="Rectangle 91">
              <a:extLst>
                <a:ext uri="{FF2B5EF4-FFF2-40B4-BE49-F238E27FC236}">
                  <a16:creationId xmlns:a16="http://schemas.microsoft.com/office/drawing/2014/main" id="{9BFD1C2F-D992-834A-BC85-01BB9A8C7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5111" name="Line 93">
            <a:extLst>
              <a:ext uri="{FF2B5EF4-FFF2-40B4-BE49-F238E27FC236}">
                <a16:creationId xmlns:a16="http://schemas.microsoft.com/office/drawing/2014/main" id="{9C0394C4-D4BC-4442-AB87-E10E48952E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4114800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12" name="Line 94">
            <a:extLst>
              <a:ext uri="{FF2B5EF4-FFF2-40B4-BE49-F238E27FC236}">
                <a16:creationId xmlns:a16="http://schemas.microsoft.com/office/drawing/2014/main" id="{A70B84B7-DEC1-FD43-9CD1-45C81C8BD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495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13" name="Line 95">
            <a:extLst>
              <a:ext uri="{FF2B5EF4-FFF2-40B4-BE49-F238E27FC236}">
                <a16:creationId xmlns:a16="http://schemas.microsoft.com/office/drawing/2014/main" id="{B66EEA9D-1B62-EA42-93C4-393C5020B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3886200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14" name="Rectangle 96">
            <a:extLst>
              <a:ext uri="{FF2B5EF4-FFF2-40B4-BE49-F238E27FC236}">
                <a16:creationId xmlns:a16="http://schemas.microsoft.com/office/drawing/2014/main" id="{302508CB-54B7-674A-959C-344FEF3DA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465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5115" name="Rectangle 97">
            <a:extLst>
              <a:ext uri="{FF2B5EF4-FFF2-40B4-BE49-F238E27FC236}">
                <a16:creationId xmlns:a16="http://schemas.microsoft.com/office/drawing/2014/main" id="{1D998CCA-C40C-CC48-89E0-5DAED229E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4189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3586" name="Rectangle 98">
            <a:extLst>
              <a:ext uri="{FF2B5EF4-FFF2-40B4-BE49-F238E27FC236}">
                <a16:creationId xmlns:a16="http://schemas.microsoft.com/office/drawing/2014/main" id="{049B12DE-E5E6-DA49-ADD4-4755A5458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002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63587" name="Rectangle 99">
            <a:extLst>
              <a:ext uri="{FF2B5EF4-FFF2-40B4-BE49-F238E27FC236}">
                <a16:creationId xmlns:a16="http://schemas.microsoft.com/office/drawing/2014/main" id="{F95439B5-17A8-9F43-8876-F77D00C34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1336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15118" name="Group 107">
            <a:extLst>
              <a:ext uri="{FF2B5EF4-FFF2-40B4-BE49-F238E27FC236}">
                <a16:creationId xmlns:a16="http://schemas.microsoft.com/office/drawing/2014/main" id="{E7FCF028-9B95-1A47-8D60-DF58B16A4AB8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648200"/>
            <a:ext cx="941387" cy="333375"/>
            <a:chOff x="2547" y="2928"/>
            <a:chExt cx="593" cy="210"/>
          </a:xfrm>
        </p:grpSpPr>
        <p:sp>
          <p:nvSpPr>
            <p:cNvPr id="215266" name="Line 100">
              <a:extLst>
                <a:ext uri="{FF2B5EF4-FFF2-40B4-BE49-F238E27FC236}">
                  <a16:creationId xmlns:a16="http://schemas.microsoft.com/office/drawing/2014/main" id="{3BED894A-7696-224A-91AF-9ED9144FB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7" name="Line 101">
              <a:extLst>
                <a:ext uri="{FF2B5EF4-FFF2-40B4-BE49-F238E27FC236}">
                  <a16:creationId xmlns:a16="http://schemas.microsoft.com/office/drawing/2014/main" id="{2401665C-58B7-6A43-9CB0-61E59DAF5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8" name="Line 102">
              <a:extLst>
                <a:ext uri="{FF2B5EF4-FFF2-40B4-BE49-F238E27FC236}">
                  <a16:creationId xmlns:a16="http://schemas.microsoft.com/office/drawing/2014/main" id="{79B382BF-CD63-C54A-A013-11891363E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9" name="Line 103">
              <a:extLst>
                <a:ext uri="{FF2B5EF4-FFF2-40B4-BE49-F238E27FC236}">
                  <a16:creationId xmlns:a16="http://schemas.microsoft.com/office/drawing/2014/main" id="{FD341592-D3E8-7147-A7A6-854E3F586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0" name="Rectangle 104">
              <a:extLst>
                <a:ext uri="{FF2B5EF4-FFF2-40B4-BE49-F238E27FC236}">
                  <a16:creationId xmlns:a16="http://schemas.microsoft.com/office/drawing/2014/main" id="{A314D6CE-9B29-A942-83FF-DB43B6E0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5271" name="Rectangle 105">
              <a:extLst>
                <a:ext uri="{FF2B5EF4-FFF2-40B4-BE49-F238E27FC236}">
                  <a16:creationId xmlns:a16="http://schemas.microsoft.com/office/drawing/2014/main" id="{E3CA7F6B-D602-7747-AB53-C4AC4FE6B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5272" name="Rectangle 106">
              <a:extLst>
                <a:ext uri="{FF2B5EF4-FFF2-40B4-BE49-F238E27FC236}">
                  <a16:creationId xmlns:a16="http://schemas.microsoft.com/office/drawing/2014/main" id="{050AF4C2-4FC4-1945-A9ED-52A09176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5119" name="Line 108">
            <a:extLst>
              <a:ext uri="{FF2B5EF4-FFF2-40B4-BE49-F238E27FC236}">
                <a16:creationId xmlns:a16="http://schemas.microsoft.com/office/drawing/2014/main" id="{D866A9D1-3E9A-3248-AD0A-A10695F55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432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0" name="Line 109">
            <a:extLst>
              <a:ext uri="{FF2B5EF4-FFF2-40B4-BE49-F238E27FC236}">
                <a16:creationId xmlns:a16="http://schemas.microsoft.com/office/drawing/2014/main" id="{8C4C9188-5B1B-E549-AB59-44CA675AE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4196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1" name="Line 110">
            <a:extLst>
              <a:ext uri="{FF2B5EF4-FFF2-40B4-BE49-F238E27FC236}">
                <a16:creationId xmlns:a16="http://schemas.microsoft.com/office/drawing/2014/main" id="{EDEA2996-ED86-7943-83AE-F6858B2A34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419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2" name="Line 111">
            <a:extLst>
              <a:ext uri="{FF2B5EF4-FFF2-40B4-BE49-F238E27FC236}">
                <a16:creationId xmlns:a16="http://schemas.microsoft.com/office/drawing/2014/main" id="{B178EAEE-5DA5-7A40-A7E7-034D910458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432300"/>
            <a:ext cx="127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3" name="Line 112">
            <a:extLst>
              <a:ext uri="{FF2B5EF4-FFF2-40B4-BE49-F238E27FC236}">
                <a16:creationId xmlns:a16="http://schemas.microsoft.com/office/drawing/2014/main" id="{71ADB019-71E1-6D4F-8933-DB471B777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927600"/>
            <a:ext cx="0" cy="165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4" name="Line 113">
            <a:extLst>
              <a:ext uri="{FF2B5EF4-FFF2-40B4-BE49-F238E27FC236}">
                <a16:creationId xmlns:a16="http://schemas.microsoft.com/office/drawing/2014/main" id="{0BF541F8-9A57-624A-98E0-80E5F8CBC9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51054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5" name="Line 114">
            <a:extLst>
              <a:ext uri="{FF2B5EF4-FFF2-40B4-BE49-F238E27FC236}">
                <a16:creationId xmlns:a16="http://schemas.microsoft.com/office/drawing/2014/main" id="{E33F174D-A70F-1540-93E6-CAA1BCB335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8006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6" name="Line 115">
            <a:extLst>
              <a:ext uri="{FF2B5EF4-FFF2-40B4-BE49-F238E27FC236}">
                <a16:creationId xmlns:a16="http://schemas.microsoft.com/office/drawing/2014/main" id="{57463655-D91A-4E4A-ABEB-A4606DEC92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4257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04" name="Rectangle 116">
            <a:extLst>
              <a:ext uri="{FF2B5EF4-FFF2-40B4-BE49-F238E27FC236}">
                <a16:creationId xmlns:a16="http://schemas.microsoft.com/office/drawing/2014/main" id="{74062B70-A905-8642-B2D1-EE4550074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151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RegDst=0</a:t>
            </a:r>
          </a:p>
        </p:txBody>
      </p:sp>
      <p:sp>
        <p:nvSpPr>
          <p:cNvPr id="215128" name="Line 117">
            <a:extLst>
              <a:ext uri="{FF2B5EF4-FFF2-40B4-BE49-F238E27FC236}">
                <a16:creationId xmlns:a16="http://schemas.microsoft.com/office/drawing/2014/main" id="{C40E5809-BAFA-7D40-8E79-8B38010B5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403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29" name="Line 118">
            <a:extLst>
              <a:ext uri="{FF2B5EF4-FFF2-40B4-BE49-F238E27FC236}">
                <a16:creationId xmlns:a16="http://schemas.microsoft.com/office/drawing/2014/main" id="{ED8BDD08-D82D-134D-A847-5F066EF54B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5562600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0" name="Line 119">
            <a:extLst>
              <a:ext uri="{FF2B5EF4-FFF2-40B4-BE49-F238E27FC236}">
                <a16:creationId xmlns:a16="http://schemas.microsoft.com/office/drawing/2014/main" id="{AB3BA311-D156-7B4B-AEB8-56804CA62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133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131" name="Group 127">
            <a:extLst>
              <a:ext uri="{FF2B5EF4-FFF2-40B4-BE49-F238E27FC236}">
                <a16:creationId xmlns:a16="http://schemas.microsoft.com/office/drawing/2014/main" id="{6B5697AF-BFEC-DE45-9219-09A183A23209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3136900"/>
            <a:ext cx="333375" cy="946150"/>
            <a:chOff x="634" y="1976"/>
            <a:chExt cx="210" cy="596"/>
          </a:xfrm>
        </p:grpSpPr>
        <p:sp>
          <p:nvSpPr>
            <p:cNvPr id="215259" name="Line 120">
              <a:extLst>
                <a:ext uri="{FF2B5EF4-FFF2-40B4-BE49-F238E27FC236}">
                  <a16:creationId xmlns:a16="http://schemas.microsoft.com/office/drawing/2014/main" id="{9F89AC0D-A297-4C4D-907A-53C981B9C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0" name="Line 121">
              <a:extLst>
                <a:ext uri="{FF2B5EF4-FFF2-40B4-BE49-F238E27FC236}">
                  <a16:creationId xmlns:a16="http://schemas.microsoft.com/office/drawing/2014/main" id="{39348452-D0BA-F242-B3C3-F2D4A5F84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1" name="Line 122">
              <a:extLst>
                <a:ext uri="{FF2B5EF4-FFF2-40B4-BE49-F238E27FC236}">
                  <a16:creationId xmlns:a16="http://schemas.microsoft.com/office/drawing/2014/main" id="{D66E0CB4-3F41-8F4A-9D5A-2B7A88348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2" name="Line 123">
              <a:extLst>
                <a:ext uri="{FF2B5EF4-FFF2-40B4-BE49-F238E27FC236}">
                  <a16:creationId xmlns:a16="http://schemas.microsoft.com/office/drawing/2014/main" id="{3BF215B1-D9DB-CB49-888C-5612D43D1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63" name="Rectangle 124">
              <a:extLst>
                <a:ext uri="{FF2B5EF4-FFF2-40B4-BE49-F238E27FC236}">
                  <a16:creationId xmlns:a16="http://schemas.microsoft.com/office/drawing/2014/main" id="{24F892B3-6C04-2A47-9BAC-435671ED51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5264" name="Rectangle 125">
              <a:extLst>
                <a:ext uri="{FF2B5EF4-FFF2-40B4-BE49-F238E27FC236}">
                  <a16:creationId xmlns:a16="http://schemas.microsoft.com/office/drawing/2014/main" id="{581C2785-39AD-FA4C-BF41-F0A78487C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5265" name="Rectangle 126">
              <a:extLst>
                <a:ext uri="{FF2B5EF4-FFF2-40B4-BE49-F238E27FC236}">
                  <a16:creationId xmlns:a16="http://schemas.microsoft.com/office/drawing/2014/main" id="{FD941EE4-7EE1-1B4F-966B-DEF7ADE41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5132" name="Line 128">
            <a:extLst>
              <a:ext uri="{FF2B5EF4-FFF2-40B4-BE49-F238E27FC236}">
                <a16:creationId xmlns:a16="http://schemas.microsoft.com/office/drawing/2014/main" id="{815834E6-FE6F-9349-89FE-4B50AE6515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3" name="Line 129">
            <a:extLst>
              <a:ext uri="{FF2B5EF4-FFF2-40B4-BE49-F238E27FC236}">
                <a16:creationId xmlns:a16="http://schemas.microsoft.com/office/drawing/2014/main" id="{A5AB082D-32DE-7E42-BC21-D0BB27582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4" name="Rectangle 130">
            <a:extLst>
              <a:ext uri="{FF2B5EF4-FFF2-40B4-BE49-F238E27FC236}">
                <a16:creationId xmlns:a16="http://schemas.microsoft.com/office/drawing/2014/main" id="{210A9D9A-3F20-9D4C-90E1-9CFCD36E2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135" name="Line 131">
            <a:extLst>
              <a:ext uri="{FF2B5EF4-FFF2-40B4-BE49-F238E27FC236}">
                <a16:creationId xmlns:a16="http://schemas.microsoft.com/office/drawing/2014/main" id="{FEBF879D-D4B8-9748-8BD1-8E6917416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89890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6" name="Line 132">
            <a:extLst>
              <a:ext uri="{FF2B5EF4-FFF2-40B4-BE49-F238E27FC236}">
                <a16:creationId xmlns:a16="http://schemas.microsoft.com/office/drawing/2014/main" id="{9952BD35-C751-6245-9C87-337EC940DC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8862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7" name="Rectangle 133">
            <a:extLst>
              <a:ext uri="{FF2B5EF4-FFF2-40B4-BE49-F238E27FC236}">
                <a16:creationId xmlns:a16="http://schemas.microsoft.com/office/drawing/2014/main" id="{4F815500-CC96-F849-BDD4-DE979BBBC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6035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138" name="Rectangle 134">
            <a:extLst>
              <a:ext uri="{FF2B5EF4-FFF2-40B4-BE49-F238E27FC236}">
                <a16:creationId xmlns:a16="http://schemas.microsoft.com/office/drawing/2014/main" id="{73CE8B1B-ADCD-4241-B31E-9761E6940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6114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15139" name="Line 135">
            <a:extLst>
              <a:ext uri="{FF2B5EF4-FFF2-40B4-BE49-F238E27FC236}">
                <a16:creationId xmlns:a16="http://schemas.microsoft.com/office/drawing/2014/main" id="{61517392-FD95-094F-98C1-0B4F421B5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908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24" name="Rectangle 136">
            <a:extLst>
              <a:ext uri="{FF2B5EF4-FFF2-40B4-BE49-F238E27FC236}">
                <a16:creationId xmlns:a16="http://schemas.microsoft.com/office/drawing/2014/main" id="{B5DDDE06-3D72-9F47-968C-BC42663B7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1722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MemtoReg=0</a:t>
            </a:r>
          </a:p>
        </p:txBody>
      </p:sp>
      <p:grpSp>
        <p:nvGrpSpPr>
          <p:cNvPr id="215141" name="Group 139">
            <a:extLst>
              <a:ext uri="{FF2B5EF4-FFF2-40B4-BE49-F238E27FC236}">
                <a16:creationId xmlns:a16="http://schemas.microsoft.com/office/drawing/2014/main" id="{2E5D2F9A-2C3D-324B-BE0D-41328D7816CC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715000"/>
            <a:ext cx="857250" cy="333375"/>
            <a:chOff x="2776" y="3600"/>
            <a:chExt cx="540" cy="210"/>
          </a:xfrm>
        </p:grpSpPr>
        <p:sp>
          <p:nvSpPr>
            <p:cNvPr id="215257" name="Rectangle 137">
              <a:extLst>
                <a:ext uri="{FF2B5EF4-FFF2-40B4-BE49-F238E27FC236}">
                  <a16:creationId xmlns:a16="http://schemas.microsoft.com/office/drawing/2014/main" id="{2B910371-132C-D34F-A5C5-48FD9904A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58" name="Rectangle 138">
              <a:extLst>
                <a:ext uri="{FF2B5EF4-FFF2-40B4-BE49-F238E27FC236}">
                  <a16:creationId xmlns:a16="http://schemas.microsoft.com/office/drawing/2014/main" id="{920AEB86-4068-3544-BC0D-37EB0916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600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15142" name="Line 140">
            <a:extLst>
              <a:ext uri="{FF2B5EF4-FFF2-40B4-BE49-F238E27FC236}">
                <a16:creationId xmlns:a16="http://schemas.microsoft.com/office/drawing/2014/main" id="{CB5F61AB-40A6-134F-AB76-43E341F4C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0325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29" name="Rectangle 141">
            <a:extLst>
              <a:ext uri="{FF2B5EF4-FFF2-40B4-BE49-F238E27FC236}">
                <a16:creationId xmlns:a16="http://schemas.microsoft.com/office/drawing/2014/main" id="{0319E11A-EF4D-F846-81EF-4604BA506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6186488"/>
            <a:ext cx="1011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ExtOp=0</a:t>
            </a:r>
          </a:p>
        </p:txBody>
      </p:sp>
      <p:grpSp>
        <p:nvGrpSpPr>
          <p:cNvPr id="215144" name="Group 149">
            <a:extLst>
              <a:ext uri="{FF2B5EF4-FFF2-40B4-BE49-F238E27FC236}">
                <a16:creationId xmlns:a16="http://schemas.microsoft.com/office/drawing/2014/main" id="{939E6EFC-1BEA-C84D-9DEA-502EBAD8153D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832100"/>
            <a:ext cx="333375" cy="946150"/>
            <a:chOff x="4186" y="1784"/>
            <a:chExt cx="210" cy="596"/>
          </a:xfrm>
        </p:grpSpPr>
        <p:sp>
          <p:nvSpPr>
            <p:cNvPr id="215250" name="Line 142">
              <a:extLst>
                <a:ext uri="{FF2B5EF4-FFF2-40B4-BE49-F238E27FC236}">
                  <a16:creationId xmlns:a16="http://schemas.microsoft.com/office/drawing/2014/main" id="{91C6B7F0-8AB6-5343-8D47-CE45DDFC7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1" name="Line 143">
              <a:extLst>
                <a:ext uri="{FF2B5EF4-FFF2-40B4-BE49-F238E27FC236}">
                  <a16:creationId xmlns:a16="http://schemas.microsoft.com/office/drawing/2014/main" id="{92407576-9645-2541-A358-C226DB469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2" name="Line 144">
              <a:extLst>
                <a:ext uri="{FF2B5EF4-FFF2-40B4-BE49-F238E27FC236}">
                  <a16:creationId xmlns:a16="http://schemas.microsoft.com/office/drawing/2014/main" id="{73036AD6-0FEB-E448-A180-BC499ED8B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3" name="Line 145">
              <a:extLst>
                <a:ext uri="{FF2B5EF4-FFF2-40B4-BE49-F238E27FC236}">
                  <a16:creationId xmlns:a16="http://schemas.microsoft.com/office/drawing/2014/main" id="{CC9DA06D-FFDE-3844-8A29-67632A140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54" name="Rectangle 146">
              <a:extLst>
                <a:ext uri="{FF2B5EF4-FFF2-40B4-BE49-F238E27FC236}">
                  <a16:creationId xmlns:a16="http://schemas.microsoft.com/office/drawing/2014/main" id="{CF4F928F-1F45-E147-925B-3C032E48F3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5255" name="Rectangle 147">
              <a:extLst>
                <a:ext uri="{FF2B5EF4-FFF2-40B4-BE49-F238E27FC236}">
                  <a16:creationId xmlns:a16="http://schemas.microsoft.com/office/drawing/2014/main" id="{DE40C3BC-FF9D-0C4E-B9B9-716014684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5256" name="Rectangle 148">
              <a:extLst>
                <a:ext uri="{FF2B5EF4-FFF2-40B4-BE49-F238E27FC236}">
                  <a16:creationId xmlns:a16="http://schemas.microsoft.com/office/drawing/2014/main" id="{0702DD50-F10F-D649-A1B5-226C65DC6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5145" name="Line 150">
            <a:extLst>
              <a:ext uri="{FF2B5EF4-FFF2-40B4-BE49-F238E27FC236}">
                <a16:creationId xmlns:a16="http://schemas.microsoft.com/office/drawing/2014/main" id="{20AE3D1C-A288-8F4A-B3B2-2E6710C17C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800" y="32766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6" name="Line 151">
            <a:extLst>
              <a:ext uri="{FF2B5EF4-FFF2-40B4-BE49-F238E27FC236}">
                <a16:creationId xmlns:a16="http://schemas.microsoft.com/office/drawing/2014/main" id="{02A7D498-403B-A645-B99B-83C51AEBBE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7" name="Rectangle 152">
            <a:extLst>
              <a:ext uri="{FF2B5EF4-FFF2-40B4-BE49-F238E27FC236}">
                <a16:creationId xmlns:a16="http://schemas.microsoft.com/office/drawing/2014/main" id="{E8FEEDEF-928F-DE45-B2A0-AF0F80FDA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148" name="Line 153">
            <a:extLst>
              <a:ext uri="{FF2B5EF4-FFF2-40B4-BE49-F238E27FC236}">
                <a16:creationId xmlns:a16="http://schemas.microsoft.com/office/drawing/2014/main" id="{06CE0BF3-E08F-8B4A-9075-8EF01908A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51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9" name="Line 154">
            <a:extLst>
              <a:ext uri="{FF2B5EF4-FFF2-40B4-BE49-F238E27FC236}">
                <a16:creationId xmlns:a16="http://schemas.microsoft.com/office/drawing/2014/main" id="{6731EA9D-D30E-684C-840E-80C716C3E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7861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0" name="Line 155">
            <a:extLst>
              <a:ext uri="{FF2B5EF4-FFF2-40B4-BE49-F238E27FC236}">
                <a16:creationId xmlns:a16="http://schemas.microsoft.com/office/drawing/2014/main" id="{5CFFDDF3-0449-5C40-A0AF-51CB3D69D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7861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1" name="Line 156">
            <a:extLst>
              <a:ext uri="{FF2B5EF4-FFF2-40B4-BE49-F238E27FC236}">
                <a16:creationId xmlns:a16="http://schemas.microsoft.com/office/drawing/2014/main" id="{CD02761D-830D-354C-B6BD-1D8976981D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8641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2" name="Line 157">
            <a:extLst>
              <a:ext uri="{FF2B5EF4-FFF2-40B4-BE49-F238E27FC236}">
                <a16:creationId xmlns:a16="http://schemas.microsoft.com/office/drawing/2014/main" id="{FB7DC0F7-C652-7C43-A023-EB35F7572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8989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3" name="Line 158">
            <a:extLst>
              <a:ext uri="{FF2B5EF4-FFF2-40B4-BE49-F238E27FC236}">
                <a16:creationId xmlns:a16="http://schemas.microsoft.com/office/drawing/2014/main" id="{5993C8A4-328C-384F-BCF3-34B62D925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50069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4" name="Rectangle 159">
            <a:extLst>
              <a:ext uri="{FF2B5EF4-FFF2-40B4-BE49-F238E27FC236}">
                <a16:creationId xmlns:a16="http://schemas.microsoft.com/office/drawing/2014/main" id="{DFF6ABC1-868E-2A46-A913-846D2303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833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5155" name="Rectangle 160">
            <a:extLst>
              <a:ext uri="{FF2B5EF4-FFF2-40B4-BE49-F238E27FC236}">
                <a16:creationId xmlns:a16="http://schemas.microsoft.com/office/drawing/2014/main" id="{3F8D4643-6C25-D645-B315-7F7BB0299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5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5156" name="Rectangle 161">
            <a:extLst>
              <a:ext uri="{FF2B5EF4-FFF2-40B4-BE49-F238E27FC236}">
                <a16:creationId xmlns:a16="http://schemas.microsoft.com/office/drawing/2014/main" id="{675E967F-474D-7F43-A96F-845530E8A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460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5157" name="Rectangle 162">
            <a:extLst>
              <a:ext uri="{FF2B5EF4-FFF2-40B4-BE49-F238E27FC236}">
                <a16:creationId xmlns:a16="http://schemas.microsoft.com/office/drawing/2014/main" id="{0F349D0A-9AE0-8E46-8557-454B871A2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689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5158" name="Line 163">
            <a:extLst>
              <a:ext uri="{FF2B5EF4-FFF2-40B4-BE49-F238E27FC236}">
                <a16:creationId xmlns:a16="http://schemas.microsoft.com/office/drawing/2014/main" id="{7931B916-95AB-C44E-8802-D950777143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962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9" name="Rectangle 164">
            <a:extLst>
              <a:ext uri="{FF2B5EF4-FFF2-40B4-BE49-F238E27FC236}">
                <a16:creationId xmlns:a16="http://schemas.microsoft.com/office/drawing/2014/main" id="{7AF83600-6EC3-BE49-87D3-B2B2762CB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8100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15160" name="Line 165">
            <a:extLst>
              <a:ext uri="{FF2B5EF4-FFF2-40B4-BE49-F238E27FC236}">
                <a16:creationId xmlns:a16="http://schemas.microsoft.com/office/drawing/2014/main" id="{B343019A-BEAE-3D4D-9836-53B1CBFB7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0800" y="58674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1" name="Line 166">
            <a:extLst>
              <a:ext uri="{FF2B5EF4-FFF2-40B4-BE49-F238E27FC236}">
                <a16:creationId xmlns:a16="http://schemas.microsoft.com/office/drawing/2014/main" id="{A757F418-5A88-7A40-B8C4-BBCCC7D2F8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5797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2" name="Rectangle 167">
            <a:extLst>
              <a:ext uri="{FF2B5EF4-FFF2-40B4-BE49-F238E27FC236}">
                <a16:creationId xmlns:a16="http://schemas.microsoft.com/office/drawing/2014/main" id="{97D77389-2B74-C546-B410-E75973FEB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891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15163" name="Rectangle 168">
            <a:extLst>
              <a:ext uri="{FF2B5EF4-FFF2-40B4-BE49-F238E27FC236}">
                <a16:creationId xmlns:a16="http://schemas.microsoft.com/office/drawing/2014/main" id="{A2DFE900-B54B-A741-985F-FA7DFEF07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8150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15164" name="Line 169">
            <a:extLst>
              <a:ext uri="{FF2B5EF4-FFF2-40B4-BE49-F238E27FC236}">
                <a16:creationId xmlns:a16="http://schemas.microsoft.com/office/drawing/2014/main" id="{EFF2DE34-10CA-A644-B833-77995F0076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6200" y="5867400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5" name="Line 170">
            <a:extLst>
              <a:ext uri="{FF2B5EF4-FFF2-40B4-BE49-F238E27FC236}">
                <a16:creationId xmlns:a16="http://schemas.microsoft.com/office/drawing/2014/main" id="{71A7FDA9-B7E3-C443-8DEA-C8756D98E7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7975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6" name="Rectangle 171">
            <a:extLst>
              <a:ext uri="{FF2B5EF4-FFF2-40B4-BE49-F238E27FC236}">
                <a16:creationId xmlns:a16="http://schemas.microsoft.com/office/drawing/2014/main" id="{749E3D1B-2A09-774B-997B-BE46741D8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891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5167" name="Group 174">
            <a:extLst>
              <a:ext uri="{FF2B5EF4-FFF2-40B4-BE49-F238E27FC236}">
                <a16:creationId xmlns:a16="http://schemas.microsoft.com/office/drawing/2014/main" id="{F9E3B41D-F11E-924A-A808-C0C6B99D4F6E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800600"/>
            <a:ext cx="565150" cy="333375"/>
            <a:chOff x="3587" y="3024"/>
            <a:chExt cx="356" cy="210"/>
          </a:xfrm>
        </p:grpSpPr>
        <p:sp>
          <p:nvSpPr>
            <p:cNvPr id="215248" name="Rectangle 172">
              <a:extLst>
                <a:ext uri="{FF2B5EF4-FFF2-40B4-BE49-F238E27FC236}">
                  <a16:creationId xmlns:a16="http://schemas.microsoft.com/office/drawing/2014/main" id="{1DCB6D64-D24F-7C4C-8431-381B527B9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49" name="Rectangle 173">
              <a:extLst>
                <a:ext uri="{FF2B5EF4-FFF2-40B4-BE49-F238E27FC236}">
                  <a16:creationId xmlns:a16="http://schemas.microsoft.com/office/drawing/2014/main" id="{E028402A-7526-694C-BC5A-77A0485E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15168" name="Line 175">
            <a:extLst>
              <a:ext uri="{FF2B5EF4-FFF2-40B4-BE49-F238E27FC236}">
                <a16:creationId xmlns:a16="http://schemas.microsoft.com/office/drawing/2014/main" id="{4FAFE39B-887E-BD49-8249-9B3B5B649A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572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9" name="Line 176">
            <a:extLst>
              <a:ext uri="{FF2B5EF4-FFF2-40B4-BE49-F238E27FC236}">
                <a16:creationId xmlns:a16="http://schemas.microsoft.com/office/drawing/2014/main" id="{C923C224-AD5F-F14A-950F-BF0D509E0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584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0" name="Line 177">
            <a:extLst>
              <a:ext uri="{FF2B5EF4-FFF2-40B4-BE49-F238E27FC236}">
                <a16:creationId xmlns:a16="http://schemas.microsoft.com/office/drawing/2014/main" id="{3E5F79DC-E75D-A840-ACD6-557C41B71A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927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1" name="Line 178">
            <a:extLst>
              <a:ext uri="{FF2B5EF4-FFF2-40B4-BE49-F238E27FC236}">
                <a16:creationId xmlns:a16="http://schemas.microsoft.com/office/drawing/2014/main" id="{7C7A0CAE-874C-3149-95C2-CEBB8DDE2F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0" y="48768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2" name="Line 179">
            <a:extLst>
              <a:ext uri="{FF2B5EF4-FFF2-40B4-BE49-F238E27FC236}">
                <a16:creationId xmlns:a16="http://schemas.microsoft.com/office/drawing/2014/main" id="{EF55A5C1-8910-F049-9A00-6CC74C34E2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902200"/>
            <a:ext cx="12700" cy="9779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3" name="Line 180">
            <a:extLst>
              <a:ext uri="{FF2B5EF4-FFF2-40B4-BE49-F238E27FC236}">
                <a16:creationId xmlns:a16="http://schemas.microsoft.com/office/drawing/2014/main" id="{5CAD0A64-D53B-C94B-8330-6741FCFA3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5867400"/>
            <a:ext cx="558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4" name="Line 181">
            <a:extLst>
              <a:ext uri="{FF2B5EF4-FFF2-40B4-BE49-F238E27FC236}">
                <a16:creationId xmlns:a16="http://schemas.microsoft.com/office/drawing/2014/main" id="{3546BA6B-0399-6245-912B-C4C8CCE420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2672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670" name="Rectangle 182">
            <a:extLst>
              <a:ext uri="{FF2B5EF4-FFF2-40B4-BE49-F238E27FC236}">
                <a16:creationId xmlns:a16="http://schemas.microsoft.com/office/drawing/2014/main" id="{7F1A31DB-22A5-CB44-8359-7B532FEE4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1722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15176" name="Line 183">
            <a:extLst>
              <a:ext uri="{FF2B5EF4-FFF2-40B4-BE49-F238E27FC236}">
                <a16:creationId xmlns:a16="http://schemas.microsoft.com/office/drawing/2014/main" id="{35705177-FC23-E94A-9E1A-C1DDD561C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9751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7" name="Line 184">
            <a:extLst>
              <a:ext uri="{FF2B5EF4-FFF2-40B4-BE49-F238E27FC236}">
                <a16:creationId xmlns:a16="http://schemas.microsoft.com/office/drawing/2014/main" id="{1EBA9D90-A7B0-814E-AA62-9DE5825A0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21463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8" name="Line 185">
            <a:extLst>
              <a:ext uri="{FF2B5EF4-FFF2-40B4-BE49-F238E27FC236}">
                <a16:creationId xmlns:a16="http://schemas.microsoft.com/office/drawing/2014/main" id="{F4F5F5BC-7F27-9840-B5CE-4A7EB0DF9A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21463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79" name="Line 186">
            <a:extLst>
              <a:ext uri="{FF2B5EF4-FFF2-40B4-BE49-F238E27FC236}">
                <a16:creationId xmlns:a16="http://schemas.microsoft.com/office/drawing/2014/main" id="{3D71F4BB-D3C2-6B4C-AD0B-350F918441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9257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80" name="Line 187">
            <a:extLst>
              <a:ext uri="{FF2B5EF4-FFF2-40B4-BE49-F238E27FC236}">
                <a16:creationId xmlns:a16="http://schemas.microsoft.com/office/drawing/2014/main" id="{5EDA944A-0E8C-D846-BB13-AEE40E312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2288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81" name="Rectangle 188">
            <a:extLst>
              <a:ext uri="{FF2B5EF4-FFF2-40B4-BE49-F238E27FC236}">
                <a16:creationId xmlns:a16="http://schemas.microsoft.com/office/drawing/2014/main" id="{8A65E58A-F616-6549-A56E-B0591285E3D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4384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5182" name="Rectangle 189">
            <a:extLst>
              <a:ext uri="{FF2B5EF4-FFF2-40B4-BE49-F238E27FC236}">
                <a16:creationId xmlns:a16="http://schemas.microsoft.com/office/drawing/2014/main" id="{5E3CFDDC-9477-6D47-A9C8-C0AB69EB983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165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5183" name="Rectangle 190">
            <a:extLst>
              <a:ext uri="{FF2B5EF4-FFF2-40B4-BE49-F238E27FC236}">
                <a16:creationId xmlns:a16="http://schemas.microsoft.com/office/drawing/2014/main" id="{0A5FE4D8-F408-CC45-BDA5-7E1D1B7E6FA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790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15184" name="Group 193">
            <a:extLst>
              <a:ext uri="{FF2B5EF4-FFF2-40B4-BE49-F238E27FC236}">
                <a16:creationId xmlns:a16="http://schemas.microsoft.com/office/drawing/2014/main" id="{67C08363-1456-7F4A-B7D9-2076C5522AB1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2133600"/>
            <a:ext cx="768350" cy="333375"/>
            <a:chOff x="5175" y="1344"/>
            <a:chExt cx="484" cy="210"/>
          </a:xfrm>
        </p:grpSpPr>
        <p:sp>
          <p:nvSpPr>
            <p:cNvPr id="215246" name="Rectangle 191">
              <a:extLst>
                <a:ext uri="{FF2B5EF4-FFF2-40B4-BE49-F238E27FC236}">
                  <a16:creationId xmlns:a16="http://schemas.microsoft.com/office/drawing/2014/main" id="{C73A6DF1-A9B3-B849-9D88-52F4C0618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47" name="Rectangle 192">
              <a:extLst>
                <a:ext uri="{FF2B5EF4-FFF2-40B4-BE49-F238E27FC236}">
                  <a16:creationId xmlns:a16="http://schemas.microsoft.com/office/drawing/2014/main" id="{39151FC9-FBDB-AB43-9539-82849C550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15185" name="Oval 194">
            <a:extLst>
              <a:ext uri="{FF2B5EF4-FFF2-40B4-BE49-F238E27FC236}">
                <a16:creationId xmlns:a16="http://schemas.microsoft.com/office/drawing/2014/main" id="{4889C9FC-A903-314F-B150-1F4AFC700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451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186" name="Line 195">
            <a:extLst>
              <a:ext uri="{FF2B5EF4-FFF2-40B4-BE49-F238E27FC236}">
                <a16:creationId xmlns:a16="http://schemas.microsoft.com/office/drawing/2014/main" id="{5FB914B0-8E3C-6D4C-B1DB-26A9BA3422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87" name="Line 196">
            <a:extLst>
              <a:ext uri="{FF2B5EF4-FFF2-40B4-BE49-F238E27FC236}">
                <a16:creationId xmlns:a16="http://schemas.microsoft.com/office/drawing/2014/main" id="{E2DFC5A4-66FE-7342-B306-2E64A8A75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88" name="Oval 197">
            <a:extLst>
              <a:ext uri="{FF2B5EF4-FFF2-40B4-BE49-F238E27FC236}">
                <a16:creationId xmlns:a16="http://schemas.microsoft.com/office/drawing/2014/main" id="{0CFF1006-9DCE-D543-A5A5-BD0FCD2F2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993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189" name="Line 198">
            <a:extLst>
              <a:ext uri="{FF2B5EF4-FFF2-40B4-BE49-F238E27FC236}">
                <a16:creationId xmlns:a16="http://schemas.microsoft.com/office/drawing/2014/main" id="{5926A7CA-7542-3549-BDD1-7FCBFA795D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190" name="Group 202">
            <a:extLst>
              <a:ext uri="{FF2B5EF4-FFF2-40B4-BE49-F238E27FC236}">
                <a16:creationId xmlns:a16="http://schemas.microsoft.com/office/drawing/2014/main" id="{83B8FBC0-82FF-5E4A-9F96-1AF7E7CFAC82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216150"/>
            <a:ext cx="641350" cy="395288"/>
            <a:chOff x="4760" y="1396"/>
            <a:chExt cx="404" cy="249"/>
          </a:xfrm>
        </p:grpSpPr>
        <p:sp>
          <p:nvSpPr>
            <p:cNvPr id="215243" name="Line 199">
              <a:extLst>
                <a:ext uri="{FF2B5EF4-FFF2-40B4-BE49-F238E27FC236}">
                  <a16:creationId xmlns:a16="http://schemas.microsoft.com/office/drawing/2014/main" id="{B654C9EE-4BB7-7342-AB23-2ED782A12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4" name="Line 200">
              <a:extLst>
                <a:ext uri="{FF2B5EF4-FFF2-40B4-BE49-F238E27FC236}">
                  <a16:creationId xmlns:a16="http://schemas.microsoft.com/office/drawing/2014/main" id="{A30EF988-FF34-7A47-9C5F-E14024A5B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5" name="Rectangle 201">
              <a:extLst>
                <a:ext uri="{FF2B5EF4-FFF2-40B4-BE49-F238E27FC236}">
                  <a16:creationId xmlns:a16="http://schemas.microsoft.com/office/drawing/2014/main" id="{2ADE89C1-60E1-B041-AF73-46C85D1AE1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5191" name="Line 203">
            <a:extLst>
              <a:ext uri="{FF2B5EF4-FFF2-40B4-BE49-F238E27FC236}">
                <a16:creationId xmlns:a16="http://schemas.microsoft.com/office/drawing/2014/main" id="{BEC28D1B-AF1E-374D-A8C0-61C99AE4F3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187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2" name="Line 204">
            <a:extLst>
              <a:ext uri="{FF2B5EF4-FFF2-40B4-BE49-F238E27FC236}">
                <a16:creationId xmlns:a16="http://schemas.microsoft.com/office/drawing/2014/main" id="{24D3F290-4280-674F-9CF6-2C849E6BBF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733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3" name="Rectangle 205">
            <a:extLst>
              <a:ext uri="{FF2B5EF4-FFF2-40B4-BE49-F238E27FC236}">
                <a16:creationId xmlns:a16="http://schemas.microsoft.com/office/drawing/2014/main" id="{C5802C0F-4F80-2642-B7BD-E47C7895C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9130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5194" name="Line 206">
            <a:extLst>
              <a:ext uri="{FF2B5EF4-FFF2-40B4-BE49-F238E27FC236}">
                <a16:creationId xmlns:a16="http://schemas.microsoft.com/office/drawing/2014/main" id="{40CD2892-74E1-4249-85CF-63317E306E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8956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5" name="Line 207">
            <a:extLst>
              <a:ext uri="{FF2B5EF4-FFF2-40B4-BE49-F238E27FC236}">
                <a16:creationId xmlns:a16="http://schemas.microsoft.com/office/drawing/2014/main" id="{1F2C1BBF-5E4D-9F42-A3BE-E46394D26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6" name="Line 208">
            <a:extLst>
              <a:ext uri="{FF2B5EF4-FFF2-40B4-BE49-F238E27FC236}">
                <a16:creationId xmlns:a16="http://schemas.microsoft.com/office/drawing/2014/main" id="{9438F72D-4B5E-3B49-BC48-8FF61C6F38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2057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7" name="Line 209">
            <a:extLst>
              <a:ext uri="{FF2B5EF4-FFF2-40B4-BE49-F238E27FC236}">
                <a16:creationId xmlns:a16="http://schemas.microsoft.com/office/drawing/2014/main" id="{85DFC3D6-7533-1541-80A9-F7767BABB8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81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198" name="Group 215">
            <a:extLst>
              <a:ext uri="{FF2B5EF4-FFF2-40B4-BE49-F238E27FC236}">
                <a16:creationId xmlns:a16="http://schemas.microsoft.com/office/drawing/2014/main" id="{7A89071C-5A4A-F84A-9D4D-B6B6760CD1E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381000" cy="306388"/>
            <a:chOff x="672" y="1152"/>
            <a:chExt cx="240" cy="193"/>
          </a:xfrm>
        </p:grpSpPr>
        <p:sp>
          <p:nvSpPr>
            <p:cNvPr id="215238" name="Arc 210">
              <a:extLst>
                <a:ext uri="{FF2B5EF4-FFF2-40B4-BE49-F238E27FC236}">
                  <a16:creationId xmlns:a16="http://schemas.microsoft.com/office/drawing/2014/main" id="{3801DCD4-FFC1-4341-B4EC-2B18B672E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9" name="Arc 211">
              <a:extLst>
                <a:ext uri="{FF2B5EF4-FFF2-40B4-BE49-F238E27FC236}">
                  <a16:creationId xmlns:a16="http://schemas.microsoft.com/office/drawing/2014/main" id="{3D75202A-69DA-1646-BF13-40A283B37C8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0" name="Line 212">
              <a:extLst>
                <a:ext uri="{FF2B5EF4-FFF2-40B4-BE49-F238E27FC236}">
                  <a16:creationId xmlns:a16="http://schemas.microsoft.com/office/drawing/2014/main" id="{E72A6071-A1EC-2B4C-A185-1C205EA04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1" name="Line 213">
              <a:extLst>
                <a:ext uri="{FF2B5EF4-FFF2-40B4-BE49-F238E27FC236}">
                  <a16:creationId xmlns:a16="http://schemas.microsoft.com/office/drawing/2014/main" id="{C9437E19-1FA2-AC48-BBD9-57B5F6C34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2" name="Line 214">
              <a:extLst>
                <a:ext uri="{FF2B5EF4-FFF2-40B4-BE49-F238E27FC236}">
                  <a16:creationId xmlns:a16="http://schemas.microsoft.com/office/drawing/2014/main" id="{DE062627-0815-0846-98E4-0BAFA2E73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199" name="Line 216">
            <a:extLst>
              <a:ext uri="{FF2B5EF4-FFF2-40B4-BE49-F238E27FC236}">
                <a16:creationId xmlns:a16="http://schemas.microsoft.com/office/drawing/2014/main" id="{C4530AB5-F302-D346-BE4E-61C125561D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197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0" name="Arc 217">
            <a:extLst>
              <a:ext uri="{FF2B5EF4-FFF2-40B4-BE49-F238E27FC236}">
                <a16:creationId xmlns:a16="http://schemas.microsoft.com/office/drawing/2014/main" id="{6CE6F6DB-770B-0143-926F-3E69AEF559FD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21336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1" name="Arc 218">
            <a:extLst>
              <a:ext uri="{FF2B5EF4-FFF2-40B4-BE49-F238E27FC236}">
                <a16:creationId xmlns:a16="http://schemas.microsoft.com/office/drawing/2014/main" id="{FAF9C46E-55D2-E84D-B571-5EFB4D7E96A3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21336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202" name="Group 221">
            <a:extLst>
              <a:ext uri="{FF2B5EF4-FFF2-40B4-BE49-F238E27FC236}">
                <a16:creationId xmlns:a16="http://schemas.microsoft.com/office/drawing/2014/main" id="{35FDC456-EDB2-EB47-967C-240517FE58B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2052638"/>
            <a:ext cx="373062" cy="101600"/>
            <a:chOff x="345" y="1293"/>
            <a:chExt cx="235" cy="64"/>
          </a:xfrm>
        </p:grpSpPr>
        <p:sp>
          <p:nvSpPr>
            <p:cNvPr id="215236" name="Arc 219">
              <a:extLst>
                <a:ext uri="{FF2B5EF4-FFF2-40B4-BE49-F238E27FC236}">
                  <a16:creationId xmlns:a16="http://schemas.microsoft.com/office/drawing/2014/main" id="{2C4152EB-CE12-9C45-8279-91FC733B472F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7" name="Arc 220">
              <a:extLst>
                <a:ext uri="{FF2B5EF4-FFF2-40B4-BE49-F238E27FC236}">
                  <a16:creationId xmlns:a16="http://schemas.microsoft.com/office/drawing/2014/main" id="{88036A6C-06C4-9542-A42E-43D339CFA9D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203" name="Line 222">
            <a:extLst>
              <a:ext uri="{FF2B5EF4-FFF2-40B4-BE49-F238E27FC236}">
                <a16:creationId xmlns:a16="http://schemas.microsoft.com/office/drawing/2014/main" id="{E4C345B3-9E35-FD4C-8774-91E5C4B0C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451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4" name="Line 223">
            <a:extLst>
              <a:ext uri="{FF2B5EF4-FFF2-40B4-BE49-F238E27FC236}">
                <a16:creationId xmlns:a16="http://schemas.microsoft.com/office/drawing/2014/main" id="{EA162DBC-C35E-2F4E-AD04-E9C392A4CB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8923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5" name="Line 224">
            <a:extLst>
              <a:ext uri="{FF2B5EF4-FFF2-40B4-BE49-F238E27FC236}">
                <a16:creationId xmlns:a16="http://schemas.microsoft.com/office/drawing/2014/main" id="{687D36ED-FFA0-5342-9837-9535B5D194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968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6" name="Rectangle 225">
            <a:extLst>
              <a:ext uri="{FF2B5EF4-FFF2-40B4-BE49-F238E27FC236}">
                <a16:creationId xmlns:a16="http://schemas.microsoft.com/office/drawing/2014/main" id="{735FF561-FF90-BC4F-AEA7-32CD6EECC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846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63714" name="Rectangle 226">
            <a:extLst>
              <a:ext uri="{FF2B5EF4-FFF2-40B4-BE49-F238E27FC236}">
                <a16:creationId xmlns:a16="http://schemas.microsoft.com/office/drawing/2014/main" id="{CA28759E-F8CD-5947-B3D0-A2948A894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6002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63715" name="Rectangle 227">
            <a:extLst>
              <a:ext uri="{FF2B5EF4-FFF2-40B4-BE49-F238E27FC236}">
                <a16:creationId xmlns:a16="http://schemas.microsoft.com/office/drawing/2014/main" id="{19A29765-D54A-C840-8FFC-3DCFEB73A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6002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63716" name="Rectangle 228">
            <a:extLst>
              <a:ext uri="{FF2B5EF4-FFF2-40B4-BE49-F238E27FC236}">
                <a16:creationId xmlns:a16="http://schemas.microsoft.com/office/drawing/2014/main" id="{9506B237-3846-AC42-8F0B-E0912E68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6002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15210" name="Line 229">
            <a:extLst>
              <a:ext uri="{FF2B5EF4-FFF2-40B4-BE49-F238E27FC236}">
                <a16:creationId xmlns:a16="http://schemas.microsoft.com/office/drawing/2014/main" id="{4A412D70-AF6D-1D49-AB00-0B59926117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1" name="Rectangle 230">
            <a:extLst>
              <a:ext uri="{FF2B5EF4-FFF2-40B4-BE49-F238E27FC236}">
                <a16:creationId xmlns:a16="http://schemas.microsoft.com/office/drawing/2014/main" id="{45C04079-DAB5-554F-BAA1-758746A6A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05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5212" name="Line 231">
            <a:extLst>
              <a:ext uri="{FF2B5EF4-FFF2-40B4-BE49-F238E27FC236}">
                <a16:creationId xmlns:a16="http://schemas.microsoft.com/office/drawing/2014/main" id="{774C37BC-698A-D842-BABC-E847633F7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51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720" name="Rectangle 232">
            <a:extLst>
              <a:ext uri="{FF2B5EF4-FFF2-40B4-BE49-F238E27FC236}">
                <a16:creationId xmlns:a16="http://schemas.microsoft.com/office/drawing/2014/main" id="{91E00F28-9ABD-7845-874B-9362B9CD5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1510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15214" name="Line 233">
            <a:extLst>
              <a:ext uri="{FF2B5EF4-FFF2-40B4-BE49-F238E27FC236}">
                <a16:creationId xmlns:a16="http://schemas.microsoft.com/office/drawing/2014/main" id="{48A8BEE4-27B8-4D4A-8086-03A4FE4A3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5600" y="3873500"/>
            <a:ext cx="266700" cy="22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5" name="Line 234">
            <a:extLst>
              <a:ext uri="{FF2B5EF4-FFF2-40B4-BE49-F238E27FC236}">
                <a16:creationId xmlns:a16="http://schemas.microsoft.com/office/drawing/2014/main" id="{E9CC4E41-E3B1-8442-8D4E-9987DBAEE8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251200"/>
            <a:ext cx="2032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6" name="Line 235">
            <a:extLst>
              <a:ext uri="{FF2B5EF4-FFF2-40B4-BE49-F238E27FC236}">
                <a16:creationId xmlns:a16="http://schemas.microsoft.com/office/drawing/2014/main" id="{2303F0F2-3519-4747-83A6-0E0239AAE4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5800" y="4165600"/>
            <a:ext cx="254000" cy="736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733" name="AutoShape 245">
            <a:extLst>
              <a:ext uri="{FF2B5EF4-FFF2-40B4-BE49-F238E27FC236}">
                <a16:creationId xmlns:a16="http://schemas.microsoft.com/office/drawing/2014/main" id="{69E2C5F3-F41E-F241-8CEF-8E9DE83D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68888"/>
            <a:ext cx="2590800" cy="1590675"/>
          </a:xfrm>
          <a:prstGeom prst="cloudCallout">
            <a:avLst>
              <a:gd name="adj1" fmla="val 41977"/>
              <a:gd name="adj2" fmla="val -4001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为解决“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Race”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问题，该周期使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RegDst=0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，而使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RegWr=0</a:t>
            </a:r>
          </a:p>
        </p:txBody>
      </p:sp>
      <p:sp>
        <p:nvSpPr>
          <p:cNvPr id="63734" name="Text Box 246">
            <a:extLst>
              <a:ext uri="{FF2B5EF4-FFF2-40B4-BE49-F238E27FC236}">
                <a16:creationId xmlns:a16="http://schemas.microsoft.com/office/drawing/2014/main" id="{B46D4062-2B57-DD4A-86FE-001B56BA8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074738"/>
            <a:ext cx="4611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指令的第一个周期，控制信号取值？</a:t>
            </a:r>
          </a:p>
        </p:txBody>
      </p:sp>
      <p:grpSp>
        <p:nvGrpSpPr>
          <p:cNvPr id="63736" name="Group 248">
            <a:extLst>
              <a:ext uri="{FF2B5EF4-FFF2-40B4-BE49-F238E27FC236}">
                <a16:creationId xmlns:a16="http://schemas.microsoft.com/office/drawing/2014/main" id="{1C3D5EDC-AD3D-A24A-B139-A5D452F7E4A7}"/>
              </a:ext>
            </a:extLst>
          </p:cNvPr>
          <p:cNvGrpSpPr>
            <a:grpSpLocks/>
          </p:cNvGrpSpPr>
          <p:nvPr/>
        </p:nvGrpSpPr>
        <p:grpSpPr bwMode="auto">
          <a:xfrm>
            <a:off x="5194300" y="381000"/>
            <a:ext cx="2141538" cy="1363663"/>
            <a:chOff x="3272" y="240"/>
            <a:chExt cx="1349" cy="859"/>
          </a:xfrm>
        </p:grpSpPr>
        <p:grpSp>
          <p:nvGrpSpPr>
            <p:cNvPr id="215226" name="Group 244">
              <a:extLst>
                <a:ext uri="{FF2B5EF4-FFF2-40B4-BE49-F238E27FC236}">
                  <a16:creationId xmlns:a16="http://schemas.microsoft.com/office/drawing/2014/main" id="{987EFC12-E621-F74D-98E4-5F8812BE8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240"/>
              <a:ext cx="1349" cy="856"/>
              <a:chOff x="3272" y="240"/>
              <a:chExt cx="1349" cy="856"/>
            </a:xfrm>
          </p:grpSpPr>
          <p:grpSp>
            <p:nvGrpSpPr>
              <p:cNvPr id="215228" name="Group 242">
                <a:extLst>
                  <a:ext uri="{FF2B5EF4-FFF2-40B4-BE49-F238E27FC236}">
                    <a16:creationId xmlns:a16="http://schemas.microsoft.com/office/drawing/2014/main" id="{9CA7B146-098C-B746-A452-C1F67248EE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2" y="248"/>
                <a:ext cx="896" cy="848"/>
                <a:chOff x="3272" y="248"/>
                <a:chExt cx="896" cy="848"/>
              </a:xfrm>
            </p:grpSpPr>
            <p:sp>
              <p:nvSpPr>
                <p:cNvPr id="215230" name="Rectangle 236">
                  <a:extLst>
                    <a:ext uri="{FF2B5EF4-FFF2-40B4-BE49-F238E27FC236}">
                      <a16:creationId xmlns:a16="http://schemas.microsoft.com/office/drawing/2014/main" id="{42F961F3-9A56-A34F-9B92-BF264A85A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9" y="303"/>
                  <a:ext cx="70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 dirty="0" err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ALUOp</a:t>
                  </a:r>
                  <a:r>
                    <a:rPr lang="en-US" altLang="zh-CN" sz="1400" b="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=Ori</a:t>
                  </a:r>
                </a:p>
              </p:txBody>
            </p:sp>
            <p:sp>
              <p:nvSpPr>
                <p:cNvPr id="215231" name="Oval 237">
                  <a:extLst>
                    <a:ext uri="{FF2B5EF4-FFF2-40B4-BE49-F238E27FC236}">
                      <a16:creationId xmlns:a16="http://schemas.microsoft.com/office/drawing/2014/main" id="{181C227F-B22E-C148-A26A-74469EE3E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2" y="248"/>
                  <a:ext cx="896" cy="84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232" name="Rectangle 238">
                  <a:extLst>
                    <a:ext uri="{FF2B5EF4-FFF2-40B4-BE49-F238E27FC236}">
                      <a16:creationId xmlns:a16="http://schemas.microsoft.com/office/drawing/2014/main" id="{11D421DA-E3C6-A04E-B7ED-81668417E4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9" y="879"/>
                  <a:ext cx="667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IorD, PCSrc</a:t>
                  </a:r>
                </a:p>
              </p:txBody>
            </p:sp>
            <p:sp>
              <p:nvSpPr>
                <p:cNvPr id="215233" name="Rectangle 239">
                  <a:extLst>
                    <a:ext uri="{FF2B5EF4-FFF2-40B4-BE49-F238E27FC236}">
                      <a16:creationId xmlns:a16="http://schemas.microsoft.com/office/drawing/2014/main" id="{2E11A6B5-A5FE-BE4B-AEFC-27B0FB1D4C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447"/>
                  <a:ext cx="683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1: </a:t>
                  </a:r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ALUSelA</a:t>
                  </a:r>
                </a:p>
              </p:txBody>
            </p:sp>
            <p:sp>
              <p:nvSpPr>
                <p:cNvPr id="215234" name="Rectangle 240">
                  <a:extLst>
                    <a:ext uri="{FF2B5EF4-FFF2-40B4-BE49-F238E27FC236}">
                      <a16:creationId xmlns:a16="http://schemas.microsoft.com/office/drawing/2014/main" id="{885B55AB-74FA-B540-B519-6452369FD3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639"/>
                  <a:ext cx="737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ALUSelB=11</a:t>
                  </a:r>
                </a:p>
              </p:txBody>
            </p:sp>
            <p:sp>
              <p:nvSpPr>
                <p:cNvPr id="215235" name="Rectangle 241">
                  <a:extLst>
                    <a:ext uri="{FF2B5EF4-FFF2-40B4-BE49-F238E27FC236}">
                      <a16:creationId xmlns:a16="http://schemas.microsoft.com/office/drawing/2014/main" id="{73F0BEC5-5AD3-9146-AA99-135CB4BA9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9" y="783"/>
                  <a:ext cx="734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x: MemtoReg</a:t>
                  </a:r>
                </a:p>
              </p:txBody>
            </p:sp>
          </p:grpSp>
          <p:sp>
            <p:nvSpPr>
              <p:cNvPr id="215229" name="Rectangle 243">
                <a:extLst>
                  <a:ext uri="{FF2B5EF4-FFF2-40B4-BE49-F238E27FC236}">
                    <a16:creationId xmlns:a16="http://schemas.microsoft.com/office/drawing/2014/main" id="{3370DD68-B042-8D44-ABE6-FFF35D096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240"/>
                <a:ext cx="59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OriExec</a:t>
                </a:r>
              </a:p>
            </p:txBody>
          </p:sp>
        </p:grpSp>
        <p:sp>
          <p:nvSpPr>
            <p:cNvPr id="215227" name="Oval 247">
              <a:extLst>
                <a:ext uri="{FF2B5EF4-FFF2-40B4-BE49-F238E27FC236}">
                  <a16:creationId xmlns:a16="http://schemas.microsoft.com/office/drawing/2014/main" id="{FB42ED09-5263-DB45-B22F-5A1687FB4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4" y="240"/>
              <a:ext cx="896" cy="859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15220" name="Line 111">
            <a:extLst>
              <a:ext uri="{FF2B5EF4-FFF2-40B4-BE49-F238E27FC236}">
                <a16:creationId xmlns:a16="http://schemas.microsoft.com/office/drawing/2014/main" id="{F2426ED7-40B1-2045-9D2C-BEF353CAB1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4863" y="4419600"/>
            <a:ext cx="439737" cy="142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1" name="Line 112">
            <a:extLst>
              <a:ext uri="{FF2B5EF4-FFF2-40B4-BE49-F238E27FC236}">
                <a16:creationId xmlns:a16="http://schemas.microsoft.com/office/drawing/2014/main" id="{4F7E842A-5883-0A4E-AFFA-899D4F473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1050" y="4418013"/>
            <a:ext cx="0" cy="2603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2" name="Line 118">
            <a:extLst>
              <a:ext uri="{FF2B5EF4-FFF2-40B4-BE49-F238E27FC236}">
                <a16:creationId xmlns:a16="http://schemas.microsoft.com/office/drawing/2014/main" id="{34B18100-ACD9-AB46-A5EA-95A14BA6A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937125"/>
            <a:ext cx="0" cy="6254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3" name="Line 119">
            <a:extLst>
              <a:ext uri="{FF2B5EF4-FFF2-40B4-BE49-F238E27FC236}">
                <a16:creationId xmlns:a16="http://schemas.microsoft.com/office/drawing/2014/main" id="{A2E68858-5035-A54D-A6FC-8DA15AC868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5200" y="5562600"/>
            <a:ext cx="401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4" name="Line 185">
            <a:extLst>
              <a:ext uri="{FF2B5EF4-FFF2-40B4-BE49-F238E27FC236}">
                <a16:creationId xmlns:a16="http://schemas.microsoft.com/office/drawing/2014/main" id="{23620815-6856-7D4C-8B26-A8947EB03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987800"/>
            <a:ext cx="0" cy="154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5" name="Line 235">
            <a:extLst>
              <a:ext uri="{FF2B5EF4-FFF2-40B4-BE49-F238E27FC236}">
                <a16:creationId xmlns:a16="http://schemas.microsoft.com/office/drawing/2014/main" id="{2EE62539-A234-184D-95C5-A06E5B555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4673600"/>
            <a:ext cx="17780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3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3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3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3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BBDB4A5B-4D03-C548-9824-A3056A913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90500"/>
            <a:ext cx="5614988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Ori </a:t>
            </a:r>
            <a:r>
              <a:rPr lang="zh-CN" altLang="en-US">
                <a:ea typeface="宋体" panose="02010600030101010101" pitchFamily="2" charset="-122"/>
              </a:rPr>
              <a:t>指令完成周期（第四个周期）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FBF905D0-3173-814C-83A6-3BD19C573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3388" y="741363"/>
            <a:ext cx="8191500" cy="32543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 [rt]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ALU output</a:t>
            </a: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50F4EE0E-733D-CB4B-A89F-CDF36545B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093" name="Rectangle 5">
            <a:extLst>
              <a:ext uri="{FF2B5EF4-FFF2-40B4-BE49-F238E27FC236}">
                <a16:creationId xmlns:a16="http://schemas.microsoft.com/office/drawing/2014/main" id="{5B25C73A-008C-0248-AEBF-C6308FC54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6020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7094" name="Rectangle 7">
            <a:extLst>
              <a:ext uri="{FF2B5EF4-FFF2-40B4-BE49-F238E27FC236}">
                <a16:creationId xmlns:a16="http://schemas.microsoft.com/office/drawing/2014/main" id="{C128287D-1961-6148-B021-3F56BCB5D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2910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17095" name="Rectangle 8">
            <a:extLst>
              <a:ext uri="{FF2B5EF4-FFF2-40B4-BE49-F238E27FC236}">
                <a16:creationId xmlns:a16="http://schemas.microsoft.com/office/drawing/2014/main" id="{AD9B78B3-7F77-8848-915A-C5F795262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3004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17096" name="Line 9">
            <a:extLst>
              <a:ext uri="{FF2B5EF4-FFF2-40B4-BE49-F238E27FC236}">
                <a16:creationId xmlns:a16="http://schemas.microsoft.com/office/drawing/2014/main" id="{9876B9E7-E966-304C-BB80-4D5B5BC775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429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097" name="Line 13">
            <a:extLst>
              <a:ext uri="{FF2B5EF4-FFF2-40B4-BE49-F238E27FC236}">
                <a16:creationId xmlns:a16="http://schemas.microsoft.com/office/drawing/2014/main" id="{80DE358A-E824-7242-8015-F6B677F074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495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098" name="Line 14">
            <a:extLst>
              <a:ext uri="{FF2B5EF4-FFF2-40B4-BE49-F238E27FC236}">
                <a16:creationId xmlns:a16="http://schemas.microsoft.com/office/drawing/2014/main" id="{61708703-BDA7-7D4F-947C-7E1EFEBD42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425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099" name="Rectangle 15">
            <a:extLst>
              <a:ext uri="{FF2B5EF4-FFF2-40B4-BE49-F238E27FC236}">
                <a16:creationId xmlns:a16="http://schemas.microsoft.com/office/drawing/2014/main" id="{D2328871-2392-8F43-AA37-2168DB3C5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519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00" name="Line 16">
            <a:extLst>
              <a:ext uri="{FF2B5EF4-FFF2-40B4-BE49-F238E27FC236}">
                <a16:creationId xmlns:a16="http://schemas.microsoft.com/office/drawing/2014/main" id="{81425B1F-AA62-9140-8C6B-E6460F321B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419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01" name="Line 17">
            <a:extLst>
              <a:ext uri="{FF2B5EF4-FFF2-40B4-BE49-F238E27FC236}">
                <a16:creationId xmlns:a16="http://schemas.microsoft.com/office/drawing/2014/main" id="{FE0A07CA-30C3-924F-8C1C-D751A07C95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49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02" name="Rectangle 18">
            <a:extLst>
              <a:ext uri="{FF2B5EF4-FFF2-40B4-BE49-F238E27FC236}">
                <a16:creationId xmlns:a16="http://schemas.microsoft.com/office/drawing/2014/main" id="{95818AA5-2A40-7C4A-9EA3-EF6E28D41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062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03" name="Rectangle 19">
            <a:extLst>
              <a:ext uri="{FF2B5EF4-FFF2-40B4-BE49-F238E27FC236}">
                <a16:creationId xmlns:a16="http://schemas.microsoft.com/office/drawing/2014/main" id="{C4F1456B-72AF-6045-885D-C817219D5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2402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17104" name="Line 20">
            <a:extLst>
              <a:ext uri="{FF2B5EF4-FFF2-40B4-BE49-F238E27FC236}">
                <a16:creationId xmlns:a16="http://schemas.microsoft.com/office/drawing/2014/main" id="{A6F017FA-4748-814F-AEB0-B49341D46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7" name="Rectangle 21">
            <a:extLst>
              <a:ext uri="{FF2B5EF4-FFF2-40B4-BE49-F238E27FC236}">
                <a16:creationId xmlns:a16="http://schemas.microsoft.com/office/drawing/2014/main" id="{9709436F-4D9C-4946-884A-C9889178E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1510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17106" name="Line 22">
            <a:extLst>
              <a:ext uri="{FF2B5EF4-FFF2-40B4-BE49-F238E27FC236}">
                <a16:creationId xmlns:a16="http://schemas.microsoft.com/office/drawing/2014/main" id="{CC1D3EC8-958B-CD4B-84B8-A614F6F96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718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07" name="Line 23">
            <a:extLst>
              <a:ext uri="{FF2B5EF4-FFF2-40B4-BE49-F238E27FC236}">
                <a16:creationId xmlns:a16="http://schemas.microsoft.com/office/drawing/2014/main" id="{2E6A3304-F53C-F842-9F85-57345BB45E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673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08" name="Rectangle 24">
            <a:extLst>
              <a:ext uri="{FF2B5EF4-FFF2-40B4-BE49-F238E27FC236}">
                <a16:creationId xmlns:a16="http://schemas.microsoft.com/office/drawing/2014/main" id="{7BBEDAA3-0F8F-E54F-8038-7232BF0C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462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7109" name="Group 34">
            <a:extLst>
              <a:ext uri="{FF2B5EF4-FFF2-40B4-BE49-F238E27FC236}">
                <a16:creationId xmlns:a16="http://schemas.microsoft.com/office/drawing/2014/main" id="{8C460999-82E0-9444-8945-1B206336822D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3060700"/>
            <a:ext cx="381000" cy="1295400"/>
            <a:chOff x="4944" y="1928"/>
            <a:chExt cx="240" cy="816"/>
          </a:xfrm>
        </p:grpSpPr>
        <p:sp>
          <p:nvSpPr>
            <p:cNvPr id="217325" name="Line 25">
              <a:extLst>
                <a:ext uri="{FF2B5EF4-FFF2-40B4-BE49-F238E27FC236}">
                  <a16:creationId xmlns:a16="http://schemas.microsoft.com/office/drawing/2014/main" id="{181B93AA-3CF8-A44E-AED4-6F3BCEB88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6" name="Line 26">
              <a:extLst>
                <a:ext uri="{FF2B5EF4-FFF2-40B4-BE49-F238E27FC236}">
                  <a16:creationId xmlns:a16="http://schemas.microsoft.com/office/drawing/2014/main" id="{8321C7D3-96E5-DB4D-89FA-69CF75466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7" name="Line 27">
              <a:extLst>
                <a:ext uri="{FF2B5EF4-FFF2-40B4-BE49-F238E27FC236}">
                  <a16:creationId xmlns:a16="http://schemas.microsoft.com/office/drawing/2014/main" id="{5B16EE09-2E1E-FC40-9F1D-6869E7946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8" name="Line 28">
              <a:extLst>
                <a:ext uri="{FF2B5EF4-FFF2-40B4-BE49-F238E27FC236}">
                  <a16:creationId xmlns:a16="http://schemas.microsoft.com/office/drawing/2014/main" id="{E855D797-6B23-254C-B211-520FE1F7B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9" name="Line 29">
              <a:extLst>
                <a:ext uri="{FF2B5EF4-FFF2-40B4-BE49-F238E27FC236}">
                  <a16:creationId xmlns:a16="http://schemas.microsoft.com/office/drawing/2014/main" id="{87A60D9E-E6A8-9A4B-8F7E-9A692BF505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30" name="Line 30">
              <a:extLst>
                <a:ext uri="{FF2B5EF4-FFF2-40B4-BE49-F238E27FC236}">
                  <a16:creationId xmlns:a16="http://schemas.microsoft.com/office/drawing/2014/main" id="{4A1278CC-56F0-944B-BD99-AB1158FA8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31" name="Rectangle 31">
              <a:extLst>
                <a:ext uri="{FF2B5EF4-FFF2-40B4-BE49-F238E27FC236}">
                  <a16:creationId xmlns:a16="http://schemas.microsoft.com/office/drawing/2014/main" id="{D643D52C-78F7-904E-BB56-A88EB00E26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17332" name="Line 32">
              <a:extLst>
                <a:ext uri="{FF2B5EF4-FFF2-40B4-BE49-F238E27FC236}">
                  <a16:creationId xmlns:a16="http://schemas.microsoft.com/office/drawing/2014/main" id="{724A67C9-BB0F-5042-970B-E51BF308B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33" name="Line 33">
              <a:extLst>
                <a:ext uri="{FF2B5EF4-FFF2-40B4-BE49-F238E27FC236}">
                  <a16:creationId xmlns:a16="http://schemas.microsoft.com/office/drawing/2014/main" id="{0A40BB93-9ED9-CE41-8779-FC7C49B27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7110" name="Group 38">
            <a:extLst>
              <a:ext uri="{FF2B5EF4-FFF2-40B4-BE49-F238E27FC236}">
                <a16:creationId xmlns:a16="http://schemas.microsoft.com/office/drawing/2014/main" id="{15599A9E-1D3A-B34D-8FEC-F09D0B77599E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4121150"/>
            <a:ext cx="560387" cy="427038"/>
            <a:chOff x="4599" y="2596"/>
            <a:chExt cx="353" cy="269"/>
          </a:xfrm>
        </p:grpSpPr>
        <p:sp>
          <p:nvSpPr>
            <p:cNvPr id="217322" name="Line 35">
              <a:extLst>
                <a:ext uri="{FF2B5EF4-FFF2-40B4-BE49-F238E27FC236}">
                  <a16:creationId xmlns:a16="http://schemas.microsoft.com/office/drawing/2014/main" id="{72CBAB0E-8D0B-1C46-B2BE-31A5139A2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2640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3" name="Line 36">
              <a:extLst>
                <a:ext uri="{FF2B5EF4-FFF2-40B4-BE49-F238E27FC236}">
                  <a16:creationId xmlns:a16="http://schemas.microsoft.com/office/drawing/2014/main" id="{E026882F-C143-BA4C-8359-9BDDA3175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2" y="259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24" name="Rectangle 37">
              <a:extLst>
                <a:ext uri="{FF2B5EF4-FFF2-40B4-BE49-F238E27FC236}">
                  <a16:creationId xmlns:a16="http://schemas.microsoft.com/office/drawing/2014/main" id="{64157AC3-8B7C-3E4F-ABBD-876CC253C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655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7111" name="Line 39">
            <a:extLst>
              <a:ext uri="{FF2B5EF4-FFF2-40B4-BE49-F238E27FC236}">
                <a16:creationId xmlns:a16="http://schemas.microsoft.com/office/drawing/2014/main" id="{2CB736C4-EBA1-E64F-B717-11068DC653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9624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12" name="Line 40">
            <a:extLst>
              <a:ext uri="{FF2B5EF4-FFF2-40B4-BE49-F238E27FC236}">
                <a16:creationId xmlns:a16="http://schemas.microsoft.com/office/drawing/2014/main" id="{545F3F2E-995C-9D44-9733-CF0C2BE1B6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892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13" name="Rectangle 41">
            <a:extLst>
              <a:ext uri="{FF2B5EF4-FFF2-40B4-BE49-F238E27FC236}">
                <a16:creationId xmlns:a16="http://schemas.microsoft.com/office/drawing/2014/main" id="{B51B87A6-87C8-2C41-B16E-067A9C926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986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14" name="Line 42">
            <a:extLst>
              <a:ext uri="{FF2B5EF4-FFF2-40B4-BE49-F238E27FC236}">
                <a16:creationId xmlns:a16="http://schemas.microsoft.com/office/drawing/2014/main" id="{8B3135CD-E76F-CA42-BD84-9DEC314E1D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178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79" name="Rectangle 43">
            <a:extLst>
              <a:ext uri="{FF2B5EF4-FFF2-40B4-BE49-F238E27FC236}">
                <a16:creationId xmlns:a16="http://schemas.microsoft.com/office/drawing/2014/main" id="{64F08D8D-3510-B848-A3C0-D9DDA58C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886450"/>
            <a:ext cx="1236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ALUOp=Or</a:t>
            </a:r>
          </a:p>
        </p:txBody>
      </p:sp>
      <p:grpSp>
        <p:nvGrpSpPr>
          <p:cNvPr id="217116" name="Group 46">
            <a:extLst>
              <a:ext uri="{FF2B5EF4-FFF2-40B4-BE49-F238E27FC236}">
                <a16:creationId xmlns:a16="http://schemas.microsoft.com/office/drawing/2014/main" id="{55A08536-0CFC-FA42-816F-738BE47349EE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572000"/>
            <a:ext cx="903287" cy="577850"/>
            <a:chOff x="4681" y="2880"/>
            <a:chExt cx="569" cy="364"/>
          </a:xfrm>
        </p:grpSpPr>
        <p:sp>
          <p:nvSpPr>
            <p:cNvPr id="217320" name="Rectangle 44">
              <a:extLst>
                <a:ext uri="{FF2B5EF4-FFF2-40B4-BE49-F238E27FC236}">
                  <a16:creationId xmlns:a16="http://schemas.microsoft.com/office/drawing/2014/main" id="{78FDD693-7CD3-7344-A429-FA03D5DDA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7321" name="Rectangle 45">
              <a:extLst>
                <a:ext uri="{FF2B5EF4-FFF2-40B4-BE49-F238E27FC236}">
                  <a16:creationId xmlns:a16="http://schemas.microsoft.com/office/drawing/2014/main" id="{5F329E1E-A85F-9245-86EF-70D72A3E3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17117" name="Line 47">
            <a:extLst>
              <a:ext uri="{FF2B5EF4-FFF2-40B4-BE49-F238E27FC236}">
                <a16:creationId xmlns:a16="http://schemas.microsoft.com/office/drawing/2014/main" id="{94A1D42E-72E0-0D42-9A1B-F0EE88AABD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50927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18" name="Rectangle 48">
            <a:extLst>
              <a:ext uri="{FF2B5EF4-FFF2-40B4-BE49-F238E27FC236}">
                <a16:creationId xmlns:a16="http://schemas.microsoft.com/office/drawing/2014/main" id="{B9B86BEB-EF3F-1042-B36E-20C306C7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1369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119" name="Oval 49">
            <a:extLst>
              <a:ext uri="{FF2B5EF4-FFF2-40B4-BE49-F238E27FC236}">
                <a16:creationId xmlns:a16="http://schemas.microsoft.com/office/drawing/2014/main" id="{3DE1BFA0-0719-6348-87D8-FF5EC685C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6609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120" name="Rectangle 50">
            <a:extLst>
              <a:ext uri="{FF2B5EF4-FFF2-40B4-BE49-F238E27FC236}">
                <a16:creationId xmlns:a16="http://schemas.microsoft.com/office/drawing/2014/main" id="{347BD3BB-23EF-BF44-AA1C-0EC087D696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6774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17121" name="Line 51">
            <a:extLst>
              <a:ext uri="{FF2B5EF4-FFF2-40B4-BE49-F238E27FC236}">
                <a16:creationId xmlns:a16="http://schemas.microsoft.com/office/drawing/2014/main" id="{C88B0A21-52CC-9B41-BB47-96BBD46908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5052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22" name="Line 52">
            <a:extLst>
              <a:ext uri="{FF2B5EF4-FFF2-40B4-BE49-F238E27FC236}">
                <a16:creationId xmlns:a16="http://schemas.microsoft.com/office/drawing/2014/main" id="{37D7815F-3B25-0B41-A898-127841B86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23" name="Rectangle 53">
            <a:extLst>
              <a:ext uri="{FF2B5EF4-FFF2-40B4-BE49-F238E27FC236}">
                <a16:creationId xmlns:a16="http://schemas.microsoft.com/office/drawing/2014/main" id="{9209A375-B1A2-DD48-9B29-0955D0245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529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24" name="Line 54">
            <a:extLst>
              <a:ext uri="{FF2B5EF4-FFF2-40B4-BE49-F238E27FC236}">
                <a16:creationId xmlns:a16="http://schemas.microsoft.com/office/drawing/2014/main" id="{D866D145-C6C1-BC47-8AFE-36BB15919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91" name="Rectangle 55">
            <a:extLst>
              <a:ext uri="{FF2B5EF4-FFF2-40B4-BE49-F238E27FC236}">
                <a16:creationId xmlns:a16="http://schemas.microsoft.com/office/drawing/2014/main" id="{A24C1A99-D86A-C549-9687-BCCA8D72E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1510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17126" name="Line 56">
            <a:extLst>
              <a:ext uri="{FF2B5EF4-FFF2-40B4-BE49-F238E27FC236}">
                <a16:creationId xmlns:a16="http://schemas.microsoft.com/office/drawing/2014/main" id="{0A27B2E2-9D89-DC40-B888-ED788226B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13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27" name="Line 57">
            <a:extLst>
              <a:ext uri="{FF2B5EF4-FFF2-40B4-BE49-F238E27FC236}">
                <a16:creationId xmlns:a16="http://schemas.microsoft.com/office/drawing/2014/main" id="{45C8430C-1FF3-864A-A5DC-42CDD918B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28" name="Rectangle 58">
            <a:extLst>
              <a:ext uri="{FF2B5EF4-FFF2-40B4-BE49-F238E27FC236}">
                <a16:creationId xmlns:a16="http://schemas.microsoft.com/office/drawing/2014/main" id="{1D586768-67DD-1045-A0BA-F035CB29F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919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29" name="Line 59">
            <a:extLst>
              <a:ext uri="{FF2B5EF4-FFF2-40B4-BE49-F238E27FC236}">
                <a16:creationId xmlns:a16="http://schemas.microsoft.com/office/drawing/2014/main" id="{2B6FA2C6-19A8-674E-A16D-AD22F1458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4257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30" name="Line 60">
            <a:extLst>
              <a:ext uri="{FF2B5EF4-FFF2-40B4-BE49-F238E27FC236}">
                <a16:creationId xmlns:a16="http://schemas.microsoft.com/office/drawing/2014/main" id="{2AFA0D0C-92CD-4243-96C4-5DDA19D185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7432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31" name="Rectangle 61">
            <a:extLst>
              <a:ext uri="{FF2B5EF4-FFF2-40B4-BE49-F238E27FC236}">
                <a16:creationId xmlns:a16="http://schemas.microsoft.com/office/drawing/2014/main" id="{3D97DEF8-E6DC-354A-877B-F1052A18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132" name="Rectangle 62">
            <a:extLst>
              <a:ext uri="{FF2B5EF4-FFF2-40B4-BE49-F238E27FC236}">
                <a16:creationId xmlns:a16="http://schemas.microsoft.com/office/drawing/2014/main" id="{5B935DCB-596B-AD4A-9546-31914C5BB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3678238"/>
            <a:ext cx="971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17133" name="Rectangle 63">
            <a:extLst>
              <a:ext uri="{FF2B5EF4-FFF2-40B4-BE49-F238E27FC236}">
                <a16:creationId xmlns:a16="http://schemas.microsoft.com/office/drawing/2014/main" id="{6CD4199F-0839-C447-81F1-FC70D782F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480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17134" name="Rectangle 64">
            <a:extLst>
              <a:ext uri="{FF2B5EF4-FFF2-40B4-BE49-F238E27FC236}">
                <a16:creationId xmlns:a16="http://schemas.microsoft.com/office/drawing/2014/main" id="{F5620A22-803A-A44C-8F6F-936A121C8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862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17135" name="Rectangle 65">
            <a:extLst>
              <a:ext uri="{FF2B5EF4-FFF2-40B4-BE49-F238E27FC236}">
                <a16:creationId xmlns:a16="http://schemas.microsoft.com/office/drawing/2014/main" id="{AE195317-D71A-A846-8293-11E9664D2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2910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17136" name="Rectangle 66">
            <a:extLst>
              <a:ext uri="{FF2B5EF4-FFF2-40B4-BE49-F238E27FC236}">
                <a16:creationId xmlns:a16="http://schemas.microsoft.com/office/drawing/2014/main" id="{1D54D4CD-48B1-4D43-BF8C-325C5C30B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452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17137" name="Line 67">
            <a:extLst>
              <a:ext uri="{FF2B5EF4-FFF2-40B4-BE49-F238E27FC236}">
                <a16:creationId xmlns:a16="http://schemas.microsoft.com/office/drawing/2014/main" id="{FD4C43C0-D16B-C847-9FF7-24C6D004EF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657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38" name="Line 68">
            <a:extLst>
              <a:ext uri="{FF2B5EF4-FFF2-40B4-BE49-F238E27FC236}">
                <a16:creationId xmlns:a16="http://schemas.microsoft.com/office/drawing/2014/main" id="{65A5515B-AA3F-F643-973A-4F09436EA3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39" name="Rectangle 69">
            <a:extLst>
              <a:ext uri="{FF2B5EF4-FFF2-40B4-BE49-F238E27FC236}">
                <a16:creationId xmlns:a16="http://schemas.microsoft.com/office/drawing/2014/main" id="{00FEF4BE-3EA1-E94F-902D-E5A02C9B0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7140" name="Line 70">
            <a:extLst>
              <a:ext uri="{FF2B5EF4-FFF2-40B4-BE49-F238E27FC236}">
                <a16:creationId xmlns:a16="http://schemas.microsoft.com/office/drawing/2014/main" id="{A9A0CB35-7504-7744-9538-79EC16A464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276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1" name="Line 71">
            <a:extLst>
              <a:ext uri="{FF2B5EF4-FFF2-40B4-BE49-F238E27FC236}">
                <a16:creationId xmlns:a16="http://schemas.microsoft.com/office/drawing/2014/main" id="{9B337FE6-4636-2E41-84BA-07CABA2336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2" name="Rectangle 72">
            <a:extLst>
              <a:ext uri="{FF2B5EF4-FFF2-40B4-BE49-F238E27FC236}">
                <a16:creationId xmlns:a16="http://schemas.microsoft.com/office/drawing/2014/main" id="{653719CA-695C-EC49-A391-59A6F45AB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00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7143" name="Line 73">
            <a:extLst>
              <a:ext uri="{FF2B5EF4-FFF2-40B4-BE49-F238E27FC236}">
                <a16:creationId xmlns:a16="http://schemas.microsoft.com/office/drawing/2014/main" id="{FA7A3ABF-1BB5-F740-80FB-0B6D8E147A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6576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4" name="Line 74">
            <a:extLst>
              <a:ext uri="{FF2B5EF4-FFF2-40B4-BE49-F238E27FC236}">
                <a16:creationId xmlns:a16="http://schemas.microsoft.com/office/drawing/2014/main" id="{DE92E70E-B45D-7F41-A058-0A3D364B0E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5877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5" name="Rectangle 75">
            <a:extLst>
              <a:ext uri="{FF2B5EF4-FFF2-40B4-BE49-F238E27FC236}">
                <a16:creationId xmlns:a16="http://schemas.microsoft.com/office/drawing/2014/main" id="{6386E80D-864D-A24A-A25D-EF7FD876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681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46" name="Rectangle 76">
            <a:extLst>
              <a:ext uri="{FF2B5EF4-FFF2-40B4-BE49-F238E27FC236}">
                <a16:creationId xmlns:a16="http://schemas.microsoft.com/office/drawing/2014/main" id="{7BFADA11-FF33-0B40-A7D7-707F6BF1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4528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17147" name="Line 77">
            <a:extLst>
              <a:ext uri="{FF2B5EF4-FFF2-40B4-BE49-F238E27FC236}">
                <a16:creationId xmlns:a16="http://schemas.microsoft.com/office/drawing/2014/main" id="{76E1B26D-9E06-6F44-9D28-D88CEE5A7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2672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8" name="Line 78">
            <a:extLst>
              <a:ext uri="{FF2B5EF4-FFF2-40B4-BE49-F238E27FC236}">
                <a16:creationId xmlns:a16="http://schemas.microsoft.com/office/drawing/2014/main" id="{640B86E8-18CC-5144-B93D-8C65CFD15C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197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9" name="Rectangle 79">
            <a:extLst>
              <a:ext uri="{FF2B5EF4-FFF2-40B4-BE49-F238E27FC236}">
                <a16:creationId xmlns:a16="http://schemas.microsoft.com/office/drawing/2014/main" id="{ECAB8400-C701-D24C-BC45-3731EA6BE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291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50" name="Rectangle 80">
            <a:extLst>
              <a:ext uri="{FF2B5EF4-FFF2-40B4-BE49-F238E27FC236}">
                <a16:creationId xmlns:a16="http://schemas.microsoft.com/office/drawing/2014/main" id="{E753EEBA-5DD2-6E4A-817D-852BA08A5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9481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17151" name="Line 81">
            <a:extLst>
              <a:ext uri="{FF2B5EF4-FFF2-40B4-BE49-F238E27FC236}">
                <a16:creationId xmlns:a16="http://schemas.microsoft.com/office/drawing/2014/main" id="{B2A0F02A-F930-6D44-9CB9-D6A6BB690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18" name="Rectangle 82">
            <a:extLst>
              <a:ext uri="{FF2B5EF4-FFF2-40B4-BE49-F238E27FC236}">
                <a16:creationId xmlns:a16="http://schemas.microsoft.com/office/drawing/2014/main" id="{08DC65E3-6BB9-FE43-B71F-9CD30FBE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151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217153" name="Line 83">
            <a:extLst>
              <a:ext uri="{FF2B5EF4-FFF2-40B4-BE49-F238E27FC236}">
                <a16:creationId xmlns:a16="http://schemas.microsoft.com/office/drawing/2014/main" id="{6D2C3268-7116-A644-88BD-6473ADEF9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2893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4" name="Rectangle 84">
            <a:extLst>
              <a:ext uri="{FF2B5EF4-FFF2-40B4-BE49-F238E27FC236}">
                <a16:creationId xmlns:a16="http://schemas.microsoft.com/office/drawing/2014/main" id="{F6369A39-A7D2-1443-9CFA-CDBA7B2DC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17155" name="Rectangle 85">
            <a:extLst>
              <a:ext uri="{FF2B5EF4-FFF2-40B4-BE49-F238E27FC236}">
                <a16:creationId xmlns:a16="http://schemas.microsoft.com/office/drawing/2014/main" id="{0AF62EE9-B2A9-3245-B090-69BA2AEDE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376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17156" name="Group 93">
            <a:extLst>
              <a:ext uri="{FF2B5EF4-FFF2-40B4-BE49-F238E27FC236}">
                <a16:creationId xmlns:a16="http://schemas.microsoft.com/office/drawing/2014/main" id="{EBD5E9C6-1F8A-7946-B940-0585251C5D93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746500"/>
            <a:ext cx="333375" cy="946150"/>
            <a:chOff x="2602" y="2360"/>
            <a:chExt cx="210" cy="596"/>
          </a:xfrm>
        </p:grpSpPr>
        <p:sp>
          <p:nvSpPr>
            <p:cNvPr id="217313" name="Line 86">
              <a:extLst>
                <a:ext uri="{FF2B5EF4-FFF2-40B4-BE49-F238E27FC236}">
                  <a16:creationId xmlns:a16="http://schemas.microsoft.com/office/drawing/2014/main" id="{51EE30BB-3353-6C4E-BADB-2F697F054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14" name="Line 87">
              <a:extLst>
                <a:ext uri="{FF2B5EF4-FFF2-40B4-BE49-F238E27FC236}">
                  <a16:creationId xmlns:a16="http://schemas.microsoft.com/office/drawing/2014/main" id="{239CA52B-469B-204F-872A-790D7E402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15" name="Line 88">
              <a:extLst>
                <a:ext uri="{FF2B5EF4-FFF2-40B4-BE49-F238E27FC236}">
                  <a16:creationId xmlns:a16="http://schemas.microsoft.com/office/drawing/2014/main" id="{6A53BAF7-74AF-DE41-BA57-93405F906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16" name="Line 89">
              <a:extLst>
                <a:ext uri="{FF2B5EF4-FFF2-40B4-BE49-F238E27FC236}">
                  <a16:creationId xmlns:a16="http://schemas.microsoft.com/office/drawing/2014/main" id="{E46592FD-4C63-7345-A6F8-2E49CE6DC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17" name="Rectangle 90">
              <a:extLst>
                <a:ext uri="{FF2B5EF4-FFF2-40B4-BE49-F238E27FC236}">
                  <a16:creationId xmlns:a16="http://schemas.microsoft.com/office/drawing/2014/main" id="{95D02481-996B-6341-A449-67D039EC82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7318" name="Rectangle 91">
              <a:extLst>
                <a:ext uri="{FF2B5EF4-FFF2-40B4-BE49-F238E27FC236}">
                  <a16:creationId xmlns:a16="http://schemas.microsoft.com/office/drawing/2014/main" id="{3E90E719-F30B-A54D-B8A5-961026481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7319" name="Rectangle 92">
              <a:extLst>
                <a:ext uri="{FF2B5EF4-FFF2-40B4-BE49-F238E27FC236}">
                  <a16:creationId xmlns:a16="http://schemas.microsoft.com/office/drawing/2014/main" id="{8559CABA-3E3C-B94A-9A5A-1B4D9965A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7157" name="Line 94">
            <a:extLst>
              <a:ext uri="{FF2B5EF4-FFF2-40B4-BE49-F238E27FC236}">
                <a16:creationId xmlns:a16="http://schemas.microsoft.com/office/drawing/2014/main" id="{0E4F5DFA-9D41-6B44-A1C2-E9FD459363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4114800"/>
            <a:ext cx="660400" cy="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8" name="Line 95">
            <a:extLst>
              <a:ext uri="{FF2B5EF4-FFF2-40B4-BE49-F238E27FC236}">
                <a16:creationId xmlns:a16="http://schemas.microsoft.com/office/drawing/2014/main" id="{6403D6F3-47D0-6F47-AE3E-C76CEC217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495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9" name="Line 96">
            <a:extLst>
              <a:ext uri="{FF2B5EF4-FFF2-40B4-BE49-F238E27FC236}">
                <a16:creationId xmlns:a16="http://schemas.microsoft.com/office/drawing/2014/main" id="{2BA63935-71EA-7342-A35C-D37B25A38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898900"/>
            <a:ext cx="279400" cy="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0" name="Rectangle 97">
            <a:extLst>
              <a:ext uri="{FF2B5EF4-FFF2-40B4-BE49-F238E27FC236}">
                <a16:creationId xmlns:a16="http://schemas.microsoft.com/office/drawing/2014/main" id="{78190EE7-416E-4D4B-BC68-1A59A408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465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7161" name="Rectangle 98">
            <a:extLst>
              <a:ext uri="{FF2B5EF4-FFF2-40B4-BE49-F238E27FC236}">
                <a16:creationId xmlns:a16="http://schemas.microsoft.com/office/drawing/2014/main" id="{7E1C35C2-2C9F-D549-9705-538857979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6513" y="42275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5635" name="Rectangle 99">
            <a:extLst>
              <a:ext uri="{FF2B5EF4-FFF2-40B4-BE49-F238E27FC236}">
                <a16:creationId xmlns:a16="http://schemas.microsoft.com/office/drawing/2014/main" id="{92ED01A6-9C88-E248-8A5C-ECA0EE21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002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65636" name="Rectangle 100">
            <a:extLst>
              <a:ext uri="{FF2B5EF4-FFF2-40B4-BE49-F238E27FC236}">
                <a16:creationId xmlns:a16="http://schemas.microsoft.com/office/drawing/2014/main" id="{9D5AD16C-4B98-5646-8CB2-0F3F7AD8D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1336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17164" name="Group 108">
            <a:extLst>
              <a:ext uri="{FF2B5EF4-FFF2-40B4-BE49-F238E27FC236}">
                <a16:creationId xmlns:a16="http://schemas.microsoft.com/office/drawing/2014/main" id="{51964097-5332-CA4E-8624-336AD50AD487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648200"/>
            <a:ext cx="941387" cy="333375"/>
            <a:chOff x="2547" y="2928"/>
            <a:chExt cx="593" cy="210"/>
          </a:xfrm>
        </p:grpSpPr>
        <p:sp>
          <p:nvSpPr>
            <p:cNvPr id="217306" name="Line 101">
              <a:extLst>
                <a:ext uri="{FF2B5EF4-FFF2-40B4-BE49-F238E27FC236}">
                  <a16:creationId xmlns:a16="http://schemas.microsoft.com/office/drawing/2014/main" id="{DC4576AE-4265-2242-A85D-0FD77A399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7" name="Line 102">
              <a:extLst>
                <a:ext uri="{FF2B5EF4-FFF2-40B4-BE49-F238E27FC236}">
                  <a16:creationId xmlns:a16="http://schemas.microsoft.com/office/drawing/2014/main" id="{F2B3EAEB-8261-834C-8270-548372BFDD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8" name="Line 103">
              <a:extLst>
                <a:ext uri="{FF2B5EF4-FFF2-40B4-BE49-F238E27FC236}">
                  <a16:creationId xmlns:a16="http://schemas.microsoft.com/office/drawing/2014/main" id="{1E53FBFD-7854-C04E-8416-B89696D5C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9" name="Line 104">
              <a:extLst>
                <a:ext uri="{FF2B5EF4-FFF2-40B4-BE49-F238E27FC236}">
                  <a16:creationId xmlns:a16="http://schemas.microsoft.com/office/drawing/2014/main" id="{4186D2C6-535A-F744-93D2-24BF5EC44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10" name="Rectangle 105">
              <a:extLst>
                <a:ext uri="{FF2B5EF4-FFF2-40B4-BE49-F238E27FC236}">
                  <a16:creationId xmlns:a16="http://schemas.microsoft.com/office/drawing/2014/main" id="{D724388A-CA72-9C43-8A44-E1560BD66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7311" name="Rectangle 106">
              <a:extLst>
                <a:ext uri="{FF2B5EF4-FFF2-40B4-BE49-F238E27FC236}">
                  <a16:creationId xmlns:a16="http://schemas.microsoft.com/office/drawing/2014/main" id="{B0F30D2A-E409-A840-88B4-D5DB8EFD4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7312" name="Rectangle 107">
              <a:extLst>
                <a:ext uri="{FF2B5EF4-FFF2-40B4-BE49-F238E27FC236}">
                  <a16:creationId xmlns:a16="http://schemas.microsoft.com/office/drawing/2014/main" id="{9A918FEA-8807-2544-9238-07460B11B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7165" name="Line 109">
            <a:extLst>
              <a:ext uri="{FF2B5EF4-FFF2-40B4-BE49-F238E27FC236}">
                <a16:creationId xmlns:a16="http://schemas.microsoft.com/office/drawing/2014/main" id="{D363A0CF-89F0-7447-820B-421C02B17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432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6" name="Line 110">
            <a:extLst>
              <a:ext uri="{FF2B5EF4-FFF2-40B4-BE49-F238E27FC236}">
                <a16:creationId xmlns:a16="http://schemas.microsoft.com/office/drawing/2014/main" id="{6A62F801-5639-4543-9DD4-09EC8598F6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4196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7" name="Line 111">
            <a:extLst>
              <a:ext uri="{FF2B5EF4-FFF2-40B4-BE49-F238E27FC236}">
                <a16:creationId xmlns:a16="http://schemas.microsoft.com/office/drawing/2014/main" id="{EF7559EC-E6DA-4445-B258-2FA8C5ADE3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4863" y="4419600"/>
            <a:ext cx="439737" cy="142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8" name="Line 112">
            <a:extLst>
              <a:ext uri="{FF2B5EF4-FFF2-40B4-BE49-F238E27FC236}">
                <a16:creationId xmlns:a16="http://schemas.microsoft.com/office/drawing/2014/main" id="{9141F9E9-A371-AA42-8234-1950BB918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4418013"/>
            <a:ext cx="0" cy="2603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9" name="Line 113">
            <a:extLst>
              <a:ext uri="{FF2B5EF4-FFF2-40B4-BE49-F238E27FC236}">
                <a16:creationId xmlns:a16="http://schemas.microsoft.com/office/drawing/2014/main" id="{00651C5B-D526-224B-ABA3-CB38C4F34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965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0" name="Line 114">
            <a:extLst>
              <a:ext uri="{FF2B5EF4-FFF2-40B4-BE49-F238E27FC236}">
                <a16:creationId xmlns:a16="http://schemas.microsoft.com/office/drawing/2014/main" id="{C5819E48-9946-DB45-9ECF-71B63F3022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51054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1" name="Line 115">
            <a:extLst>
              <a:ext uri="{FF2B5EF4-FFF2-40B4-BE49-F238E27FC236}">
                <a16:creationId xmlns:a16="http://schemas.microsoft.com/office/drawing/2014/main" id="{21C4A304-4467-4441-BABB-2878BC1E47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8006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2" name="Line 116">
            <a:extLst>
              <a:ext uri="{FF2B5EF4-FFF2-40B4-BE49-F238E27FC236}">
                <a16:creationId xmlns:a16="http://schemas.microsoft.com/office/drawing/2014/main" id="{26C0F19A-A1F9-B645-934A-3A4957C2D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4257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53" name="Rectangle 117">
            <a:extLst>
              <a:ext uri="{FF2B5EF4-FFF2-40B4-BE49-F238E27FC236}">
                <a16:creationId xmlns:a16="http://schemas.microsoft.com/office/drawing/2014/main" id="{E69F1DB0-299F-944F-950B-BAA975A1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151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RegDst=0</a:t>
            </a:r>
          </a:p>
        </p:txBody>
      </p:sp>
      <p:sp>
        <p:nvSpPr>
          <p:cNvPr id="217174" name="Line 118">
            <a:extLst>
              <a:ext uri="{FF2B5EF4-FFF2-40B4-BE49-F238E27FC236}">
                <a16:creationId xmlns:a16="http://schemas.microsoft.com/office/drawing/2014/main" id="{A1EAB2A4-2566-3C42-93DC-EDF018C71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937125"/>
            <a:ext cx="0" cy="6254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5" name="Line 119">
            <a:extLst>
              <a:ext uri="{FF2B5EF4-FFF2-40B4-BE49-F238E27FC236}">
                <a16:creationId xmlns:a16="http://schemas.microsoft.com/office/drawing/2014/main" id="{BC9E440C-5BCA-194F-87ED-7AAEEB9E34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5200" y="5562600"/>
            <a:ext cx="401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6" name="Line 120">
            <a:extLst>
              <a:ext uri="{FF2B5EF4-FFF2-40B4-BE49-F238E27FC236}">
                <a16:creationId xmlns:a16="http://schemas.microsoft.com/office/drawing/2014/main" id="{051BC8F2-142D-A142-8CB3-331E3027C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133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177" name="Group 128">
            <a:extLst>
              <a:ext uri="{FF2B5EF4-FFF2-40B4-BE49-F238E27FC236}">
                <a16:creationId xmlns:a16="http://schemas.microsoft.com/office/drawing/2014/main" id="{A3565D85-78F0-C54B-82B7-BFE769EE9837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3136900"/>
            <a:ext cx="333375" cy="946150"/>
            <a:chOff x="634" y="1976"/>
            <a:chExt cx="210" cy="596"/>
          </a:xfrm>
        </p:grpSpPr>
        <p:sp>
          <p:nvSpPr>
            <p:cNvPr id="217299" name="Line 121">
              <a:extLst>
                <a:ext uri="{FF2B5EF4-FFF2-40B4-BE49-F238E27FC236}">
                  <a16:creationId xmlns:a16="http://schemas.microsoft.com/office/drawing/2014/main" id="{65AE6F3D-184D-AB49-AF00-56199FB9D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0" name="Line 122">
              <a:extLst>
                <a:ext uri="{FF2B5EF4-FFF2-40B4-BE49-F238E27FC236}">
                  <a16:creationId xmlns:a16="http://schemas.microsoft.com/office/drawing/2014/main" id="{C770D1CA-E29F-BD43-BAC4-C61689801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1" name="Line 123">
              <a:extLst>
                <a:ext uri="{FF2B5EF4-FFF2-40B4-BE49-F238E27FC236}">
                  <a16:creationId xmlns:a16="http://schemas.microsoft.com/office/drawing/2014/main" id="{0A882967-4E21-1B4A-B3D4-45461C273A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2" name="Line 124">
              <a:extLst>
                <a:ext uri="{FF2B5EF4-FFF2-40B4-BE49-F238E27FC236}">
                  <a16:creationId xmlns:a16="http://schemas.microsoft.com/office/drawing/2014/main" id="{D097EF71-4965-9645-A689-D45409445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303" name="Rectangle 125">
              <a:extLst>
                <a:ext uri="{FF2B5EF4-FFF2-40B4-BE49-F238E27FC236}">
                  <a16:creationId xmlns:a16="http://schemas.microsoft.com/office/drawing/2014/main" id="{2DDCB2EA-DE9C-924F-8BF5-941A13F7CF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7304" name="Rectangle 126">
              <a:extLst>
                <a:ext uri="{FF2B5EF4-FFF2-40B4-BE49-F238E27FC236}">
                  <a16:creationId xmlns:a16="http://schemas.microsoft.com/office/drawing/2014/main" id="{D3324A67-0FD7-6443-B7DC-47F9EAB8F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7305" name="Rectangle 127">
              <a:extLst>
                <a:ext uri="{FF2B5EF4-FFF2-40B4-BE49-F238E27FC236}">
                  <a16:creationId xmlns:a16="http://schemas.microsoft.com/office/drawing/2014/main" id="{507B045E-0B95-3740-8AB5-17F926EAF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7178" name="Line 129">
            <a:extLst>
              <a:ext uri="{FF2B5EF4-FFF2-40B4-BE49-F238E27FC236}">
                <a16:creationId xmlns:a16="http://schemas.microsoft.com/office/drawing/2014/main" id="{5B5664E3-1DE1-5140-849D-567BA25981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79" name="Line 130">
            <a:extLst>
              <a:ext uri="{FF2B5EF4-FFF2-40B4-BE49-F238E27FC236}">
                <a16:creationId xmlns:a16="http://schemas.microsoft.com/office/drawing/2014/main" id="{09814380-6526-714D-A2E9-556B53D0DB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80" name="Rectangle 131">
            <a:extLst>
              <a:ext uri="{FF2B5EF4-FFF2-40B4-BE49-F238E27FC236}">
                <a16:creationId xmlns:a16="http://schemas.microsoft.com/office/drawing/2014/main" id="{3E4740EE-6650-BA40-A8FE-7AC5FF8CC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81" name="Line 132">
            <a:extLst>
              <a:ext uri="{FF2B5EF4-FFF2-40B4-BE49-F238E27FC236}">
                <a16:creationId xmlns:a16="http://schemas.microsoft.com/office/drawing/2014/main" id="{FDD27EF9-1184-E044-B919-D256B0247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89890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82" name="Line 133">
            <a:extLst>
              <a:ext uri="{FF2B5EF4-FFF2-40B4-BE49-F238E27FC236}">
                <a16:creationId xmlns:a16="http://schemas.microsoft.com/office/drawing/2014/main" id="{D27E13A6-FEB7-B84C-844C-3A8F65E8F8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8862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83" name="Rectangle 134">
            <a:extLst>
              <a:ext uri="{FF2B5EF4-FFF2-40B4-BE49-F238E27FC236}">
                <a16:creationId xmlns:a16="http://schemas.microsoft.com/office/drawing/2014/main" id="{D74CFEA1-E4A9-C04C-A747-99E92F16E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6035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184" name="Rectangle 135">
            <a:extLst>
              <a:ext uri="{FF2B5EF4-FFF2-40B4-BE49-F238E27FC236}">
                <a16:creationId xmlns:a16="http://schemas.microsoft.com/office/drawing/2014/main" id="{8C6F8A7F-7CC7-9E49-A8A6-951DDF45C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6114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17185" name="Line 136">
            <a:extLst>
              <a:ext uri="{FF2B5EF4-FFF2-40B4-BE49-F238E27FC236}">
                <a16:creationId xmlns:a16="http://schemas.microsoft.com/office/drawing/2014/main" id="{30EE2FFA-38F7-1C41-B8BF-7540144EF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908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73" name="Rectangle 137">
            <a:extLst>
              <a:ext uri="{FF2B5EF4-FFF2-40B4-BE49-F238E27FC236}">
                <a16:creationId xmlns:a16="http://schemas.microsoft.com/office/drawing/2014/main" id="{CC108964-78BF-8D4F-B0C4-4C2A0F55E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1722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MemtoReg=0</a:t>
            </a:r>
          </a:p>
        </p:txBody>
      </p:sp>
      <p:grpSp>
        <p:nvGrpSpPr>
          <p:cNvPr id="217187" name="Group 140">
            <a:extLst>
              <a:ext uri="{FF2B5EF4-FFF2-40B4-BE49-F238E27FC236}">
                <a16:creationId xmlns:a16="http://schemas.microsoft.com/office/drawing/2014/main" id="{CBAF16AB-0DF1-824E-831C-7851AA1D756C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715000"/>
            <a:ext cx="857250" cy="333375"/>
            <a:chOff x="2776" y="3600"/>
            <a:chExt cx="540" cy="210"/>
          </a:xfrm>
        </p:grpSpPr>
        <p:sp>
          <p:nvSpPr>
            <p:cNvPr id="217297" name="Rectangle 138">
              <a:extLst>
                <a:ext uri="{FF2B5EF4-FFF2-40B4-BE49-F238E27FC236}">
                  <a16:creationId xmlns:a16="http://schemas.microsoft.com/office/drawing/2014/main" id="{C5CCAEBE-9421-3D48-8F1F-012FC06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7298" name="Rectangle 139">
              <a:extLst>
                <a:ext uri="{FF2B5EF4-FFF2-40B4-BE49-F238E27FC236}">
                  <a16:creationId xmlns:a16="http://schemas.microsoft.com/office/drawing/2014/main" id="{EC00FBE9-D1DC-4040-8B83-8889098F3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600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17188" name="Line 141">
            <a:extLst>
              <a:ext uri="{FF2B5EF4-FFF2-40B4-BE49-F238E27FC236}">
                <a16:creationId xmlns:a16="http://schemas.microsoft.com/office/drawing/2014/main" id="{DE878D88-4973-FF43-8AD6-469F0C1E1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0325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678" name="Rectangle 142">
            <a:extLst>
              <a:ext uri="{FF2B5EF4-FFF2-40B4-BE49-F238E27FC236}">
                <a16:creationId xmlns:a16="http://schemas.microsoft.com/office/drawing/2014/main" id="{DAFADB9D-C6FC-774C-B980-4604B3DEB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1722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ExtOp=0</a:t>
            </a:r>
          </a:p>
        </p:txBody>
      </p:sp>
      <p:grpSp>
        <p:nvGrpSpPr>
          <p:cNvPr id="217190" name="Group 150">
            <a:extLst>
              <a:ext uri="{FF2B5EF4-FFF2-40B4-BE49-F238E27FC236}">
                <a16:creationId xmlns:a16="http://schemas.microsoft.com/office/drawing/2014/main" id="{CC520BD3-3E05-A04D-854D-9491DB18CFD6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832100"/>
            <a:ext cx="333375" cy="946150"/>
            <a:chOff x="4186" y="1784"/>
            <a:chExt cx="210" cy="596"/>
          </a:xfrm>
        </p:grpSpPr>
        <p:sp>
          <p:nvSpPr>
            <p:cNvPr id="217290" name="Line 143">
              <a:extLst>
                <a:ext uri="{FF2B5EF4-FFF2-40B4-BE49-F238E27FC236}">
                  <a16:creationId xmlns:a16="http://schemas.microsoft.com/office/drawing/2014/main" id="{4CF62634-258F-BC4C-B0AE-239F06299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91" name="Line 144">
              <a:extLst>
                <a:ext uri="{FF2B5EF4-FFF2-40B4-BE49-F238E27FC236}">
                  <a16:creationId xmlns:a16="http://schemas.microsoft.com/office/drawing/2014/main" id="{F12CA55D-68E5-864B-8DAA-CE48B0676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92" name="Line 145">
              <a:extLst>
                <a:ext uri="{FF2B5EF4-FFF2-40B4-BE49-F238E27FC236}">
                  <a16:creationId xmlns:a16="http://schemas.microsoft.com/office/drawing/2014/main" id="{D9F9434E-0746-034D-B636-6E6D06263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93" name="Line 146">
              <a:extLst>
                <a:ext uri="{FF2B5EF4-FFF2-40B4-BE49-F238E27FC236}">
                  <a16:creationId xmlns:a16="http://schemas.microsoft.com/office/drawing/2014/main" id="{523BD142-3E20-7548-BCAD-97EF3F325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94" name="Rectangle 147">
              <a:extLst>
                <a:ext uri="{FF2B5EF4-FFF2-40B4-BE49-F238E27FC236}">
                  <a16:creationId xmlns:a16="http://schemas.microsoft.com/office/drawing/2014/main" id="{F7FFEB8B-3E21-0F49-AF58-222CA29981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7295" name="Rectangle 148">
              <a:extLst>
                <a:ext uri="{FF2B5EF4-FFF2-40B4-BE49-F238E27FC236}">
                  <a16:creationId xmlns:a16="http://schemas.microsoft.com/office/drawing/2014/main" id="{F47999F7-71E7-7146-AE04-062E5DBA5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7296" name="Rectangle 149">
              <a:extLst>
                <a:ext uri="{FF2B5EF4-FFF2-40B4-BE49-F238E27FC236}">
                  <a16:creationId xmlns:a16="http://schemas.microsoft.com/office/drawing/2014/main" id="{C35AB95E-F666-0044-BFE0-8AE31BC0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7191" name="Line 151">
            <a:extLst>
              <a:ext uri="{FF2B5EF4-FFF2-40B4-BE49-F238E27FC236}">
                <a16:creationId xmlns:a16="http://schemas.microsoft.com/office/drawing/2014/main" id="{17694255-660E-194B-BE0D-00C08C403A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32766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2" name="Line 152">
            <a:extLst>
              <a:ext uri="{FF2B5EF4-FFF2-40B4-BE49-F238E27FC236}">
                <a16:creationId xmlns:a16="http://schemas.microsoft.com/office/drawing/2014/main" id="{9FA759FA-1883-6E45-89F3-7FDD4429C8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3" name="Rectangle 153">
            <a:extLst>
              <a:ext uri="{FF2B5EF4-FFF2-40B4-BE49-F238E27FC236}">
                <a16:creationId xmlns:a16="http://schemas.microsoft.com/office/drawing/2014/main" id="{3FB57F52-A2C7-494E-923F-A5D926B8F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194" name="Line 154">
            <a:extLst>
              <a:ext uri="{FF2B5EF4-FFF2-40B4-BE49-F238E27FC236}">
                <a16:creationId xmlns:a16="http://schemas.microsoft.com/office/drawing/2014/main" id="{4E5F91EC-AFBF-854D-BB99-0C49DA8EA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51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5" name="Line 155">
            <a:extLst>
              <a:ext uri="{FF2B5EF4-FFF2-40B4-BE49-F238E27FC236}">
                <a16:creationId xmlns:a16="http://schemas.microsoft.com/office/drawing/2014/main" id="{F8BED384-F083-474F-A973-527D26F5B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7861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6" name="Line 156">
            <a:extLst>
              <a:ext uri="{FF2B5EF4-FFF2-40B4-BE49-F238E27FC236}">
                <a16:creationId xmlns:a16="http://schemas.microsoft.com/office/drawing/2014/main" id="{D54E79F4-BCB0-6545-BDD2-DC7B732C4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7861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7" name="Line 157">
            <a:extLst>
              <a:ext uri="{FF2B5EF4-FFF2-40B4-BE49-F238E27FC236}">
                <a16:creationId xmlns:a16="http://schemas.microsoft.com/office/drawing/2014/main" id="{E110FE6F-828D-3545-AC5A-F8C7174795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8641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8" name="Line 158">
            <a:extLst>
              <a:ext uri="{FF2B5EF4-FFF2-40B4-BE49-F238E27FC236}">
                <a16:creationId xmlns:a16="http://schemas.microsoft.com/office/drawing/2014/main" id="{92997739-1841-4445-B506-8D885D614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8989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99" name="Line 159">
            <a:extLst>
              <a:ext uri="{FF2B5EF4-FFF2-40B4-BE49-F238E27FC236}">
                <a16:creationId xmlns:a16="http://schemas.microsoft.com/office/drawing/2014/main" id="{079F79D7-AD89-B146-B749-45CA7FBB0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50069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00" name="Rectangle 160">
            <a:extLst>
              <a:ext uri="{FF2B5EF4-FFF2-40B4-BE49-F238E27FC236}">
                <a16:creationId xmlns:a16="http://schemas.microsoft.com/office/drawing/2014/main" id="{487422A8-9FAF-5148-B6DD-61A803DB0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833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7201" name="Rectangle 161">
            <a:extLst>
              <a:ext uri="{FF2B5EF4-FFF2-40B4-BE49-F238E27FC236}">
                <a16:creationId xmlns:a16="http://schemas.microsoft.com/office/drawing/2014/main" id="{09B222D4-5FCB-8543-873D-E18F54568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5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7202" name="Rectangle 162">
            <a:extLst>
              <a:ext uri="{FF2B5EF4-FFF2-40B4-BE49-F238E27FC236}">
                <a16:creationId xmlns:a16="http://schemas.microsoft.com/office/drawing/2014/main" id="{E14157D5-2D66-C347-AB63-EB2CB3250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460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7203" name="Rectangle 163">
            <a:extLst>
              <a:ext uri="{FF2B5EF4-FFF2-40B4-BE49-F238E27FC236}">
                <a16:creationId xmlns:a16="http://schemas.microsoft.com/office/drawing/2014/main" id="{EC9A15BE-A481-074A-98AA-42FF236E0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689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7204" name="Line 164">
            <a:extLst>
              <a:ext uri="{FF2B5EF4-FFF2-40B4-BE49-F238E27FC236}">
                <a16:creationId xmlns:a16="http://schemas.microsoft.com/office/drawing/2014/main" id="{0A24555C-C77D-0442-9E4C-DC5F930F92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962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05" name="Rectangle 165">
            <a:extLst>
              <a:ext uri="{FF2B5EF4-FFF2-40B4-BE49-F238E27FC236}">
                <a16:creationId xmlns:a16="http://schemas.microsoft.com/office/drawing/2014/main" id="{30DC39D8-1715-5541-85E0-8FAE7BA58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8100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17206" name="Group 169">
            <a:extLst>
              <a:ext uri="{FF2B5EF4-FFF2-40B4-BE49-F238E27FC236}">
                <a16:creationId xmlns:a16="http://schemas.microsoft.com/office/drawing/2014/main" id="{4125D5CE-A8B8-2E44-87B1-337EDA949BF4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797550"/>
            <a:ext cx="560387" cy="395288"/>
            <a:chOff x="2439" y="3652"/>
            <a:chExt cx="353" cy="249"/>
          </a:xfrm>
        </p:grpSpPr>
        <p:sp>
          <p:nvSpPr>
            <p:cNvPr id="217287" name="Line 166">
              <a:extLst>
                <a:ext uri="{FF2B5EF4-FFF2-40B4-BE49-F238E27FC236}">
                  <a16:creationId xmlns:a16="http://schemas.microsoft.com/office/drawing/2014/main" id="{08081D2F-2E8F-8A42-93B2-60771F29A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696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88" name="Line 167">
              <a:extLst>
                <a:ext uri="{FF2B5EF4-FFF2-40B4-BE49-F238E27FC236}">
                  <a16:creationId xmlns:a16="http://schemas.microsoft.com/office/drawing/2014/main" id="{BE793568-8512-3C40-AD2D-7EA23957E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652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89" name="Rectangle 168">
              <a:extLst>
                <a:ext uri="{FF2B5EF4-FFF2-40B4-BE49-F238E27FC236}">
                  <a16:creationId xmlns:a16="http://schemas.microsoft.com/office/drawing/2014/main" id="{BDAD8ADF-D3AA-A546-8E1B-0FAC3F947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711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17207" name="Rectangle 170">
            <a:extLst>
              <a:ext uri="{FF2B5EF4-FFF2-40B4-BE49-F238E27FC236}">
                <a16:creationId xmlns:a16="http://schemas.microsoft.com/office/drawing/2014/main" id="{0743BD3F-BE18-DE43-BE52-65599377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8150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17208" name="Line 171">
            <a:extLst>
              <a:ext uri="{FF2B5EF4-FFF2-40B4-BE49-F238E27FC236}">
                <a16:creationId xmlns:a16="http://schemas.microsoft.com/office/drawing/2014/main" id="{490D1B97-B1D9-0B45-9059-7672417326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8674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09" name="Line 172">
            <a:extLst>
              <a:ext uri="{FF2B5EF4-FFF2-40B4-BE49-F238E27FC236}">
                <a16:creationId xmlns:a16="http://schemas.microsoft.com/office/drawing/2014/main" id="{6139E46C-AC1B-BE4E-A214-5AC8D27DEA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7975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0" name="Rectangle 173">
            <a:extLst>
              <a:ext uri="{FF2B5EF4-FFF2-40B4-BE49-F238E27FC236}">
                <a16:creationId xmlns:a16="http://schemas.microsoft.com/office/drawing/2014/main" id="{591B86D0-BA4B-FC43-9E3E-328BD7613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891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7211" name="Group 176">
            <a:extLst>
              <a:ext uri="{FF2B5EF4-FFF2-40B4-BE49-F238E27FC236}">
                <a16:creationId xmlns:a16="http://schemas.microsoft.com/office/drawing/2014/main" id="{3FCE46FC-5EEF-3B4E-AB4A-7B6506060820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800600"/>
            <a:ext cx="565150" cy="333375"/>
            <a:chOff x="3587" y="3024"/>
            <a:chExt cx="356" cy="210"/>
          </a:xfrm>
        </p:grpSpPr>
        <p:sp>
          <p:nvSpPr>
            <p:cNvPr id="217285" name="Rectangle 174">
              <a:extLst>
                <a:ext uri="{FF2B5EF4-FFF2-40B4-BE49-F238E27FC236}">
                  <a16:creationId xmlns:a16="http://schemas.microsoft.com/office/drawing/2014/main" id="{1D02A25F-EAFB-1B41-B09C-23EFEECE1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7286" name="Rectangle 175">
              <a:extLst>
                <a:ext uri="{FF2B5EF4-FFF2-40B4-BE49-F238E27FC236}">
                  <a16:creationId xmlns:a16="http://schemas.microsoft.com/office/drawing/2014/main" id="{EBC05743-EF42-EA4F-9AFE-8B1CE20E5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17212" name="Line 177">
            <a:extLst>
              <a:ext uri="{FF2B5EF4-FFF2-40B4-BE49-F238E27FC236}">
                <a16:creationId xmlns:a16="http://schemas.microsoft.com/office/drawing/2014/main" id="{B85CF021-316A-4C44-86D9-F49F68C8EA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572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3" name="Line 178">
            <a:extLst>
              <a:ext uri="{FF2B5EF4-FFF2-40B4-BE49-F238E27FC236}">
                <a16:creationId xmlns:a16="http://schemas.microsoft.com/office/drawing/2014/main" id="{4FF5AA2D-C683-614F-BC1B-391DF5428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584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4" name="Line 179">
            <a:extLst>
              <a:ext uri="{FF2B5EF4-FFF2-40B4-BE49-F238E27FC236}">
                <a16:creationId xmlns:a16="http://schemas.microsoft.com/office/drawing/2014/main" id="{78201BC9-7969-6B47-B53D-013A8D0DCD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927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5" name="Line 180">
            <a:extLst>
              <a:ext uri="{FF2B5EF4-FFF2-40B4-BE49-F238E27FC236}">
                <a16:creationId xmlns:a16="http://schemas.microsoft.com/office/drawing/2014/main" id="{42B8D47A-8484-8B49-837B-33C8B566E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87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6" name="Line 181">
            <a:extLst>
              <a:ext uri="{FF2B5EF4-FFF2-40B4-BE49-F238E27FC236}">
                <a16:creationId xmlns:a16="http://schemas.microsoft.com/office/drawing/2014/main" id="{FA933D37-9AC9-634A-AD4C-A185270B6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8895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7" name="Line 182">
            <a:extLst>
              <a:ext uri="{FF2B5EF4-FFF2-40B4-BE49-F238E27FC236}">
                <a16:creationId xmlns:a16="http://schemas.microsoft.com/office/drawing/2014/main" id="{21961C27-C1AF-0B43-AB81-265025AA2C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5867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18" name="Line 183">
            <a:extLst>
              <a:ext uri="{FF2B5EF4-FFF2-40B4-BE49-F238E27FC236}">
                <a16:creationId xmlns:a16="http://schemas.microsoft.com/office/drawing/2014/main" id="{F01C6D8A-F09E-854F-8527-B8311E3726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2672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720" name="Rectangle 184">
            <a:extLst>
              <a:ext uri="{FF2B5EF4-FFF2-40B4-BE49-F238E27FC236}">
                <a16:creationId xmlns:a16="http://schemas.microsoft.com/office/drawing/2014/main" id="{11CC887F-C2BE-1841-BA69-A98DC322A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1722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17220" name="Line 185">
            <a:extLst>
              <a:ext uri="{FF2B5EF4-FFF2-40B4-BE49-F238E27FC236}">
                <a16:creationId xmlns:a16="http://schemas.microsoft.com/office/drawing/2014/main" id="{C9F96A97-4650-B94A-9D74-0A48A7DB8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987800"/>
            <a:ext cx="0" cy="154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21" name="Line 186">
            <a:extLst>
              <a:ext uri="{FF2B5EF4-FFF2-40B4-BE49-F238E27FC236}">
                <a16:creationId xmlns:a16="http://schemas.microsoft.com/office/drawing/2014/main" id="{E05F8C62-CD3E-1D43-90D4-1D6B1E85A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21463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22" name="Line 187">
            <a:extLst>
              <a:ext uri="{FF2B5EF4-FFF2-40B4-BE49-F238E27FC236}">
                <a16:creationId xmlns:a16="http://schemas.microsoft.com/office/drawing/2014/main" id="{2A99C698-86C0-2C4C-8F56-784B08F6BC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21463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23" name="Line 188">
            <a:extLst>
              <a:ext uri="{FF2B5EF4-FFF2-40B4-BE49-F238E27FC236}">
                <a16:creationId xmlns:a16="http://schemas.microsoft.com/office/drawing/2014/main" id="{C14369AC-DB82-2049-AFEC-20AA1EF123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9257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24" name="Line 189">
            <a:extLst>
              <a:ext uri="{FF2B5EF4-FFF2-40B4-BE49-F238E27FC236}">
                <a16:creationId xmlns:a16="http://schemas.microsoft.com/office/drawing/2014/main" id="{D58432A8-B3D4-6B49-BE98-6AF2AE40C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2288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25" name="Rectangle 190">
            <a:extLst>
              <a:ext uri="{FF2B5EF4-FFF2-40B4-BE49-F238E27FC236}">
                <a16:creationId xmlns:a16="http://schemas.microsoft.com/office/drawing/2014/main" id="{CEFDEB09-B640-1E40-9C70-3B3BB3A401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4384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7226" name="Rectangle 191">
            <a:extLst>
              <a:ext uri="{FF2B5EF4-FFF2-40B4-BE49-F238E27FC236}">
                <a16:creationId xmlns:a16="http://schemas.microsoft.com/office/drawing/2014/main" id="{C573B995-E141-384E-B95A-98438ECAD9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165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7227" name="Rectangle 192">
            <a:extLst>
              <a:ext uri="{FF2B5EF4-FFF2-40B4-BE49-F238E27FC236}">
                <a16:creationId xmlns:a16="http://schemas.microsoft.com/office/drawing/2014/main" id="{26FF06FF-1264-A04E-B45F-F61D4302BE6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790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17228" name="Group 195">
            <a:extLst>
              <a:ext uri="{FF2B5EF4-FFF2-40B4-BE49-F238E27FC236}">
                <a16:creationId xmlns:a16="http://schemas.microsoft.com/office/drawing/2014/main" id="{30D36573-29AE-8240-AA37-EFA75E048B49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2133600"/>
            <a:ext cx="801687" cy="333375"/>
            <a:chOff x="5175" y="1344"/>
            <a:chExt cx="505" cy="210"/>
          </a:xfrm>
        </p:grpSpPr>
        <p:sp>
          <p:nvSpPr>
            <p:cNvPr id="217283" name="Rectangle 193">
              <a:extLst>
                <a:ext uri="{FF2B5EF4-FFF2-40B4-BE49-F238E27FC236}">
                  <a16:creationId xmlns:a16="http://schemas.microsoft.com/office/drawing/2014/main" id="{DC8F090A-0DFD-9B43-872B-0203493AC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7284" name="Rectangle 194">
              <a:extLst>
                <a:ext uri="{FF2B5EF4-FFF2-40B4-BE49-F238E27FC236}">
                  <a16:creationId xmlns:a16="http://schemas.microsoft.com/office/drawing/2014/main" id="{6DABD9B4-588E-C44E-AE39-7D2747575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17229" name="Oval 196">
            <a:extLst>
              <a:ext uri="{FF2B5EF4-FFF2-40B4-BE49-F238E27FC236}">
                <a16:creationId xmlns:a16="http://schemas.microsoft.com/office/drawing/2014/main" id="{B0925BA9-4B05-354F-B6E7-C0A5BF364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451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230" name="Line 197">
            <a:extLst>
              <a:ext uri="{FF2B5EF4-FFF2-40B4-BE49-F238E27FC236}">
                <a16:creationId xmlns:a16="http://schemas.microsoft.com/office/drawing/2014/main" id="{6A2264F4-8B89-AE41-ABB9-0B4209118D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31" name="Line 198">
            <a:extLst>
              <a:ext uri="{FF2B5EF4-FFF2-40B4-BE49-F238E27FC236}">
                <a16:creationId xmlns:a16="http://schemas.microsoft.com/office/drawing/2014/main" id="{63FFD0F5-4303-E348-930B-57E7B5F6B9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32" name="Oval 199">
            <a:extLst>
              <a:ext uri="{FF2B5EF4-FFF2-40B4-BE49-F238E27FC236}">
                <a16:creationId xmlns:a16="http://schemas.microsoft.com/office/drawing/2014/main" id="{BBE224D2-F258-D848-93F6-D2DB387E3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993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7233" name="Line 200">
            <a:extLst>
              <a:ext uri="{FF2B5EF4-FFF2-40B4-BE49-F238E27FC236}">
                <a16:creationId xmlns:a16="http://schemas.microsoft.com/office/drawing/2014/main" id="{1BB4C728-567F-D242-A8E4-8C722AC413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234" name="Group 204">
            <a:extLst>
              <a:ext uri="{FF2B5EF4-FFF2-40B4-BE49-F238E27FC236}">
                <a16:creationId xmlns:a16="http://schemas.microsoft.com/office/drawing/2014/main" id="{75F763D2-52D0-9744-9354-190382ACAF06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216150"/>
            <a:ext cx="641350" cy="395288"/>
            <a:chOff x="4760" y="1396"/>
            <a:chExt cx="404" cy="249"/>
          </a:xfrm>
        </p:grpSpPr>
        <p:sp>
          <p:nvSpPr>
            <p:cNvPr id="217280" name="Line 201">
              <a:extLst>
                <a:ext uri="{FF2B5EF4-FFF2-40B4-BE49-F238E27FC236}">
                  <a16:creationId xmlns:a16="http://schemas.microsoft.com/office/drawing/2014/main" id="{37D1AA7A-9A44-A549-96C3-65D503FEB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81" name="Line 202">
              <a:extLst>
                <a:ext uri="{FF2B5EF4-FFF2-40B4-BE49-F238E27FC236}">
                  <a16:creationId xmlns:a16="http://schemas.microsoft.com/office/drawing/2014/main" id="{1737622A-F59D-814E-A0A0-8AA748771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82" name="Rectangle 203">
              <a:extLst>
                <a:ext uri="{FF2B5EF4-FFF2-40B4-BE49-F238E27FC236}">
                  <a16:creationId xmlns:a16="http://schemas.microsoft.com/office/drawing/2014/main" id="{584B300C-AAB8-2641-ADDF-26DE842F9E5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7235" name="Line 205">
            <a:extLst>
              <a:ext uri="{FF2B5EF4-FFF2-40B4-BE49-F238E27FC236}">
                <a16:creationId xmlns:a16="http://schemas.microsoft.com/office/drawing/2014/main" id="{CFCA36ED-D045-1E4B-AB24-22F6668583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187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36" name="Line 206">
            <a:extLst>
              <a:ext uri="{FF2B5EF4-FFF2-40B4-BE49-F238E27FC236}">
                <a16:creationId xmlns:a16="http://schemas.microsoft.com/office/drawing/2014/main" id="{6762FDB7-A7BB-7348-AFA6-0F99859B67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733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37" name="Rectangle 207">
            <a:extLst>
              <a:ext uri="{FF2B5EF4-FFF2-40B4-BE49-F238E27FC236}">
                <a16:creationId xmlns:a16="http://schemas.microsoft.com/office/drawing/2014/main" id="{C64F085D-FD68-0549-AE5F-B7124A646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9130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7238" name="Line 208">
            <a:extLst>
              <a:ext uri="{FF2B5EF4-FFF2-40B4-BE49-F238E27FC236}">
                <a16:creationId xmlns:a16="http://schemas.microsoft.com/office/drawing/2014/main" id="{3093A2BD-0C50-1640-A68E-713D4A7915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8956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39" name="Line 209">
            <a:extLst>
              <a:ext uri="{FF2B5EF4-FFF2-40B4-BE49-F238E27FC236}">
                <a16:creationId xmlns:a16="http://schemas.microsoft.com/office/drawing/2014/main" id="{DD87F98E-B332-B343-BDFD-BD8B0A4C2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0" name="Line 210">
            <a:extLst>
              <a:ext uri="{FF2B5EF4-FFF2-40B4-BE49-F238E27FC236}">
                <a16:creationId xmlns:a16="http://schemas.microsoft.com/office/drawing/2014/main" id="{3C4389C8-FF68-9843-83D6-3DC3D6EAA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2057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1" name="Line 211">
            <a:extLst>
              <a:ext uri="{FF2B5EF4-FFF2-40B4-BE49-F238E27FC236}">
                <a16:creationId xmlns:a16="http://schemas.microsoft.com/office/drawing/2014/main" id="{5D231ACD-A932-3342-8A39-D716A5C9C1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81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242" name="Group 217">
            <a:extLst>
              <a:ext uri="{FF2B5EF4-FFF2-40B4-BE49-F238E27FC236}">
                <a16:creationId xmlns:a16="http://schemas.microsoft.com/office/drawing/2014/main" id="{CAF22627-D4E3-FE4B-A06D-4586CED207D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381000" cy="306388"/>
            <a:chOff x="672" y="1152"/>
            <a:chExt cx="240" cy="193"/>
          </a:xfrm>
        </p:grpSpPr>
        <p:sp>
          <p:nvSpPr>
            <p:cNvPr id="217275" name="Arc 212">
              <a:extLst>
                <a:ext uri="{FF2B5EF4-FFF2-40B4-BE49-F238E27FC236}">
                  <a16:creationId xmlns:a16="http://schemas.microsoft.com/office/drawing/2014/main" id="{BDD46738-5050-B54B-B90D-5BD02860D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76" name="Arc 213">
              <a:extLst>
                <a:ext uri="{FF2B5EF4-FFF2-40B4-BE49-F238E27FC236}">
                  <a16:creationId xmlns:a16="http://schemas.microsoft.com/office/drawing/2014/main" id="{70482E97-9D8B-4146-AEEB-D1D64C61E5E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77" name="Line 214">
              <a:extLst>
                <a:ext uri="{FF2B5EF4-FFF2-40B4-BE49-F238E27FC236}">
                  <a16:creationId xmlns:a16="http://schemas.microsoft.com/office/drawing/2014/main" id="{A3CA9F67-71C2-D145-BE0E-89AE9C095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78" name="Line 215">
              <a:extLst>
                <a:ext uri="{FF2B5EF4-FFF2-40B4-BE49-F238E27FC236}">
                  <a16:creationId xmlns:a16="http://schemas.microsoft.com/office/drawing/2014/main" id="{8AB2216A-32EE-3B4E-8CF3-EFF97D68E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79" name="Line 216">
              <a:extLst>
                <a:ext uri="{FF2B5EF4-FFF2-40B4-BE49-F238E27FC236}">
                  <a16:creationId xmlns:a16="http://schemas.microsoft.com/office/drawing/2014/main" id="{4519F8F1-E9F0-9E41-937A-69034A1D4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7243" name="Line 218">
            <a:extLst>
              <a:ext uri="{FF2B5EF4-FFF2-40B4-BE49-F238E27FC236}">
                <a16:creationId xmlns:a16="http://schemas.microsoft.com/office/drawing/2014/main" id="{943A5B72-BA3B-CB4D-BB80-8E2BFF8437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197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4" name="Arc 219">
            <a:extLst>
              <a:ext uri="{FF2B5EF4-FFF2-40B4-BE49-F238E27FC236}">
                <a16:creationId xmlns:a16="http://schemas.microsoft.com/office/drawing/2014/main" id="{92337A5C-AF5E-3C4C-BB62-5B21EB3DFE1A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21336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5" name="Arc 220">
            <a:extLst>
              <a:ext uri="{FF2B5EF4-FFF2-40B4-BE49-F238E27FC236}">
                <a16:creationId xmlns:a16="http://schemas.microsoft.com/office/drawing/2014/main" id="{F20A7266-369C-8E48-8A40-DE4297A5EB9E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21336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246" name="Group 223">
            <a:extLst>
              <a:ext uri="{FF2B5EF4-FFF2-40B4-BE49-F238E27FC236}">
                <a16:creationId xmlns:a16="http://schemas.microsoft.com/office/drawing/2014/main" id="{BDE3E76D-2F59-D742-BFBD-535E1155CF05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2052638"/>
            <a:ext cx="373062" cy="101600"/>
            <a:chOff x="345" y="1293"/>
            <a:chExt cx="235" cy="64"/>
          </a:xfrm>
        </p:grpSpPr>
        <p:sp>
          <p:nvSpPr>
            <p:cNvPr id="217273" name="Arc 221">
              <a:extLst>
                <a:ext uri="{FF2B5EF4-FFF2-40B4-BE49-F238E27FC236}">
                  <a16:creationId xmlns:a16="http://schemas.microsoft.com/office/drawing/2014/main" id="{DDF20007-1E65-E443-B563-D420398C7FA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274" name="Arc 222">
              <a:extLst>
                <a:ext uri="{FF2B5EF4-FFF2-40B4-BE49-F238E27FC236}">
                  <a16:creationId xmlns:a16="http://schemas.microsoft.com/office/drawing/2014/main" id="{1841A804-1240-A441-88E4-F0E41786849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7247" name="Line 224">
            <a:extLst>
              <a:ext uri="{FF2B5EF4-FFF2-40B4-BE49-F238E27FC236}">
                <a16:creationId xmlns:a16="http://schemas.microsoft.com/office/drawing/2014/main" id="{A46AE6CE-16ED-C049-8238-F9EAAC802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4511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8" name="Line 225">
            <a:extLst>
              <a:ext uri="{FF2B5EF4-FFF2-40B4-BE49-F238E27FC236}">
                <a16:creationId xmlns:a16="http://schemas.microsoft.com/office/drawing/2014/main" id="{7EB2FFF7-C086-134F-9351-3B70DDFBED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8923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49" name="Line 226">
            <a:extLst>
              <a:ext uri="{FF2B5EF4-FFF2-40B4-BE49-F238E27FC236}">
                <a16:creationId xmlns:a16="http://schemas.microsoft.com/office/drawing/2014/main" id="{F449AEEC-EE85-C24B-8B89-49898362E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968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50" name="Rectangle 227">
            <a:extLst>
              <a:ext uri="{FF2B5EF4-FFF2-40B4-BE49-F238E27FC236}">
                <a16:creationId xmlns:a16="http://schemas.microsoft.com/office/drawing/2014/main" id="{1B1CFBEC-525F-8243-9672-0C2BE205D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846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65764" name="Rectangle 228">
            <a:extLst>
              <a:ext uri="{FF2B5EF4-FFF2-40B4-BE49-F238E27FC236}">
                <a16:creationId xmlns:a16="http://schemas.microsoft.com/office/drawing/2014/main" id="{C2616614-5A34-3E47-AA4C-44A4441AE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6002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65765" name="Rectangle 229">
            <a:extLst>
              <a:ext uri="{FF2B5EF4-FFF2-40B4-BE49-F238E27FC236}">
                <a16:creationId xmlns:a16="http://schemas.microsoft.com/office/drawing/2014/main" id="{6648B9C9-CC82-EC4F-897D-223174F8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6002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65766" name="Rectangle 230">
            <a:extLst>
              <a:ext uri="{FF2B5EF4-FFF2-40B4-BE49-F238E27FC236}">
                <a16:creationId xmlns:a16="http://schemas.microsoft.com/office/drawing/2014/main" id="{33C8F576-9E29-4840-BAAB-6EB02D7E7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6002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17254" name="Line 231">
            <a:extLst>
              <a:ext uri="{FF2B5EF4-FFF2-40B4-BE49-F238E27FC236}">
                <a16:creationId xmlns:a16="http://schemas.microsoft.com/office/drawing/2014/main" id="{6AFCB5DA-DF7E-4442-9F18-76546F4E01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55" name="Rectangle 232">
            <a:extLst>
              <a:ext uri="{FF2B5EF4-FFF2-40B4-BE49-F238E27FC236}">
                <a16:creationId xmlns:a16="http://schemas.microsoft.com/office/drawing/2014/main" id="{C4DD0552-5CD4-D14E-8876-F87754731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05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7256" name="Line 233">
            <a:extLst>
              <a:ext uri="{FF2B5EF4-FFF2-40B4-BE49-F238E27FC236}">
                <a16:creationId xmlns:a16="http://schemas.microsoft.com/office/drawing/2014/main" id="{391498FD-B178-C24C-A6CB-4827DF63A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51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770" name="Rectangle 234">
            <a:extLst>
              <a:ext uri="{FF2B5EF4-FFF2-40B4-BE49-F238E27FC236}">
                <a16:creationId xmlns:a16="http://schemas.microsoft.com/office/drawing/2014/main" id="{3A40B6C4-9732-2542-AF27-3BA03F1DF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1510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17258" name="Line 235">
            <a:extLst>
              <a:ext uri="{FF2B5EF4-FFF2-40B4-BE49-F238E27FC236}">
                <a16:creationId xmlns:a16="http://schemas.microsoft.com/office/drawing/2014/main" id="{D51D1617-849D-3441-8F18-2D1E7FAE2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4673600"/>
            <a:ext cx="177800" cy="254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259" name="Line 236">
            <a:extLst>
              <a:ext uri="{FF2B5EF4-FFF2-40B4-BE49-F238E27FC236}">
                <a16:creationId xmlns:a16="http://schemas.microsoft.com/office/drawing/2014/main" id="{A2F58064-BA4A-614D-86AB-668452ECE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425" y="3884613"/>
            <a:ext cx="257175" cy="217487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782" name="AutoShape 246">
            <a:extLst>
              <a:ext uri="{FF2B5EF4-FFF2-40B4-BE49-F238E27FC236}">
                <a16:creationId xmlns:a16="http://schemas.microsoft.com/office/drawing/2014/main" id="{78D32A8B-BC65-6443-B9C4-509CB7569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5164138"/>
            <a:ext cx="3262313" cy="1362075"/>
          </a:xfrm>
          <a:prstGeom prst="cloudCallout">
            <a:avLst>
              <a:gd name="adj1" fmla="val 52403"/>
              <a:gd name="adj2" fmla="val -4801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RegDst=0</a:t>
            </a:r>
            <a:r>
              <a:rPr lang="zh-CN" altLang="en-US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Rw</a:t>
            </a:r>
            <a:r>
              <a:rPr lang="zh-CN" altLang="en-US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继续稳定，</a:t>
            </a:r>
            <a:r>
              <a:rPr lang="en-US" altLang="zh-CN" sz="17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RegWr=1</a:t>
            </a:r>
            <a:r>
              <a:rPr lang="zh-CN" altLang="en-US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busW</a:t>
            </a:r>
            <a:r>
              <a:rPr lang="zh-CN" altLang="en-US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上的值写入</a:t>
            </a:r>
          </a:p>
        </p:txBody>
      </p:sp>
      <p:sp>
        <p:nvSpPr>
          <p:cNvPr id="65783" name="Text Box 247">
            <a:extLst>
              <a:ext uri="{FF2B5EF4-FFF2-40B4-BE49-F238E27FC236}">
                <a16:creationId xmlns:a16="http://schemas.microsoft.com/office/drawing/2014/main" id="{E92DE149-CBF0-AD49-BE0F-EE24BB111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17600"/>
            <a:ext cx="4179888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700">
                <a:solidFill>
                  <a:srgbClr val="A50021"/>
                </a:solidFill>
                <a:ea typeface="黑体" panose="02010609060101010101" pitchFamily="49" charset="-122"/>
              </a:rPr>
              <a:t>ori</a:t>
            </a:r>
            <a:r>
              <a:rPr lang="zh-CN" altLang="en-US" sz="1700">
                <a:solidFill>
                  <a:srgbClr val="A50021"/>
                </a:solidFill>
                <a:ea typeface="黑体" panose="02010609060101010101" pitchFamily="49" charset="-122"/>
              </a:rPr>
              <a:t>指令的第二个周期控制信号取值？</a:t>
            </a:r>
          </a:p>
        </p:txBody>
      </p:sp>
      <p:grpSp>
        <p:nvGrpSpPr>
          <p:cNvPr id="65785" name="Group 249">
            <a:extLst>
              <a:ext uri="{FF2B5EF4-FFF2-40B4-BE49-F238E27FC236}">
                <a16:creationId xmlns:a16="http://schemas.microsoft.com/office/drawing/2014/main" id="{9E69AC69-ADC6-EA47-930F-7060D05CAE0E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457200"/>
            <a:ext cx="2190750" cy="1446213"/>
            <a:chOff x="2792" y="288"/>
            <a:chExt cx="1380" cy="911"/>
          </a:xfrm>
        </p:grpSpPr>
        <p:grpSp>
          <p:nvGrpSpPr>
            <p:cNvPr id="217263" name="Group 245">
              <a:extLst>
                <a:ext uri="{FF2B5EF4-FFF2-40B4-BE49-F238E27FC236}">
                  <a16:creationId xmlns:a16="http://schemas.microsoft.com/office/drawing/2014/main" id="{A401915E-2A05-5D46-911D-2D0EE5055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2" y="288"/>
              <a:ext cx="1380" cy="904"/>
              <a:chOff x="2792" y="288"/>
              <a:chExt cx="1380" cy="904"/>
            </a:xfrm>
          </p:grpSpPr>
          <p:grpSp>
            <p:nvGrpSpPr>
              <p:cNvPr id="217265" name="Group 243">
                <a:extLst>
                  <a:ext uri="{FF2B5EF4-FFF2-40B4-BE49-F238E27FC236}">
                    <a16:creationId xmlns:a16="http://schemas.microsoft.com/office/drawing/2014/main" id="{0FAD6109-9460-EE47-B5B6-6BC72961AD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2" y="344"/>
                <a:ext cx="896" cy="848"/>
                <a:chOff x="2792" y="344"/>
                <a:chExt cx="896" cy="848"/>
              </a:xfrm>
            </p:grpSpPr>
            <p:sp>
              <p:nvSpPr>
                <p:cNvPr id="217267" name="Rectangle 237">
                  <a:extLst>
                    <a:ext uri="{FF2B5EF4-FFF2-40B4-BE49-F238E27FC236}">
                      <a16:creationId xmlns:a16="http://schemas.microsoft.com/office/drawing/2014/main" id="{00C2008C-C87A-324D-A682-53C51BC51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9" y="879"/>
                  <a:ext cx="683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1: </a:t>
                  </a:r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ALUSelA</a:t>
                  </a:r>
                </a:p>
              </p:txBody>
            </p:sp>
            <p:sp>
              <p:nvSpPr>
                <p:cNvPr id="217268" name="Rectangle 238">
                  <a:extLst>
                    <a:ext uri="{FF2B5EF4-FFF2-40B4-BE49-F238E27FC236}">
                      <a16:creationId xmlns:a16="http://schemas.microsoft.com/office/drawing/2014/main" id="{0B430604-B8A3-C44A-9EF8-8EEACC0FB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9" y="399"/>
                  <a:ext cx="70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 dirty="0" err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ALUOp</a:t>
                  </a:r>
                  <a:r>
                    <a:rPr lang="en-US" altLang="zh-CN" sz="1400" b="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=Ori</a:t>
                  </a:r>
                </a:p>
              </p:txBody>
            </p:sp>
            <p:sp>
              <p:nvSpPr>
                <p:cNvPr id="217269" name="Rectangle 239">
                  <a:extLst>
                    <a:ext uri="{FF2B5EF4-FFF2-40B4-BE49-F238E27FC236}">
                      <a16:creationId xmlns:a16="http://schemas.microsoft.com/office/drawing/2014/main" id="{9D5411D6-1609-3F49-B709-90A2A1C1FE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1" y="591"/>
                  <a:ext cx="782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x: IorD, PCSrc</a:t>
                  </a:r>
                </a:p>
              </p:txBody>
            </p:sp>
            <p:sp>
              <p:nvSpPr>
                <p:cNvPr id="217270" name="Oval 240">
                  <a:extLst>
                    <a:ext uri="{FF2B5EF4-FFF2-40B4-BE49-F238E27FC236}">
                      <a16:creationId xmlns:a16="http://schemas.microsoft.com/office/drawing/2014/main" id="{A3E6D529-942D-DD46-892C-42B4E4A2BB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2" y="344"/>
                  <a:ext cx="896" cy="84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7271" name="Rectangle 241">
                  <a:extLst>
                    <a:ext uri="{FF2B5EF4-FFF2-40B4-BE49-F238E27FC236}">
                      <a16:creationId xmlns:a16="http://schemas.microsoft.com/office/drawing/2014/main" id="{250A700C-E637-F24F-A92F-EEE0003D6A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3" y="975"/>
                  <a:ext cx="438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RegWr</a:t>
                  </a:r>
                </a:p>
              </p:txBody>
            </p:sp>
            <p:sp>
              <p:nvSpPr>
                <p:cNvPr id="217272" name="Rectangle 242">
                  <a:extLst>
                    <a:ext uri="{FF2B5EF4-FFF2-40B4-BE49-F238E27FC236}">
                      <a16:creationId xmlns:a16="http://schemas.microsoft.com/office/drawing/2014/main" id="{449A4223-3E9B-7145-84C6-DC3259E1D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9" y="735"/>
                  <a:ext cx="737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400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ALUSelB=11</a:t>
                  </a:r>
                </a:p>
              </p:txBody>
            </p:sp>
          </p:grpSp>
          <p:sp>
            <p:nvSpPr>
              <p:cNvPr id="217266" name="Rectangle 244">
                <a:extLst>
                  <a:ext uri="{FF2B5EF4-FFF2-40B4-BE49-F238E27FC236}">
                    <a16:creationId xmlns:a16="http://schemas.microsoft.com/office/drawing/2014/main" id="{6C454DF7-91C7-8E49-A8AA-4297934F0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288"/>
                <a:ext cx="6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OriFinish</a:t>
                </a:r>
              </a:p>
            </p:txBody>
          </p:sp>
        </p:grpSp>
        <p:sp>
          <p:nvSpPr>
            <p:cNvPr id="217264" name="Oval 248">
              <a:extLst>
                <a:ext uri="{FF2B5EF4-FFF2-40B4-BE49-F238E27FC236}">
                  <a16:creationId xmlns:a16="http://schemas.microsoft.com/office/drawing/2014/main" id="{5F2C00DA-4905-8347-B382-0A2BDC632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" y="339"/>
              <a:ext cx="887" cy="860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5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5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5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5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5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8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138" name="Group 6">
            <a:extLst>
              <a:ext uri="{FF2B5EF4-FFF2-40B4-BE49-F238E27FC236}">
                <a16:creationId xmlns:a16="http://schemas.microsoft.com/office/drawing/2014/main" id="{86FCB3D9-322D-0643-B7A2-865B253E850D}"/>
              </a:ext>
            </a:extLst>
          </p:cNvPr>
          <p:cNvGrpSpPr>
            <a:grpSpLocks/>
          </p:cNvGrpSpPr>
          <p:nvPr/>
        </p:nvGrpSpPr>
        <p:grpSpPr bwMode="auto">
          <a:xfrm>
            <a:off x="8139113" y="1387475"/>
            <a:ext cx="801687" cy="333375"/>
            <a:chOff x="5127" y="1584"/>
            <a:chExt cx="505" cy="197"/>
          </a:xfrm>
        </p:grpSpPr>
        <p:sp>
          <p:nvSpPr>
            <p:cNvPr id="219367" name="Rectangle 4">
              <a:extLst>
                <a:ext uri="{FF2B5EF4-FFF2-40B4-BE49-F238E27FC236}">
                  <a16:creationId xmlns:a16="http://schemas.microsoft.com/office/drawing/2014/main" id="{0C74E8A3-463E-FB43-8F85-0A3400833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159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9368" name="Rectangle 5">
              <a:extLst>
                <a:ext uri="{FF2B5EF4-FFF2-40B4-BE49-F238E27FC236}">
                  <a16:creationId xmlns:a16="http://schemas.microsoft.com/office/drawing/2014/main" id="{E5621E93-C676-F241-9AC3-CE011C79C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1584"/>
              <a:ext cx="50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19139" name="Rectangle 7">
            <a:extLst>
              <a:ext uri="{FF2B5EF4-FFF2-40B4-BE49-F238E27FC236}">
                <a16:creationId xmlns:a16="http://schemas.microsoft.com/office/drawing/2014/main" id="{54EE5FE4-EFFA-6343-94BE-DC49A8B47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2455863"/>
            <a:ext cx="898525" cy="159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140" name="Rectangle 8">
            <a:extLst>
              <a:ext uri="{FF2B5EF4-FFF2-40B4-BE49-F238E27FC236}">
                <a16:creationId xmlns:a16="http://schemas.microsoft.com/office/drawing/2014/main" id="{984EE679-45FE-0145-8BE2-C2E32EC7C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951163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19141" name="Rectangle 10">
            <a:extLst>
              <a:ext uri="{FF2B5EF4-FFF2-40B4-BE49-F238E27FC236}">
                <a16:creationId xmlns:a16="http://schemas.microsoft.com/office/drawing/2014/main" id="{5069485F-316B-2640-82A5-1FD2E480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684588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19142" name="Rectangle 11">
            <a:extLst>
              <a:ext uri="{FF2B5EF4-FFF2-40B4-BE49-F238E27FC236}">
                <a16:creationId xmlns:a16="http://schemas.microsoft.com/office/drawing/2014/main" id="{7A093857-ABFC-264A-B013-A9E5D839E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630488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19143" name="Line 12">
            <a:extLst>
              <a:ext uri="{FF2B5EF4-FFF2-40B4-BE49-F238E27FC236}">
                <a16:creationId xmlns:a16="http://schemas.microsoft.com/office/drawing/2014/main" id="{3A339DF3-2B39-CD41-BEB1-FF79713135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27670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4" name="Line 16">
            <a:extLst>
              <a:ext uri="{FF2B5EF4-FFF2-40B4-BE49-F238E27FC236}">
                <a16:creationId xmlns:a16="http://schemas.microsoft.com/office/drawing/2014/main" id="{8AEC3B8A-95F5-234A-B173-5D8C924F2D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3903663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5" name="Line 17">
            <a:extLst>
              <a:ext uri="{FF2B5EF4-FFF2-40B4-BE49-F238E27FC236}">
                <a16:creationId xmlns:a16="http://schemas.microsoft.com/office/drawing/2014/main" id="{082A42C3-5022-6E47-ABC2-6D89D621B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3829050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6" name="Rectangle 18">
            <a:extLst>
              <a:ext uri="{FF2B5EF4-FFF2-40B4-BE49-F238E27FC236}">
                <a16:creationId xmlns:a16="http://schemas.microsoft.com/office/drawing/2014/main" id="{A887CD37-D284-744F-A57C-CB417CAB4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3929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47" name="Line 19">
            <a:extLst>
              <a:ext uri="{FF2B5EF4-FFF2-40B4-BE49-F238E27FC236}">
                <a16:creationId xmlns:a16="http://schemas.microsoft.com/office/drawing/2014/main" id="{2DC8E21E-E943-6C47-A925-75FD6C505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6700" y="38227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8" name="Line 20">
            <a:extLst>
              <a:ext uri="{FF2B5EF4-FFF2-40B4-BE49-F238E27FC236}">
                <a16:creationId xmlns:a16="http://schemas.microsoft.com/office/drawing/2014/main" id="{3E60E4E0-C0CF-9146-9F89-0BD9347162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0650" y="3748088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9" name="Rectangle 21">
            <a:extLst>
              <a:ext uri="{FF2B5EF4-FFF2-40B4-BE49-F238E27FC236}">
                <a16:creationId xmlns:a16="http://schemas.microsoft.com/office/drawing/2014/main" id="{72070562-B953-0643-9EB2-612727F2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4417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50" name="Rectangle 22">
            <a:extLst>
              <a:ext uri="{FF2B5EF4-FFF2-40B4-BE49-F238E27FC236}">
                <a16:creationId xmlns:a16="http://schemas.microsoft.com/office/drawing/2014/main" id="{58E221FB-A45B-7B42-B3B9-FB2AAF2FF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621088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19151" name="Line 23">
            <a:extLst>
              <a:ext uri="{FF2B5EF4-FFF2-40B4-BE49-F238E27FC236}">
                <a16:creationId xmlns:a16="http://schemas.microsoft.com/office/drawing/2014/main" id="{F9523A1F-D251-9F48-B28F-9C475D2AD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725613"/>
            <a:ext cx="0" cy="7032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2" name="Rectangle 24">
            <a:extLst>
              <a:ext uri="{FF2B5EF4-FFF2-40B4-BE49-F238E27FC236}">
                <a16:creationId xmlns:a16="http://schemas.microsoft.com/office/drawing/2014/main" id="{4F58D467-9D6F-624A-8EF7-31CFAE63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1406525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19153" name="Line 25">
            <a:extLst>
              <a:ext uri="{FF2B5EF4-FFF2-40B4-BE49-F238E27FC236}">
                <a16:creationId xmlns:a16="http://schemas.microsoft.com/office/drawing/2014/main" id="{7451E353-207B-8541-9A3B-893AA31C90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000" y="2266950"/>
            <a:ext cx="6146800" cy="12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4" name="Line 26">
            <a:extLst>
              <a:ext uri="{FF2B5EF4-FFF2-40B4-BE49-F238E27FC236}">
                <a16:creationId xmlns:a16="http://schemas.microsoft.com/office/drawing/2014/main" id="{8AE9A899-FA7D-BC4B-84BF-B88839BDE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0050" y="1962150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5" name="Rectangle 27">
            <a:extLst>
              <a:ext uri="{FF2B5EF4-FFF2-40B4-BE49-F238E27FC236}">
                <a16:creationId xmlns:a16="http://schemas.microsoft.com/office/drawing/2014/main" id="{C73EC7FD-CCEC-6540-9C8E-905112638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17367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9156" name="Group 37">
            <a:extLst>
              <a:ext uri="{FF2B5EF4-FFF2-40B4-BE49-F238E27FC236}">
                <a16:creationId xmlns:a16="http://schemas.microsoft.com/office/drawing/2014/main" id="{5B147824-4A0B-9F4C-A490-1C47700FDB67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374900"/>
            <a:ext cx="381000" cy="1379538"/>
            <a:chOff x="4896" y="2168"/>
            <a:chExt cx="240" cy="816"/>
          </a:xfrm>
        </p:grpSpPr>
        <p:sp>
          <p:nvSpPr>
            <p:cNvPr id="219358" name="Line 28">
              <a:extLst>
                <a:ext uri="{FF2B5EF4-FFF2-40B4-BE49-F238E27FC236}">
                  <a16:creationId xmlns:a16="http://schemas.microsoft.com/office/drawing/2014/main" id="{3F1FB66F-D192-564E-9C7B-3FDEB11BE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68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59" name="Line 29">
              <a:extLst>
                <a:ext uri="{FF2B5EF4-FFF2-40B4-BE49-F238E27FC236}">
                  <a16:creationId xmlns:a16="http://schemas.microsoft.com/office/drawing/2014/main" id="{9D20E2E7-7C5B-A245-A276-4A1A1C2F3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16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0" name="Line 30">
              <a:extLst>
                <a:ext uri="{FF2B5EF4-FFF2-40B4-BE49-F238E27FC236}">
                  <a16:creationId xmlns:a16="http://schemas.microsoft.com/office/drawing/2014/main" id="{5A9DD803-2F2A-CA4E-A7E3-B31315149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16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1" name="Line 31">
              <a:extLst>
                <a:ext uri="{FF2B5EF4-FFF2-40B4-BE49-F238E27FC236}">
                  <a16:creationId xmlns:a16="http://schemas.microsoft.com/office/drawing/2014/main" id="{D476194F-B4EE-DC44-8D57-8FFA325F7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31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2" name="Line 32">
              <a:extLst>
                <a:ext uri="{FF2B5EF4-FFF2-40B4-BE49-F238E27FC236}">
                  <a16:creationId xmlns:a16="http://schemas.microsoft.com/office/drawing/2014/main" id="{24C16D5C-5EA9-F44E-B9BE-DB7CB53A8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81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3" name="Line 33">
              <a:extLst>
                <a:ext uri="{FF2B5EF4-FFF2-40B4-BE49-F238E27FC236}">
                  <a16:creationId xmlns:a16="http://schemas.microsoft.com/office/drawing/2014/main" id="{1797B73E-38E2-D346-947B-FBB10C89C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50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4" name="Rectangle 34">
              <a:extLst>
                <a:ext uri="{FF2B5EF4-FFF2-40B4-BE49-F238E27FC236}">
                  <a16:creationId xmlns:a16="http://schemas.microsoft.com/office/drawing/2014/main" id="{5B6A40A4-B1B9-754A-A2C1-3DC9522C50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52" y="247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19365" name="Line 35">
              <a:extLst>
                <a:ext uri="{FF2B5EF4-FFF2-40B4-BE49-F238E27FC236}">
                  <a16:creationId xmlns:a16="http://schemas.microsoft.com/office/drawing/2014/main" id="{832AD8A5-E1F0-2F4F-89D9-A0DF7A5E2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6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66" name="Line 36">
              <a:extLst>
                <a:ext uri="{FF2B5EF4-FFF2-40B4-BE49-F238E27FC236}">
                  <a16:creationId xmlns:a16="http://schemas.microsoft.com/office/drawing/2014/main" id="{61FF09E7-78D7-384C-9C68-A0121682E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263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9157" name="Line 38">
            <a:extLst>
              <a:ext uri="{FF2B5EF4-FFF2-40B4-BE49-F238E27FC236}">
                <a16:creationId xmlns:a16="http://schemas.microsoft.com/office/drawing/2014/main" id="{0E681F28-19F6-9648-9450-FFB240137D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3578225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8" name="Line 39">
            <a:extLst>
              <a:ext uri="{FF2B5EF4-FFF2-40B4-BE49-F238E27FC236}">
                <a16:creationId xmlns:a16="http://schemas.microsoft.com/office/drawing/2014/main" id="{118356DA-10D2-D244-88C3-67EB0F2A7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50361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9" name="Rectangle 40">
            <a:extLst>
              <a:ext uri="{FF2B5EF4-FFF2-40B4-BE49-F238E27FC236}">
                <a16:creationId xmlns:a16="http://schemas.microsoft.com/office/drawing/2014/main" id="{814DEDB6-1977-1B45-B9CA-AD72B197C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6036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60" name="Line 41">
            <a:extLst>
              <a:ext uri="{FF2B5EF4-FFF2-40B4-BE49-F238E27FC236}">
                <a16:creationId xmlns:a16="http://schemas.microsoft.com/office/drawing/2014/main" id="{143E37CC-9173-3E44-ADB1-805AEE659D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8000" y="3335338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1" name="Line 42">
            <a:extLst>
              <a:ext uri="{FF2B5EF4-FFF2-40B4-BE49-F238E27FC236}">
                <a16:creationId xmlns:a16="http://schemas.microsoft.com/office/drawing/2014/main" id="{6C2B2610-23AF-974C-884A-0F2E1ECEA4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99450" y="3260725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2" name="Rectangle 43">
            <a:extLst>
              <a:ext uri="{FF2B5EF4-FFF2-40B4-BE49-F238E27FC236}">
                <a16:creationId xmlns:a16="http://schemas.microsoft.com/office/drawing/2014/main" id="{E3AC7755-4631-FD42-8670-B5CC4085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3360738"/>
            <a:ext cx="358775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63" name="Line 44">
            <a:extLst>
              <a:ext uri="{FF2B5EF4-FFF2-40B4-BE49-F238E27FC236}">
                <a16:creationId xmlns:a16="http://schemas.microsoft.com/office/drawing/2014/main" id="{42958630-7445-924C-B99A-231CBBE915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56552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4" name="Rectangle 45">
            <a:extLst>
              <a:ext uri="{FF2B5EF4-FFF2-40B4-BE49-F238E27FC236}">
                <a16:creationId xmlns:a16="http://schemas.microsoft.com/office/drawing/2014/main" id="{34BF1DB0-E5B8-B84D-A080-94254F88E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5202238"/>
            <a:ext cx="1530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ALUOp=Addu</a:t>
            </a:r>
          </a:p>
        </p:txBody>
      </p:sp>
      <p:grpSp>
        <p:nvGrpSpPr>
          <p:cNvPr id="219165" name="Group 48">
            <a:extLst>
              <a:ext uri="{FF2B5EF4-FFF2-40B4-BE49-F238E27FC236}">
                <a16:creationId xmlns:a16="http://schemas.microsoft.com/office/drawing/2014/main" id="{B91E44E9-1BC9-9B4E-BDBC-2E91D865717B}"/>
              </a:ext>
            </a:extLst>
          </p:cNvPr>
          <p:cNvGrpSpPr>
            <a:grpSpLocks/>
          </p:cNvGrpSpPr>
          <p:nvPr/>
        </p:nvGrpSpPr>
        <p:grpSpPr bwMode="auto">
          <a:xfrm>
            <a:off x="7354888" y="3984625"/>
            <a:ext cx="903287" cy="577850"/>
            <a:chOff x="4633" y="3120"/>
            <a:chExt cx="569" cy="342"/>
          </a:xfrm>
        </p:grpSpPr>
        <p:sp>
          <p:nvSpPr>
            <p:cNvPr id="219356" name="Rectangle 46">
              <a:extLst>
                <a:ext uri="{FF2B5EF4-FFF2-40B4-BE49-F238E27FC236}">
                  <a16:creationId xmlns:a16="http://schemas.microsoft.com/office/drawing/2014/main" id="{6CAAC9CA-67B9-404B-96EB-704153679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312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9357" name="Rectangle 47">
              <a:extLst>
                <a:ext uri="{FF2B5EF4-FFF2-40B4-BE49-F238E27FC236}">
                  <a16:creationId xmlns:a16="http://schemas.microsoft.com/office/drawing/2014/main" id="{068C18A8-9855-324B-8D68-F895EF999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3120"/>
              <a:ext cx="569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19166" name="Line 49">
            <a:extLst>
              <a:ext uri="{FF2B5EF4-FFF2-40B4-BE49-F238E27FC236}">
                <a16:creationId xmlns:a16="http://schemas.microsoft.com/office/drawing/2014/main" id="{507E6871-1A0C-584A-9A70-3F0A10BC2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4538663"/>
            <a:ext cx="0" cy="6762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7" name="Rectangle 50">
            <a:extLst>
              <a:ext uri="{FF2B5EF4-FFF2-40B4-BE49-F238E27FC236}">
                <a16:creationId xmlns:a16="http://schemas.microsoft.com/office/drawing/2014/main" id="{EF712105-83DF-724B-BB18-4653C12BB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455863"/>
            <a:ext cx="288925" cy="159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168" name="Oval 51">
            <a:extLst>
              <a:ext uri="{FF2B5EF4-FFF2-40B4-BE49-F238E27FC236}">
                <a16:creationId xmlns:a16="http://schemas.microsoft.com/office/drawing/2014/main" id="{C542FC96-FAA7-4C49-9E6A-F164F0921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079875"/>
            <a:ext cx="136525" cy="1349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169" name="Rectangle 52">
            <a:extLst>
              <a:ext uri="{FF2B5EF4-FFF2-40B4-BE49-F238E27FC236}">
                <a16:creationId xmlns:a16="http://schemas.microsoft.com/office/drawing/2014/main" id="{026FCA0F-F15C-014B-9A87-812920B763E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07457" y="3040856"/>
            <a:ext cx="166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19170" name="Line 53">
            <a:extLst>
              <a:ext uri="{FF2B5EF4-FFF2-40B4-BE49-F238E27FC236}">
                <a16:creationId xmlns:a16="http://schemas.microsoft.com/office/drawing/2014/main" id="{A0C152F3-61B2-034C-8B1C-50C20A9B77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9800" y="2847975"/>
            <a:ext cx="355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1" name="Line 54">
            <a:extLst>
              <a:ext uri="{FF2B5EF4-FFF2-40B4-BE49-F238E27FC236}">
                <a16:creationId xmlns:a16="http://schemas.microsoft.com/office/drawing/2014/main" id="{A7AACC06-4994-DB4A-9839-AEBE465291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0" y="277336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2" name="Rectangle 55">
            <a:extLst>
              <a:ext uri="{FF2B5EF4-FFF2-40B4-BE49-F238E27FC236}">
                <a16:creationId xmlns:a16="http://schemas.microsoft.com/office/drawing/2014/main" id="{A2B356CC-D658-3B47-B94B-63EA0D51C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8733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73" name="Line 56">
            <a:extLst>
              <a:ext uri="{FF2B5EF4-FFF2-40B4-BE49-F238E27FC236}">
                <a16:creationId xmlns:a16="http://schemas.microsoft.com/office/drawing/2014/main" id="{F2D1C1EE-E387-0640-BB98-BCF2EAE0B6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725613"/>
            <a:ext cx="0" cy="7032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4" name="Rectangle 57">
            <a:extLst>
              <a:ext uri="{FF2B5EF4-FFF2-40B4-BE49-F238E27FC236}">
                <a16:creationId xmlns:a16="http://schemas.microsoft.com/office/drawing/2014/main" id="{EB840B08-D8E5-4C41-A030-3241793BB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1406525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19175" name="Line 58">
            <a:extLst>
              <a:ext uri="{FF2B5EF4-FFF2-40B4-BE49-F238E27FC236}">
                <a16:creationId xmlns:a16="http://schemas.microsoft.com/office/drawing/2014/main" id="{F4BBF75E-9687-E140-8276-586DCB6C7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241800"/>
            <a:ext cx="0" cy="134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6" name="Line 59">
            <a:extLst>
              <a:ext uri="{FF2B5EF4-FFF2-40B4-BE49-F238E27FC236}">
                <a16:creationId xmlns:a16="http://schemas.microsoft.com/office/drawing/2014/main" id="{C5802138-7178-9F48-9E47-6230E37EAA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5250" y="2205038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7" name="Rectangle 60">
            <a:extLst>
              <a:ext uri="{FF2B5EF4-FFF2-40B4-BE49-F238E27FC236}">
                <a16:creationId xmlns:a16="http://schemas.microsoft.com/office/drawing/2014/main" id="{5DCCE3AD-40BC-2249-8CFC-2ADC7C04F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22240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78" name="Line 61">
            <a:extLst>
              <a:ext uri="{FF2B5EF4-FFF2-40B4-BE49-F238E27FC236}">
                <a16:creationId xmlns:a16="http://schemas.microsoft.com/office/drawing/2014/main" id="{64647E0F-FFD8-FE41-B1F1-8C6E03FED3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1684338"/>
            <a:ext cx="0" cy="1677987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9" name="Line 62">
            <a:extLst>
              <a:ext uri="{FF2B5EF4-FFF2-40B4-BE49-F238E27FC236}">
                <a16:creationId xmlns:a16="http://schemas.microsoft.com/office/drawing/2014/main" id="{C406E078-49D7-D448-92E5-C6F8E14A2B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2036763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80" name="Rectangle 63">
            <a:extLst>
              <a:ext uri="{FF2B5EF4-FFF2-40B4-BE49-F238E27FC236}">
                <a16:creationId xmlns:a16="http://schemas.microsoft.com/office/drawing/2014/main" id="{0ADC3842-8169-5B48-9DEE-52E1C8C4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2455863"/>
            <a:ext cx="898525" cy="159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181" name="Rectangle 64">
            <a:extLst>
              <a:ext uri="{FF2B5EF4-FFF2-40B4-BE49-F238E27FC236}">
                <a16:creationId xmlns:a16="http://schemas.microsoft.com/office/drawing/2014/main" id="{18B39DF7-D57F-DF41-B1F6-32F7A19D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5" y="303212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19182" name="Rectangle 65">
            <a:extLst>
              <a:ext uri="{FF2B5EF4-FFF2-40B4-BE49-F238E27FC236}">
                <a16:creationId xmlns:a16="http://schemas.microsoft.com/office/drawing/2014/main" id="{93186C17-8485-564B-8F40-45AEF9F58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2466975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19183" name="Rectangle 66">
            <a:extLst>
              <a:ext uri="{FF2B5EF4-FFF2-40B4-BE49-F238E27FC236}">
                <a16:creationId xmlns:a16="http://schemas.microsoft.com/office/drawing/2014/main" id="{452F3F37-AFE7-0144-AA70-C834AA8FA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360738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19184" name="Rectangle 67">
            <a:extLst>
              <a:ext uri="{FF2B5EF4-FFF2-40B4-BE49-F238E27FC236}">
                <a16:creationId xmlns:a16="http://schemas.microsoft.com/office/drawing/2014/main" id="{A18746B7-62DE-4845-99B5-7BB8C8CC1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68458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19185" name="Rectangle 68">
            <a:extLst>
              <a:ext uri="{FF2B5EF4-FFF2-40B4-BE49-F238E27FC236}">
                <a16:creationId xmlns:a16="http://schemas.microsoft.com/office/drawing/2014/main" id="{30DAC8FD-0713-5440-9574-0895EDA6B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2792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19186" name="Line 69">
            <a:extLst>
              <a:ext uri="{FF2B5EF4-FFF2-40B4-BE49-F238E27FC236}">
                <a16:creationId xmlns:a16="http://schemas.microsoft.com/office/drawing/2014/main" id="{49805E3F-336E-A844-959B-E41B46178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3009900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87" name="Line 70">
            <a:extLst>
              <a:ext uri="{FF2B5EF4-FFF2-40B4-BE49-F238E27FC236}">
                <a16:creationId xmlns:a16="http://schemas.microsoft.com/office/drawing/2014/main" id="{0D8E963E-F874-1A46-86AD-E1D24C845D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2936875"/>
            <a:ext cx="88900" cy="147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88" name="Rectangle 71">
            <a:extLst>
              <a:ext uri="{FF2B5EF4-FFF2-40B4-BE49-F238E27FC236}">
                <a16:creationId xmlns:a16="http://schemas.microsoft.com/office/drawing/2014/main" id="{20DFF3BD-D4B5-DC40-A886-6216E652D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0353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9189" name="Line 72">
            <a:extLst>
              <a:ext uri="{FF2B5EF4-FFF2-40B4-BE49-F238E27FC236}">
                <a16:creationId xmlns:a16="http://schemas.microsoft.com/office/drawing/2014/main" id="{4F7993C3-B627-A945-B201-173407C121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2605088"/>
            <a:ext cx="119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0" name="Line 73">
            <a:extLst>
              <a:ext uri="{FF2B5EF4-FFF2-40B4-BE49-F238E27FC236}">
                <a16:creationId xmlns:a16="http://schemas.microsoft.com/office/drawing/2014/main" id="{AA57559C-CBD0-0F42-8AD4-E30704BD5C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2530475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1" name="Rectangle 74">
            <a:extLst>
              <a:ext uri="{FF2B5EF4-FFF2-40B4-BE49-F238E27FC236}">
                <a16:creationId xmlns:a16="http://schemas.microsoft.com/office/drawing/2014/main" id="{84413E2B-D5FA-B847-AE94-48BC43D38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6304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19192" name="Line 75">
            <a:extLst>
              <a:ext uri="{FF2B5EF4-FFF2-40B4-BE49-F238E27FC236}">
                <a16:creationId xmlns:a16="http://schemas.microsoft.com/office/drawing/2014/main" id="{3D6D416E-D73C-694D-8A79-82AF9B5D7C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6763" y="30099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3" name="Line 76">
            <a:extLst>
              <a:ext uri="{FF2B5EF4-FFF2-40B4-BE49-F238E27FC236}">
                <a16:creationId xmlns:a16="http://schemas.microsoft.com/office/drawing/2014/main" id="{DCA805CD-2304-6C49-90E7-C519E4681F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4400" y="2936875"/>
            <a:ext cx="142875" cy="147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4" name="Rectangle 77">
            <a:extLst>
              <a:ext uri="{FF2B5EF4-FFF2-40B4-BE49-F238E27FC236}">
                <a16:creationId xmlns:a16="http://schemas.microsoft.com/office/drawing/2014/main" id="{BA7696C3-E9C1-7B49-BFD5-F9CC8589E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30353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95" name="Rectangle 78">
            <a:extLst>
              <a:ext uri="{FF2B5EF4-FFF2-40B4-BE49-F238E27FC236}">
                <a16:creationId xmlns:a16="http://schemas.microsoft.com/office/drawing/2014/main" id="{5B4530A8-B845-EC41-AEE9-C3D338580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27543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19196" name="Line 79">
            <a:extLst>
              <a:ext uri="{FF2B5EF4-FFF2-40B4-BE49-F238E27FC236}">
                <a16:creationId xmlns:a16="http://schemas.microsoft.com/office/drawing/2014/main" id="{D0946705-50FD-FA44-88A0-9BC067EBAB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8350" y="3659188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7" name="Line 80">
            <a:extLst>
              <a:ext uri="{FF2B5EF4-FFF2-40B4-BE49-F238E27FC236}">
                <a16:creationId xmlns:a16="http://schemas.microsoft.com/office/drawing/2014/main" id="{1030C99E-894A-2E41-8A8A-A86CCEB88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5988" y="3586163"/>
            <a:ext cx="142875" cy="147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98" name="Rectangle 81">
            <a:extLst>
              <a:ext uri="{FF2B5EF4-FFF2-40B4-BE49-F238E27FC236}">
                <a16:creationId xmlns:a16="http://schemas.microsoft.com/office/drawing/2014/main" id="{13A2A0A2-CE6B-EA46-9301-46EF2BDED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850" y="36845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199" name="Rectangle 82">
            <a:extLst>
              <a:ext uri="{FF2B5EF4-FFF2-40B4-BE49-F238E27FC236}">
                <a16:creationId xmlns:a16="http://schemas.microsoft.com/office/drawing/2014/main" id="{FB88D6FD-A575-B74B-8FC7-C66BDA51D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3481388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19200" name="Line 83">
            <a:extLst>
              <a:ext uri="{FF2B5EF4-FFF2-40B4-BE49-F238E27FC236}">
                <a16:creationId xmlns:a16="http://schemas.microsoft.com/office/drawing/2014/main" id="{29696707-5009-CF4C-B3B2-C04C0C3BA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725613"/>
            <a:ext cx="0" cy="7032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01" name="Rectangle 84">
            <a:extLst>
              <a:ext uri="{FF2B5EF4-FFF2-40B4-BE49-F238E27FC236}">
                <a16:creationId xmlns:a16="http://schemas.microsoft.com/office/drawing/2014/main" id="{1B2616DB-FFED-6841-BED6-7E38EC146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1406525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19202" name="Line 85">
            <a:extLst>
              <a:ext uri="{FF2B5EF4-FFF2-40B4-BE49-F238E27FC236}">
                <a16:creationId xmlns:a16="http://schemas.microsoft.com/office/drawing/2014/main" id="{387D193D-339A-5B46-A8D5-AF3165954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632075"/>
            <a:ext cx="0" cy="246221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03" name="Rectangle 86">
            <a:extLst>
              <a:ext uri="{FF2B5EF4-FFF2-40B4-BE49-F238E27FC236}">
                <a16:creationId xmlns:a16="http://schemas.microsoft.com/office/drawing/2014/main" id="{BBFBAA39-C51D-3847-B486-397C40FB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230505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19204" name="Rectangle 87">
            <a:extLst>
              <a:ext uri="{FF2B5EF4-FFF2-40B4-BE49-F238E27FC236}">
                <a16:creationId xmlns:a16="http://schemas.microsoft.com/office/drawing/2014/main" id="{EDCABB75-E001-9A4A-8065-81CB68BFC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2711450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19205" name="Group 95">
            <a:extLst>
              <a:ext uri="{FF2B5EF4-FFF2-40B4-BE49-F238E27FC236}">
                <a16:creationId xmlns:a16="http://schemas.microsoft.com/office/drawing/2014/main" id="{D0A883AB-0D8A-5342-834C-FCA914E87FB2}"/>
              </a:ext>
            </a:extLst>
          </p:cNvPr>
          <p:cNvGrpSpPr>
            <a:grpSpLocks/>
          </p:cNvGrpSpPr>
          <p:nvPr/>
        </p:nvGrpSpPr>
        <p:grpSpPr bwMode="auto">
          <a:xfrm>
            <a:off x="4052888" y="3105150"/>
            <a:ext cx="333375" cy="989013"/>
            <a:chOff x="2553" y="2600"/>
            <a:chExt cx="210" cy="585"/>
          </a:xfrm>
        </p:grpSpPr>
        <p:sp>
          <p:nvSpPr>
            <p:cNvPr id="219349" name="Line 88">
              <a:extLst>
                <a:ext uri="{FF2B5EF4-FFF2-40B4-BE49-F238E27FC236}">
                  <a16:creationId xmlns:a16="http://schemas.microsoft.com/office/drawing/2014/main" id="{8832EBB7-DCD0-A54D-9F32-55886A37F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0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50" name="Line 89">
              <a:extLst>
                <a:ext uri="{FF2B5EF4-FFF2-40B4-BE49-F238E27FC236}">
                  <a16:creationId xmlns:a16="http://schemas.microsoft.com/office/drawing/2014/main" id="{8412A56A-3AB6-9248-86E1-2D5AAC9E2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60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51" name="Line 90">
              <a:extLst>
                <a:ext uri="{FF2B5EF4-FFF2-40B4-BE49-F238E27FC236}">
                  <a16:creationId xmlns:a16="http://schemas.microsoft.com/office/drawing/2014/main" id="{FFCA4F69-64F1-7E49-8BFF-E9803522D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09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52" name="Line 91">
              <a:extLst>
                <a:ext uri="{FF2B5EF4-FFF2-40B4-BE49-F238E27FC236}">
                  <a16:creationId xmlns:a16="http://schemas.microsoft.com/office/drawing/2014/main" id="{AF4F19F1-4B72-1546-8808-C58C91A12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5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53" name="Rectangle 92">
              <a:extLst>
                <a:ext uri="{FF2B5EF4-FFF2-40B4-BE49-F238E27FC236}">
                  <a16:creationId xmlns:a16="http://schemas.microsoft.com/office/drawing/2014/main" id="{2B4A05BF-C11C-BB40-A2B5-F88F3C4B44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84" y="2772"/>
              <a:ext cx="3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9354" name="Rectangle 93">
              <a:extLst>
                <a:ext uri="{FF2B5EF4-FFF2-40B4-BE49-F238E27FC236}">
                  <a16:creationId xmlns:a16="http://schemas.microsoft.com/office/drawing/2014/main" id="{72F1B35A-D56F-674D-A6B0-DC07B7E54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2"/>
              <a:ext cx="17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9355" name="Rectangle 94">
              <a:extLst>
                <a:ext uri="{FF2B5EF4-FFF2-40B4-BE49-F238E27FC236}">
                  <a16:creationId xmlns:a16="http://schemas.microsoft.com/office/drawing/2014/main" id="{9E2114E9-3D22-B340-90A8-134DB8C58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006"/>
              <a:ext cx="17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9206" name="Line 96">
            <a:extLst>
              <a:ext uri="{FF2B5EF4-FFF2-40B4-BE49-F238E27FC236}">
                <a16:creationId xmlns:a16="http://schemas.microsoft.com/office/drawing/2014/main" id="{763DA250-F178-9645-BA99-5F2B79D365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3497263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07" name="Line 97">
            <a:extLst>
              <a:ext uri="{FF2B5EF4-FFF2-40B4-BE49-F238E27FC236}">
                <a16:creationId xmlns:a16="http://schemas.microsoft.com/office/drawing/2014/main" id="{98F194B9-76E3-504B-802C-12B518F02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3903663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08" name="Line 98">
            <a:extLst>
              <a:ext uri="{FF2B5EF4-FFF2-40B4-BE49-F238E27FC236}">
                <a16:creationId xmlns:a16="http://schemas.microsoft.com/office/drawing/2014/main" id="{FCBDA717-F644-C04C-BB96-4CDBA13E3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2700" y="3254375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09" name="Rectangle 99">
            <a:extLst>
              <a:ext uri="{FF2B5EF4-FFF2-40B4-BE49-F238E27FC236}">
                <a16:creationId xmlns:a16="http://schemas.microsoft.com/office/drawing/2014/main" id="{1E9B0A83-E8F3-F543-B7EE-A40816B98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198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19210" name="Rectangle 100">
            <a:extLst>
              <a:ext uri="{FF2B5EF4-FFF2-40B4-BE49-F238E27FC236}">
                <a16:creationId xmlns:a16="http://schemas.microsoft.com/office/drawing/2014/main" id="{DF299B03-5CDA-9540-8A9E-D880EF02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3603625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19211" name="Rectangle 101">
            <a:extLst>
              <a:ext uri="{FF2B5EF4-FFF2-40B4-BE49-F238E27FC236}">
                <a16:creationId xmlns:a16="http://schemas.microsoft.com/office/drawing/2014/main" id="{4E5C8DA0-2E26-CF4A-94FE-6DE2224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81915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219212" name="Rectangle 102">
            <a:extLst>
              <a:ext uri="{FF2B5EF4-FFF2-40B4-BE49-F238E27FC236}">
                <a16:creationId xmlns:a16="http://schemas.microsoft.com/office/drawing/2014/main" id="{EF6D5943-7EB2-3B4C-863C-D866E17A2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1387475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ALUSelA=0</a:t>
            </a:r>
          </a:p>
        </p:txBody>
      </p:sp>
      <p:sp>
        <p:nvSpPr>
          <p:cNvPr id="219213" name="Line 103">
            <a:extLst>
              <a:ext uri="{FF2B5EF4-FFF2-40B4-BE49-F238E27FC236}">
                <a16:creationId xmlns:a16="http://schemas.microsoft.com/office/drawing/2014/main" id="{04C86E01-12E8-7B40-953A-F3F0F93A19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8100" y="38227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14" name="Line 104">
            <a:extLst>
              <a:ext uri="{FF2B5EF4-FFF2-40B4-BE49-F238E27FC236}">
                <a16:creationId xmlns:a16="http://schemas.microsoft.com/office/drawing/2014/main" id="{60D43315-382D-4344-9A88-597EEE2B1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698625"/>
            <a:ext cx="0" cy="1406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15" name="Rectangle 105">
            <a:extLst>
              <a:ext uri="{FF2B5EF4-FFF2-40B4-BE49-F238E27FC236}">
                <a16:creationId xmlns:a16="http://schemas.microsoft.com/office/drawing/2014/main" id="{609B6E72-37A4-244B-AD55-D24C92DBC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406525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grpSp>
        <p:nvGrpSpPr>
          <p:cNvPr id="219216" name="Group 113">
            <a:extLst>
              <a:ext uri="{FF2B5EF4-FFF2-40B4-BE49-F238E27FC236}">
                <a16:creationId xmlns:a16="http://schemas.microsoft.com/office/drawing/2014/main" id="{F6BE6F1E-D190-B840-8447-1DC6EBE4FD89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2455863"/>
            <a:ext cx="333375" cy="989012"/>
            <a:chOff x="585" y="2216"/>
            <a:chExt cx="210" cy="585"/>
          </a:xfrm>
        </p:grpSpPr>
        <p:sp>
          <p:nvSpPr>
            <p:cNvPr id="219342" name="Line 106">
              <a:extLst>
                <a:ext uri="{FF2B5EF4-FFF2-40B4-BE49-F238E27FC236}">
                  <a16:creationId xmlns:a16="http://schemas.microsoft.com/office/drawing/2014/main" id="{E1811CB2-64FC-004C-AFBF-E2908EABC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21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43" name="Line 107">
              <a:extLst>
                <a:ext uri="{FF2B5EF4-FFF2-40B4-BE49-F238E27FC236}">
                  <a16:creationId xmlns:a16="http://schemas.microsoft.com/office/drawing/2014/main" id="{DC452B9E-0DE2-D14B-8AA7-78C8FCD56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1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44" name="Line 108">
              <a:extLst>
                <a:ext uri="{FF2B5EF4-FFF2-40B4-BE49-F238E27FC236}">
                  <a16:creationId xmlns:a16="http://schemas.microsoft.com/office/drawing/2014/main" id="{6EE5BEE3-9793-B949-A9CA-418AC7ACC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" y="270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45" name="Line 109">
              <a:extLst>
                <a:ext uri="{FF2B5EF4-FFF2-40B4-BE49-F238E27FC236}">
                  <a16:creationId xmlns:a16="http://schemas.microsoft.com/office/drawing/2014/main" id="{1265D3FA-09AF-B44F-90A1-778F2BC99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6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46" name="Rectangle 110">
              <a:extLst>
                <a:ext uri="{FF2B5EF4-FFF2-40B4-BE49-F238E27FC236}">
                  <a16:creationId xmlns:a16="http://schemas.microsoft.com/office/drawing/2014/main" id="{4377B84B-19BD-D74A-849D-1AF2A75A75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16" y="2390"/>
              <a:ext cx="34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9347" name="Rectangle 111">
              <a:extLst>
                <a:ext uri="{FF2B5EF4-FFF2-40B4-BE49-F238E27FC236}">
                  <a16:creationId xmlns:a16="http://schemas.microsoft.com/office/drawing/2014/main" id="{B201B1C7-A718-024D-BFB4-C75078C0F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228"/>
              <a:ext cx="17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9348" name="Rectangle 112">
              <a:extLst>
                <a:ext uri="{FF2B5EF4-FFF2-40B4-BE49-F238E27FC236}">
                  <a16:creationId xmlns:a16="http://schemas.microsoft.com/office/drawing/2014/main" id="{C10B6078-4648-7B46-A920-B8C3BFDDF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622"/>
              <a:ext cx="17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9217" name="Line 114">
            <a:extLst>
              <a:ext uri="{FF2B5EF4-FFF2-40B4-BE49-F238E27FC236}">
                <a16:creationId xmlns:a16="http://schemas.microsoft.com/office/drawing/2014/main" id="{333D6ED3-7ABC-4A44-B546-531623F21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2605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18" name="Line 115">
            <a:extLst>
              <a:ext uri="{FF2B5EF4-FFF2-40B4-BE49-F238E27FC236}">
                <a16:creationId xmlns:a16="http://schemas.microsoft.com/office/drawing/2014/main" id="{6C7D5C5A-981F-1A4A-98BD-91E8E91FFD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2530475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19" name="Rectangle 116">
            <a:extLst>
              <a:ext uri="{FF2B5EF4-FFF2-40B4-BE49-F238E27FC236}">
                <a16:creationId xmlns:a16="http://schemas.microsoft.com/office/drawing/2014/main" id="{C8F582D5-EABE-2044-B336-0C2CD0701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26304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220" name="Line 117">
            <a:extLst>
              <a:ext uri="{FF2B5EF4-FFF2-40B4-BE49-F238E27FC236}">
                <a16:creationId xmlns:a16="http://schemas.microsoft.com/office/drawing/2014/main" id="{038A51C1-899F-D94E-94B4-D1CE8E1BA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267075"/>
            <a:ext cx="0" cy="1028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21" name="Line 118">
            <a:extLst>
              <a:ext uri="{FF2B5EF4-FFF2-40B4-BE49-F238E27FC236}">
                <a16:creationId xmlns:a16="http://schemas.microsoft.com/office/drawing/2014/main" id="{49F7636F-5E46-B940-85B3-F3359BFD7B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500" y="325437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22" name="Rectangle 119">
            <a:extLst>
              <a:ext uri="{FF2B5EF4-FFF2-40B4-BE49-F238E27FC236}">
                <a16:creationId xmlns:a16="http://schemas.microsoft.com/office/drawing/2014/main" id="{059E09AB-395E-7243-8656-067C6558F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1887538"/>
            <a:ext cx="508000" cy="261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223" name="Rectangle 120">
            <a:extLst>
              <a:ext uri="{FF2B5EF4-FFF2-40B4-BE49-F238E27FC236}">
                <a16:creationId xmlns:a16="http://schemas.microsoft.com/office/drawing/2014/main" id="{F07CE9D9-5A04-F34C-8B34-31BE130D0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1857375"/>
            <a:ext cx="450850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19224" name="Line 121">
            <a:extLst>
              <a:ext uri="{FF2B5EF4-FFF2-40B4-BE49-F238E27FC236}">
                <a16:creationId xmlns:a16="http://schemas.microsoft.com/office/drawing/2014/main" id="{0A41D078-82C1-F84A-8AD7-B4ADFB16F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162175"/>
            <a:ext cx="0" cy="441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225" name="Group 124">
            <a:extLst>
              <a:ext uri="{FF2B5EF4-FFF2-40B4-BE49-F238E27FC236}">
                <a16:creationId xmlns:a16="http://schemas.microsoft.com/office/drawing/2014/main" id="{FC1D3B43-AACC-084E-998E-70A3E89EBFB2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4959350"/>
            <a:ext cx="857250" cy="333375"/>
            <a:chOff x="2728" y="3697"/>
            <a:chExt cx="540" cy="197"/>
          </a:xfrm>
        </p:grpSpPr>
        <p:sp>
          <p:nvSpPr>
            <p:cNvPr id="219340" name="Rectangle 122">
              <a:extLst>
                <a:ext uri="{FF2B5EF4-FFF2-40B4-BE49-F238E27FC236}">
                  <a16:creationId xmlns:a16="http://schemas.microsoft.com/office/drawing/2014/main" id="{276CA61E-7B63-3D49-88CA-BEFFE26B4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704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9341" name="Rectangle 123">
              <a:extLst>
                <a:ext uri="{FF2B5EF4-FFF2-40B4-BE49-F238E27FC236}">
                  <a16:creationId xmlns:a16="http://schemas.microsoft.com/office/drawing/2014/main" id="{E414A7F8-1ED8-BA43-BEDF-2D39DFCB8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3697"/>
              <a:ext cx="540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19226" name="Line 125">
            <a:extLst>
              <a:ext uri="{FF2B5EF4-FFF2-40B4-BE49-F238E27FC236}">
                <a16:creationId xmlns:a16="http://schemas.microsoft.com/office/drawing/2014/main" id="{CF126624-DF3E-4F4F-9D8B-77CB72747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295900"/>
            <a:ext cx="0" cy="37941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27" name="Rectangle 126">
            <a:extLst>
              <a:ext uri="{FF2B5EF4-FFF2-40B4-BE49-F238E27FC236}">
                <a16:creationId xmlns:a16="http://schemas.microsoft.com/office/drawing/2014/main" id="{DC51B123-66E7-AB45-B8D5-AB54084E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5445125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19228" name="Group 134">
            <a:extLst>
              <a:ext uri="{FF2B5EF4-FFF2-40B4-BE49-F238E27FC236}">
                <a16:creationId xmlns:a16="http://schemas.microsoft.com/office/drawing/2014/main" id="{074530BF-9E02-A84B-8511-4164D0764C12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2132013"/>
            <a:ext cx="333375" cy="987425"/>
            <a:chOff x="4137" y="2024"/>
            <a:chExt cx="210" cy="584"/>
          </a:xfrm>
        </p:grpSpPr>
        <p:sp>
          <p:nvSpPr>
            <p:cNvPr id="219333" name="Line 127">
              <a:extLst>
                <a:ext uri="{FF2B5EF4-FFF2-40B4-BE49-F238E27FC236}">
                  <a16:creationId xmlns:a16="http://schemas.microsoft.com/office/drawing/2014/main" id="{85FA98C6-973B-7B46-8BBB-C898ED86A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2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34" name="Line 128">
              <a:extLst>
                <a:ext uri="{FF2B5EF4-FFF2-40B4-BE49-F238E27FC236}">
                  <a16:creationId xmlns:a16="http://schemas.microsoft.com/office/drawing/2014/main" id="{93A66A08-179C-2447-B755-208C10DFF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202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35" name="Line 129">
              <a:extLst>
                <a:ext uri="{FF2B5EF4-FFF2-40B4-BE49-F238E27FC236}">
                  <a16:creationId xmlns:a16="http://schemas.microsoft.com/office/drawing/2014/main" id="{FA0F5DB4-51B6-4245-AD51-81367B98F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4" y="251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36" name="Line 130">
              <a:extLst>
                <a:ext uri="{FF2B5EF4-FFF2-40B4-BE49-F238E27FC236}">
                  <a16:creationId xmlns:a16="http://schemas.microsoft.com/office/drawing/2014/main" id="{4D62B5BA-3177-6448-B075-900809217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07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37" name="Rectangle 131">
              <a:extLst>
                <a:ext uri="{FF2B5EF4-FFF2-40B4-BE49-F238E27FC236}">
                  <a16:creationId xmlns:a16="http://schemas.microsoft.com/office/drawing/2014/main" id="{E8BDD033-1B0C-1249-8730-51F0DF5A3B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68" y="2198"/>
              <a:ext cx="34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19338" name="Rectangle 132">
              <a:extLst>
                <a:ext uri="{FF2B5EF4-FFF2-40B4-BE49-F238E27FC236}">
                  <a16:creationId xmlns:a16="http://schemas.microsoft.com/office/drawing/2014/main" id="{E3762980-C557-1A41-A8FF-C5F2389EC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037"/>
              <a:ext cx="170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19339" name="Rectangle 133">
              <a:extLst>
                <a:ext uri="{FF2B5EF4-FFF2-40B4-BE49-F238E27FC236}">
                  <a16:creationId xmlns:a16="http://schemas.microsoft.com/office/drawing/2014/main" id="{EAB76D8B-D772-2C44-BDBE-B676A34D6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430"/>
              <a:ext cx="170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19229" name="Line 135">
            <a:extLst>
              <a:ext uri="{FF2B5EF4-FFF2-40B4-BE49-F238E27FC236}">
                <a16:creationId xmlns:a16="http://schemas.microsoft.com/office/drawing/2014/main" id="{C69FA6C3-776E-3749-A398-EC5F622551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32600" y="2605088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0" name="Line 136">
            <a:extLst>
              <a:ext uri="{FF2B5EF4-FFF2-40B4-BE49-F238E27FC236}">
                <a16:creationId xmlns:a16="http://schemas.microsoft.com/office/drawing/2014/main" id="{280C6149-87B2-C846-8BA0-8D07C76924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2650" y="2530475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1" name="Rectangle 137">
            <a:extLst>
              <a:ext uri="{FF2B5EF4-FFF2-40B4-BE49-F238E27FC236}">
                <a16:creationId xmlns:a16="http://schemas.microsoft.com/office/drawing/2014/main" id="{D3EB36C4-DE36-424B-B893-AA92080FE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26304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232" name="Line 138">
            <a:extLst>
              <a:ext uri="{FF2B5EF4-FFF2-40B4-BE49-F238E27FC236}">
                <a16:creationId xmlns:a16="http://schemas.microsoft.com/office/drawing/2014/main" id="{D4383B81-8037-FE4C-A47F-13B50D816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725613"/>
            <a:ext cx="0" cy="3778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3" name="Line 139">
            <a:extLst>
              <a:ext uri="{FF2B5EF4-FFF2-40B4-BE49-F238E27FC236}">
                <a16:creationId xmlns:a16="http://schemas.microsoft.com/office/drawing/2014/main" id="{E2E4C4E9-66D2-AE48-B7DC-744F03E93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148013"/>
            <a:ext cx="0" cy="1309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4" name="Line 140">
            <a:extLst>
              <a:ext uri="{FF2B5EF4-FFF2-40B4-BE49-F238E27FC236}">
                <a16:creationId xmlns:a16="http://schemas.microsoft.com/office/drawing/2014/main" id="{CCF3F511-99F1-E640-A08E-40DCFFE94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3148013"/>
            <a:ext cx="279400" cy="92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5" name="Line 141">
            <a:extLst>
              <a:ext uri="{FF2B5EF4-FFF2-40B4-BE49-F238E27FC236}">
                <a16:creationId xmlns:a16="http://schemas.microsoft.com/office/drawing/2014/main" id="{9F37C2A9-1BE1-5649-A655-639801E27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6900" y="4295775"/>
            <a:ext cx="27940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6" name="Line 142">
            <a:extLst>
              <a:ext uri="{FF2B5EF4-FFF2-40B4-BE49-F238E27FC236}">
                <a16:creationId xmlns:a16="http://schemas.microsoft.com/office/drawing/2014/main" id="{CFF69F35-4640-7F48-835C-FC35EC2FD5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267075"/>
            <a:ext cx="0" cy="1011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7" name="Line 143">
            <a:extLst>
              <a:ext uri="{FF2B5EF4-FFF2-40B4-BE49-F238E27FC236}">
                <a16:creationId xmlns:a16="http://schemas.microsoft.com/office/drawing/2014/main" id="{DCAC1D47-E479-2B4B-A351-EC76891664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448175"/>
            <a:ext cx="0" cy="36195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38" name="Rectangle 144">
            <a:extLst>
              <a:ext uri="{FF2B5EF4-FFF2-40B4-BE49-F238E27FC236}">
                <a16:creationId xmlns:a16="http://schemas.microsoft.com/office/drawing/2014/main" id="{CD1B0C2F-B19B-1742-8120-570A7734C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198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9239" name="Rectangle 145">
            <a:extLst>
              <a:ext uri="{FF2B5EF4-FFF2-40B4-BE49-F238E27FC236}">
                <a16:creationId xmlns:a16="http://schemas.microsoft.com/office/drawing/2014/main" id="{0092009C-3AC5-AA43-8339-3036243DC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541713"/>
            <a:ext cx="269875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9240" name="Rectangle 146">
            <a:extLst>
              <a:ext uri="{FF2B5EF4-FFF2-40B4-BE49-F238E27FC236}">
                <a16:creationId xmlns:a16="http://schemas.microsoft.com/office/drawing/2014/main" id="{48ECF2CB-E699-9D4C-9718-F7DADA81B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38655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19241" name="Rectangle 147">
            <a:extLst>
              <a:ext uri="{FF2B5EF4-FFF2-40B4-BE49-F238E27FC236}">
                <a16:creationId xmlns:a16="http://schemas.microsoft.com/office/drawing/2014/main" id="{FA7EA486-6E48-2049-800E-90EF008C2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513" y="411003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9242" name="Line 148">
            <a:extLst>
              <a:ext uri="{FF2B5EF4-FFF2-40B4-BE49-F238E27FC236}">
                <a16:creationId xmlns:a16="http://schemas.microsoft.com/office/drawing/2014/main" id="{651F6EA9-FEBE-A54A-B809-7B028257D3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33353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43" name="Rectangle 149">
            <a:extLst>
              <a:ext uri="{FF2B5EF4-FFF2-40B4-BE49-F238E27FC236}">
                <a16:creationId xmlns:a16="http://schemas.microsoft.com/office/drawing/2014/main" id="{10885F66-0224-A748-8A46-14BF57DEA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3173413"/>
            <a:ext cx="282575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19244" name="Line 150">
            <a:extLst>
              <a:ext uri="{FF2B5EF4-FFF2-40B4-BE49-F238E27FC236}">
                <a16:creationId xmlns:a16="http://schemas.microsoft.com/office/drawing/2014/main" id="{3E2A11EA-28FC-A84B-B770-1F5DC9A7C0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5121275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45" name="Line 151">
            <a:extLst>
              <a:ext uri="{FF2B5EF4-FFF2-40B4-BE49-F238E27FC236}">
                <a16:creationId xmlns:a16="http://schemas.microsoft.com/office/drawing/2014/main" id="{80144121-0AD3-5D4A-9929-EDC0B2A834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504666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46" name="Rectangle 152">
            <a:extLst>
              <a:ext uri="{FF2B5EF4-FFF2-40B4-BE49-F238E27FC236}">
                <a16:creationId xmlns:a16="http://schemas.microsoft.com/office/drawing/2014/main" id="{30D8F19E-6253-914D-9304-D6AC2760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1466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19247" name="Rectangle 153">
            <a:extLst>
              <a:ext uri="{FF2B5EF4-FFF2-40B4-BE49-F238E27FC236}">
                <a16:creationId xmlns:a16="http://schemas.microsoft.com/office/drawing/2014/main" id="{F5E8461A-03C1-344E-B21C-48CE61E1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46593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19248" name="Line 154">
            <a:extLst>
              <a:ext uri="{FF2B5EF4-FFF2-40B4-BE49-F238E27FC236}">
                <a16:creationId xmlns:a16="http://schemas.microsoft.com/office/drawing/2014/main" id="{F6983E49-E6A5-B947-BF9A-BAC449B183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0" y="5121275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49" name="Line 155">
            <a:extLst>
              <a:ext uri="{FF2B5EF4-FFF2-40B4-BE49-F238E27FC236}">
                <a16:creationId xmlns:a16="http://schemas.microsoft.com/office/drawing/2014/main" id="{EE442679-C4EC-0E4D-8E22-93AF3E21AE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9250" y="5046663"/>
            <a:ext cx="109538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0" name="Rectangle 156">
            <a:extLst>
              <a:ext uri="{FF2B5EF4-FFF2-40B4-BE49-F238E27FC236}">
                <a16:creationId xmlns:a16="http://schemas.microsoft.com/office/drawing/2014/main" id="{E2A4284A-D592-C349-8C44-55F97055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51466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19251" name="Group 159">
            <a:extLst>
              <a:ext uri="{FF2B5EF4-FFF2-40B4-BE49-F238E27FC236}">
                <a16:creationId xmlns:a16="http://schemas.microsoft.com/office/drawing/2014/main" id="{B54DECFB-FF53-3F41-9AF4-B2F8A96979FD}"/>
              </a:ext>
            </a:extLst>
          </p:cNvPr>
          <p:cNvGrpSpPr>
            <a:grpSpLocks/>
          </p:cNvGrpSpPr>
          <p:nvPr/>
        </p:nvGrpSpPr>
        <p:grpSpPr bwMode="auto">
          <a:xfrm>
            <a:off x="5607050" y="4227513"/>
            <a:ext cx="588963" cy="333375"/>
            <a:chOff x="3532" y="3264"/>
            <a:chExt cx="371" cy="197"/>
          </a:xfrm>
        </p:grpSpPr>
        <p:sp>
          <p:nvSpPr>
            <p:cNvPr id="219331" name="Rectangle 157">
              <a:extLst>
                <a:ext uri="{FF2B5EF4-FFF2-40B4-BE49-F238E27FC236}">
                  <a16:creationId xmlns:a16="http://schemas.microsoft.com/office/drawing/2014/main" id="{6D67DDF1-776D-B441-8F82-187334647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27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9332" name="Rectangle 158">
              <a:extLst>
                <a:ext uri="{FF2B5EF4-FFF2-40B4-BE49-F238E27FC236}">
                  <a16:creationId xmlns:a16="http://schemas.microsoft.com/office/drawing/2014/main" id="{35DE3ECA-EF99-C048-A82E-9EDAD69D9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264"/>
              <a:ext cx="371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19252" name="Line 160">
            <a:extLst>
              <a:ext uri="{FF2B5EF4-FFF2-40B4-BE49-F238E27FC236}">
                <a16:creationId xmlns:a16="http://schemas.microsoft.com/office/drawing/2014/main" id="{907580A9-B031-A24E-913E-DA1453472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4400" y="3984625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3" name="Line 161">
            <a:extLst>
              <a:ext uri="{FF2B5EF4-FFF2-40B4-BE49-F238E27FC236}">
                <a16:creationId xmlns:a16="http://schemas.microsoft.com/office/drawing/2014/main" id="{D389EC34-B6D3-9246-B8D0-466FB2C93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4011613"/>
            <a:ext cx="12700" cy="227012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4" name="Line 162">
            <a:extLst>
              <a:ext uri="{FF2B5EF4-FFF2-40B4-BE49-F238E27FC236}">
                <a16:creationId xmlns:a16="http://schemas.microsoft.com/office/drawing/2014/main" id="{6F92E4C9-2615-4A44-AEE0-E1AE075EFE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4525963"/>
            <a:ext cx="0" cy="622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5" name="Line 163">
            <a:extLst>
              <a:ext uri="{FF2B5EF4-FFF2-40B4-BE49-F238E27FC236}">
                <a16:creationId xmlns:a16="http://schemas.microsoft.com/office/drawing/2014/main" id="{8C3955D8-B9DC-A545-BF2D-A990C7B2CD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3000" y="3659188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6" name="Rectangle 164">
            <a:extLst>
              <a:ext uri="{FF2B5EF4-FFF2-40B4-BE49-F238E27FC236}">
                <a16:creationId xmlns:a16="http://schemas.microsoft.com/office/drawing/2014/main" id="{BE1895DE-D6DB-1148-9BC3-BAF701374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4795838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ALUSelB=10</a:t>
            </a:r>
          </a:p>
        </p:txBody>
      </p:sp>
      <p:sp>
        <p:nvSpPr>
          <p:cNvPr id="219257" name="Line 165">
            <a:extLst>
              <a:ext uri="{FF2B5EF4-FFF2-40B4-BE49-F238E27FC236}">
                <a16:creationId xmlns:a16="http://schemas.microsoft.com/office/drawing/2014/main" id="{EFF4E041-8773-D147-AE17-2FC6CEE4B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4900" y="1400175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8" name="Line 166">
            <a:extLst>
              <a:ext uri="{FF2B5EF4-FFF2-40B4-BE49-F238E27FC236}">
                <a16:creationId xmlns:a16="http://schemas.microsoft.com/office/drawing/2014/main" id="{A7067EC7-1AE3-B345-B518-D193DE0131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3600" y="1400175"/>
            <a:ext cx="254000" cy="61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59" name="Line 167">
            <a:extLst>
              <a:ext uri="{FF2B5EF4-FFF2-40B4-BE49-F238E27FC236}">
                <a16:creationId xmlns:a16="http://schemas.microsoft.com/office/drawing/2014/main" id="{90536F3A-EB6C-2E40-A63F-98F31313BB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3600" y="2230438"/>
            <a:ext cx="254000" cy="14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60" name="Line 168">
            <a:extLst>
              <a:ext uri="{FF2B5EF4-FFF2-40B4-BE49-F238E27FC236}">
                <a16:creationId xmlns:a16="http://schemas.microsoft.com/office/drawing/2014/main" id="{EBA18AD5-21D2-794B-8807-C1E2475DF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1489075"/>
            <a:ext cx="0" cy="730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61" name="Rectangle 169">
            <a:extLst>
              <a:ext uri="{FF2B5EF4-FFF2-40B4-BE49-F238E27FC236}">
                <a16:creationId xmlns:a16="http://schemas.microsoft.com/office/drawing/2014/main" id="{EEB3C5DB-1CBE-3D4D-85F2-08EFDB20C7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50088" y="17018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19262" name="Rectangle 170">
            <a:extLst>
              <a:ext uri="{FF2B5EF4-FFF2-40B4-BE49-F238E27FC236}">
                <a16:creationId xmlns:a16="http://schemas.microsoft.com/office/drawing/2014/main" id="{C207E7CE-E7FC-1A4B-BB2D-7F4948672E3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1420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9263" name="Rectangle 171">
            <a:extLst>
              <a:ext uri="{FF2B5EF4-FFF2-40B4-BE49-F238E27FC236}">
                <a16:creationId xmlns:a16="http://schemas.microsoft.com/office/drawing/2014/main" id="{1DAD9EB4-621D-A543-83A9-D7E4697F5C5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24713" y="2087563"/>
            <a:ext cx="269875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19264" name="Oval 172">
            <a:extLst>
              <a:ext uri="{FF2B5EF4-FFF2-40B4-BE49-F238E27FC236}">
                <a16:creationId xmlns:a16="http://schemas.microsoft.com/office/drawing/2014/main" id="{D7B298BE-BD0C-534D-AC7D-72F777571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725613"/>
            <a:ext cx="127000" cy="134937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265" name="Line 173">
            <a:extLst>
              <a:ext uri="{FF2B5EF4-FFF2-40B4-BE49-F238E27FC236}">
                <a16:creationId xmlns:a16="http://schemas.microsoft.com/office/drawing/2014/main" id="{A80BCA6B-5ABF-C441-9D26-80937F4F2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1049338"/>
            <a:ext cx="0" cy="35083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66" name="Line 174">
            <a:extLst>
              <a:ext uri="{FF2B5EF4-FFF2-40B4-BE49-F238E27FC236}">
                <a16:creationId xmlns:a16="http://schemas.microsoft.com/office/drawing/2014/main" id="{E0FA379E-43A2-8747-9932-2DB9A0C1A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10493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67" name="Oval 175">
            <a:extLst>
              <a:ext uri="{FF2B5EF4-FFF2-40B4-BE49-F238E27FC236}">
                <a16:creationId xmlns:a16="http://schemas.microsoft.com/office/drawing/2014/main" id="{997A430D-FD19-724B-924E-4D5940795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300" y="1238250"/>
            <a:ext cx="127000" cy="1349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268" name="Line 176">
            <a:extLst>
              <a:ext uri="{FF2B5EF4-FFF2-40B4-BE49-F238E27FC236}">
                <a16:creationId xmlns:a16="http://schemas.microsoft.com/office/drawing/2014/main" id="{6802C4E1-2CF5-6F40-A9D2-F57FE021D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1049338"/>
            <a:ext cx="0" cy="35083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269" name="Group 180">
            <a:extLst>
              <a:ext uri="{FF2B5EF4-FFF2-40B4-BE49-F238E27FC236}">
                <a16:creationId xmlns:a16="http://schemas.microsoft.com/office/drawing/2014/main" id="{90A7437D-6513-F049-B964-4BCBB7ECC554}"/>
              </a:ext>
            </a:extLst>
          </p:cNvPr>
          <p:cNvGrpSpPr>
            <a:grpSpLocks/>
          </p:cNvGrpSpPr>
          <p:nvPr/>
        </p:nvGrpSpPr>
        <p:grpSpPr bwMode="auto">
          <a:xfrm>
            <a:off x="7480300" y="1474788"/>
            <a:ext cx="641350" cy="401637"/>
            <a:chOff x="4712" y="1636"/>
            <a:chExt cx="404" cy="237"/>
          </a:xfrm>
        </p:grpSpPr>
        <p:sp>
          <p:nvSpPr>
            <p:cNvPr id="219328" name="Line 177">
              <a:extLst>
                <a:ext uri="{FF2B5EF4-FFF2-40B4-BE49-F238E27FC236}">
                  <a16:creationId xmlns:a16="http://schemas.microsoft.com/office/drawing/2014/main" id="{5BC9817B-C2CB-C448-BD64-1B6DF81B1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68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9" name="Line 178">
              <a:extLst>
                <a:ext uri="{FF2B5EF4-FFF2-40B4-BE49-F238E27FC236}">
                  <a16:creationId xmlns:a16="http://schemas.microsoft.com/office/drawing/2014/main" id="{6CDE5712-0966-2A46-844A-AB0FCE253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163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30" name="Rectangle 179">
              <a:extLst>
                <a:ext uri="{FF2B5EF4-FFF2-40B4-BE49-F238E27FC236}">
                  <a16:creationId xmlns:a16="http://schemas.microsoft.com/office/drawing/2014/main" id="{0541FCF8-23C5-6944-99AF-7FA91C9D04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67" y="1695"/>
              <a:ext cx="22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19270" name="Line 181">
            <a:extLst>
              <a:ext uri="{FF2B5EF4-FFF2-40B4-BE49-F238E27FC236}">
                <a16:creationId xmlns:a16="http://schemas.microsoft.com/office/drawing/2014/main" id="{7F5D8722-FAC4-5945-BD5A-FA2481D8A4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0" y="2509838"/>
            <a:ext cx="0" cy="595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1" name="Line 182">
            <a:extLst>
              <a:ext uri="{FF2B5EF4-FFF2-40B4-BE49-F238E27FC236}">
                <a16:creationId xmlns:a16="http://schemas.microsoft.com/office/drawing/2014/main" id="{7617D8C4-34CA-5140-AC5F-7D4E98DA23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0700" y="30924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2" name="Rectangle 183">
            <a:extLst>
              <a:ext uri="{FF2B5EF4-FFF2-40B4-BE49-F238E27FC236}">
                <a16:creationId xmlns:a16="http://schemas.microsoft.com/office/drawing/2014/main" id="{90503F1E-80DD-184E-B1E8-B81A1D3AA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2217738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9273" name="Line 184">
            <a:extLst>
              <a:ext uri="{FF2B5EF4-FFF2-40B4-BE49-F238E27FC236}">
                <a16:creationId xmlns:a16="http://schemas.microsoft.com/office/drawing/2014/main" id="{809B8708-21CC-9E48-83B3-24DACB7A35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4900" y="219868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4" name="Line 185">
            <a:extLst>
              <a:ext uri="{FF2B5EF4-FFF2-40B4-BE49-F238E27FC236}">
                <a16:creationId xmlns:a16="http://schemas.microsoft.com/office/drawing/2014/main" id="{F08DF6D2-D717-3448-AB01-ADAEC862B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1144588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5" name="Line 186">
            <a:extLst>
              <a:ext uri="{FF2B5EF4-FFF2-40B4-BE49-F238E27FC236}">
                <a16:creationId xmlns:a16="http://schemas.microsoft.com/office/drawing/2014/main" id="{1DD84D90-65EC-BD45-AE1D-30DC4C7E61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130651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6" name="Line 187">
            <a:extLst>
              <a:ext uri="{FF2B5EF4-FFF2-40B4-BE49-F238E27FC236}">
                <a16:creationId xmlns:a16="http://schemas.microsoft.com/office/drawing/2014/main" id="{0402F370-07BA-914C-B25A-68198D95AE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12255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277" name="Group 193">
            <a:extLst>
              <a:ext uri="{FF2B5EF4-FFF2-40B4-BE49-F238E27FC236}">
                <a16:creationId xmlns:a16="http://schemas.microsoft.com/office/drawing/2014/main" id="{941DE1E0-BCB0-CE45-ABD6-6A2FFF9DB29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062038"/>
            <a:ext cx="381000" cy="327025"/>
            <a:chOff x="624" y="1392"/>
            <a:chExt cx="240" cy="193"/>
          </a:xfrm>
        </p:grpSpPr>
        <p:sp>
          <p:nvSpPr>
            <p:cNvPr id="219323" name="Arc 188">
              <a:extLst>
                <a:ext uri="{FF2B5EF4-FFF2-40B4-BE49-F238E27FC236}">
                  <a16:creationId xmlns:a16="http://schemas.microsoft.com/office/drawing/2014/main" id="{908F7D6B-1872-1E4B-AAC9-2A9CEDA57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140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4" name="Arc 189">
              <a:extLst>
                <a:ext uri="{FF2B5EF4-FFF2-40B4-BE49-F238E27FC236}">
                  <a16:creationId xmlns:a16="http://schemas.microsoft.com/office/drawing/2014/main" id="{A4E38268-216B-4840-854E-07A8A9B1A02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24" y="149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5" name="Line 190">
              <a:extLst>
                <a:ext uri="{FF2B5EF4-FFF2-40B4-BE49-F238E27FC236}">
                  <a16:creationId xmlns:a16="http://schemas.microsoft.com/office/drawing/2014/main" id="{CC13A645-8E0C-DB43-9A30-CBB1EC4B0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39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6" name="Line 191">
              <a:extLst>
                <a:ext uri="{FF2B5EF4-FFF2-40B4-BE49-F238E27FC236}">
                  <a16:creationId xmlns:a16="http://schemas.microsoft.com/office/drawing/2014/main" id="{4AD687E1-5261-B746-9982-5E7D61D01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158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7" name="Line 192">
              <a:extLst>
                <a:ext uri="{FF2B5EF4-FFF2-40B4-BE49-F238E27FC236}">
                  <a16:creationId xmlns:a16="http://schemas.microsoft.com/office/drawing/2014/main" id="{24BE6EE7-0682-FE4E-AF7E-651373440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0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9278" name="Line 194">
            <a:extLst>
              <a:ext uri="{FF2B5EF4-FFF2-40B4-BE49-F238E27FC236}">
                <a16:creationId xmlns:a16="http://schemas.microsoft.com/office/drawing/2014/main" id="{81D6BD59-8E30-574D-BC0B-EE633CC43C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" y="1454150"/>
            <a:ext cx="0" cy="271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79" name="Arc 195">
            <a:extLst>
              <a:ext uri="{FF2B5EF4-FFF2-40B4-BE49-F238E27FC236}">
                <a16:creationId xmlns:a16="http://schemas.microsoft.com/office/drawing/2014/main" id="{13981D5A-B2F1-8E4F-A268-B4C755CA0E42}"/>
              </a:ext>
            </a:extLst>
          </p:cNvPr>
          <p:cNvSpPr>
            <a:spLocks/>
          </p:cNvSpPr>
          <p:nvPr/>
        </p:nvSpPr>
        <p:spPr bwMode="auto">
          <a:xfrm rot="-5400000">
            <a:off x="575469" y="1394619"/>
            <a:ext cx="350838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80" name="Arc 196">
            <a:extLst>
              <a:ext uri="{FF2B5EF4-FFF2-40B4-BE49-F238E27FC236}">
                <a16:creationId xmlns:a16="http://schemas.microsoft.com/office/drawing/2014/main" id="{2C4A0A3E-03C2-A841-B583-391513150B8C}"/>
              </a:ext>
            </a:extLst>
          </p:cNvPr>
          <p:cNvSpPr>
            <a:spLocks/>
          </p:cNvSpPr>
          <p:nvPr/>
        </p:nvSpPr>
        <p:spPr bwMode="auto">
          <a:xfrm rot="5400000">
            <a:off x="389731" y="1394619"/>
            <a:ext cx="350838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281" name="Group 199">
            <a:extLst>
              <a:ext uri="{FF2B5EF4-FFF2-40B4-BE49-F238E27FC236}">
                <a16:creationId xmlns:a16="http://schemas.microsoft.com/office/drawing/2014/main" id="{16C1F451-D837-5A4D-B00D-22138001BE56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301750"/>
            <a:ext cx="373062" cy="107950"/>
            <a:chOff x="297" y="1533"/>
            <a:chExt cx="235" cy="64"/>
          </a:xfrm>
        </p:grpSpPr>
        <p:sp>
          <p:nvSpPr>
            <p:cNvPr id="219321" name="Arc 197">
              <a:extLst>
                <a:ext uri="{FF2B5EF4-FFF2-40B4-BE49-F238E27FC236}">
                  <a16:creationId xmlns:a16="http://schemas.microsoft.com/office/drawing/2014/main" id="{ED0E28EE-0B28-774F-BC14-CE4DC16F3724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3" y="149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322" name="Arc 198">
              <a:extLst>
                <a:ext uri="{FF2B5EF4-FFF2-40B4-BE49-F238E27FC236}">
                  <a16:creationId xmlns:a16="http://schemas.microsoft.com/office/drawing/2014/main" id="{75B00064-C51B-5249-B0AE-EBD2E54091C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2" y="149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9282" name="Line 200">
            <a:extLst>
              <a:ext uri="{FF2B5EF4-FFF2-40B4-BE49-F238E27FC236}">
                <a16:creationId xmlns:a16="http://schemas.microsoft.com/office/drawing/2014/main" id="{6FD150A7-2F31-164A-9891-3A83A2BDBF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" y="1700213"/>
            <a:ext cx="0" cy="173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83" name="Line 201">
            <a:extLst>
              <a:ext uri="{FF2B5EF4-FFF2-40B4-BE49-F238E27FC236}">
                <a16:creationId xmlns:a16="http://schemas.microsoft.com/office/drawing/2014/main" id="{C6A0879C-A313-C843-A49D-23E5B6CC33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1130300"/>
            <a:ext cx="0" cy="2698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84" name="Line 202">
            <a:extLst>
              <a:ext uri="{FF2B5EF4-FFF2-40B4-BE49-F238E27FC236}">
                <a16:creationId xmlns:a16="http://schemas.microsoft.com/office/drawing/2014/main" id="{796EB669-8AD6-DB4C-9179-5F8E510C2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1211263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85" name="Rectangle 203">
            <a:extLst>
              <a:ext uri="{FF2B5EF4-FFF2-40B4-BE49-F238E27FC236}">
                <a16:creationId xmlns:a16="http://schemas.microsoft.com/office/drawing/2014/main" id="{AF594365-C31B-3746-8168-7AA3987B5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1081088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19286" name="Rectangle 204">
            <a:extLst>
              <a:ext uri="{FF2B5EF4-FFF2-40B4-BE49-F238E27FC236}">
                <a16:creationId xmlns:a16="http://schemas.microsoft.com/office/drawing/2014/main" id="{96DC46F6-2A51-6C40-985E-3A6E17A5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81915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19287" name="Rectangle 205">
            <a:extLst>
              <a:ext uri="{FF2B5EF4-FFF2-40B4-BE49-F238E27FC236}">
                <a16:creationId xmlns:a16="http://schemas.microsoft.com/office/drawing/2014/main" id="{6CF815A2-78A5-0D4D-B2D2-2B2B8943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981075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219288" name="Rectangle 206">
            <a:extLst>
              <a:ext uri="{FF2B5EF4-FFF2-40B4-BE49-F238E27FC236}">
                <a16:creationId xmlns:a16="http://schemas.microsoft.com/office/drawing/2014/main" id="{4054B793-305E-E54D-9EF0-EB5B01F3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981075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BrWr=1</a:t>
            </a:r>
          </a:p>
        </p:txBody>
      </p:sp>
      <p:sp>
        <p:nvSpPr>
          <p:cNvPr id="219289" name="Line 207">
            <a:extLst>
              <a:ext uri="{FF2B5EF4-FFF2-40B4-BE49-F238E27FC236}">
                <a16:creationId xmlns:a16="http://schemas.microsoft.com/office/drawing/2014/main" id="{002FE0A5-144A-2C41-AD6E-02F0794B56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250" y="317976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0" name="Rectangle 208">
            <a:extLst>
              <a:ext uri="{FF2B5EF4-FFF2-40B4-BE49-F238E27FC236}">
                <a16:creationId xmlns:a16="http://schemas.microsoft.com/office/drawing/2014/main" id="{A82AA683-15E0-AC43-952C-FC95B82E2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9543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19291" name="Line 209">
            <a:extLst>
              <a:ext uri="{FF2B5EF4-FFF2-40B4-BE49-F238E27FC236}">
                <a16:creationId xmlns:a16="http://schemas.microsoft.com/office/drawing/2014/main" id="{54577E76-7AC9-D34A-B0D6-CE7F9B31C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725613"/>
            <a:ext cx="0" cy="7842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2" name="Rectangle 210">
            <a:extLst>
              <a:ext uri="{FF2B5EF4-FFF2-40B4-BE49-F238E27FC236}">
                <a16:creationId xmlns:a16="http://schemas.microsoft.com/office/drawing/2014/main" id="{40485CD1-0514-DF4A-ADCD-C81764D10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1406525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19293" name="Line 211">
            <a:extLst>
              <a:ext uri="{FF2B5EF4-FFF2-40B4-BE49-F238E27FC236}">
                <a16:creationId xmlns:a16="http://schemas.microsoft.com/office/drawing/2014/main" id="{EE4CBF81-E39E-EE49-B73A-40A17BF398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9600" y="3551238"/>
            <a:ext cx="254000" cy="4603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4" name="Line 212">
            <a:extLst>
              <a:ext uri="{FF2B5EF4-FFF2-40B4-BE49-F238E27FC236}">
                <a16:creationId xmlns:a16="http://schemas.microsoft.com/office/drawing/2014/main" id="{845E9245-981F-BC43-8D9D-9622E839F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4800" y="2306638"/>
            <a:ext cx="177800" cy="271462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5" name="Line 213">
            <a:extLst>
              <a:ext uri="{FF2B5EF4-FFF2-40B4-BE49-F238E27FC236}">
                <a16:creationId xmlns:a16="http://schemas.microsoft.com/office/drawing/2014/main" id="{865371CA-A5BE-DE40-8F47-37F7D6EB4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4714875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6" name="Line 214">
            <a:extLst>
              <a:ext uri="{FF2B5EF4-FFF2-40B4-BE49-F238E27FC236}">
                <a16:creationId xmlns:a16="http://schemas.microsoft.com/office/drawing/2014/main" id="{18316EAA-3B1E-4E42-8266-2612097F50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7200" y="5121275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97" name="Rectangle 215">
            <a:extLst>
              <a:ext uri="{FF2B5EF4-FFF2-40B4-BE49-F238E27FC236}">
                <a16:creationId xmlns:a16="http://schemas.microsoft.com/office/drawing/2014/main" id="{8FE0EB61-65EC-884C-95D5-36B1940C9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4902200"/>
            <a:ext cx="6651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219298" name="Rectangle 216">
            <a:extLst>
              <a:ext uri="{FF2B5EF4-FFF2-40B4-BE49-F238E27FC236}">
                <a16:creationId xmlns:a16="http://schemas.microsoft.com/office/drawing/2014/main" id="{09AE43ED-0304-7448-BE91-381C21193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578350"/>
            <a:ext cx="4635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19299" name="Rectangle 217">
            <a:extLst>
              <a:ext uri="{FF2B5EF4-FFF2-40B4-BE49-F238E27FC236}">
                <a16:creationId xmlns:a16="http://schemas.microsoft.com/office/drawing/2014/main" id="{3B507DD9-3790-6C45-BD8D-2A15C3BA4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4391025"/>
            <a:ext cx="90328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219300" name="Line 218">
            <a:extLst>
              <a:ext uri="{FF2B5EF4-FFF2-40B4-BE49-F238E27FC236}">
                <a16:creationId xmlns:a16="http://schemas.microsoft.com/office/drawing/2014/main" id="{B866C6F8-3E19-F84C-9651-5493370FB5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464026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01" name="Rectangle 219">
            <a:extLst>
              <a:ext uri="{FF2B5EF4-FFF2-40B4-BE49-F238E27FC236}">
                <a16:creationId xmlns:a16="http://schemas.microsoft.com/office/drawing/2014/main" id="{E36DD3D7-10FA-D543-A022-4B0C81AFC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4740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9302" name="Line 220">
            <a:extLst>
              <a:ext uri="{FF2B5EF4-FFF2-40B4-BE49-F238E27FC236}">
                <a16:creationId xmlns:a16="http://schemas.microsoft.com/office/drawing/2014/main" id="{DBFC7963-170D-0649-871D-81A0196AA6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5046663"/>
            <a:ext cx="889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03" name="Rectangle 221">
            <a:extLst>
              <a:ext uri="{FF2B5EF4-FFF2-40B4-BE49-F238E27FC236}">
                <a16:creationId xmlns:a16="http://schemas.microsoft.com/office/drawing/2014/main" id="{9100B395-F999-3A42-9091-E70D3ED05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146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19304" name="Rectangle 222">
            <a:extLst>
              <a:ext uri="{FF2B5EF4-FFF2-40B4-BE49-F238E27FC236}">
                <a16:creationId xmlns:a16="http://schemas.microsoft.com/office/drawing/2014/main" id="{9C85832E-37F5-4444-AD07-53E1D929B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484688"/>
            <a:ext cx="1117600" cy="1028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9305" name="Line 223">
            <a:extLst>
              <a:ext uri="{FF2B5EF4-FFF2-40B4-BE49-F238E27FC236}">
                <a16:creationId xmlns:a16="http://schemas.microsoft.com/office/drawing/2014/main" id="{222C1072-14BE-2140-B9C8-127E28124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463391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06" name="Rectangle 224">
            <a:extLst>
              <a:ext uri="{FF2B5EF4-FFF2-40B4-BE49-F238E27FC236}">
                <a16:creationId xmlns:a16="http://schemas.microsoft.com/office/drawing/2014/main" id="{A14003BA-B741-EE40-ADB4-F3CC86390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4408488"/>
            <a:ext cx="563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219307" name="Line 225">
            <a:extLst>
              <a:ext uri="{FF2B5EF4-FFF2-40B4-BE49-F238E27FC236}">
                <a16:creationId xmlns:a16="http://schemas.microsoft.com/office/drawing/2014/main" id="{C0A6ABBE-70BD-3940-9458-A310226A4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4876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08" name="Rectangle 226">
            <a:extLst>
              <a:ext uri="{FF2B5EF4-FFF2-40B4-BE49-F238E27FC236}">
                <a16:creationId xmlns:a16="http://schemas.microsoft.com/office/drawing/2014/main" id="{47E46D6D-424B-7F42-BEF4-0E12372EC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4652963"/>
            <a:ext cx="744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Rtype</a:t>
            </a:r>
          </a:p>
        </p:txBody>
      </p:sp>
      <p:sp>
        <p:nvSpPr>
          <p:cNvPr id="219309" name="Rectangle 228">
            <a:extLst>
              <a:ext uri="{FF2B5EF4-FFF2-40B4-BE49-F238E27FC236}">
                <a16:creationId xmlns:a16="http://schemas.microsoft.com/office/drawing/2014/main" id="{426B8506-23E5-DF4A-B72E-015EDF155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4895850"/>
            <a:ext cx="476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219310" name="Line 229">
            <a:extLst>
              <a:ext uri="{FF2B5EF4-FFF2-40B4-BE49-F238E27FC236}">
                <a16:creationId xmlns:a16="http://schemas.microsoft.com/office/drawing/2014/main" id="{37D47243-68FD-A845-8744-7836D01D5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512127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11" name="Rectangle 231">
            <a:extLst>
              <a:ext uri="{FF2B5EF4-FFF2-40B4-BE49-F238E27FC236}">
                <a16:creationId xmlns:a16="http://schemas.microsoft.com/office/drawing/2014/main" id="{077F6537-74AA-2A42-99AF-6BDB8491D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316538"/>
            <a:ext cx="265112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19312" name="Line 234">
            <a:extLst>
              <a:ext uri="{FF2B5EF4-FFF2-40B4-BE49-F238E27FC236}">
                <a16:creationId xmlns:a16="http://schemas.microsoft.com/office/drawing/2014/main" id="{3DE79C71-D0AC-014C-B4E4-C00CB0C7E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438" y="5340350"/>
            <a:ext cx="863600" cy="0"/>
          </a:xfrm>
          <a:prstGeom prst="line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313" name="Rectangle 238">
            <a:extLst>
              <a:ext uri="{FF2B5EF4-FFF2-40B4-BE49-F238E27FC236}">
                <a16:creationId xmlns:a16="http://schemas.microsoft.com/office/drawing/2014/main" id="{084F9451-ABC1-EE4E-A6F4-D5FEF6AC0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14313"/>
            <a:ext cx="7085012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寄存器取 </a:t>
            </a:r>
            <a:r>
              <a:rPr lang="en-US" altLang="zh-CN" sz="2800">
                <a:solidFill>
                  <a:srgbClr val="A50021"/>
                </a:solidFill>
                <a:ea typeface="宋体" panose="02010600030101010101" pitchFamily="2" charset="-122"/>
              </a:rPr>
              <a:t>/ </a:t>
            </a: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指令译码周期（第二个周期）</a:t>
            </a:r>
          </a:p>
        </p:txBody>
      </p:sp>
      <p:grpSp>
        <p:nvGrpSpPr>
          <p:cNvPr id="67827" name="Group 243">
            <a:extLst>
              <a:ext uri="{FF2B5EF4-FFF2-40B4-BE49-F238E27FC236}">
                <a16:creationId xmlns:a16="http://schemas.microsoft.com/office/drawing/2014/main" id="{B2FB85A2-EAB8-414E-B2C2-1CAB3ED03CC5}"/>
              </a:ext>
            </a:extLst>
          </p:cNvPr>
          <p:cNvGrpSpPr>
            <a:grpSpLocks/>
          </p:cNvGrpSpPr>
          <p:nvPr/>
        </p:nvGrpSpPr>
        <p:grpSpPr bwMode="auto">
          <a:xfrm>
            <a:off x="0" y="5099050"/>
            <a:ext cx="4676775" cy="1238250"/>
            <a:chOff x="110" y="3254"/>
            <a:chExt cx="2724" cy="780"/>
          </a:xfrm>
        </p:grpSpPr>
        <p:sp>
          <p:nvSpPr>
            <p:cNvPr id="219316" name="Rectangle 230">
              <a:extLst>
                <a:ext uri="{FF2B5EF4-FFF2-40B4-BE49-F238E27FC236}">
                  <a16:creationId xmlns:a16="http://schemas.microsoft.com/office/drawing/2014/main" id="{C5581E37-AE58-A948-A42C-A384382C9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3264"/>
              <a:ext cx="5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     Mem</a:t>
              </a:r>
            </a:p>
          </p:txBody>
        </p:sp>
        <p:sp>
          <p:nvSpPr>
            <p:cNvPr id="219317" name="Text Box 239">
              <a:extLst>
                <a:ext uri="{FF2B5EF4-FFF2-40B4-BE49-F238E27FC236}">
                  <a16:creationId xmlns:a16="http://schemas.microsoft.com/office/drawing/2014/main" id="{D455D220-FE85-3741-9301-1CDC2735E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3784"/>
              <a:ext cx="26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指令译码输出：访存指令（</a:t>
              </a:r>
              <a:r>
                <a:rPr lang="en-US" altLang="zh-CN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lw </a:t>
              </a:r>
              <a:r>
                <a:rPr lang="zh-CN" altLang="en-US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lang="en-US" altLang="zh-CN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sw</a:t>
              </a:r>
              <a:r>
                <a:rPr lang="zh-CN" altLang="en-US" sz="2000">
                  <a:solidFill>
                    <a:srgbClr val="D901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pSp>
          <p:nvGrpSpPr>
            <p:cNvPr id="219318" name="Group 241">
              <a:extLst>
                <a:ext uri="{FF2B5EF4-FFF2-40B4-BE49-F238E27FC236}">
                  <a16:creationId xmlns:a16="http://schemas.microsoft.com/office/drawing/2014/main" id="{2E2955A5-B5E7-3542-AF0D-3FE23ED46A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" y="3254"/>
              <a:ext cx="1039" cy="238"/>
              <a:chOff x="110" y="3794"/>
              <a:chExt cx="1039" cy="238"/>
            </a:xfrm>
          </p:grpSpPr>
          <p:sp>
            <p:nvSpPr>
              <p:cNvPr id="219319" name="Line 235">
                <a:extLst>
                  <a:ext uri="{FF2B5EF4-FFF2-40B4-BE49-F238E27FC236}">
                    <a16:creationId xmlns:a16="http://schemas.microsoft.com/office/drawing/2014/main" id="{D6638FA3-C4ED-7741-AB93-8C54F6A08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5" y="3904"/>
                <a:ext cx="544" cy="0"/>
              </a:xfrm>
              <a:prstGeom prst="line">
                <a:avLst/>
              </a:prstGeom>
              <a:noFill/>
              <a:ln w="63500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320" name="Oval 240">
                <a:extLst>
                  <a:ext uri="{FF2B5EF4-FFF2-40B4-BE49-F238E27FC236}">
                    <a16:creationId xmlns:a16="http://schemas.microsoft.com/office/drawing/2014/main" id="{6146DDDF-A2EE-054B-976A-AF41D2E6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" y="3794"/>
                <a:ext cx="713" cy="238"/>
              </a:xfrm>
              <a:prstGeom prst="ellips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7826" name="Text Box 242">
            <a:extLst>
              <a:ext uri="{FF2B5EF4-FFF2-40B4-BE49-F238E27FC236}">
                <a16:creationId xmlns:a16="http://schemas.microsoft.com/office/drawing/2014/main" id="{D4CB107B-33C3-EE4D-BE16-244060A9E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525" y="6356350"/>
            <a:ext cx="4445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第三个周期就是</a:t>
            </a:r>
            <a:r>
              <a:rPr lang="en-US" altLang="zh-CN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lw/sw</a:t>
            </a: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指令的第一个周期！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0DB216F6-500E-F148-A361-D6B0C8B2D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03200"/>
            <a:ext cx="7710488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lw/sw</a:t>
            </a:r>
            <a:r>
              <a:rPr lang="zh-CN" altLang="en-US">
                <a:ea typeface="宋体" panose="02010600030101010101" pitchFamily="2" charset="-122"/>
              </a:rPr>
              <a:t>内存地址计算周期（第三个周期）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C14FE62B-EA8E-4946-8F0A-155C54DC3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925" y="711200"/>
            <a:ext cx="8191500" cy="325438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 output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busA + SignExt[Imm16]</a:t>
            </a:r>
          </a:p>
        </p:txBody>
      </p:sp>
      <p:sp>
        <p:nvSpPr>
          <p:cNvPr id="221188" name="Rectangle 4">
            <a:extLst>
              <a:ext uri="{FF2B5EF4-FFF2-40B4-BE49-F238E27FC236}">
                <a16:creationId xmlns:a16="http://schemas.microsoft.com/office/drawing/2014/main" id="{3A280BEA-2B40-C44B-AB42-2929C3967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0226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EEC52DCC-DB95-474D-9828-D6272240F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4877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21190" name="Rectangle 7">
            <a:extLst>
              <a:ext uri="{FF2B5EF4-FFF2-40B4-BE49-F238E27FC236}">
                <a16:creationId xmlns:a16="http://schemas.microsoft.com/office/drawing/2014/main" id="{323312B1-9AEB-544F-B8F8-F5E72BB05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1767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21191" name="Rectangle 8">
            <a:extLst>
              <a:ext uri="{FF2B5EF4-FFF2-40B4-BE49-F238E27FC236}">
                <a16:creationId xmlns:a16="http://schemas.microsoft.com/office/drawing/2014/main" id="{3E3A0B01-61FE-5A43-87B1-ABC1220B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1861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21192" name="Line 9">
            <a:extLst>
              <a:ext uri="{FF2B5EF4-FFF2-40B4-BE49-F238E27FC236}">
                <a16:creationId xmlns:a16="http://schemas.microsoft.com/office/drawing/2014/main" id="{0ED82B07-AA8C-A241-8A2B-6F760FFE59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3147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93" name="Line 13">
            <a:extLst>
              <a:ext uri="{FF2B5EF4-FFF2-40B4-BE49-F238E27FC236}">
                <a16:creationId xmlns:a16="http://schemas.microsoft.com/office/drawing/2014/main" id="{6AA7E9C5-423E-0F45-A265-5F2077C33E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3815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94" name="Line 14">
            <a:extLst>
              <a:ext uri="{FF2B5EF4-FFF2-40B4-BE49-F238E27FC236}">
                <a16:creationId xmlns:a16="http://schemas.microsoft.com/office/drawing/2014/main" id="{B3161F20-0133-2447-BB7E-C8E6D201B2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3116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95" name="Rectangle 15">
            <a:extLst>
              <a:ext uri="{FF2B5EF4-FFF2-40B4-BE49-F238E27FC236}">
                <a16:creationId xmlns:a16="http://schemas.microsoft.com/office/drawing/2014/main" id="{F5A0EFA5-148F-1A44-AC0B-4DDE35312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4053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196" name="Line 16">
            <a:extLst>
              <a:ext uri="{FF2B5EF4-FFF2-40B4-BE49-F238E27FC236}">
                <a16:creationId xmlns:a16="http://schemas.microsoft.com/office/drawing/2014/main" id="{D88238CB-16DC-474B-AE9F-393D0FFD2C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3053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97" name="Line 17">
            <a:extLst>
              <a:ext uri="{FF2B5EF4-FFF2-40B4-BE49-F238E27FC236}">
                <a16:creationId xmlns:a16="http://schemas.microsoft.com/office/drawing/2014/main" id="{DCB2A308-18C9-E542-97C9-87C18430C0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2354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198" name="Rectangle 18">
            <a:extLst>
              <a:ext uri="{FF2B5EF4-FFF2-40B4-BE49-F238E27FC236}">
                <a16:creationId xmlns:a16="http://schemas.microsoft.com/office/drawing/2014/main" id="{5EFC331F-2081-B54F-A4AC-B3BD34B3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481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199" name="Rectangle 19">
            <a:extLst>
              <a:ext uri="{FF2B5EF4-FFF2-40B4-BE49-F238E27FC236}">
                <a16:creationId xmlns:a16="http://schemas.microsoft.com/office/drawing/2014/main" id="{33965B5F-11F4-1B46-A4B4-59B0FA929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41767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21200" name="Line 20">
            <a:extLst>
              <a:ext uri="{FF2B5EF4-FFF2-40B4-BE49-F238E27FC236}">
                <a16:creationId xmlns:a16="http://schemas.microsoft.com/office/drawing/2014/main" id="{09B274F3-0DDA-BE4D-920B-AD40710C3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368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3" name="Rectangle 21">
            <a:extLst>
              <a:ext uri="{FF2B5EF4-FFF2-40B4-BE49-F238E27FC236}">
                <a16:creationId xmlns:a16="http://schemas.microsoft.com/office/drawing/2014/main" id="{8873D74B-38BF-2246-9854-3AEE69C6A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0367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21202" name="Line 22">
            <a:extLst>
              <a:ext uri="{FF2B5EF4-FFF2-40B4-BE49-F238E27FC236}">
                <a16:creationId xmlns:a16="http://schemas.microsoft.com/office/drawing/2014/main" id="{AE8E92CD-5807-9540-9C77-A83C0C3EC6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8575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03" name="Line 23">
            <a:extLst>
              <a:ext uri="{FF2B5EF4-FFF2-40B4-BE49-F238E27FC236}">
                <a16:creationId xmlns:a16="http://schemas.microsoft.com/office/drawing/2014/main" id="{BD12AB7E-AE81-944A-B801-320135EA85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5590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04" name="Rectangle 24">
            <a:extLst>
              <a:ext uri="{FF2B5EF4-FFF2-40B4-BE49-F238E27FC236}">
                <a16:creationId xmlns:a16="http://schemas.microsoft.com/office/drawing/2014/main" id="{EF4B669E-23CC-E943-B3DB-A7A7DE69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47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1205" name="Group 34">
            <a:extLst>
              <a:ext uri="{FF2B5EF4-FFF2-40B4-BE49-F238E27FC236}">
                <a16:creationId xmlns:a16="http://schemas.microsoft.com/office/drawing/2014/main" id="{C8E1F991-273E-584A-B793-F2521095CFD8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946400"/>
            <a:ext cx="381000" cy="1295400"/>
            <a:chOff x="4944" y="1928"/>
            <a:chExt cx="240" cy="816"/>
          </a:xfrm>
        </p:grpSpPr>
        <p:sp>
          <p:nvSpPr>
            <p:cNvPr id="221426" name="Line 25">
              <a:extLst>
                <a:ext uri="{FF2B5EF4-FFF2-40B4-BE49-F238E27FC236}">
                  <a16:creationId xmlns:a16="http://schemas.microsoft.com/office/drawing/2014/main" id="{F28FAFDA-E8BB-9B42-ABEA-A1D3A16FA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27" name="Line 26">
              <a:extLst>
                <a:ext uri="{FF2B5EF4-FFF2-40B4-BE49-F238E27FC236}">
                  <a16:creationId xmlns:a16="http://schemas.microsoft.com/office/drawing/2014/main" id="{711CD376-C5B1-E347-89B2-DCFDA8FA5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28" name="Line 27">
              <a:extLst>
                <a:ext uri="{FF2B5EF4-FFF2-40B4-BE49-F238E27FC236}">
                  <a16:creationId xmlns:a16="http://schemas.microsoft.com/office/drawing/2014/main" id="{F2871800-8F3D-E34A-B3D3-2FAF8CD9F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29" name="Line 28">
              <a:extLst>
                <a:ext uri="{FF2B5EF4-FFF2-40B4-BE49-F238E27FC236}">
                  <a16:creationId xmlns:a16="http://schemas.microsoft.com/office/drawing/2014/main" id="{D5046D5F-3F49-DA41-9F4C-6BF4C28BA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30" name="Line 29">
              <a:extLst>
                <a:ext uri="{FF2B5EF4-FFF2-40B4-BE49-F238E27FC236}">
                  <a16:creationId xmlns:a16="http://schemas.microsoft.com/office/drawing/2014/main" id="{CDBE7760-6CED-9242-829F-753F19C2B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31" name="Line 30">
              <a:extLst>
                <a:ext uri="{FF2B5EF4-FFF2-40B4-BE49-F238E27FC236}">
                  <a16:creationId xmlns:a16="http://schemas.microsoft.com/office/drawing/2014/main" id="{544AE459-E0A1-B246-9A06-4D2DB160B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32" name="Rectangle 31">
              <a:extLst>
                <a:ext uri="{FF2B5EF4-FFF2-40B4-BE49-F238E27FC236}">
                  <a16:creationId xmlns:a16="http://schemas.microsoft.com/office/drawing/2014/main" id="{E0661650-D2A5-B241-BC4F-5E0A170C31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21433" name="Line 32">
              <a:extLst>
                <a:ext uri="{FF2B5EF4-FFF2-40B4-BE49-F238E27FC236}">
                  <a16:creationId xmlns:a16="http://schemas.microsoft.com/office/drawing/2014/main" id="{7858CAD9-BF50-E949-8D97-C39D6199D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34" name="Line 33">
              <a:extLst>
                <a:ext uri="{FF2B5EF4-FFF2-40B4-BE49-F238E27FC236}">
                  <a16:creationId xmlns:a16="http://schemas.microsoft.com/office/drawing/2014/main" id="{DBECBF93-8901-6541-9D0A-51294621B8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206" name="Line 35">
            <a:extLst>
              <a:ext uri="{FF2B5EF4-FFF2-40B4-BE49-F238E27FC236}">
                <a16:creationId xmlns:a16="http://schemas.microsoft.com/office/drawing/2014/main" id="{F808EB76-BB06-3E40-BC98-38733BEC52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40767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07" name="Line 36">
            <a:extLst>
              <a:ext uri="{FF2B5EF4-FFF2-40B4-BE49-F238E27FC236}">
                <a16:creationId xmlns:a16="http://schemas.microsoft.com/office/drawing/2014/main" id="{D2E65DC0-7DED-2149-9D9C-09FFB763AB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0068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08" name="Rectangle 37">
            <a:extLst>
              <a:ext uri="{FF2B5EF4-FFF2-40B4-BE49-F238E27FC236}">
                <a16:creationId xmlns:a16="http://schemas.microsoft.com/office/drawing/2014/main" id="{06F310E4-9B4D-B649-B3D2-214A65435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1005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09" name="Line 38">
            <a:extLst>
              <a:ext uri="{FF2B5EF4-FFF2-40B4-BE49-F238E27FC236}">
                <a16:creationId xmlns:a16="http://schemas.microsoft.com/office/drawing/2014/main" id="{8E2D74A2-E942-6643-8EE0-1A59485E01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8481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10" name="Line 39">
            <a:extLst>
              <a:ext uri="{FF2B5EF4-FFF2-40B4-BE49-F238E27FC236}">
                <a16:creationId xmlns:a16="http://schemas.microsoft.com/office/drawing/2014/main" id="{6A1335BE-1AF5-C24D-AF57-6C8C2283FB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7782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11" name="Rectangle 40">
            <a:extLst>
              <a:ext uri="{FF2B5EF4-FFF2-40B4-BE49-F238E27FC236}">
                <a16:creationId xmlns:a16="http://schemas.microsoft.com/office/drawing/2014/main" id="{C3EEB33B-145E-2946-9221-99D489621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871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12" name="Line 41">
            <a:extLst>
              <a:ext uri="{FF2B5EF4-FFF2-40B4-BE49-F238E27FC236}">
                <a16:creationId xmlns:a16="http://schemas.microsoft.com/office/drawing/2014/main" id="{41C4B529-51CB-B94C-A691-6DD8985663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0640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74" name="Rectangle 42">
            <a:extLst>
              <a:ext uri="{FF2B5EF4-FFF2-40B4-BE49-F238E27FC236}">
                <a16:creationId xmlns:a16="http://schemas.microsoft.com/office/drawing/2014/main" id="{09B4A6BB-5783-8D45-868F-8FA7C085E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829300"/>
            <a:ext cx="1530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ALUOp=Addu</a:t>
            </a:r>
          </a:p>
        </p:txBody>
      </p:sp>
      <p:grpSp>
        <p:nvGrpSpPr>
          <p:cNvPr id="221214" name="Group 45">
            <a:extLst>
              <a:ext uri="{FF2B5EF4-FFF2-40B4-BE49-F238E27FC236}">
                <a16:creationId xmlns:a16="http://schemas.microsoft.com/office/drawing/2014/main" id="{73FDB91B-7FCB-294C-9F63-9081EC68E2AA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457700"/>
            <a:ext cx="903287" cy="577850"/>
            <a:chOff x="4681" y="2880"/>
            <a:chExt cx="569" cy="364"/>
          </a:xfrm>
        </p:grpSpPr>
        <p:sp>
          <p:nvSpPr>
            <p:cNvPr id="221424" name="Rectangle 43">
              <a:extLst>
                <a:ext uri="{FF2B5EF4-FFF2-40B4-BE49-F238E27FC236}">
                  <a16:creationId xmlns:a16="http://schemas.microsoft.com/office/drawing/2014/main" id="{D2E7B3A6-6944-6A49-A3B0-1A5352011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1425" name="Rectangle 44">
              <a:extLst>
                <a:ext uri="{FF2B5EF4-FFF2-40B4-BE49-F238E27FC236}">
                  <a16:creationId xmlns:a16="http://schemas.microsoft.com/office/drawing/2014/main" id="{90CCBA1D-0AD9-0B43-8143-3CB932918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21215" name="Line 46">
            <a:extLst>
              <a:ext uri="{FF2B5EF4-FFF2-40B4-BE49-F238E27FC236}">
                <a16:creationId xmlns:a16="http://schemas.microsoft.com/office/drawing/2014/main" id="{0EE60B1C-D854-0D4E-BCAF-6DF0F92555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9784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16" name="Rectangle 47">
            <a:extLst>
              <a:ext uri="{FF2B5EF4-FFF2-40B4-BE49-F238E27FC236}">
                <a16:creationId xmlns:a16="http://schemas.microsoft.com/office/drawing/2014/main" id="{86C69FA7-DFDB-A64E-A5C4-6D0A8B9C1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0226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217" name="Oval 48">
            <a:extLst>
              <a:ext uri="{FF2B5EF4-FFF2-40B4-BE49-F238E27FC236}">
                <a16:creationId xmlns:a16="http://schemas.microsoft.com/office/drawing/2014/main" id="{76D72CA8-08C7-BE49-8633-786747C1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5466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218" name="Rectangle 49">
            <a:extLst>
              <a:ext uri="{FF2B5EF4-FFF2-40B4-BE49-F238E27FC236}">
                <a16:creationId xmlns:a16="http://schemas.microsoft.com/office/drawing/2014/main" id="{A56CF162-DBE0-AD46-A92F-DD2DA78F134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5631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21219" name="Line 50">
            <a:extLst>
              <a:ext uri="{FF2B5EF4-FFF2-40B4-BE49-F238E27FC236}">
                <a16:creationId xmlns:a16="http://schemas.microsoft.com/office/drawing/2014/main" id="{CB85DA1E-F786-F347-BCE9-705290359F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3909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0" name="Line 51">
            <a:extLst>
              <a:ext uri="{FF2B5EF4-FFF2-40B4-BE49-F238E27FC236}">
                <a16:creationId xmlns:a16="http://schemas.microsoft.com/office/drawing/2014/main" id="{B33B2DD7-E3B2-E348-B401-6F95535476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3210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1" name="Rectangle 52">
            <a:extLst>
              <a:ext uri="{FF2B5EF4-FFF2-40B4-BE49-F238E27FC236}">
                <a16:creationId xmlns:a16="http://schemas.microsoft.com/office/drawing/2014/main" id="{E05848BB-CECF-484F-83BA-77FA4323A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147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22" name="Line 53">
            <a:extLst>
              <a:ext uri="{FF2B5EF4-FFF2-40B4-BE49-F238E27FC236}">
                <a16:creationId xmlns:a16="http://schemas.microsoft.com/office/drawing/2014/main" id="{DBCBE9C6-6608-1445-8411-C7249AA1E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3368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86" name="Rectangle 54">
            <a:extLst>
              <a:ext uri="{FF2B5EF4-FFF2-40B4-BE49-F238E27FC236}">
                <a16:creationId xmlns:a16="http://schemas.microsoft.com/office/drawing/2014/main" id="{77CC51A0-8470-BD48-9CE4-9EBE2C73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0367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21224" name="Line 55">
            <a:extLst>
              <a:ext uri="{FF2B5EF4-FFF2-40B4-BE49-F238E27FC236}">
                <a16:creationId xmlns:a16="http://schemas.microsoft.com/office/drawing/2014/main" id="{F4AF1009-8BA3-A841-B55F-D1D8D59E8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990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5" name="Line 56">
            <a:extLst>
              <a:ext uri="{FF2B5EF4-FFF2-40B4-BE49-F238E27FC236}">
                <a16:creationId xmlns:a16="http://schemas.microsoft.com/office/drawing/2014/main" id="{FEC87CB4-00E7-5C46-B29A-59F5D4C143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7876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6" name="Rectangle 57">
            <a:extLst>
              <a:ext uri="{FF2B5EF4-FFF2-40B4-BE49-F238E27FC236}">
                <a16:creationId xmlns:a16="http://schemas.microsoft.com/office/drawing/2014/main" id="{4890D0E5-F412-054B-A625-E7228B5FD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8051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27" name="Line 58">
            <a:extLst>
              <a:ext uri="{FF2B5EF4-FFF2-40B4-BE49-F238E27FC236}">
                <a16:creationId xmlns:a16="http://schemas.microsoft.com/office/drawing/2014/main" id="{A81F88DC-407E-CA45-BD8A-4053CF4F86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3114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8" name="Line 59">
            <a:extLst>
              <a:ext uri="{FF2B5EF4-FFF2-40B4-BE49-F238E27FC236}">
                <a16:creationId xmlns:a16="http://schemas.microsoft.com/office/drawing/2014/main" id="{2AB2F03E-FE68-B743-8EA6-872849C35C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6289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29" name="Rectangle 60">
            <a:extLst>
              <a:ext uri="{FF2B5EF4-FFF2-40B4-BE49-F238E27FC236}">
                <a16:creationId xmlns:a16="http://schemas.microsoft.com/office/drawing/2014/main" id="{0B52EA27-A02A-2E40-8872-95E295A7E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30226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230" name="Rectangle 61">
            <a:extLst>
              <a:ext uri="{FF2B5EF4-FFF2-40B4-BE49-F238E27FC236}">
                <a16:creationId xmlns:a16="http://schemas.microsoft.com/office/drawing/2014/main" id="{9582C333-E8D3-D04A-BCED-39549A080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563938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21231" name="Rectangle 62">
            <a:extLst>
              <a:ext uri="{FF2B5EF4-FFF2-40B4-BE49-F238E27FC236}">
                <a16:creationId xmlns:a16="http://schemas.microsoft.com/office/drawing/2014/main" id="{2D18928D-A564-7340-A47C-0531AD1DD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0337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21232" name="Rectangle 63">
            <a:extLst>
              <a:ext uri="{FF2B5EF4-FFF2-40B4-BE49-F238E27FC236}">
                <a16:creationId xmlns:a16="http://schemas.microsoft.com/office/drawing/2014/main" id="{C5294771-31B7-E24E-ADDC-7F6D8453A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8719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21233" name="Rectangle 64">
            <a:extLst>
              <a:ext uri="{FF2B5EF4-FFF2-40B4-BE49-F238E27FC236}">
                <a16:creationId xmlns:a16="http://schemas.microsoft.com/office/drawing/2014/main" id="{48FC8277-4292-CA4A-8063-F893471C7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1767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21234" name="Rectangle 65">
            <a:extLst>
              <a:ext uri="{FF2B5EF4-FFF2-40B4-BE49-F238E27FC236}">
                <a16:creationId xmlns:a16="http://schemas.microsoft.com/office/drawing/2014/main" id="{81D7ACE7-B3C4-0E4D-B7A7-110654D0F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3385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21235" name="Line 66">
            <a:extLst>
              <a:ext uri="{FF2B5EF4-FFF2-40B4-BE49-F238E27FC236}">
                <a16:creationId xmlns:a16="http://schemas.microsoft.com/office/drawing/2014/main" id="{01DDE071-3838-BE4C-AE2F-6BB107A1D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5433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36" name="Line 67">
            <a:extLst>
              <a:ext uri="{FF2B5EF4-FFF2-40B4-BE49-F238E27FC236}">
                <a16:creationId xmlns:a16="http://schemas.microsoft.com/office/drawing/2014/main" id="{A6AA5EF4-E11C-E241-A7AC-9F79013270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4734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37" name="Rectangle 68">
            <a:extLst>
              <a:ext uri="{FF2B5EF4-FFF2-40B4-BE49-F238E27FC236}">
                <a16:creationId xmlns:a16="http://schemas.microsoft.com/office/drawing/2014/main" id="{F2BAACDE-A0AE-174E-B77F-C4637145C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5671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1238" name="Line 69">
            <a:extLst>
              <a:ext uri="{FF2B5EF4-FFF2-40B4-BE49-F238E27FC236}">
                <a16:creationId xmlns:a16="http://schemas.microsoft.com/office/drawing/2014/main" id="{1ED6BE00-399A-014F-899E-19E2AEE356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1623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39" name="Line 70">
            <a:extLst>
              <a:ext uri="{FF2B5EF4-FFF2-40B4-BE49-F238E27FC236}">
                <a16:creationId xmlns:a16="http://schemas.microsoft.com/office/drawing/2014/main" id="{B30ACDC1-9250-544D-A484-54867A9EAF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0924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40" name="Rectangle 71">
            <a:extLst>
              <a:ext uri="{FF2B5EF4-FFF2-40B4-BE49-F238E27FC236}">
                <a16:creationId xmlns:a16="http://schemas.microsoft.com/office/drawing/2014/main" id="{B0C2B9B0-8D03-CE41-8523-CC1355887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1861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1241" name="Line 72">
            <a:extLst>
              <a:ext uri="{FF2B5EF4-FFF2-40B4-BE49-F238E27FC236}">
                <a16:creationId xmlns:a16="http://schemas.microsoft.com/office/drawing/2014/main" id="{B230DBF1-99E6-9343-B25F-4390D81EDD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2963" y="35433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42" name="Line 73">
            <a:extLst>
              <a:ext uri="{FF2B5EF4-FFF2-40B4-BE49-F238E27FC236}">
                <a16:creationId xmlns:a16="http://schemas.microsoft.com/office/drawing/2014/main" id="{78AA4246-796F-434C-AF9D-75DDA57AF0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4734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43" name="Rectangle 74">
            <a:extLst>
              <a:ext uri="{FF2B5EF4-FFF2-40B4-BE49-F238E27FC236}">
                <a16:creationId xmlns:a16="http://schemas.microsoft.com/office/drawing/2014/main" id="{FA85D2E0-D860-7E4A-83CF-2EBB9C3C0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5671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44" name="Rectangle 75">
            <a:extLst>
              <a:ext uri="{FF2B5EF4-FFF2-40B4-BE49-F238E27FC236}">
                <a16:creationId xmlns:a16="http://schemas.microsoft.com/office/drawing/2014/main" id="{ABD51972-B84B-EC42-9027-AAA00BBD6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2242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21245" name="Line 76">
            <a:extLst>
              <a:ext uri="{FF2B5EF4-FFF2-40B4-BE49-F238E27FC236}">
                <a16:creationId xmlns:a16="http://schemas.microsoft.com/office/drawing/2014/main" id="{CE496AE2-E76A-B64E-8AD2-DF27F4307B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1529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46" name="Line 77">
            <a:extLst>
              <a:ext uri="{FF2B5EF4-FFF2-40B4-BE49-F238E27FC236}">
                <a16:creationId xmlns:a16="http://schemas.microsoft.com/office/drawing/2014/main" id="{E4CCD93A-20EE-3C48-BCB5-8287D0DAB6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0830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47" name="Rectangle 78">
            <a:extLst>
              <a:ext uri="{FF2B5EF4-FFF2-40B4-BE49-F238E27FC236}">
                <a16:creationId xmlns:a16="http://schemas.microsoft.com/office/drawing/2014/main" id="{2DC1D653-0CBE-234F-8606-53DC5E8E7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1767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48" name="Rectangle 79">
            <a:extLst>
              <a:ext uri="{FF2B5EF4-FFF2-40B4-BE49-F238E27FC236}">
                <a16:creationId xmlns:a16="http://schemas.microsoft.com/office/drawing/2014/main" id="{97206344-A3C6-9141-9DA6-BFFAD356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9227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21249" name="Line 80">
            <a:extLst>
              <a:ext uri="{FF2B5EF4-FFF2-40B4-BE49-F238E27FC236}">
                <a16:creationId xmlns:a16="http://schemas.microsoft.com/office/drawing/2014/main" id="{85AF4D7B-C99E-874A-8FE4-A900DE898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368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13" name="Rectangle 81">
            <a:extLst>
              <a:ext uri="{FF2B5EF4-FFF2-40B4-BE49-F238E27FC236}">
                <a16:creationId xmlns:a16="http://schemas.microsoft.com/office/drawing/2014/main" id="{B7189CCD-D960-F24F-AA6A-A03215A22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0367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21251" name="Line 82">
            <a:extLst>
              <a:ext uri="{FF2B5EF4-FFF2-40B4-BE49-F238E27FC236}">
                <a16:creationId xmlns:a16="http://schemas.microsoft.com/office/drawing/2014/main" id="{866EB4F0-1EAB-6446-ADF0-446EC68B2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750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52" name="Rectangle 83">
            <a:extLst>
              <a:ext uri="{FF2B5EF4-FFF2-40B4-BE49-F238E27FC236}">
                <a16:creationId xmlns:a16="http://schemas.microsoft.com/office/drawing/2014/main" id="{5B2E0F95-FC2C-FB44-8770-4E70ABB4C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8813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21253" name="Rectangle 84">
            <a:extLst>
              <a:ext uri="{FF2B5EF4-FFF2-40B4-BE49-F238E27FC236}">
                <a16:creationId xmlns:a16="http://schemas.microsoft.com/office/drawing/2014/main" id="{3BF8C71F-F986-3242-9975-E7B01BE63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2623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21254" name="Group 92">
            <a:extLst>
              <a:ext uri="{FF2B5EF4-FFF2-40B4-BE49-F238E27FC236}">
                <a16:creationId xmlns:a16="http://schemas.microsoft.com/office/drawing/2014/main" id="{FD5EACAE-2972-274B-93CA-3DFF3CCC16DC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632200"/>
            <a:ext cx="333375" cy="946150"/>
            <a:chOff x="2602" y="2360"/>
            <a:chExt cx="210" cy="596"/>
          </a:xfrm>
        </p:grpSpPr>
        <p:sp>
          <p:nvSpPr>
            <p:cNvPr id="221417" name="Line 85">
              <a:extLst>
                <a:ext uri="{FF2B5EF4-FFF2-40B4-BE49-F238E27FC236}">
                  <a16:creationId xmlns:a16="http://schemas.microsoft.com/office/drawing/2014/main" id="{C90D1D91-64D4-9845-9628-639BBFF19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8" name="Line 86">
              <a:extLst>
                <a:ext uri="{FF2B5EF4-FFF2-40B4-BE49-F238E27FC236}">
                  <a16:creationId xmlns:a16="http://schemas.microsoft.com/office/drawing/2014/main" id="{2D5E1D68-D739-E14A-8141-96D47167A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9" name="Line 87">
              <a:extLst>
                <a:ext uri="{FF2B5EF4-FFF2-40B4-BE49-F238E27FC236}">
                  <a16:creationId xmlns:a16="http://schemas.microsoft.com/office/drawing/2014/main" id="{8C36F535-62B9-DD41-9C5F-AE262DB6C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20" name="Line 88">
              <a:extLst>
                <a:ext uri="{FF2B5EF4-FFF2-40B4-BE49-F238E27FC236}">
                  <a16:creationId xmlns:a16="http://schemas.microsoft.com/office/drawing/2014/main" id="{6E9AC52D-496F-034F-B614-722F0532C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21" name="Rectangle 89">
              <a:extLst>
                <a:ext uri="{FF2B5EF4-FFF2-40B4-BE49-F238E27FC236}">
                  <a16:creationId xmlns:a16="http://schemas.microsoft.com/office/drawing/2014/main" id="{E10A7E67-D956-944F-A638-8C7EB2DF57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1422" name="Rectangle 90">
              <a:extLst>
                <a:ext uri="{FF2B5EF4-FFF2-40B4-BE49-F238E27FC236}">
                  <a16:creationId xmlns:a16="http://schemas.microsoft.com/office/drawing/2014/main" id="{B45CCA73-7524-7047-845E-4950BABE1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1423" name="Rectangle 91">
              <a:extLst>
                <a:ext uri="{FF2B5EF4-FFF2-40B4-BE49-F238E27FC236}">
                  <a16:creationId xmlns:a16="http://schemas.microsoft.com/office/drawing/2014/main" id="{C3937D77-08C5-CC45-B95E-A8C4D3FE6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1255" name="Line 93">
            <a:extLst>
              <a:ext uri="{FF2B5EF4-FFF2-40B4-BE49-F238E27FC236}">
                <a16:creationId xmlns:a16="http://schemas.microsoft.com/office/drawing/2014/main" id="{71B95354-DACF-D44D-8670-00D390E0DD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6900" y="40005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56" name="Line 94">
            <a:extLst>
              <a:ext uri="{FF2B5EF4-FFF2-40B4-BE49-F238E27FC236}">
                <a16:creationId xmlns:a16="http://schemas.microsoft.com/office/drawing/2014/main" id="{DF1D7914-E5A0-9243-96B2-A65C33271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3815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57" name="Line 95">
            <a:extLst>
              <a:ext uri="{FF2B5EF4-FFF2-40B4-BE49-F238E27FC236}">
                <a16:creationId xmlns:a16="http://schemas.microsoft.com/office/drawing/2014/main" id="{DA16D50B-A82C-8548-A470-071AD8FAA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7719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58" name="Rectangle 96">
            <a:extLst>
              <a:ext uri="{FF2B5EF4-FFF2-40B4-BE49-F238E27FC236}">
                <a16:creationId xmlns:a16="http://schemas.microsoft.com/office/drawing/2014/main" id="{C0AF3703-54C5-BE48-BC36-841CA0D8B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7195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21259" name="Rectangle 97">
            <a:extLst>
              <a:ext uri="{FF2B5EF4-FFF2-40B4-BE49-F238E27FC236}">
                <a16:creationId xmlns:a16="http://schemas.microsoft.com/office/drawing/2014/main" id="{D62BD877-817D-9443-8132-B9A509503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41005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69730" name="Rectangle 98">
            <a:extLst>
              <a:ext uri="{FF2B5EF4-FFF2-40B4-BE49-F238E27FC236}">
                <a16:creationId xmlns:a16="http://schemas.microsoft.com/office/drawing/2014/main" id="{20117292-1AB5-5E48-BCE9-CA14D5740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4859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69731" name="Rectangle 99">
            <a:extLst>
              <a:ext uri="{FF2B5EF4-FFF2-40B4-BE49-F238E27FC236}">
                <a16:creationId xmlns:a16="http://schemas.microsoft.com/office/drawing/2014/main" id="{E837B4D1-953D-864E-9D70-CA2718BFC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0193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21262" name="Group 107">
            <a:extLst>
              <a:ext uri="{FF2B5EF4-FFF2-40B4-BE49-F238E27FC236}">
                <a16:creationId xmlns:a16="http://schemas.microsoft.com/office/drawing/2014/main" id="{3D5C7D3B-7716-D34A-8D78-199E70B03BC5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533900"/>
            <a:ext cx="941387" cy="333375"/>
            <a:chOff x="2547" y="2928"/>
            <a:chExt cx="593" cy="210"/>
          </a:xfrm>
        </p:grpSpPr>
        <p:sp>
          <p:nvSpPr>
            <p:cNvPr id="221410" name="Line 100">
              <a:extLst>
                <a:ext uri="{FF2B5EF4-FFF2-40B4-BE49-F238E27FC236}">
                  <a16:creationId xmlns:a16="http://schemas.microsoft.com/office/drawing/2014/main" id="{3FDFFB53-1DBD-8A4D-9590-A2238EE9E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1" name="Line 101">
              <a:extLst>
                <a:ext uri="{FF2B5EF4-FFF2-40B4-BE49-F238E27FC236}">
                  <a16:creationId xmlns:a16="http://schemas.microsoft.com/office/drawing/2014/main" id="{B7BF2BEA-D155-B146-B2BF-D3B4EBE50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2" name="Line 102">
              <a:extLst>
                <a:ext uri="{FF2B5EF4-FFF2-40B4-BE49-F238E27FC236}">
                  <a16:creationId xmlns:a16="http://schemas.microsoft.com/office/drawing/2014/main" id="{6D15837B-897D-4F44-BE07-7EC438F3C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3" name="Line 103">
              <a:extLst>
                <a:ext uri="{FF2B5EF4-FFF2-40B4-BE49-F238E27FC236}">
                  <a16:creationId xmlns:a16="http://schemas.microsoft.com/office/drawing/2014/main" id="{CE930C0E-8EA6-5344-9D77-68A14CFB8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14" name="Rectangle 104">
              <a:extLst>
                <a:ext uri="{FF2B5EF4-FFF2-40B4-BE49-F238E27FC236}">
                  <a16:creationId xmlns:a16="http://schemas.microsoft.com/office/drawing/2014/main" id="{F2285D40-6314-8D47-8093-D0161AB62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1415" name="Rectangle 105">
              <a:extLst>
                <a:ext uri="{FF2B5EF4-FFF2-40B4-BE49-F238E27FC236}">
                  <a16:creationId xmlns:a16="http://schemas.microsoft.com/office/drawing/2014/main" id="{E8AB591A-A972-9145-8A57-F8E030087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1416" name="Rectangle 106">
              <a:extLst>
                <a:ext uri="{FF2B5EF4-FFF2-40B4-BE49-F238E27FC236}">
                  <a16:creationId xmlns:a16="http://schemas.microsoft.com/office/drawing/2014/main" id="{9DD80F28-AA41-1A4F-811E-2E390B037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1263" name="Line 108">
            <a:extLst>
              <a:ext uri="{FF2B5EF4-FFF2-40B4-BE49-F238E27FC236}">
                <a16:creationId xmlns:a16="http://schemas.microsoft.com/office/drawing/2014/main" id="{93AE392C-EE47-304C-9751-A0BBAA4BA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3180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4" name="Line 109">
            <a:extLst>
              <a:ext uri="{FF2B5EF4-FFF2-40B4-BE49-F238E27FC236}">
                <a16:creationId xmlns:a16="http://schemas.microsoft.com/office/drawing/2014/main" id="{3CD21EA6-B89B-1743-9791-537D7D5FC4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3053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5" name="Line 110">
            <a:extLst>
              <a:ext uri="{FF2B5EF4-FFF2-40B4-BE49-F238E27FC236}">
                <a16:creationId xmlns:a16="http://schemas.microsoft.com/office/drawing/2014/main" id="{E5D8E3AE-7B8F-A24A-8541-08123E9FA9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3053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6" name="Line 111">
            <a:extLst>
              <a:ext uri="{FF2B5EF4-FFF2-40B4-BE49-F238E27FC236}">
                <a16:creationId xmlns:a16="http://schemas.microsoft.com/office/drawing/2014/main" id="{4983FB89-C92D-1B44-B7FB-A94CC1453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3180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7" name="Line 112">
            <a:extLst>
              <a:ext uri="{FF2B5EF4-FFF2-40B4-BE49-F238E27FC236}">
                <a16:creationId xmlns:a16="http://schemas.microsoft.com/office/drawing/2014/main" id="{7C4DDFA4-346D-4341-AD97-1F1EB1F62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8514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8" name="Line 113">
            <a:extLst>
              <a:ext uri="{FF2B5EF4-FFF2-40B4-BE49-F238E27FC236}">
                <a16:creationId xmlns:a16="http://schemas.microsoft.com/office/drawing/2014/main" id="{34918DCA-0E62-EC43-85EE-0CA54F3949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9911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9" name="Line 114">
            <a:extLst>
              <a:ext uri="{FF2B5EF4-FFF2-40B4-BE49-F238E27FC236}">
                <a16:creationId xmlns:a16="http://schemas.microsoft.com/office/drawing/2014/main" id="{17175897-F8B5-D24E-BF2B-0F73E2DF95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6863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70" name="Line 115">
            <a:extLst>
              <a:ext uri="{FF2B5EF4-FFF2-40B4-BE49-F238E27FC236}">
                <a16:creationId xmlns:a16="http://schemas.microsoft.com/office/drawing/2014/main" id="{947B0840-B75F-4245-A24E-32F4316270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3114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48" name="Rectangle 116">
            <a:extLst>
              <a:ext uri="{FF2B5EF4-FFF2-40B4-BE49-F238E27FC236}">
                <a16:creationId xmlns:a16="http://schemas.microsoft.com/office/drawing/2014/main" id="{3BCA9225-2A5E-794D-B3A0-1DBB885F3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367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sp>
        <p:nvSpPr>
          <p:cNvPr id="221272" name="Line 117">
            <a:extLst>
              <a:ext uri="{FF2B5EF4-FFF2-40B4-BE49-F238E27FC236}">
                <a16:creationId xmlns:a16="http://schemas.microsoft.com/office/drawing/2014/main" id="{DEF0EF20-B847-8A45-94ED-B4F5E9CCC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514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73" name="Line 118">
            <a:extLst>
              <a:ext uri="{FF2B5EF4-FFF2-40B4-BE49-F238E27FC236}">
                <a16:creationId xmlns:a16="http://schemas.microsoft.com/office/drawing/2014/main" id="{49938ADA-8D32-0044-9FC0-124D7898A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5200" y="5448300"/>
            <a:ext cx="401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74" name="Line 119">
            <a:extLst>
              <a:ext uri="{FF2B5EF4-FFF2-40B4-BE49-F238E27FC236}">
                <a16:creationId xmlns:a16="http://schemas.microsoft.com/office/drawing/2014/main" id="{914E3ACE-A497-6D4C-8E28-E5A0FF498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6990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275" name="Group 127">
            <a:extLst>
              <a:ext uri="{FF2B5EF4-FFF2-40B4-BE49-F238E27FC236}">
                <a16:creationId xmlns:a16="http://schemas.microsoft.com/office/drawing/2014/main" id="{4AEAEFEF-65E1-E941-8A5F-4A1C5FBB3ECF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3022600"/>
            <a:ext cx="333375" cy="946150"/>
            <a:chOff x="634" y="1976"/>
            <a:chExt cx="210" cy="596"/>
          </a:xfrm>
        </p:grpSpPr>
        <p:sp>
          <p:nvSpPr>
            <p:cNvPr id="221403" name="Line 120">
              <a:extLst>
                <a:ext uri="{FF2B5EF4-FFF2-40B4-BE49-F238E27FC236}">
                  <a16:creationId xmlns:a16="http://schemas.microsoft.com/office/drawing/2014/main" id="{7E460302-56A1-264D-B42F-0381EA6A4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04" name="Line 121">
              <a:extLst>
                <a:ext uri="{FF2B5EF4-FFF2-40B4-BE49-F238E27FC236}">
                  <a16:creationId xmlns:a16="http://schemas.microsoft.com/office/drawing/2014/main" id="{88DAA8B4-FA62-5A41-821D-71A964DFE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05" name="Line 122">
              <a:extLst>
                <a:ext uri="{FF2B5EF4-FFF2-40B4-BE49-F238E27FC236}">
                  <a16:creationId xmlns:a16="http://schemas.microsoft.com/office/drawing/2014/main" id="{F595DA13-93F7-6742-8F82-6B6931899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06" name="Line 123">
              <a:extLst>
                <a:ext uri="{FF2B5EF4-FFF2-40B4-BE49-F238E27FC236}">
                  <a16:creationId xmlns:a16="http://schemas.microsoft.com/office/drawing/2014/main" id="{99F31503-B30B-9945-9CDB-0A68F4F74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407" name="Rectangle 124">
              <a:extLst>
                <a:ext uri="{FF2B5EF4-FFF2-40B4-BE49-F238E27FC236}">
                  <a16:creationId xmlns:a16="http://schemas.microsoft.com/office/drawing/2014/main" id="{17633D64-2F7F-DC4E-BAA5-DC39BB8608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1408" name="Rectangle 125">
              <a:extLst>
                <a:ext uri="{FF2B5EF4-FFF2-40B4-BE49-F238E27FC236}">
                  <a16:creationId xmlns:a16="http://schemas.microsoft.com/office/drawing/2014/main" id="{DB69A30B-6750-2840-9EB6-4A1743D90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1409" name="Rectangle 126">
              <a:extLst>
                <a:ext uri="{FF2B5EF4-FFF2-40B4-BE49-F238E27FC236}">
                  <a16:creationId xmlns:a16="http://schemas.microsoft.com/office/drawing/2014/main" id="{A88C571F-31AD-B846-AC18-BFE25A93F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1276" name="Line 128">
            <a:extLst>
              <a:ext uri="{FF2B5EF4-FFF2-40B4-BE49-F238E27FC236}">
                <a16:creationId xmlns:a16="http://schemas.microsoft.com/office/drawing/2014/main" id="{1C0BFF5A-99A3-A840-A650-DF81C63E6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1623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77" name="Line 129">
            <a:extLst>
              <a:ext uri="{FF2B5EF4-FFF2-40B4-BE49-F238E27FC236}">
                <a16:creationId xmlns:a16="http://schemas.microsoft.com/office/drawing/2014/main" id="{098699D9-6E32-6142-96FD-63912978AA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0924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78" name="Rectangle 130">
            <a:extLst>
              <a:ext uri="{FF2B5EF4-FFF2-40B4-BE49-F238E27FC236}">
                <a16:creationId xmlns:a16="http://schemas.microsoft.com/office/drawing/2014/main" id="{17F0E33E-8075-3C45-B82C-EF668AF57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1861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79" name="Line 131">
            <a:extLst>
              <a:ext uri="{FF2B5EF4-FFF2-40B4-BE49-F238E27FC236}">
                <a16:creationId xmlns:a16="http://schemas.microsoft.com/office/drawing/2014/main" id="{F153A23D-3F37-614A-8B7F-60B53A4FE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733800"/>
            <a:ext cx="0" cy="168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80" name="Line 132">
            <a:extLst>
              <a:ext uri="{FF2B5EF4-FFF2-40B4-BE49-F238E27FC236}">
                <a16:creationId xmlns:a16="http://schemas.microsoft.com/office/drawing/2014/main" id="{A373934C-A373-CE41-9703-D387C8F016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" y="37719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81" name="Rectangle 133">
            <a:extLst>
              <a:ext uri="{FF2B5EF4-FFF2-40B4-BE49-F238E27FC236}">
                <a16:creationId xmlns:a16="http://schemas.microsoft.com/office/drawing/2014/main" id="{5171C46D-4A84-5D49-85DC-EE2AEB19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4892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282" name="Rectangle 134">
            <a:extLst>
              <a:ext uri="{FF2B5EF4-FFF2-40B4-BE49-F238E27FC236}">
                <a16:creationId xmlns:a16="http://schemas.microsoft.com/office/drawing/2014/main" id="{2B598548-648A-4942-8C22-6DE6BDC5C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459038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21283" name="Line 135">
            <a:extLst>
              <a:ext uri="{FF2B5EF4-FFF2-40B4-BE49-F238E27FC236}">
                <a16:creationId xmlns:a16="http://schemas.microsoft.com/office/drawing/2014/main" id="{C90206E9-A8E9-7F45-A8C1-538E2795B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7940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68" name="Rectangle 136">
            <a:extLst>
              <a:ext uri="{FF2B5EF4-FFF2-40B4-BE49-F238E27FC236}">
                <a16:creationId xmlns:a16="http://schemas.microsoft.com/office/drawing/2014/main" id="{2F7F96A9-F9BA-3347-990A-968322C35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0579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MemtoReg=x</a:t>
            </a:r>
          </a:p>
        </p:txBody>
      </p:sp>
      <p:grpSp>
        <p:nvGrpSpPr>
          <p:cNvPr id="221285" name="Group 139">
            <a:extLst>
              <a:ext uri="{FF2B5EF4-FFF2-40B4-BE49-F238E27FC236}">
                <a16:creationId xmlns:a16="http://schemas.microsoft.com/office/drawing/2014/main" id="{B7D9D7C6-4BA1-D54C-AA7C-673044DD962B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5600700"/>
            <a:ext cx="803275" cy="333375"/>
            <a:chOff x="2792" y="3600"/>
            <a:chExt cx="506" cy="210"/>
          </a:xfrm>
        </p:grpSpPr>
        <p:sp>
          <p:nvSpPr>
            <p:cNvPr id="221401" name="Rectangle 137">
              <a:extLst>
                <a:ext uri="{FF2B5EF4-FFF2-40B4-BE49-F238E27FC236}">
                  <a16:creationId xmlns:a16="http://schemas.microsoft.com/office/drawing/2014/main" id="{DCFB9B12-CB32-CE47-8C49-35A2DBC27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1402" name="Rectangle 138">
              <a:extLst>
                <a:ext uri="{FF2B5EF4-FFF2-40B4-BE49-F238E27FC236}">
                  <a16:creationId xmlns:a16="http://schemas.microsoft.com/office/drawing/2014/main" id="{613A226A-99E8-A64D-A3F8-A9F951FF9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3600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Ex</a:t>
              </a:r>
              <a:r>
                <a:rPr lang="en-US" altLang="zh-CN">
                  <a:ea typeface="宋体" panose="02010600030101010101" pitchFamily="2" charset="-122"/>
                </a:rPr>
                <a:t>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end</a:t>
              </a:r>
            </a:p>
          </p:txBody>
        </p:sp>
      </p:grpSp>
      <p:sp>
        <p:nvSpPr>
          <p:cNvPr id="221286" name="Line 140">
            <a:extLst>
              <a:ext uri="{FF2B5EF4-FFF2-40B4-BE49-F238E27FC236}">
                <a16:creationId xmlns:a16="http://schemas.microsoft.com/office/drawing/2014/main" id="{01644070-EEE8-E54C-83F1-BED435110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9182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73" name="Rectangle 141">
            <a:extLst>
              <a:ext uri="{FF2B5EF4-FFF2-40B4-BE49-F238E27FC236}">
                <a16:creationId xmlns:a16="http://schemas.microsoft.com/office/drawing/2014/main" id="{C2EBA5B2-B5B6-5B40-8C1B-229B7EF17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6243638"/>
            <a:ext cx="1011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21288" name="Group 149">
            <a:extLst>
              <a:ext uri="{FF2B5EF4-FFF2-40B4-BE49-F238E27FC236}">
                <a16:creationId xmlns:a16="http://schemas.microsoft.com/office/drawing/2014/main" id="{541EA2FC-1D2F-D54C-89FC-ECBEF864308E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717800"/>
            <a:ext cx="333375" cy="946150"/>
            <a:chOff x="4186" y="1784"/>
            <a:chExt cx="210" cy="596"/>
          </a:xfrm>
        </p:grpSpPr>
        <p:sp>
          <p:nvSpPr>
            <p:cNvPr id="221394" name="Line 142">
              <a:extLst>
                <a:ext uri="{FF2B5EF4-FFF2-40B4-BE49-F238E27FC236}">
                  <a16:creationId xmlns:a16="http://schemas.microsoft.com/office/drawing/2014/main" id="{28F29F66-6702-9248-B1B7-0599C27E0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95" name="Line 143">
              <a:extLst>
                <a:ext uri="{FF2B5EF4-FFF2-40B4-BE49-F238E27FC236}">
                  <a16:creationId xmlns:a16="http://schemas.microsoft.com/office/drawing/2014/main" id="{08337AA6-0E44-E04E-9D16-CD031F35D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96" name="Line 144">
              <a:extLst>
                <a:ext uri="{FF2B5EF4-FFF2-40B4-BE49-F238E27FC236}">
                  <a16:creationId xmlns:a16="http://schemas.microsoft.com/office/drawing/2014/main" id="{C468C500-6FA6-4248-B007-3E8635FB4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97" name="Line 145">
              <a:extLst>
                <a:ext uri="{FF2B5EF4-FFF2-40B4-BE49-F238E27FC236}">
                  <a16:creationId xmlns:a16="http://schemas.microsoft.com/office/drawing/2014/main" id="{E64C7D3B-088B-7140-A96B-76C7164AC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98" name="Rectangle 146">
              <a:extLst>
                <a:ext uri="{FF2B5EF4-FFF2-40B4-BE49-F238E27FC236}">
                  <a16:creationId xmlns:a16="http://schemas.microsoft.com/office/drawing/2014/main" id="{025CC519-2E20-514F-AEB9-BCCDA01746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1399" name="Rectangle 147">
              <a:extLst>
                <a:ext uri="{FF2B5EF4-FFF2-40B4-BE49-F238E27FC236}">
                  <a16:creationId xmlns:a16="http://schemas.microsoft.com/office/drawing/2014/main" id="{D033910E-8E17-EF44-864C-F16DF074E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1400" name="Rectangle 148">
              <a:extLst>
                <a:ext uri="{FF2B5EF4-FFF2-40B4-BE49-F238E27FC236}">
                  <a16:creationId xmlns:a16="http://schemas.microsoft.com/office/drawing/2014/main" id="{312504DA-AE5C-A448-A558-525C2432D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1289" name="Line 150">
            <a:extLst>
              <a:ext uri="{FF2B5EF4-FFF2-40B4-BE49-F238E27FC236}">
                <a16:creationId xmlns:a16="http://schemas.microsoft.com/office/drawing/2014/main" id="{558902D5-F868-E74E-85A9-B43F816BFE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800" y="31623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0" name="Line 151">
            <a:extLst>
              <a:ext uri="{FF2B5EF4-FFF2-40B4-BE49-F238E27FC236}">
                <a16:creationId xmlns:a16="http://schemas.microsoft.com/office/drawing/2014/main" id="{1CAFDB43-F0FF-9B4E-B1B1-10BD320939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0924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1" name="Rectangle 152">
            <a:extLst>
              <a:ext uri="{FF2B5EF4-FFF2-40B4-BE49-F238E27FC236}">
                <a16:creationId xmlns:a16="http://schemas.microsoft.com/office/drawing/2014/main" id="{1C7553F7-E0F6-434B-A9B2-363139DA1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1861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292" name="Line 153">
            <a:extLst>
              <a:ext uri="{FF2B5EF4-FFF2-40B4-BE49-F238E27FC236}">
                <a16:creationId xmlns:a16="http://schemas.microsoft.com/office/drawing/2014/main" id="{C762F1DD-1B8D-684F-8240-1BCCEE540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3368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3" name="Line 154">
            <a:extLst>
              <a:ext uri="{FF2B5EF4-FFF2-40B4-BE49-F238E27FC236}">
                <a16:creationId xmlns:a16="http://schemas.microsoft.com/office/drawing/2014/main" id="{D66D8DFC-DB18-A84C-A2E8-5B3A90EA9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6718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4" name="Line 155">
            <a:extLst>
              <a:ext uri="{FF2B5EF4-FFF2-40B4-BE49-F238E27FC236}">
                <a16:creationId xmlns:a16="http://schemas.microsoft.com/office/drawing/2014/main" id="{95CAA696-2FC8-F34F-B163-1EC3F6F3B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6718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5" name="Line 156">
            <a:extLst>
              <a:ext uri="{FF2B5EF4-FFF2-40B4-BE49-F238E27FC236}">
                <a16:creationId xmlns:a16="http://schemas.microsoft.com/office/drawing/2014/main" id="{59860BDD-EEC8-D949-B427-E185BBCA64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7498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6" name="Line 157">
            <a:extLst>
              <a:ext uri="{FF2B5EF4-FFF2-40B4-BE49-F238E27FC236}">
                <a16:creationId xmlns:a16="http://schemas.microsoft.com/office/drawing/2014/main" id="{014EF979-E1EA-CC42-AFFB-8473195FA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7846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7" name="Line 158">
            <a:extLst>
              <a:ext uri="{FF2B5EF4-FFF2-40B4-BE49-F238E27FC236}">
                <a16:creationId xmlns:a16="http://schemas.microsoft.com/office/drawing/2014/main" id="{6F9BF7A8-2A24-A44A-86FB-D66149729B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8926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98" name="Rectangle 159">
            <a:extLst>
              <a:ext uri="{FF2B5EF4-FFF2-40B4-BE49-F238E27FC236}">
                <a16:creationId xmlns:a16="http://schemas.microsoft.com/office/drawing/2014/main" id="{90F9D41F-308F-CA4B-B00F-C3FDDCB3B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7195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1299" name="Rectangle 160">
            <a:extLst>
              <a:ext uri="{FF2B5EF4-FFF2-40B4-BE49-F238E27FC236}">
                <a16:creationId xmlns:a16="http://schemas.microsoft.com/office/drawing/2014/main" id="{46496D88-9FD9-6D4C-8AAE-17BAA45D4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0417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1300" name="Rectangle 161">
            <a:extLst>
              <a:ext uri="{FF2B5EF4-FFF2-40B4-BE49-F238E27FC236}">
                <a16:creationId xmlns:a16="http://schemas.microsoft.com/office/drawing/2014/main" id="{9BB02782-57B9-674E-BD46-C2205AD71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465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1301" name="Rectangle 162">
            <a:extLst>
              <a:ext uri="{FF2B5EF4-FFF2-40B4-BE49-F238E27FC236}">
                <a16:creationId xmlns:a16="http://schemas.microsoft.com/office/drawing/2014/main" id="{C98A7A60-643A-EC49-BDB2-E4F70B8B9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5751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1302" name="Line 163">
            <a:extLst>
              <a:ext uri="{FF2B5EF4-FFF2-40B4-BE49-F238E27FC236}">
                <a16:creationId xmlns:a16="http://schemas.microsoft.com/office/drawing/2014/main" id="{00BC26A5-0FAA-1D42-AF75-4695008007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8481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03" name="Rectangle 164">
            <a:extLst>
              <a:ext uri="{FF2B5EF4-FFF2-40B4-BE49-F238E27FC236}">
                <a16:creationId xmlns:a16="http://schemas.microsoft.com/office/drawing/2014/main" id="{D83878F6-B61D-2542-8DC3-4061661F8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6957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21304" name="Line 165">
            <a:extLst>
              <a:ext uri="{FF2B5EF4-FFF2-40B4-BE49-F238E27FC236}">
                <a16:creationId xmlns:a16="http://schemas.microsoft.com/office/drawing/2014/main" id="{81A140F0-5580-2847-91FE-ADDC4D7B2C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0800" y="57531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05" name="Line 166">
            <a:extLst>
              <a:ext uri="{FF2B5EF4-FFF2-40B4-BE49-F238E27FC236}">
                <a16:creationId xmlns:a16="http://schemas.microsoft.com/office/drawing/2014/main" id="{E4C2C602-AFC7-584E-898E-32904B9E10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56832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06" name="Rectangle 167">
            <a:extLst>
              <a:ext uri="{FF2B5EF4-FFF2-40B4-BE49-F238E27FC236}">
                <a16:creationId xmlns:a16="http://schemas.microsoft.com/office/drawing/2014/main" id="{EDF3C607-042A-984B-A9D5-5726FDB9B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776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21307" name="Rectangle 168">
            <a:extLst>
              <a:ext uri="{FF2B5EF4-FFF2-40B4-BE49-F238E27FC236}">
                <a16:creationId xmlns:a16="http://schemas.microsoft.com/office/drawing/2014/main" id="{87CC2222-4936-024A-A9AF-9C4903E1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7007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21308" name="Line 169">
            <a:extLst>
              <a:ext uri="{FF2B5EF4-FFF2-40B4-BE49-F238E27FC236}">
                <a16:creationId xmlns:a16="http://schemas.microsoft.com/office/drawing/2014/main" id="{CF6596CD-526B-7443-BDE8-B53E66977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6200" y="5753100"/>
            <a:ext cx="812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09" name="Line 170">
            <a:extLst>
              <a:ext uri="{FF2B5EF4-FFF2-40B4-BE49-F238E27FC236}">
                <a16:creationId xmlns:a16="http://schemas.microsoft.com/office/drawing/2014/main" id="{88D423FF-1661-7240-8623-D595574401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6832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0" name="Rectangle 171">
            <a:extLst>
              <a:ext uri="{FF2B5EF4-FFF2-40B4-BE49-F238E27FC236}">
                <a16:creationId xmlns:a16="http://schemas.microsoft.com/office/drawing/2014/main" id="{327A6FF7-3311-DA4C-A6D6-A25C0EFCB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776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1311" name="Group 174">
            <a:extLst>
              <a:ext uri="{FF2B5EF4-FFF2-40B4-BE49-F238E27FC236}">
                <a16:creationId xmlns:a16="http://schemas.microsoft.com/office/drawing/2014/main" id="{D8ED2D16-1BE4-6C49-8CFC-8832A2DBD646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686300"/>
            <a:ext cx="565150" cy="333375"/>
            <a:chOff x="3587" y="3024"/>
            <a:chExt cx="356" cy="210"/>
          </a:xfrm>
        </p:grpSpPr>
        <p:sp>
          <p:nvSpPr>
            <p:cNvPr id="221392" name="Rectangle 172">
              <a:extLst>
                <a:ext uri="{FF2B5EF4-FFF2-40B4-BE49-F238E27FC236}">
                  <a16:creationId xmlns:a16="http://schemas.microsoft.com/office/drawing/2014/main" id="{D209AFCB-2215-DD4F-A3F4-8CB5DE094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1393" name="Rectangle 173">
              <a:extLst>
                <a:ext uri="{FF2B5EF4-FFF2-40B4-BE49-F238E27FC236}">
                  <a16:creationId xmlns:a16="http://schemas.microsoft.com/office/drawing/2014/main" id="{AC784331-986B-044F-BC90-4FD28F130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21312" name="Line 175">
            <a:extLst>
              <a:ext uri="{FF2B5EF4-FFF2-40B4-BE49-F238E27FC236}">
                <a16:creationId xmlns:a16="http://schemas.microsoft.com/office/drawing/2014/main" id="{3E7D2A5D-3A77-C441-8092-463A18F21A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4577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3" name="Line 176">
            <a:extLst>
              <a:ext uri="{FF2B5EF4-FFF2-40B4-BE49-F238E27FC236}">
                <a16:creationId xmlns:a16="http://schemas.microsoft.com/office/drawing/2014/main" id="{64C7D2ED-08FD-BC42-8EC5-EB049A39A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70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4" name="Line 177">
            <a:extLst>
              <a:ext uri="{FF2B5EF4-FFF2-40B4-BE49-F238E27FC236}">
                <a16:creationId xmlns:a16="http://schemas.microsoft.com/office/drawing/2014/main" id="{0D7A9301-A4D0-7B44-BE6A-7080A6C480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9784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5" name="Line 178">
            <a:extLst>
              <a:ext uri="{FF2B5EF4-FFF2-40B4-BE49-F238E27FC236}">
                <a16:creationId xmlns:a16="http://schemas.microsoft.com/office/drawing/2014/main" id="{235D3B4A-AEF2-8D41-A065-430CE3AF14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0" y="47625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6" name="Line 179">
            <a:extLst>
              <a:ext uri="{FF2B5EF4-FFF2-40B4-BE49-F238E27FC236}">
                <a16:creationId xmlns:a16="http://schemas.microsoft.com/office/drawing/2014/main" id="{74ACE489-873E-E54E-82B6-BF5413CB4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787900"/>
            <a:ext cx="0" cy="965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7" name="Line 180">
            <a:extLst>
              <a:ext uri="{FF2B5EF4-FFF2-40B4-BE49-F238E27FC236}">
                <a16:creationId xmlns:a16="http://schemas.microsoft.com/office/drawing/2014/main" id="{8703891F-6070-1645-9280-0F579DBEC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5753100"/>
            <a:ext cx="5969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18" name="Line 181">
            <a:extLst>
              <a:ext uri="{FF2B5EF4-FFF2-40B4-BE49-F238E27FC236}">
                <a16:creationId xmlns:a16="http://schemas.microsoft.com/office/drawing/2014/main" id="{B90EC1CC-4943-7F45-A84D-7C6DABE84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1529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814" name="Rectangle 182">
            <a:extLst>
              <a:ext uri="{FF2B5EF4-FFF2-40B4-BE49-F238E27FC236}">
                <a16:creationId xmlns:a16="http://schemas.microsoft.com/office/drawing/2014/main" id="{B4306E21-C835-E148-A86F-92786EB3C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0579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21320" name="Line 183">
            <a:extLst>
              <a:ext uri="{FF2B5EF4-FFF2-40B4-BE49-F238E27FC236}">
                <a16:creationId xmlns:a16="http://schemas.microsoft.com/office/drawing/2014/main" id="{19A94E25-D3E1-E649-83AD-FF262697BA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873500"/>
            <a:ext cx="0" cy="1549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21" name="Line 184">
            <a:extLst>
              <a:ext uri="{FF2B5EF4-FFF2-40B4-BE49-F238E27FC236}">
                <a16:creationId xmlns:a16="http://schemas.microsoft.com/office/drawing/2014/main" id="{FC6EFA2F-5756-E84E-81DB-40CC9FC15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20320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22" name="Line 185">
            <a:extLst>
              <a:ext uri="{FF2B5EF4-FFF2-40B4-BE49-F238E27FC236}">
                <a16:creationId xmlns:a16="http://schemas.microsoft.com/office/drawing/2014/main" id="{F08D56EE-5A2D-C94D-BA53-B5DE0637B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20320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23" name="Line 186">
            <a:extLst>
              <a:ext uri="{FF2B5EF4-FFF2-40B4-BE49-F238E27FC236}">
                <a16:creationId xmlns:a16="http://schemas.microsoft.com/office/drawing/2014/main" id="{F76E9B8C-BBFF-064E-AAE1-1E5343A3B0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8114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24" name="Line 187">
            <a:extLst>
              <a:ext uri="{FF2B5EF4-FFF2-40B4-BE49-F238E27FC236}">
                <a16:creationId xmlns:a16="http://schemas.microsoft.com/office/drawing/2014/main" id="{358AB659-357A-BC47-AA66-96CCC40AE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1145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25" name="Rectangle 188">
            <a:extLst>
              <a:ext uri="{FF2B5EF4-FFF2-40B4-BE49-F238E27FC236}">
                <a16:creationId xmlns:a16="http://schemas.microsoft.com/office/drawing/2014/main" id="{10F538F8-56E0-9D40-8AB8-485A8199DE5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3241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21326" name="Rectangle 189">
            <a:extLst>
              <a:ext uri="{FF2B5EF4-FFF2-40B4-BE49-F238E27FC236}">
                <a16:creationId xmlns:a16="http://schemas.microsoft.com/office/drawing/2014/main" id="{2BAB3418-122A-4E48-B943-E6A10B29319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0510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1327" name="Rectangle 190">
            <a:extLst>
              <a:ext uri="{FF2B5EF4-FFF2-40B4-BE49-F238E27FC236}">
                <a16:creationId xmlns:a16="http://schemas.microsoft.com/office/drawing/2014/main" id="{0CB596B2-5F8E-134B-A977-5CCD576F39E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6765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21328" name="Group 193">
            <a:extLst>
              <a:ext uri="{FF2B5EF4-FFF2-40B4-BE49-F238E27FC236}">
                <a16:creationId xmlns:a16="http://schemas.microsoft.com/office/drawing/2014/main" id="{B483807C-58A8-F14C-AD5E-649FFEC01DDD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2019300"/>
            <a:ext cx="801687" cy="333375"/>
            <a:chOff x="5175" y="1344"/>
            <a:chExt cx="505" cy="210"/>
          </a:xfrm>
        </p:grpSpPr>
        <p:sp>
          <p:nvSpPr>
            <p:cNvPr id="221390" name="Rectangle 191">
              <a:extLst>
                <a:ext uri="{FF2B5EF4-FFF2-40B4-BE49-F238E27FC236}">
                  <a16:creationId xmlns:a16="http://schemas.microsoft.com/office/drawing/2014/main" id="{92703B3B-5D0B-1C4A-BC1A-6F47C3F63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1391" name="Rectangle 192">
              <a:extLst>
                <a:ext uri="{FF2B5EF4-FFF2-40B4-BE49-F238E27FC236}">
                  <a16:creationId xmlns:a16="http://schemas.microsoft.com/office/drawing/2014/main" id="{5ED6AFCE-DC1B-474D-9888-3D68F18FF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21329" name="Oval 194">
            <a:extLst>
              <a:ext uri="{FF2B5EF4-FFF2-40B4-BE49-F238E27FC236}">
                <a16:creationId xmlns:a16="http://schemas.microsoft.com/office/drawing/2014/main" id="{2599BD53-4AD2-E64B-A760-14B9AFB7F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3368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330" name="Line 195">
            <a:extLst>
              <a:ext uri="{FF2B5EF4-FFF2-40B4-BE49-F238E27FC236}">
                <a16:creationId xmlns:a16="http://schemas.microsoft.com/office/drawing/2014/main" id="{41B96B19-5D1B-4B4C-9869-099C518B2D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7018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31" name="Line 196">
            <a:extLst>
              <a:ext uri="{FF2B5EF4-FFF2-40B4-BE49-F238E27FC236}">
                <a16:creationId xmlns:a16="http://schemas.microsoft.com/office/drawing/2014/main" id="{6A711775-2D6D-2C49-84E8-405D05493A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7018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32" name="Oval 197">
            <a:extLst>
              <a:ext uri="{FF2B5EF4-FFF2-40B4-BE49-F238E27FC236}">
                <a16:creationId xmlns:a16="http://schemas.microsoft.com/office/drawing/2014/main" id="{9DD38316-D79B-7A48-9938-6F08E3BF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8796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1333" name="Line 198">
            <a:extLst>
              <a:ext uri="{FF2B5EF4-FFF2-40B4-BE49-F238E27FC236}">
                <a16:creationId xmlns:a16="http://schemas.microsoft.com/office/drawing/2014/main" id="{8E697081-DE4D-DF4A-B82E-D8F6F6B1F8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7018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334" name="Group 202">
            <a:extLst>
              <a:ext uri="{FF2B5EF4-FFF2-40B4-BE49-F238E27FC236}">
                <a16:creationId xmlns:a16="http://schemas.microsoft.com/office/drawing/2014/main" id="{4E9640A7-3612-EA42-A09E-6CF6F2517B84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101850"/>
            <a:ext cx="641350" cy="395288"/>
            <a:chOff x="4760" y="1396"/>
            <a:chExt cx="404" cy="249"/>
          </a:xfrm>
        </p:grpSpPr>
        <p:sp>
          <p:nvSpPr>
            <p:cNvPr id="221387" name="Line 199">
              <a:extLst>
                <a:ext uri="{FF2B5EF4-FFF2-40B4-BE49-F238E27FC236}">
                  <a16:creationId xmlns:a16="http://schemas.microsoft.com/office/drawing/2014/main" id="{4EE6CD36-2484-DB41-B254-58FFC2F46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8" name="Line 200">
              <a:extLst>
                <a:ext uri="{FF2B5EF4-FFF2-40B4-BE49-F238E27FC236}">
                  <a16:creationId xmlns:a16="http://schemas.microsoft.com/office/drawing/2014/main" id="{7CB70075-078C-2247-858C-B4F52753E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9" name="Rectangle 201">
              <a:extLst>
                <a:ext uri="{FF2B5EF4-FFF2-40B4-BE49-F238E27FC236}">
                  <a16:creationId xmlns:a16="http://schemas.microsoft.com/office/drawing/2014/main" id="{52537FD0-AA05-774A-A8BB-41C71BC290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1335" name="Line 203">
            <a:extLst>
              <a:ext uri="{FF2B5EF4-FFF2-40B4-BE49-F238E27FC236}">
                <a16:creationId xmlns:a16="http://schemas.microsoft.com/office/drawing/2014/main" id="{6AABD05D-9FDB-C64B-B6F1-D47C1AD5C5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0734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36" name="Line 204">
            <a:extLst>
              <a:ext uri="{FF2B5EF4-FFF2-40B4-BE49-F238E27FC236}">
                <a16:creationId xmlns:a16="http://schemas.microsoft.com/office/drawing/2014/main" id="{7EB9C523-47A1-5F44-B80C-07075E5BC3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6195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37" name="Rectangle 205">
            <a:extLst>
              <a:ext uri="{FF2B5EF4-FFF2-40B4-BE49-F238E27FC236}">
                <a16:creationId xmlns:a16="http://schemas.microsoft.com/office/drawing/2014/main" id="{D5984A19-0108-8D4B-9E5A-B77957907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7987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1338" name="Line 206">
            <a:extLst>
              <a:ext uri="{FF2B5EF4-FFF2-40B4-BE49-F238E27FC236}">
                <a16:creationId xmlns:a16="http://schemas.microsoft.com/office/drawing/2014/main" id="{DFC43F84-E453-6246-B919-2E80E7D357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7813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39" name="Line 207">
            <a:extLst>
              <a:ext uri="{FF2B5EF4-FFF2-40B4-BE49-F238E27FC236}">
                <a16:creationId xmlns:a16="http://schemas.microsoft.com/office/drawing/2014/main" id="{2FF62AAC-6A56-D04F-A324-9D180688E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907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0" name="Line 208">
            <a:extLst>
              <a:ext uri="{FF2B5EF4-FFF2-40B4-BE49-F238E27FC236}">
                <a16:creationId xmlns:a16="http://schemas.microsoft.com/office/drawing/2014/main" id="{B9F0640B-3BC2-5B43-9249-6DCE5EEBE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431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1" name="Line 209">
            <a:extLst>
              <a:ext uri="{FF2B5EF4-FFF2-40B4-BE49-F238E27FC236}">
                <a16:creationId xmlns:a16="http://schemas.microsoft.com/office/drawing/2014/main" id="{2DE4D096-2FFF-C949-B778-A18E15614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8669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342" name="Group 215">
            <a:extLst>
              <a:ext uri="{FF2B5EF4-FFF2-40B4-BE49-F238E27FC236}">
                <a16:creationId xmlns:a16="http://schemas.microsoft.com/office/drawing/2014/main" id="{6F72236A-C24A-2846-A443-5F0CC48688A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14500"/>
            <a:ext cx="381000" cy="306388"/>
            <a:chOff x="672" y="1152"/>
            <a:chExt cx="240" cy="193"/>
          </a:xfrm>
        </p:grpSpPr>
        <p:sp>
          <p:nvSpPr>
            <p:cNvPr id="221382" name="Arc 210">
              <a:extLst>
                <a:ext uri="{FF2B5EF4-FFF2-40B4-BE49-F238E27FC236}">
                  <a16:creationId xmlns:a16="http://schemas.microsoft.com/office/drawing/2014/main" id="{26CD2A2C-43B6-CD42-86C8-A17C9F25D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3" name="Arc 211">
              <a:extLst>
                <a:ext uri="{FF2B5EF4-FFF2-40B4-BE49-F238E27FC236}">
                  <a16:creationId xmlns:a16="http://schemas.microsoft.com/office/drawing/2014/main" id="{43870D43-002A-4240-9D0C-88641714789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4" name="Line 212">
              <a:extLst>
                <a:ext uri="{FF2B5EF4-FFF2-40B4-BE49-F238E27FC236}">
                  <a16:creationId xmlns:a16="http://schemas.microsoft.com/office/drawing/2014/main" id="{F0568F27-BE66-824C-B5B4-DFB265311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5" name="Line 213">
              <a:extLst>
                <a:ext uri="{FF2B5EF4-FFF2-40B4-BE49-F238E27FC236}">
                  <a16:creationId xmlns:a16="http://schemas.microsoft.com/office/drawing/2014/main" id="{D614C793-0DDB-444E-90A9-688EAADE1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6" name="Line 214">
              <a:extLst>
                <a:ext uri="{FF2B5EF4-FFF2-40B4-BE49-F238E27FC236}">
                  <a16:creationId xmlns:a16="http://schemas.microsoft.com/office/drawing/2014/main" id="{0D059838-9C3C-1B4F-9D44-0287F8C82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343" name="Line 216">
            <a:extLst>
              <a:ext uri="{FF2B5EF4-FFF2-40B4-BE49-F238E27FC236}">
                <a16:creationId xmlns:a16="http://schemas.microsoft.com/office/drawing/2014/main" id="{25CE4372-53BA-A442-AC02-48199383A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0828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4" name="Arc 217">
            <a:extLst>
              <a:ext uri="{FF2B5EF4-FFF2-40B4-BE49-F238E27FC236}">
                <a16:creationId xmlns:a16="http://schemas.microsoft.com/office/drawing/2014/main" id="{3E6A597C-68E2-4540-AB15-477A922FA0B6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20193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5" name="Arc 218">
            <a:extLst>
              <a:ext uri="{FF2B5EF4-FFF2-40B4-BE49-F238E27FC236}">
                <a16:creationId xmlns:a16="http://schemas.microsoft.com/office/drawing/2014/main" id="{56D27592-628C-2442-A4C3-7FBEDC357ADA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20193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346" name="Group 221">
            <a:extLst>
              <a:ext uri="{FF2B5EF4-FFF2-40B4-BE49-F238E27FC236}">
                <a16:creationId xmlns:a16="http://schemas.microsoft.com/office/drawing/2014/main" id="{A05D6D2F-EFDF-CE42-839F-3F46A670D08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938338"/>
            <a:ext cx="373062" cy="101600"/>
            <a:chOff x="345" y="1293"/>
            <a:chExt cx="235" cy="64"/>
          </a:xfrm>
        </p:grpSpPr>
        <p:sp>
          <p:nvSpPr>
            <p:cNvPr id="221380" name="Arc 219">
              <a:extLst>
                <a:ext uri="{FF2B5EF4-FFF2-40B4-BE49-F238E27FC236}">
                  <a16:creationId xmlns:a16="http://schemas.microsoft.com/office/drawing/2014/main" id="{996C55E8-1F02-C349-B7C2-579F80510F0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381" name="Arc 220">
              <a:extLst>
                <a:ext uri="{FF2B5EF4-FFF2-40B4-BE49-F238E27FC236}">
                  <a16:creationId xmlns:a16="http://schemas.microsoft.com/office/drawing/2014/main" id="{572450B0-00AA-5445-BD2A-25933796F6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347" name="Line 222">
            <a:extLst>
              <a:ext uri="{FF2B5EF4-FFF2-40B4-BE49-F238E27FC236}">
                <a16:creationId xmlns:a16="http://schemas.microsoft.com/office/drawing/2014/main" id="{34869784-E4DD-0A41-B6F1-005516FD5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3368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8" name="Line 223">
            <a:extLst>
              <a:ext uri="{FF2B5EF4-FFF2-40B4-BE49-F238E27FC236}">
                <a16:creationId xmlns:a16="http://schemas.microsoft.com/office/drawing/2014/main" id="{52395CB8-8935-534E-B15F-5815E036BB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7780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49" name="Line 224">
            <a:extLst>
              <a:ext uri="{FF2B5EF4-FFF2-40B4-BE49-F238E27FC236}">
                <a16:creationId xmlns:a16="http://schemas.microsoft.com/office/drawing/2014/main" id="{DCE55CE7-A1B4-154A-B174-ACF96F007D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8542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50" name="Rectangle 225">
            <a:extLst>
              <a:ext uri="{FF2B5EF4-FFF2-40B4-BE49-F238E27FC236}">
                <a16:creationId xmlns:a16="http://schemas.microsoft.com/office/drawing/2014/main" id="{D1D36FDA-33B0-474C-9698-599AE854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7319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69858" name="Rectangle 226">
            <a:extLst>
              <a:ext uri="{FF2B5EF4-FFF2-40B4-BE49-F238E27FC236}">
                <a16:creationId xmlns:a16="http://schemas.microsoft.com/office/drawing/2014/main" id="{77AD04CA-E295-5F4C-ABE1-6D823A5F2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4859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69859" name="Rectangle 227">
            <a:extLst>
              <a:ext uri="{FF2B5EF4-FFF2-40B4-BE49-F238E27FC236}">
                <a16:creationId xmlns:a16="http://schemas.microsoft.com/office/drawing/2014/main" id="{192FFD34-E207-CE44-8B62-21FE48FEA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4859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69860" name="Rectangle 228">
            <a:extLst>
              <a:ext uri="{FF2B5EF4-FFF2-40B4-BE49-F238E27FC236}">
                <a16:creationId xmlns:a16="http://schemas.microsoft.com/office/drawing/2014/main" id="{0F27E28B-283B-8948-BE5A-3C49D3246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4859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21354" name="Line 229">
            <a:extLst>
              <a:ext uri="{FF2B5EF4-FFF2-40B4-BE49-F238E27FC236}">
                <a16:creationId xmlns:a16="http://schemas.microsoft.com/office/drawing/2014/main" id="{38AFC5E5-898F-B644-B33A-B99075EEFA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7020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55" name="Rectangle 230">
            <a:extLst>
              <a:ext uri="{FF2B5EF4-FFF2-40B4-BE49-F238E27FC236}">
                <a16:creationId xmlns:a16="http://schemas.microsoft.com/office/drawing/2014/main" id="{78C1CE22-A2BF-C54F-8EC5-2DC0435D1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490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1356" name="Line 231">
            <a:extLst>
              <a:ext uri="{FF2B5EF4-FFF2-40B4-BE49-F238E27FC236}">
                <a16:creationId xmlns:a16="http://schemas.microsoft.com/office/drawing/2014/main" id="{99458CEA-336B-0B4B-AC1A-AC1621721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3368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864" name="Rectangle 232">
            <a:extLst>
              <a:ext uri="{FF2B5EF4-FFF2-40B4-BE49-F238E27FC236}">
                <a16:creationId xmlns:a16="http://schemas.microsoft.com/office/drawing/2014/main" id="{7B9573B0-A549-0B4E-8522-E27876DE6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0367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IorD=1</a:t>
            </a:r>
          </a:p>
        </p:txBody>
      </p:sp>
      <p:sp>
        <p:nvSpPr>
          <p:cNvPr id="221358" name="Line 233">
            <a:extLst>
              <a:ext uri="{FF2B5EF4-FFF2-40B4-BE49-F238E27FC236}">
                <a16:creationId xmlns:a16="http://schemas.microsoft.com/office/drawing/2014/main" id="{1721EEE4-35E0-DC4F-8DAC-32BB589836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2900" y="3136900"/>
            <a:ext cx="2159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59" name="Line 234">
            <a:extLst>
              <a:ext uri="{FF2B5EF4-FFF2-40B4-BE49-F238E27FC236}">
                <a16:creationId xmlns:a16="http://schemas.microsoft.com/office/drawing/2014/main" id="{CA758DDF-299C-5C45-9F86-C37EB6D539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7700" y="4051300"/>
            <a:ext cx="292100" cy="7239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0" name="Line 235">
            <a:extLst>
              <a:ext uri="{FF2B5EF4-FFF2-40B4-BE49-F238E27FC236}">
                <a16:creationId xmlns:a16="http://schemas.microsoft.com/office/drawing/2014/main" id="{986A7AB2-3148-8B40-AEE4-E95B6FF9CA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" y="5448300"/>
            <a:ext cx="431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9882" name="Group 250">
            <a:extLst>
              <a:ext uri="{FF2B5EF4-FFF2-40B4-BE49-F238E27FC236}">
                <a16:creationId xmlns:a16="http://schemas.microsoft.com/office/drawing/2014/main" id="{62706C57-6455-0F41-B336-79AC0C77F9FA}"/>
              </a:ext>
            </a:extLst>
          </p:cNvPr>
          <p:cNvGrpSpPr>
            <a:grpSpLocks/>
          </p:cNvGrpSpPr>
          <p:nvPr/>
        </p:nvGrpSpPr>
        <p:grpSpPr bwMode="auto">
          <a:xfrm>
            <a:off x="5473700" y="214313"/>
            <a:ext cx="2152650" cy="1520825"/>
            <a:chOff x="3448" y="135"/>
            <a:chExt cx="1356" cy="958"/>
          </a:xfrm>
        </p:grpSpPr>
        <p:sp>
          <p:nvSpPr>
            <p:cNvPr id="221371" name="Oval 238">
              <a:extLst>
                <a:ext uri="{FF2B5EF4-FFF2-40B4-BE49-F238E27FC236}">
                  <a16:creationId xmlns:a16="http://schemas.microsoft.com/office/drawing/2014/main" id="{10D1B693-323C-7945-BC23-10655C8DC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8" y="245"/>
              <a:ext cx="896" cy="848"/>
            </a:xfrm>
            <a:prstGeom prst="ellips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21372" name="Group 249">
              <a:extLst>
                <a:ext uri="{FF2B5EF4-FFF2-40B4-BE49-F238E27FC236}">
                  <a16:creationId xmlns:a16="http://schemas.microsoft.com/office/drawing/2014/main" id="{97F62CED-1728-BD4E-A0DE-DF9AD69B6A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8" y="135"/>
              <a:ext cx="1286" cy="925"/>
              <a:chOff x="3509" y="171"/>
              <a:chExt cx="1286" cy="925"/>
            </a:xfrm>
          </p:grpSpPr>
          <p:sp>
            <p:nvSpPr>
              <p:cNvPr id="221373" name="Rectangle 237">
                <a:extLst>
                  <a:ext uri="{FF2B5EF4-FFF2-40B4-BE49-F238E27FC236}">
                    <a16:creationId xmlns:a16="http://schemas.microsoft.com/office/drawing/2014/main" id="{53FA424C-C544-9343-A85E-E54CAC795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666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ALUOp=Add</a:t>
                </a:r>
              </a:p>
            </p:txBody>
          </p:sp>
          <p:sp>
            <p:nvSpPr>
              <p:cNvPr id="221374" name="Rectangle 239">
                <a:extLst>
                  <a:ext uri="{FF2B5EF4-FFF2-40B4-BE49-F238E27FC236}">
                    <a16:creationId xmlns:a16="http://schemas.microsoft.com/office/drawing/2014/main" id="{D1C6F864-63B6-0941-9854-78E72E1E96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906"/>
                <a:ext cx="400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PCSrc</a:t>
                </a:r>
              </a:p>
            </p:txBody>
          </p:sp>
          <p:sp>
            <p:nvSpPr>
              <p:cNvPr id="221375" name="Rectangle 240">
                <a:extLst>
                  <a:ext uri="{FF2B5EF4-FFF2-40B4-BE49-F238E27FC236}">
                    <a16:creationId xmlns:a16="http://schemas.microsoft.com/office/drawing/2014/main" id="{4766A081-2273-194A-B346-484E073FA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282"/>
                <a:ext cx="52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221376" name="Rectangle 241">
                <a:extLst>
                  <a:ext uri="{FF2B5EF4-FFF2-40B4-BE49-F238E27FC236}">
                    <a16:creationId xmlns:a16="http://schemas.microsoft.com/office/drawing/2014/main" id="{F3C76DFF-AA2B-5D46-9EA7-E00B3EA69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522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ALUSelB=11</a:t>
                </a:r>
              </a:p>
            </p:txBody>
          </p:sp>
          <p:sp>
            <p:nvSpPr>
              <p:cNvPr id="221377" name="Rectangle 242">
                <a:extLst>
                  <a:ext uri="{FF2B5EF4-FFF2-40B4-BE49-F238E27FC236}">
                    <a16:creationId xmlns:a16="http://schemas.microsoft.com/office/drawing/2014/main" id="{C64E6386-DE47-A64C-B2E9-C2B182D0F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7" y="810"/>
                <a:ext cx="734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MemtoReg</a:t>
                </a:r>
              </a:p>
            </p:txBody>
          </p:sp>
          <p:sp>
            <p:nvSpPr>
              <p:cNvPr id="221378" name="Rectangle 243">
                <a:extLst>
                  <a:ext uri="{FF2B5EF4-FFF2-40B4-BE49-F238E27FC236}">
                    <a16:creationId xmlns:a16="http://schemas.microsoft.com/office/drawing/2014/main" id="{CA87FA72-1242-7741-8E98-009C3CB69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5" y="378"/>
                <a:ext cx="568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</a:t>
                </a:r>
              </a:p>
            </p:txBody>
          </p:sp>
          <p:sp>
            <p:nvSpPr>
              <p:cNvPr id="221379" name="Rectangle 244">
                <a:extLst>
                  <a:ext uri="{FF2B5EF4-FFF2-40B4-BE49-F238E27FC236}">
                    <a16:creationId xmlns:a16="http://schemas.microsoft.com/office/drawing/2014/main" id="{3632D50E-F9A7-E84D-AA03-B89EDE086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9" y="171"/>
                <a:ext cx="62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MemAdr</a:t>
                </a:r>
              </a:p>
            </p:txBody>
          </p:sp>
        </p:grpSp>
      </p:grpSp>
      <p:sp>
        <p:nvSpPr>
          <p:cNvPr id="69878" name="Text Box 246">
            <a:extLst>
              <a:ext uri="{FF2B5EF4-FFF2-40B4-BE49-F238E27FC236}">
                <a16:creationId xmlns:a16="http://schemas.microsoft.com/office/drawing/2014/main" id="{AA1EFA01-FF18-1E45-B98F-CC32281C7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663" y="1116013"/>
            <a:ext cx="2332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lw/sw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指令的第一个周期控制信号取值？</a:t>
            </a:r>
          </a:p>
        </p:txBody>
      </p:sp>
      <p:sp>
        <p:nvSpPr>
          <p:cNvPr id="69879" name="Text Box 247">
            <a:extLst>
              <a:ext uri="{FF2B5EF4-FFF2-40B4-BE49-F238E27FC236}">
                <a16:creationId xmlns:a16="http://schemas.microsoft.com/office/drawing/2014/main" id="{64235DBB-63DE-BE4D-B3D9-D9436789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5629275"/>
            <a:ext cx="294481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的输出可能是读地址，也可能是写地址！</a:t>
            </a:r>
          </a:p>
        </p:txBody>
      </p:sp>
      <p:sp>
        <p:nvSpPr>
          <p:cNvPr id="221364" name="Line 13">
            <a:extLst>
              <a:ext uri="{FF2B5EF4-FFF2-40B4-BE49-F238E27FC236}">
                <a16:creationId xmlns:a16="http://schemas.microsoft.com/office/drawing/2014/main" id="{C1CB6241-56A4-4B4F-8737-9E987C8B1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600" y="4379258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5" name="Line 77">
            <a:extLst>
              <a:ext uri="{FF2B5EF4-FFF2-40B4-BE49-F238E27FC236}">
                <a16:creationId xmlns:a16="http://schemas.microsoft.com/office/drawing/2014/main" id="{CB921022-C4B7-D74F-A876-7BBAFE5874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4150658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6" name="Line 184">
            <a:extLst>
              <a:ext uri="{FF2B5EF4-FFF2-40B4-BE49-F238E27FC236}">
                <a16:creationId xmlns:a16="http://schemas.microsoft.com/office/drawing/2014/main" id="{5DE782A4-798B-B54B-82A5-0BB024BA6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176058"/>
            <a:ext cx="0" cy="939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7" name="Line 185">
            <a:extLst>
              <a:ext uri="{FF2B5EF4-FFF2-40B4-BE49-F238E27FC236}">
                <a16:creationId xmlns:a16="http://schemas.microsoft.com/office/drawing/2014/main" id="{1D2F4F23-14B8-424E-A4A8-CD3045843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600" y="5141258"/>
            <a:ext cx="5308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8" name="Line 186">
            <a:extLst>
              <a:ext uri="{FF2B5EF4-FFF2-40B4-BE49-F238E27FC236}">
                <a16:creationId xmlns:a16="http://schemas.microsoft.com/office/drawing/2014/main" id="{34C01F89-01EB-7940-B27C-B644126E3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404658"/>
            <a:ext cx="0" cy="711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69" name="Line 252">
            <a:extLst>
              <a:ext uri="{FF2B5EF4-FFF2-40B4-BE49-F238E27FC236}">
                <a16:creationId xmlns:a16="http://schemas.microsoft.com/office/drawing/2014/main" id="{D9A33113-AA6C-7346-B743-39EB76A2C2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0000" y="3313113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370" name="Line 254">
            <a:extLst>
              <a:ext uri="{FF2B5EF4-FFF2-40B4-BE49-F238E27FC236}">
                <a16:creationId xmlns:a16="http://schemas.microsoft.com/office/drawing/2014/main" id="{72FED899-44A8-BA4B-8286-A5155586BC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4100" y="3287713"/>
            <a:ext cx="241300" cy="495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9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9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9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7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D44C04B5-C0CF-7D4E-BEBE-0C301A6BA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177800"/>
            <a:ext cx="49466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sw</a:t>
            </a:r>
            <a:r>
              <a:rPr lang="zh-CN" altLang="en-US">
                <a:ea typeface="宋体" panose="02010600030101010101" pitchFamily="2" charset="-122"/>
              </a:rPr>
              <a:t>指令存数周期（第四周期）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4E6168EE-FD3B-5F46-A060-88AD5E8DB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649288"/>
            <a:ext cx="8191500" cy="325437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M[ALU output]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busB</a:t>
            </a:r>
          </a:p>
        </p:txBody>
      </p:sp>
      <p:sp>
        <p:nvSpPr>
          <p:cNvPr id="223236" name="Rectangle 4">
            <a:extLst>
              <a:ext uri="{FF2B5EF4-FFF2-40B4-BE49-F238E27FC236}">
                <a16:creationId xmlns:a16="http://schemas.microsoft.com/office/drawing/2014/main" id="{134CED29-9167-EE48-AE58-44218107F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8321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237" name="Rectangle 5">
            <a:extLst>
              <a:ext uri="{FF2B5EF4-FFF2-40B4-BE49-F238E27FC236}">
                <a16:creationId xmlns:a16="http://schemas.microsoft.com/office/drawing/2014/main" id="{1C785EF0-9377-0C4C-B9BE-1F88CC072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2972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23238" name="Rectangle 7">
            <a:extLst>
              <a:ext uri="{FF2B5EF4-FFF2-40B4-BE49-F238E27FC236}">
                <a16:creationId xmlns:a16="http://schemas.microsoft.com/office/drawing/2014/main" id="{A9A997C9-B53A-214E-B783-1CC9911F5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9862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23239" name="Rectangle 8">
            <a:extLst>
              <a:ext uri="{FF2B5EF4-FFF2-40B4-BE49-F238E27FC236}">
                <a16:creationId xmlns:a16="http://schemas.microsoft.com/office/drawing/2014/main" id="{6D8DD90F-82FB-A049-BF6B-2BE2931F6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9956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23240" name="Line 9">
            <a:extLst>
              <a:ext uri="{FF2B5EF4-FFF2-40B4-BE49-F238E27FC236}">
                <a16:creationId xmlns:a16="http://schemas.microsoft.com/office/drawing/2014/main" id="{D129B4B6-E9DD-154D-A594-37E1D8BCB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124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41" name="Line 13">
            <a:extLst>
              <a:ext uri="{FF2B5EF4-FFF2-40B4-BE49-F238E27FC236}">
                <a16:creationId xmlns:a16="http://schemas.microsoft.com/office/drawing/2014/main" id="{0006C949-FEC5-2E45-AA86-D3E132FF47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600" y="4191000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42" name="Line 14">
            <a:extLst>
              <a:ext uri="{FF2B5EF4-FFF2-40B4-BE49-F238E27FC236}">
                <a16:creationId xmlns:a16="http://schemas.microsoft.com/office/drawing/2014/main" id="{AE3F5122-AE16-354A-A588-4ED8AD8279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121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43" name="Rectangle 15">
            <a:extLst>
              <a:ext uri="{FF2B5EF4-FFF2-40B4-BE49-F238E27FC236}">
                <a16:creationId xmlns:a16="http://schemas.microsoft.com/office/drawing/2014/main" id="{1B10AB46-1AE7-0546-A014-D33ACE58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2148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44" name="Line 16">
            <a:extLst>
              <a:ext uri="{FF2B5EF4-FFF2-40B4-BE49-F238E27FC236}">
                <a16:creationId xmlns:a16="http://schemas.microsoft.com/office/drawing/2014/main" id="{146B1FCD-D5E0-274F-9120-560F1D46E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1148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45" name="Line 17">
            <a:extLst>
              <a:ext uri="{FF2B5EF4-FFF2-40B4-BE49-F238E27FC236}">
                <a16:creationId xmlns:a16="http://schemas.microsoft.com/office/drawing/2014/main" id="{CBB11E49-B45D-8941-8AC5-B24F996DF1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044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46" name="Rectangle 18">
            <a:extLst>
              <a:ext uri="{FF2B5EF4-FFF2-40B4-BE49-F238E27FC236}">
                <a16:creationId xmlns:a16="http://schemas.microsoft.com/office/drawing/2014/main" id="{42D02127-6053-6242-B713-1388F793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757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47" name="Rectangle 19">
            <a:extLst>
              <a:ext uri="{FF2B5EF4-FFF2-40B4-BE49-F238E27FC236}">
                <a16:creationId xmlns:a16="http://schemas.microsoft.com/office/drawing/2014/main" id="{645B7E5E-FDD6-1048-8FF1-ECC3C6EEF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38592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23248" name="Line 20">
            <a:extLst>
              <a:ext uri="{FF2B5EF4-FFF2-40B4-BE49-F238E27FC236}">
                <a16:creationId xmlns:a16="http://schemas.microsoft.com/office/drawing/2014/main" id="{0A4B69CD-1B85-9A48-9B74-92144498C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1" name="Rectangle 21">
            <a:extLst>
              <a:ext uri="{FF2B5EF4-FFF2-40B4-BE49-F238E27FC236}">
                <a16:creationId xmlns:a16="http://schemas.microsoft.com/office/drawing/2014/main" id="{6C60D68F-A6F6-1941-84C5-0C66E9CC1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8462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MemWr=1</a:t>
            </a:r>
          </a:p>
        </p:txBody>
      </p:sp>
      <p:sp>
        <p:nvSpPr>
          <p:cNvPr id="223250" name="Line 22">
            <a:extLst>
              <a:ext uri="{FF2B5EF4-FFF2-40B4-BE49-F238E27FC236}">
                <a16:creationId xmlns:a16="http://schemas.microsoft.com/office/drawing/2014/main" id="{CF771F11-B47F-BB47-9F26-24DB09BC20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6670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51" name="Line 23">
            <a:extLst>
              <a:ext uri="{FF2B5EF4-FFF2-40B4-BE49-F238E27FC236}">
                <a16:creationId xmlns:a16="http://schemas.microsoft.com/office/drawing/2014/main" id="{8D38DDE0-C1A9-D549-AC0E-BBDEB16423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368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52" name="Rectangle 24">
            <a:extLst>
              <a:ext uri="{FF2B5EF4-FFF2-40B4-BE49-F238E27FC236}">
                <a16:creationId xmlns:a16="http://schemas.microsoft.com/office/drawing/2014/main" id="{C695E3E7-E9CA-4143-AB5F-F77FEC251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157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3253" name="Group 34">
            <a:extLst>
              <a:ext uri="{FF2B5EF4-FFF2-40B4-BE49-F238E27FC236}">
                <a16:creationId xmlns:a16="http://schemas.microsoft.com/office/drawing/2014/main" id="{B4343946-2B3F-7245-9487-096866205BDB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755900"/>
            <a:ext cx="381000" cy="1295400"/>
            <a:chOff x="4944" y="1736"/>
            <a:chExt cx="240" cy="816"/>
          </a:xfrm>
        </p:grpSpPr>
        <p:sp>
          <p:nvSpPr>
            <p:cNvPr id="223472" name="Line 25">
              <a:extLst>
                <a:ext uri="{FF2B5EF4-FFF2-40B4-BE49-F238E27FC236}">
                  <a16:creationId xmlns:a16="http://schemas.microsoft.com/office/drawing/2014/main" id="{495FC705-1685-3149-88AD-259DB38BE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255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3" name="Line 26">
              <a:extLst>
                <a:ext uri="{FF2B5EF4-FFF2-40B4-BE49-F238E27FC236}">
                  <a16:creationId xmlns:a16="http://schemas.microsoft.com/office/drawing/2014/main" id="{BD9FF605-F6D4-7842-A8D9-A30F26186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736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4" name="Line 27">
              <a:extLst>
                <a:ext uri="{FF2B5EF4-FFF2-40B4-BE49-F238E27FC236}">
                  <a16:creationId xmlns:a16="http://schemas.microsoft.com/office/drawing/2014/main" id="{838ADCCE-DB4A-7D40-B0A0-91805D631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736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5" name="Line 28">
              <a:extLst>
                <a:ext uri="{FF2B5EF4-FFF2-40B4-BE49-F238E27FC236}">
                  <a16:creationId xmlns:a16="http://schemas.microsoft.com/office/drawing/2014/main" id="{1E83FDAD-DD2D-C240-A86F-5B9212A2C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885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6" name="Line 29">
              <a:extLst>
                <a:ext uri="{FF2B5EF4-FFF2-40B4-BE49-F238E27FC236}">
                  <a16:creationId xmlns:a16="http://schemas.microsoft.com/office/drawing/2014/main" id="{D2009E82-736C-7943-82E7-FF603D034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87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7" name="Line 30">
              <a:extLst>
                <a:ext uri="{FF2B5EF4-FFF2-40B4-BE49-F238E27FC236}">
                  <a16:creationId xmlns:a16="http://schemas.microsoft.com/office/drawing/2014/main" id="{8ABFF81B-8C80-9248-ACEC-B85B7DDD4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07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8" name="Rectangle 31">
              <a:extLst>
                <a:ext uri="{FF2B5EF4-FFF2-40B4-BE49-F238E27FC236}">
                  <a16:creationId xmlns:a16="http://schemas.microsoft.com/office/drawing/2014/main" id="{2EFD7942-8E2D-5B44-8B10-807A536EA3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052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23479" name="Line 32">
              <a:extLst>
                <a:ext uri="{FF2B5EF4-FFF2-40B4-BE49-F238E27FC236}">
                  <a16:creationId xmlns:a16="http://schemas.microsoft.com/office/drawing/2014/main" id="{074E3F81-2F1F-1045-9CB0-24E4B985D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033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80" name="Line 33">
              <a:extLst>
                <a:ext uri="{FF2B5EF4-FFF2-40B4-BE49-F238E27FC236}">
                  <a16:creationId xmlns:a16="http://schemas.microsoft.com/office/drawing/2014/main" id="{DD1E44ED-8326-CE40-85DA-C7CAE4FB6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02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3254" name="Group 38">
            <a:extLst>
              <a:ext uri="{FF2B5EF4-FFF2-40B4-BE49-F238E27FC236}">
                <a16:creationId xmlns:a16="http://schemas.microsoft.com/office/drawing/2014/main" id="{8706268F-8BBA-764A-ABC7-CA85BFB961FC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3816350"/>
            <a:ext cx="560387" cy="395288"/>
            <a:chOff x="4599" y="2404"/>
            <a:chExt cx="353" cy="249"/>
          </a:xfrm>
        </p:grpSpPr>
        <p:sp>
          <p:nvSpPr>
            <p:cNvPr id="223469" name="Line 35">
              <a:extLst>
                <a:ext uri="{FF2B5EF4-FFF2-40B4-BE49-F238E27FC236}">
                  <a16:creationId xmlns:a16="http://schemas.microsoft.com/office/drawing/2014/main" id="{E79B232D-B4DF-BA45-B00B-618473370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2448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0" name="Line 36">
              <a:extLst>
                <a:ext uri="{FF2B5EF4-FFF2-40B4-BE49-F238E27FC236}">
                  <a16:creationId xmlns:a16="http://schemas.microsoft.com/office/drawing/2014/main" id="{2E2CD609-101A-EF49-B42D-012B73E18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2" y="240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71" name="Rectangle 37">
              <a:extLst>
                <a:ext uri="{FF2B5EF4-FFF2-40B4-BE49-F238E27FC236}">
                  <a16:creationId xmlns:a16="http://schemas.microsoft.com/office/drawing/2014/main" id="{6533AC3E-9231-3949-9DC9-7ED009B0C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463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3255" name="Line 39">
            <a:extLst>
              <a:ext uri="{FF2B5EF4-FFF2-40B4-BE49-F238E27FC236}">
                <a16:creationId xmlns:a16="http://schemas.microsoft.com/office/drawing/2014/main" id="{573B5E36-92C0-8245-86BE-907CEE18A2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657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56" name="Line 40">
            <a:extLst>
              <a:ext uri="{FF2B5EF4-FFF2-40B4-BE49-F238E27FC236}">
                <a16:creationId xmlns:a16="http://schemas.microsoft.com/office/drawing/2014/main" id="{64294705-E530-D945-A749-CA32D21269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57" name="Rectangle 41">
            <a:extLst>
              <a:ext uri="{FF2B5EF4-FFF2-40B4-BE49-F238E27FC236}">
                <a16:creationId xmlns:a16="http://schemas.microsoft.com/office/drawing/2014/main" id="{97942563-8050-8442-9D2F-54CBED5AA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681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58" name="Line 42">
            <a:extLst>
              <a:ext uri="{FF2B5EF4-FFF2-40B4-BE49-F238E27FC236}">
                <a16:creationId xmlns:a16="http://schemas.microsoft.com/office/drawing/2014/main" id="{71103157-E3C0-5142-B4F2-E4DDBB2C3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3873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3" name="Rectangle 43">
            <a:extLst>
              <a:ext uri="{FF2B5EF4-FFF2-40B4-BE49-F238E27FC236}">
                <a16:creationId xmlns:a16="http://schemas.microsoft.com/office/drawing/2014/main" id="{C1256CD5-BD5E-E948-8A2D-057581439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638800"/>
            <a:ext cx="1530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ALUOp=Addu</a:t>
            </a:r>
          </a:p>
        </p:txBody>
      </p:sp>
      <p:grpSp>
        <p:nvGrpSpPr>
          <p:cNvPr id="223260" name="Group 46">
            <a:extLst>
              <a:ext uri="{FF2B5EF4-FFF2-40B4-BE49-F238E27FC236}">
                <a16:creationId xmlns:a16="http://schemas.microsoft.com/office/drawing/2014/main" id="{067421DD-9B49-6E40-9893-317F3D49FCD3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267200"/>
            <a:ext cx="903287" cy="577850"/>
            <a:chOff x="4681" y="2688"/>
            <a:chExt cx="569" cy="364"/>
          </a:xfrm>
        </p:grpSpPr>
        <p:sp>
          <p:nvSpPr>
            <p:cNvPr id="223467" name="Rectangle 44">
              <a:extLst>
                <a:ext uri="{FF2B5EF4-FFF2-40B4-BE49-F238E27FC236}">
                  <a16:creationId xmlns:a16="http://schemas.microsoft.com/office/drawing/2014/main" id="{1F27A12D-B746-5640-8430-D01D17002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696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3468" name="Rectangle 45">
              <a:extLst>
                <a:ext uri="{FF2B5EF4-FFF2-40B4-BE49-F238E27FC236}">
                  <a16:creationId xmlns:a16="http://schemas.microsoft.com/office/drawing/2014/main" id="{8788A177-B0E3-A248-AA0B-D7025CF98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688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23261" name="Line 47">
            <a:extLst>
              <a:ext uri="{FF2B5EF4-FFF2-40B4-BE49-F238E27FC236}">
                <a16:creationId xmlns:a16="http://schemas.microsoft.com/office/drawing/2014/main" id="{C0DCCDC2-1B6F-BE49-B991-B06EC9E033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7879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62" name="Rectangle 48">
            <a:extLst>
              <a:ext uri="{FF2B5EF4-FFF2-40B4-BE49-F238E27FC236}">
                <a16:creationId xmlns:a16="http://schemas.microsoft.com/office/drawing/2014/main" id="{169083B5-24CF-C04D-B5BC-6DF173735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8321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263" name="Oval 49">
            <a:extLst>
              <a:ext uri="{FF2B5EF4-FFF2-40B4-BE49-F238E27FC236}">
                <a16:creationId xmlns:a16="http://schemas.microsoft.com/office/drawing/2014/main" id="{32DEC1D0-764B-3B42-A039-7C07E4A05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3561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264" name="Rectangle 50">
            <a:extLst>
              <a:ext uri="{FF2B5EF4-FFF2-40B4-BE49-F238E27FC236}">
                <a16:creationId xmlns:a16="http://schemas.microsoft.com/office/drawing/2014/main" id="{5A135741-E725-F94F-BC0C-E354C2FEEFA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3726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23265" name="Line 51">
            <a:extLst>
              <a:ext uri="{FF2B5EF4-FFF2-40B4-BE49-F238E27FC236}">
                <a16:creationId xmlns:a16="http://schemas.microsoft.com/office/drawing/2014/main" id="{25547099-82E9-C94F-9999-D6E9C964C4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2004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66" name="Line 52">
            <a:extLst>
              <a:ext uri="{FF2B5EF4-FFF2-40B4-BE49-F238E27FC236}">
                <a16:creationId xmlns:a16="http://schemas.microsoft.com/office/drawing/2014/main" id="{6D944E2B-885E-8A43-BCFD-6630BFAA2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130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67" name="Rectangle 53">
            <a:extLst>
              <a:ext uri="{FF2B5EF4-FFF2-40B4-BE49-F238E27FC236}">
                <a16:creationId xmlns:a16="http://schemas.microsoft.com/office/drawing/2014/main" id="{3F8C1058-6F3E-FC4C-BD4A-752B2BAE2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224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68" name="Line 54">
            <a:extLst>
              <a:ext uri="{FF2B5EF4-FFF2-40B4-BE49-F238E27FC236}">
                <a16:creationId xmlns:a16="http://schemas.microsoft.com/office/drawing/2014/main" id="{869CF1CF-BCBC-7D47-B99D-629AF5F7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5" name="Rectangle 55">
            <a:extLst>
              <a:ext uri="{FF2B5EF4-FFF2-40B4-BE49-F238E27FC236}">
                <a16:creationId xmlns:a16="http://schemas.microsoft.com/office/drawing/2014/main" id="{10223137-C2DD-5A48-AF18-0779348F3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8462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23270" name="Line 56">
            <a:extLst>
              <a:ext uri="{FF2B5EF4-FFF2-40B4-BE49-F238E27FC236}">
                <a16:creationId xmlns:a16="http://schemas.microsoft.com/office/drawing/2014/main" id="{6D02F01E-8D3B-EE43-9E79-8D25F96A0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5085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71" name="Line 57">
            <a:extLst>
              <a:ext uri="{FF2B5EF4-FFF2-40B4-BE49-F238E27FC236}">
                <a16:creationId xmlns:a16="http://schemas.microsoft.com/office/drawing/2014/main" id="{3331BF95-B846-5F4E-9695-9EE461E02A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597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72" name="Rectangle 58">
            <a:extLst>
              <a:ext uri="{FF2B5EF4-FFF2-40B4-BE49-F238E27FC236}">
                <a16:creationId xmlns:a16="http://schemas.microsoft.com/office/drawing/2014/main" id="{280E0B14-7786-B943-B608-E9D9332F9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614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73" name="Line 59">
            <a:extLst>
              <a:ext uri="{FF2B5EF4-FFF2-40B4-BE49-F238E27FC236}">
                <a16:creationId xmlns:a16="http://schemas.microsoft.com/office/drawing/2014/main" id="{EC2FBDAE-0301-4343-8C69-1B6F682DC6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1209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74" name="Line 60">
            <a:extLst>
              <a:ext uri="{FF2B5EF4-FFF2-40B4-BE49-F238E27FC236}">
                <a16:creationId xmlns:a16="http://schemas.microsoft.com/office/drawing/2014/main" id="{50F1CA46-3C64-154C-937F-DE508A71E0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4384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75" name="Rectangle 61">
            <a:extLst>
              <a:ext uri="{FF2B5EF4-FFF2-40B4-BE49-F238E27FC236}">
                <a16:creationId xmlns:a16="http://schemas.microsoft.com/office/drawing/2014/main" id="{EE3727F6-9B32-6141-B2F5-652DAE80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8321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276" name="Rectangle 62">
            <a:extLst>
              <a:ext uri="{FF2B5EF4-FFF2-40B4-BE49-F238E27FC236}">
                <a16:creationId xmlns:a16="http://schemas.microsoft.com/office/drawing/2014/main" id="{C635A7CA-02AA-2448-BDC0-50E0D97BF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33734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23277" name="Rectangle 63">
            <a:extLst>
              <a:ext uri="{FF2B5EF4-FFF2-40B4-BE49-F238E27FC236}">
                <a16:creationId xmlns:a16="http://schemas.microsoft.com/office/drawing/2014/main" id="{ECEA672E-6886-A94D-BB17-7A644DCAD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843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23278" name="Rectangle 64">
            <a:extLst>
              <a:ext uri="{FF2B5EF4-FFF2-40B4-BE49-F238E27FC236}">
                <a16:creationId xmlns:a16="http://schemas.microsoft.com/office/drawing/2014/main" id="{1C792E52-1ADC-7D42-9B93-143B7C5A0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3681413"/>
            <a:ext cx="492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23279" name="Rectangle 65">
            <a:extLst>
              <a:ext uri="{FF2B5EF4-FFF2-40B4-BE49-F238E27FC236}">
                <a16:creationId xmlns:a16="http://schemas.microsoft.com/office/drawing/2014/main" id="{6787BD5F-4B3A-A74B-9F94-B6B6E00B7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862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23280" name="Rectangle 66">
            <a:extLst>
              <a:ext uri="{FF2B5EF4-FFF2-40B4-BE49-F238E27FC236}">
                <a16:creationId xmlns:a16="http://schemas.microsoft.com/office/drawing/2014/main" id="{A7552179-FFDF-684A-8C03-665616CD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48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23281" name="Line 67">
            <a:extLst>
              <a:ext uri="{FF2B5EF4-FFF2-40B4-BE49-F238E27FC236}">
                <a16:creationId xmlns:a16="http://schemas.microsoft.com/office/drawing/2014/main" id="{A81B5780-12AB-FF4A-85B9-3793208B6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3528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2" name="Line 68">
            <a:extLst>
              <a:ext uri="{FF2B5EF4-FFF2-40B4-BE49-F238E27FC236}">
                <a16:creationId xmlns:a16="http://schemas.microsoft.com/office/drawing/2014/main" id="{A8548DE0-5C06-524B-A08C-93D87DAF57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3" name="Rectangle 69">
            <a:extLst>
              <a:ext uri="{FF2B5EF4-FFF2-40B4-BE49-F238E27FC236}">
                <a16:creationId xmlns:a16="http://schemas.microsoft.com/office/drawing/2014/main" id="{43DE8E7F-3268-9740-B2CB-4AD0AEFB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766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3284" name="Line 70">
            <a:extLst>
              <a:ext uri="{FF2B5EF4-FFF2-40B4-BE49-F238E27FC236}">
                <a16:creationId xmlns:a16="http://schemas.microsoft.com/office/drawing/2014/main" id="{F958EB03-77E8-004B-A444-2732FBA3C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9718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5" name="Line 71">
            <a:extLst>
              <a:ext uri="{FF2B5EF4-FFF2-40B4-BE49-F238E27FC236}">
                <a16:creationId xmlns:a16="http://schemas.microsoft.com/office/drawing/2014/main" id="{49BCFCA6-3E2B-6B4E-8CE0-472ACD77E3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6" name="Rectangle 72">
            <a:extLst>
              <a:ext uri="{FF2B5EF4-FFF2-40B4-BE49-F238E27FC236}">
                <a16:creationId xmlns:a16="http://schemas.microsoft.com/office/drawing/2014/main" id="{00F9156B-36E7-AA4F-AA39-424C06053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9956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3287" name="Line 73">
            <a:extLst>
              <a:ext uri="{FF2B5EF4-FFF2-40B4-BE49-F238E27FC236}">
                <a16:creationId xmlns:a16="http://schemas.microsoft.com/office/drawing/2014/main" id="{ABA07ABA-1B82-4440-9AA5-BAA7D0A366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3528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8" name="Line 74">
            <a:extLst>
              <a:ext uri="{FF2B5EF4-FFF2-40B4-BE49-F238E27FC236}">
                <a16:creationId xmlns:a16="http://schemas.microsoft.com/office/drawing/2014/main" id="{A338B3E5-0F40-6842-B4BD-07C43E6767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2829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89" name="Rectangle 75">
            <a:extLst>
              <a:ext uri="{FF2B5EF4-FFF2-40B4-BE49-F238E27FC236}">
                <a16:creationId xmlns:a16="http://schemas.microsoft.com/office/drawing/2014/main" id="{8B6E41AE-3984-C74E-B5C9-C8890475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376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90" name="Rectangle 76">
            <a:extLst>
              <a:ext uri="{FF2B5EF4-FFF2-40B4-BE49-F238E27FC236}">
                <a16:creationId xmlns:a16="http://schemas.microsoft.com/office/drawing/2014/main" id="{42E0F38B-BA16-A949-A620-C10FBCCA2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0718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23291" name="Line 77">
            <a:extLst>
              <a:ext uri="{FF2B5EF4-FFF2-40B4-BE49-F238E27FC236}">
                <a16:creationId xmlns:a16="http://schemas.microsoft.com/office/drawing/2014/main" id="{00EEB51E-CFB6-484B-8E26-1806ED747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3962400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92" name="Line 78">
            <a:extLst>
              <a:ext uri="{FF2B5EF4-FFF2-40B4-BE49-F238E27FC236}">
                <a16:creationId xmlns:a16="http://schemas.microsoft.com/office/drawing/2014/main" id="{B1731B52-8C0E-F74A-9759-AAEA74A143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38925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93" name="Rectangle 79">
            <a:extLst>
              <a:ext uri="{FF2B5EF4-FFF2-40B4-BE49-F238E27FC236}">
                <a16:creationId xmlns:a16="http://schemas.microsoft.com/office/drawing/2014/main" id="{F4EC48B9-8EAD-1749-B1DC-FEF76C2BF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986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294" name="Rectangle 80">
            <a:extLst>
              <a:ext uri="{FF2B5EF4-FFF2-40B4-BE49-F238E27FC236}">
                <a16:creationId xmlns:a16="http://schemas.microsoft.com/office/drawing/2014/main" id="{426E7154-2A44-E946-953B-27938AA26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7576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23295" name="Line 81">
            <a:extLst>
              <a:ext uri="{FF2B5EF4-FFF2-40B4-BE49-F238E27FC236}">
                <a16:creationId xmlns:a16="http://schemas.microsoft.com/office/drawing/2014/main" id="{55A7AA5A-A061-B142-93F0-DC3BA4C0C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463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2" name="Rectangle 82">
            <a:extLst>
              <a:ext uri="{FF2B5EF4-FFF2-40B4-BE49-F238E27FC236}">
                <a16:creationId xmlns:a16="http://schemas.microsoft.com/office/drawing/2014/main" id="{2C206D88-AADB-D74F-9305-BC352B40A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8462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23297" name="Line 83">
            <a:extLst>
              <a:ext uri="{FF2B5EF4-FFF2-40B4-BE49-F238E27FC236}">
                <a16:creationId xmlns:a16="http://schemas.microsoft.com/office/drawing/2014/main" id="{E59AE867-800C-D04D-A36D-D71DE97B6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9845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298" name="Rectangle 84">
            <a:extLst>
              <a:ext uri="{FF2B5EF4-FFF2-40B4-BE49-F238E27FC236}">
                <a16:creationId xmlns:a16="http://schemas.microsoft.com/office/drawing/2014/main" id="{318A0005-FAA9-0A40-941C-B411695D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6908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23299" name="Rectangle 85">
            <a:extLst>
              <a:ext uri="{FF2B5EF4-FFF2-40B4-BE49-F238E27FC236}">
                <a16:creationId xmlns:a16="http://schemas.microsoft.com/office/drawing/2014/main" id="{EC98E26E-EFE8-7E44-AB81-D5522886C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0718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23300" name="Group 93">
            <a:extLst>
              <a:ext uri="{FF2B5EF4-FFF2-40B4-BE49-F238E27FC236}">
                <a16:creationId xmlns:a16="http://schemas.microsoft.com/office/drawing/2014/main" id="{E4795221-67B6-E444-B681-EC4B7B809B0D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441700"/>
            <a:ext cx="333375" cy="946150"/>
            <a:chOff x="2602" y="2168"/>
            <a:chExt cx="210" cy="596"/>
          </a:xfrm>
        </p:grpSpPr>
        <p:sp>
          <p:nvSpPr>
            <p:cNvPr id="223460" name="Line 86">
              <a:extLst>
                <a:ext uri="{FF2B5EF4-FFF2-40B4-BE49-F238E27FC236}">
                  <a16:creationId xmlns:a16="http://schemas.microsoft.com/office/drawing/2014/main" id="{188E1856-0E5F-5D46-A8FA-D888C0740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6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61" name="Line 87">
              <a:extLst>
                <a:ext uri="{FF2B5EF4-FFF2-40B4-BE49-F238E27FC236}">
                  <a16:creationId xmlns:a16="http://schemas.microsoft.com/office/drawing/2014/main" id="{D63FE7AC-FA76-5D47-97EF-4D9910412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16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62" name="Line 88">
              <a:extLst>
                <a:ext uri="{FF2B5EF4-FFF2-40B4-BE49-F238E27FC236}">
                  <a16:creationId xmlns:a16="http://schemas.microsoft.com/office/drawing/2014/main" id="{A4DC135B-5090-B24D-9989-AA89C8AC2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65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63" name="Line 89">
              <a:extLst>
                <a:ext uri="{FF2B5EF4-FFF2-40B4-BE49-F238E27FC236}">
                  <a16:creationId xmlns:a16="http://schemas.microsoft.com/office/drawing/2014/main" id="{F4D9E749-0C7C-FC47-9E8B-D0DA97624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2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64" name="Rectangle 90">
              <a:extLst>
                <a:ext uri="{FF2B5EF4-FFF2-40B4-BE49-F238E27FC236}">
                  <a16:creationId xmlns:a16="http://schemas.microsoft.com/office/drawing/2014/main" id="{0FD91AC6-CBE8-7D41-9385-7A758214DD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35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3465" name="Rectangle 91">
              <a:extLst>
                <a:ext uri="{FF2B5EF4-FFF2-40B4-BE49-F238E27FC236}">
                  <a16:creationId xmlns:a16="http://schemas.microsoft.com/office/drawing/2014/main" id="{64703D27-AD46-0447-9D78-C68EF4ADC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18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3466" name="Rectangle 92">
              <a:extLst>
                <a:ext uri="{FF2B5EF4-FFF2-40B4-BE49-F238E27FC236}">
                  <a16:creationId xmlns:a16="http://schemas.microsoft.com/office/drawing/2014/main" id="{ACF8AD94-304C-6A41-A99C-1B1D300C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57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3301" name="Line 94">
            <a:extLst>
              <a:ext uri="{FF2B5EF4-FFF2-40B4-BE49-F238E27FC236}">
                <a16:creationId xmlns:a16="http://schemas.microsoft.com/office/drawing/2014/main" id="{AA2F7A20-E352-E64C-B4F0-6A95A60102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6900" y="38100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2" name="Line 95">
            <a:extLst>
              <a:ext uri="{FF2B5EF4-FFF2-40B4-BE49-F238E27FC236}">
                <a16:creationId xmlns:a16="http://schemas.microsoft.com/office/drawing/2014/main" id="{756835F8-ACDA-A74C-BEB4-6D8531404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191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3" name="Line 96">
            <a:extLst>
              <a:ext uri="{FF2B5EF4-FFF2-40B4-BE49-F238E27FC236}">
                <a16:creationId xmlns:a16="http://schemas.microsoft.com/office/drawing/2014/main" id="{42925B83-C7DC-9E4A-A8AB-C259AE3BD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581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4" name="Rectangle 97">
            <a:extLst>
              <a:ext uri="{FF2B5EF4-FFF2-40B4-BE49-F238E27FC236}">
                <a16:creationId xmlns:a16="http://schemas.microsoft.com/office/drawing/2014/main" id="{94C195B3-A295-D746-A901-26EE1B660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5290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23305" name="Rectangle 98">
            <a:extLst>
              <a:ext uri="{FF2B5EF4-FFF2-40B4-BE49-F238E27FC236}">
                <a16:creationId xmlns:a16="http://schemas.microsoft.com/office/drawing/2014/main" id="{B12A1B84-F935-1447-8C29-E777033E5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9100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1779" name="Rectangle 99">
            <a:extLst>
              <a:ext uri="{FF2B5EF4-FFF2-40B4-BE49-F238E27FC236}">
                <a16:creationId xmlns:a16="http://schemas.microsoft.com/office/drawing/2014/main" id="{10321217-B1A6-D049-B4F6-087DA6438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2954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71780" name="Rectangle 100">
            <a:extLst>
              <a:ext uri="{FF2B5EF4-FFF2-40B4-BE49-F238E27FC236}">
                <a16:creationId xmlns:a16="http://schemas.microsoft.com/office/drawing/2014/main" id="{0E05AA0C-4717-3B4C-AFC5-5B269EDA7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8288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23308" name="Group 108">
            <a:extLst>
              <a:ext uri="{FF2B5EF4-FFF2-40B4-BE49-F238E27FC236}">
                <a16:creationId xmlns:a16="http://schemas.microsoft.com/office/drawing/2014/main" id="{01356FD2-B550-1142-9084-29E80294CD9F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343400"/>
            <a:ext cx="941387" cy="333375"/>
            <a:chOff x="2547" y="2736"/>
            <a:chExt cx="593" cy="210"/>
          </a:xfrm>
        </p:grpSpPr>
        <p:sp>
          <p:nvSpPr>
            <p:cNvPr id="223453" name="Line 101">
              <a:extLst>
                <a:ext uri="{FF2B5EF4-FFF2-40B4-BE49-F238E27FC236}">
                  <a16:creationId xmlns:a16="http://schemas.microsoft.com/office/drawing/2014/main" id="{8D15613E-BE2A-1E48-A622-047B54885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757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54" name="Line 102">
              <a:extLst>
                <a:ext uri="{FF2B5EF4-FFF2-40B4-BE49-F238E27FC236}">
                  <a16:creationId xmlns:a16="http://schemas.microsoft.com/office/drawing/2014/main" id="{9ECF7BD3-DF28-3341-BAC1-DE989E0DE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757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55" name="Line 103">
              <a:extLst>
                <a:ext uri="{FF2B5EF4-FFF2-40B4-BE49-F238E27FC236}">
                  <a16:creationId xmlns:a16="http://schemas.microsoft.com/office/drawing/2014/main" id="{3FA748FB-E10D-5344-9885-DAB7EEA26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2909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56" name="Line 104">
              <a:extLst>
                <a:ext uri="{FF2B5EF4-FFF2-40B4-BE49-F238E27FC236}">
                  <a16:creationId xmlns:a16="http://schemas.microsoft.com/office/drawing/2014/main" id="{A4FA5C8A-C1DC-0747-B39F-97FC9128E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765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57" name="Rectangle 105">
              <a:extLst>
                <a:ext uri="{FF2B5EF4-FFF2-40B4-BE49-F238E27FC236}">
                  <a16:creationId xmlns:a16="http://schemas.microsoft.com/office/drawing/2014/main" id="{BE7CE741-AB04-3B47-A38D-C9C39106F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73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3458" name="Rectangle 106">
              <a:extLst>
                <a:ext uri="{FF2B5EF4-FFF2-40B4-BE49-F238E27FC236}">
                  <a16:creationId xmlns:a16="http://schemas.microsoft.com/office/drawing/2014/main" id="{8B011B7A-F028-4A4E-8332-B6B05FAC4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3459" name="Rectangle 107">
              <a:extLst>
                <a:ext uri="{FF2B5EF4-FFF2-40B4-BE49-F238E27FC236}">
                  <a16:creationId xmlns:a16="http://schemas.microsoft.com/office/drawing/2014/main" id="{E000BB0D-E76C-DE47-B9B7-0FDCA7267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3309" name="Line 109">
            <a:extLst>
              <a:ext uri="{FF2B5EF4-FFF2-40B4-BE49-F238E27FC236}">
                <a16:creationId xmlns:a16="http://schemas.microsoft.com/office/drawing/2014/main" id="{F9A2F9A0-DF03-4F41-B2EC-CBBAF5790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1275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0" name="Line 110">
            <a:extLst>
              <a:ext uri="{FF2B5EF4-FFF2-40B4-BE49-F238E27FC236}">
                <a16:creationId xmlns:a16="http://schemas.microsoft.com/office/drawing/2014/main" id="{4E33E08A-D330-7741-9D7D-34F58468BF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114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1" name="Line 111">
            <a:extLst>
              <a:ext uri="{FF2B5EF4-FFF2-40B4-BE49-F238E27FC236}">
                <a16:creationId xmlns:a16="http://schemas.microsoft.com/office/drawing/2014/main" id="{74C525B7-38EB-1841-8CB6-A286FBC89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114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2" name="Line 112">
            <a:extLst>
              <a:ext uri="{FF2B5EF4-FFF2-40B4-BE49-F238E27FC236}">
                <a16:creationId xmlns:a16="http://schemas.microsoft.com/office/drawing/2014/main" id="{A870CBE2-5AA2-1C46-AF37-FC186ADBF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275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3" name="Line 113">
            <a:extLst>
              <a:ext uri="{FF2B5EF4-FFF2-40B4-BE49-F238E27FC236}">
                <a16:creationId xmlns:a16="http://schemas.microsoft.com/office/drawing/2014/main" id="{72ACBD25-8F4C-E04C-9A54-CC9B005B0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660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4" name="Line 114">
            <a:extLst>
              <a:ext uri="{FF2B5EF4-FFF2-40B4-BE49-F238E27FC236}">
                <a16:creationId xmlns:a16="http://schemas.microsoft.com/office/drawing/2014/main" id="{FF610CDA-B577-7144-A4B2-0ECE0F1606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8006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5" name="Line 115">
            <a:extLst>
              <a:ext uri="{FF2B5EF4-FFF2-40B4-BE49-F238E27FC236}">
                <a16:creationId xmlns:a16="http://schemas.microsoft.com/office/drawing/2014/main" id="{9E113607-F5BD-F44E-8025-CEFCF03687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4958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6" name="Line 116">
            <a:extLst>
              <a:ext uri="{FF2B5EF4-FFF2-40B4-BE49-F238E27FC236}">
                <a16:creationId xmlns:a16="http://schemas.microsoft.com/office/drawing/2014/main" id="{8A53A446-8937-C849-8EB1-837C7166B4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1209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7" name="Rectangle 117">
            <a:extLst>
              <a:ext uri="{FF2B5EF4-FFF2-40B4-BE49-F238E27FC236}">
                <a16:creationId xmlns:a16="http://schemas.microsoft.com/office/drawing/2014/main" id="{F5030664-AD7C-8F46-A552-1AC5AD947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8462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RegDst=x</a:t>
            </a:r>
          </a:p>
        </p:txBody>
      </p:sp>
      <p:sp>
        <p:nvSpPr>
          <p:cNvPr id="223318" name="Line 118">
            <a:extLst>
              <a:ext uri="{FF2B5EF4-FFF2-40B4-BE49-F238E27FC236}">
                <a16:creationId xmlns:a16="http://schemas.microsoft.com/office/drawing/2014/main" id="{99A08882-F4A6-3343-BE35-D4C83F751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6609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9" name="Line 119">
            <a:extLst>
              <a:ext uri="{FF2B5EF4-FFF2-40B4-BE49-F238E27FC236}">
                <a16:creationId xmlns:a16="http://schemas.microsoft.com/office/drawing/2014/main" id="{D62C4334-B4A8-D94E-AC49-D0A53CF713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5257800"/>
            <a:ext cx="825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20" name="Line 120">
            <a:extLst>
              <a:ext uri="{FF2B5EF4-FFF2-40B4-BE49-F238E27FC236}">
                <a16:creationId xmlns:a16="http://schemas.microsoft.com/office/drawing/2014/main" id="{24695998-6D9E-8D4F-BB2C-D3A4F3F87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5085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3321" name="Group 128">
            <a:extLst>
              <a:ext uri="{FF2B5EF4-FFF2-40B4-BE49-F238E27FC236}">
                <a16:creationId xmlns:a16="http://schemas.microsoft.com/office/drawing/2014/main" id="{46A80D69-C9BB-8B45-856F-FC5DCAE81686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832100"/>
            <a:ext cx="333375" cy="946150"/>
            <a:chOff x="634" y="1784"/>
            <a:chExt cx="210" cy="596"/>
          </a:xfrm>
        </p:grpSpPr>
        <p:sp>
          <p:nvSpPr>
            <p:cNvPr id="223446" name="Line 121">
              <a:extLst>
                <a:ext uri="{FF2B5EF4-FFF2-40B4-BE49-F238E27FC236}">
                  <a16:creationId xmlns:a16="http://schemas.microsoft.com/office/drawing/2014/main" id="{86E89613-4C4A-9742-8A13-10D0B153B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47" name="Line 122">
              <a:extLst>
                <a:ext uri="{FF2B5EF4-FFF2-40B4-BE49-F238E27FC236}">
                  <a16:creationId xmlns:a16="http://schemas.microsoft.com/office/drawing/2014/main" id="{D5CE0A85-D073-BA42-B8A2-B4E1CDFB8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48" name="Line 123">
              <a:extLst>
                <a:ext uri="{FF2B5EF4-FFF2-40B4-BE49-F238E27FC236}">
                  <a16:creationId xmlns:a16="http://schemas.microsoft.com/office/drawing/2014/main" id="{DDACE03B-E891-E64C-90E9-C909D8D92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49" name="Line 124">
              <a:extLst>
                <a:ext uri="{FF2B5EF4-FFF2-40B4-BE49-F238E27FC236}">
                  <a16:creationId xmlns:a16="http://schemas.microsoft.com/office/drawing/2014/main" id="{5DDDBD61-A9FB-AE46-9586-37CB83F08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50" name="Rectangle 125">
              <a:extLst>
                <a:ext uri="{FF2B5EF4-FFF2-40B4-BE49-F238E27FC236}">
                  <a16:creationId xmlns:a16="http://schemas.microsoft.com/office/drawing/2014/main" id="{B040F3FA-F4A1-DB4E-BF08-CF9AC9915F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3451" name="Rectangle 126">
              <a:extLst>
                <a:ext uri="{FF2B5EF4-FFF2-40B4-BE49-F238E27FC236}">
                  <a16:creationId xmlns:a16="http://schemas.microsoft.com/office/drawing/2014/main" id="{25E97320-356F-3B4F-96E1-E5619623E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3452" name="Rectangle 127">
              <a:extLst>
                <a:ext uri="{FF2B5EF4-FFF2-40B4-BE49-F238E27FC236}">
                  <a16:creationId xmlns:a16="http://schemas.microsoft.com/office/drawing/2014/main" id="{D8B619B7-5640-3A4E-A225-4B69DD733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3322" name="Line 129">
            <a:extLst>
              <a:ext uri="{FF2B5EF4-FFF2-40B4-BE49-F238E27FC236}">
                <a16:creationId xmlns:a16="http://schemas.microsoft.com/office/drawing/2014/main" id="{15ADAF98-C2E8-F549-8833-25BDD71E3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71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23" name="Line 130">
            <a:extLst>
              <a:ext uri="{FF2B5EF4-FFF2-40B4-BE49-F238E27FC236}">
                <a16:creationId xmlns:a16="http://schemas.microsoft.com/office/drawing/2014/main" id="{E8DB1D06-DF2F-B84D-8B62-70F6D33480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24" name="Rectangle 131">
            <a:extLst>
              <a:ext uri="{FF2B5EF4-FFF2-40B4-BE49-F238E27FC236}">
                <a16:creationId xmlns:a16="http://schemas.microsoft.com/office/drawing/2014/main" id="{967A6939-CCBC-D04B-9584-F74F68471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2995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325" name="Line 132">
            <a:extLst>
              <a:ext uri="{FF2B5EF4-FFF2-40B4-BE49-F238E27FC236}">
                <a16:creationId xmlns:a16="http://schemas.microsoft.com/office/drawing/2014/main" id="{6EBB6EF9-5ECF-924A-8708-ADD2C9DC7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59410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26" name="Line 133">
            <a:extLst>
              <a:ext uri="{FF2B5EF4-FFF2-40B4-BE49-F238E27FC236}">
                <a16:creationId xmlns:a16="http://schemas.microsoft.com/office/drawing/2014/main" id="{0309D97E-ABE9-9845-9DA9-4C3B7EFB21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581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27" name="Rectangle 134">
            <a:extLst>
              <a:ext uri="{FF2B5EF4-FFF2-40B4-BE49-F238E27FC236}">
                <a16:creationId xmlns:a16="http://schemas.microsoft.com/office/drawing/2014/main" id="{17AF1D49-2A82-3D49-935B-AEAE7CB4D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2987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328" name="Rectangle 135">
            <a:extLst>
              <a:ext uri="{FF2B5EF4-FFF2-40B4-BE49-F238E27FC236}">
                <a16:creationId xmlns:a16="http://schemas.microsoft.com/office/drawing/2014/main" id="{ED28EB53-E710-D34C-9AB6-441F1F99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3066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23329" name="Line 136">
            <a:extLst>
              <a:ext uri="{FF2B5EF4-FFF2-40B4-BE49-F238E27FC236}">
                <a16:creationId xmlns:a16="http://schemas.microsoft.com/office/drawing/2014/main" id="{F6F38EA0-F231-4849-AF6D-9A691B928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6035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17" name="Rectangle 137">
            <a:extLst>
              <a:ext uri="{FF2B5EF4-FFF2-40B4-BE49-F238E27FC236}">
                <a16:creationId xmlns:a16="http://schemas.microsoft.com/office/drawing/2014/main" id="{DB673216-C879-3D42-9221-3DD9313CA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58674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MemtoReg=x</a:t>
            </a:r>
          </a:p>
        </p:txBody>
      </p:sp>
      <p:grpSp>
        <p:nvGrpSpPr>
          <p:cNvPr id="223331" name="Group 140">
            <a:extLst>
              <a:ext uri="{FF2B5EF4-FFF2-40B4-BE49-F238E27FC236}">
                <a16:creationId xmlns:a16="http://schemas.microsoft.com/office/drawing/2014/main" id="{688E8BB8-CF13-244B-B22C-7940DBC775C1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410200"/>
            <a:ext cx="857250" cy="333375"/>
            <a:chOff x="2776" y="3408"/>
            <a:chExt cx="540" cy="210"/>
          </a:xfrm>
        </p:grpSpPr>
        <p:sp>
          <p:nvSpPr>
            <p:cNvPr id="223444" name="Rectangle 138">
              <a:extLst>
                <a:ext uri="{FF2B5EF4-FFF2-40B4-BE49-F238E27FC236}">
                  <a16:creationId xmlns:a16="http://schemas.microsoft.com/office/drawing/2014/main" id="{CB74B720-ABA7-0540-8D0D-07C6E76EF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416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3445" name="Rectangle 139">
              <a:extLst>
                <a:ext uri="{FF2B5EF4-FFF2-40B4-BE49-F238E27FC236}">
                  <a16:creationId xmlns:a16="http://schemas.microsoft.com/office/drawing/2014/main" id="{00D91CDA-B164-1141-A62B-579A0709B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408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23332" name="Line 141">
            <a:extLst>
              <a:ext uri="{FF2B5EF4-FFF2-40B4-BE49-F238E27FC236}">
                <a16:creationId xmlns:a16="http://schemas.microsoft.com/office/drawing/2014/main" id="{BAD8F1F3-D533-BC4A-A018-9AAAD0D97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7277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22" name="Rectangle 142">
            <a:extLst>
              <a:ext uri="{FF2B5EF4-FFF2-40B4-BE49-F238E27FC236}">
                <a16:creationId xmlns:a16="http://schemas.microsoft.com/office/drawing/2014/main" id="{AF211259-52A8-C344-9900-BD41EBFF5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58674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23334" name="Group 150">
            <a:extLst>
              <a:ext uri="{FF2B5EF4-FFF2-40B4-BE49-F238E27FC236}">
                <a16:creationId xmlns:a16="http://schemas.microsoft.com/office/drawing/2014/main" id="{7BA163C6-6854-2C41-9AFD-617DADD3C65F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527300"/>
            <a:ext cx="333375" cy="946150"/>
            <a:chOff x="4186" y="1592"/>
            <a:chExt cx="210" cy="596"/>
          </a:xfrm>
        </p:grpSpPr>
        <p:sp>
          <p:nvSpPr>
            <p:cNvPr id="223437" name="Line 143">
              <a:extLst>
                <a:ext uri="{FF2B5EF4-FFF2-40B4-BE49-F238E27FC236}">
                  <a16:creationId xmlns:a16="http://schemas.microsoft.com/office/drawing/2014/main" id="{4CCA8B78-97CC-6544-B855-B23F2CB19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592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38" name="Line 144">
              <a:extLst>
                <a:ext uri="{FF2B5EF4-FFF2-40B4-BE49-F238E27FC236}">
                  <a16:creationId xmlns:a16="http://schemas.microsoft.com/office/drawing/2014/main" id="{9D02EEEA-F9F7-BB4E-B38E-D5F009CE1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592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39" name="Line 145">
              <a:extLst>
                <a:ext uri="{FF2B5EF4-FFF2-40B4-BE49-F238E27FC236}">
                  <a16:creationId xmlns:a16="http://schemas.microsoft.com/office/drawing/2014/main" id="{8D39A064-68B9-6E48-8990-485365B58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083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40" name="Line 146">
              <a:extLst>
                <a:ext uri="{FF2B5EF4-FFF2-40B4-BE49-F238E27FC236}">
                  <a16:creationId xmlns:a16="http://schemas.microsoft.com/office/drawing/2014/main" id="{4E8B6B84-1E3E-864D-BF2D-AC34D4D89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4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41" name="Rectangle 147">
              <a:extLst>
                <a:ext uri="{FF2B5EF4-FFF2-40B4-BE49-F238E27FC236}">
                  <a16:creationId xmlns:a16="http://schemas.microsoft.com/office/drawing/2014/main" id="{323C8CB6-5940-0D48-BF20-5828E590E6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77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3442" name="Rectangle 148">
              <a:extLst>
                <a:ext uri="{FF2B5EF4-FFF2-40B4-BE49-F238E27FC236}">
                  <a16:creationId xmlns:a16="http://schemas.microsoft.com/office/drawing/2014/main" id="{DC5B0989-5FBE-CC46-A31B-870940984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60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3443" name="Rectangle 149">
              <a:extLst>
                <a:ext uri="{FF2B5EF4-FFF2-40B4-BE49-F238E27FC236}">
                  <a16:creationId xmlns:a16="http://schemas.microsoft.com/office/drawing/2014/main" id="{4D8BA782-73F5-9849-BBD3-28D450784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99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3335" name="Line 151">
            <a:extLst>
              <a:ext uri="{FF2B5EF4-FFF2-40B4-BE49-F238E27FC236}">
                <a16:creationId xmlns:a16="http://schemas.microsoft.com/office/drawing/2014/main" id="{1F51E027-B34E-B944-AB9C-0C284AD08E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29718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36" name="Line 152">
            <a:extLst>
              <a:ext uri="{FF2B5EF4-FFF2-40B4-BE49-F238E27FC236}">
                <a16:creationId xmlns:a16="http://schemas.microsoft.com/office/drawing/2014/main" id="{2564B92B-E0EC-8A47-98CB-C6AE9CFBE1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37" name="Rectangle 153">
            <a:extLst>
              <a:ext uri="{FF2B5EF4-FFF2-40B4-BE49-F238E27FC236}">
                <a16:creationId xmlns:a16="http://schemas.microsoft.com/office/drawing/2014/main" id="{F20E1D4B-C6C4-5646-BEE2-7A145ABB3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2995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338" name="Line 154">
            <a:extLst>
              <a:ext uri="{FF2B5EF4-FFF2-40B4-BE49-F238E27FC236}">
                <a16:creationId xmlns:a16="http://schemas.microsoft.com/office/drawing/2014/main" id="{979CFEFA-04AD-5C47-AF1B-894B75DBE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146300"/>
            <a:ext cx="0" cy="3937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39" name="Line 155">
            <a:extLst>
              <a:ext uri="{FF2B5EF4-FFF2-40B4-BE49-F238E27FC236}">
                <a16:creationId xmlns:a16="http://schemas.microsoft.com/office/drawing/2014/main" id="{C0033D20-CC28-AE4E-A868-A9AED8487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4813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0" name="Line 156">
            <a:extLst>
              <a:ext uri="{FF2B5EF4-FFF2-40B4-BE49-F238E27FC236}">
                <a16:creationId xmlns:a16="http://schemas.microsoft.com/office/drawing/2014/main" id="{B9D2DFC2-4361-C347-BCF1-8827E2D3F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4813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1" name="Line 157">
            <a:extLst>
              <a:ext uri="{FF2B5EF4-FFF2-40B4-BE49-F238E27FC236}">
                <a16:creationId xmlns:a16="http://schemas.microsoft.com/office/drawing/2014/main" id="{389C6745-CA21-0D4E-8D23-73EE8BEE0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5593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2" name="Line 158">
            <a:extLst>
              <a:ext uri="{FF2B5EF4-FFF2-40B4-BE49-F238E27FC236}">
                <a16:creationId xmlns:a16="http://schemas.microsoft.com/office/drawing/2014/main" id="{10C37D06-CB71-1948-8763-1D289CF17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941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3" name="Line 159">
            <a:extLst>
              <a:ext uri="{FF2B5EF4-FFF2-40B4-BE49-F238E27FC236}">
                <a16:creationId xmlns:a16="http://schemas.microsoft.com/office/drawing/2014/main" id="{D0ECDF72-556E-7E41-9105-2EA3379EA6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7021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4" name="Rectangle 160">
            <a:extLst>
              <a:ext uri="{FF2B5EF4-FFF2-40B4-BE49-F238E27FC236}">
                <a16:creationId xmlns:a16="http://schemas.microsoft.com/office/drawing/2014/main" id="{75483C2F-E0B0-D746-8140-39A76EC51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5290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3345" name="Rectangle 161">
            <a:extLst>
              <a:ext uri="{FF2B5EF4-FFF2-40B4-BE49-F238E27FC236}">
                <a16:creationId xmlns:a16="http://schemas.microsoft.com/office/drawing/2014/main" id="{60C62E93-B5B2-A240-A33C-5F83B59C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851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3346" name="Rectangle 162">
            <a:extLst>
              <a:ext uri="{FF2B5EF4-FFF2-40B4-BE49-F238E27FC236}">
                <a16:creationId xmlns:a16="http://schemas.microsoft.com/office/drawing/2014/main" id="{D9225DBF-D2D4-A84A-B433-06C4C867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5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3347" name="Rectangle 163">
            <a:extLst>
              <a:ext uri="{FF2B5EF4-FFF2-40B4-BE49-F238E27FC236}">
                <a16:creationId xmlns:a16="http://schemas.microsoft.com/office/drawing/2014/main" id="{70072907-3126-CA4A-A2C9-6E51FD7B0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84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3348" name="Line 164">
            <a:extLst>
              <a:ext uri="{FF2B5EF4-FFF2-40B4-BE49-F238E27FC236}">
                <a16:creationId xmlns:a16="http://schemas.microsoft.com/office/drawing/2014/main" id="{90E8A2CF-0568-784E-B69C-758B102BC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657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49" name="Rectangle 165">
            <a:extLst>
              <a:ext uri="{FF2B5EF4-FFF2-40B4-BE49-F238E27FC236}">
                <a16:creationId xmlns:a16="http://schemas.microsoft.com/office/drawing/2014/main" id="{92D8E2B0-0169-A44C-B537-8C474C3E4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052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23350" name="Group 169">
            <a:extLst>
              <a:ext uri="{FF2B5EF4-FFF2-40B4-BE49-F238E27FC236}">
                <a16:creationId xmlns:a16="http://schemas.microsoft.com/office/drawing/2014/main" id="{40002025-0D15-3945-8F16-BC73ACB89DEB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492750"/>
            <a:ext cx="560387" cy="395288"/>
            <a:chOff x="2439" y="3460"/>
            <a:chExt cx="353" cy="249"/>
          </a:xfrm>
        </p:grpSpPr>
        <p:sp>
          <p:nvSpPr>
            <p:cNvPr id="223434" name="Line 166">
              <a:extLst>
                <a:ext uri="{FF2B5EF4-FFF2-40B4-BE49-F238E27FC236}">
                  <a16:creationId xmlns:a16="http://schemas.microsoft.com/office/drawing/2014/main" id="{7D79F7E1-DF48-EA48-B6C7-5687B302C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50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35" name="Line 167">
              <a:extLst>
                <a:ext uri="{FF2B5EF4-FFF2-40B4-BE49-F238E27FC236}">
                  <a16:creationId xmlns:a16="http://schemas.microsoft.com/office/drawing/2014/main" id="{27096267-3421-534B-BB3E-071164CC8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46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36" name="Rectangle 168">
              <a:extLst>
                <a:ext uri="{FF2B5EF4-FFF2-40B4-BE49-F238E27FC236}">
                  <a16:creationId xmlns:a16="http://schemas.microsoft.com/office/drawing/2014/main" id="{315C1FD9-2F42-CA41-830B-8D29C56A7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519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23351" name="Rectangle 170">
            <a:extLst>
              <a:ext uri="{FF2B5EF4-FFF2-40B4-BE49-F238E27FC236}">
                <a16:creationId xmlns:a16="http://schemas.microsoft.com/office/drawing/2014/main" id="{CA4BE928-8389-E44C-B2C1-820C41E07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510213"/>
            <a:ext cx="5159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23352" name="Line 171">
            <a:extLst>
              <a:ext uri="{FF2B5EF4-FFF2-40B4-BE49-F238E27FC236}">
                <a16:creationId xmlns:a16="http://schemas.microsoft.com/office/drawing/2014/main" id="{3B8F6ABA-9814-9C46-927F-F8176CFA7B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5626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53" name="Line 172">
            <a:extLst>
              <a:ext uri="{FF2B5EF4-FFF2-40B4-BE49-F238E27FC236}">
                <a16:creationId xmlns:a16="http://schemas.microsoft.com/office/drawing/2014/main" id="{A18DE037-3D93-7B4C-A7FD-63E2C13985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4927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54" name="Rectangle 173">
            <a:extLst>
              <a:ext uri="{FF2B5EF4-FFF2-40B4-BE49-F238E27FC236}">
                <a16:creationId xmlns:a16="http://schemas.microsoft.com/office/drawing/2014/main" id="{42DA1E2E-6A99-3048-A4E7-1289542E1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586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3355" name="Group 176">
            <a:extLst>
              <a:ext uri="{FF2B5EF4-FFF2-40B4-BE49-F238E27FC236}">
                <a16:creationId xmlns:a16="http://schemas.microsoft.com/office/drawing/2014/main" id="{1E4A5507-CB2C-C441-9DE8-620B7883EE31}"/>
              </a:ext>
            </a:extLst>
          </p:cNvPr>
          <p:cNvGrpSpPr>
            <a:grpSpLocks/>
          </p:cNvGrpSpPr>
          <p:nvPr/>
        </p:nvGrpSpPr>
        <p:grpSpPr bwMode="auto">
          <a:xfrm>
            <a:off x="5691188" y="4495800"/>
            <a:ext cx="571500" cy="333375"/>
            <a:chOff x="3585" y="2832"/>
            <a:chExt cx="360" cy="210"/>
          </a:xfrm>
        </p:grpSpPr>
        <p:sp>
          <p:nvSpPr>
            <p:cNvPr id="223432" name="Rectangle 174">
              <a:extLst>
                <a:ext uri="{FF2B5EF4-FFF2-40B4-BE49-F238E27FC236}">
                  <a16:creationId xmlns:a16="http://schemas.microsoft.com/office/drawing/2014/main" id="{0271DB60-1275-9C4B-9A16-569DF86D9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40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3433" name="Rectangle 175">
              <a:extLst>
                <a:ext uri="{FF2B5EF4-FFF2-40B4-BE49-F238E27FC236}">
                  <a16:creationId xmlns:a16="http://schemas.microsoft.com/office/drawing/2014/main" id="{0B9BB049-3149-4C4E-A099-CD03F2AD0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2832"/>
              <a:ext cx="36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 2</a:t>
              </a:r>
            </a:p>
          </p:txBody>
        </p:sp>
      </p:grpSp>
      <p:sp>
        <p:nvSpPr>
          <p:cNvPr id="223356" name="Line 177">
            <a:extLst>
              <a:ext uri="{FF2B5EF4-FFF2-40B4-BE49-F238E27FC236}">
                <a16:creationId xmlns:a16="http://schemas.microsoft.com/office/drawing/2014/main" id="{B9C5592D-35DB-7140-B6CF-C9F5140022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2672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57" name="Line 178">
            <a:extLst>
              <a:ext uri="{FF2B5EF4-FFF2-40B4-BE49-F238E27FC236}">
                <a16:creationId xmlns:a16="http://schemas.microsoft.com/office/drawing/2014/main" id="{54A1B804-1868-3748-A877-8E3FCF690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2799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58" name="Line 179">
            <a:extLst>
              <a:ext uri="{FF2B5EF4-FFF2-40B4-BE49-F238E27FC236}">
                <a16:creationId xmlns:a16="http://schemas.microsoft.com/office/drawing/2014/main" id="{25669817-9B36-8747-BB48-52421F653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7879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59" name="Line 180">
            <a:extLst>
              <a:ext uri="{FF2B5EF4-FFF2-40B4-BE49-F238E27FC236}">
                <a16:creationId xmlns:a16="http://schemas.microsoft.com/office/drawing/2014/main" id="{D315F31D-7456-6343-89D9-7ECCC04E6B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572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0" name="Line 181">
            <a:extLst>
              <a:ext uri="{FF2B5EF4-FFF2-40B4-BE49-F238E27FC236}">
                <a16:creationId xmlns:a16="http://schemas.microsoft.com/office/drawing/2014/main" id="{1BE4B703-C035-8C44-898F-6F53838FB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5847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1" name="Line 182">
            <a:extLst>
              <a:ext uri="{FF2B5EF4-FFF2-40B4-BE49-F238E27FC236}">
                <a16:creationId xmlns:a16="http://schemas.microsoft.com/office/drawing/2014/main" id="{5ADB86F8-1498-1742-9F8D-68FCFBB7C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5562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2" name="Line 183">
            <a:extLst>
              <a:ext uri="{FF2B5EF4-FFF2-40B4-BE49-F238E27FC236}">
                <a16:creationId xmlns:a16="http://schemas.microsoft.com/office/drawing/2014/main" id="{F9339F93-BB4F-5945-B9BA-FCEC57F8CB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8100" y="39624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3" name="Line 184">
            <a:extLst>
              <a:ext uri="{FF2B5EF4-FFF2-40B4-BE49-F238E27FC236}">
                <a16:creationId xmlns:a16="http://schemas.microsoft.com/office/drawing/2014/main" id="{C83396BF-6E3A-1D45-AA81-DE17387CB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987800"/>
            <a:ext cx="0" cy="939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4" name="Line 185">
            <a:extLst>
              <a:ext uri="{FF2B5EF4-FFF2-40B4-BE49-F238E27FC236}">
                <a16:creationId xmlns:a16="http://schemas.microsoft.com/office/drawing/2014/main" id="{DDF0A054-073E-964A-B7B8-8586C9B21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600" y="4953000"/>
            <a:ext cx="5308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5" name="Line 186">
            <a:extLst>
              <a:ext uri="{FF2B5EF4-FFF2-40B4-BE49-F238E27FC236}">
                <a16:creationId xmlns:a16="http://schemas.microsoft.com/office/drawing/2014/main" id="{AE2FF658-4838-394F-AC90-580D82A1B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216400"/>
            <a:ext cx="0" cy="711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7" name="Rectangle 187">
            <a:extLst>
              <a:ext uri="{FF2B5EF4-FFF2-40B4-BE49-F238E27FC236}">
                <a16:creationId xmlns:a16="http://schemas.microsoft.com/office/drawing/2014/main" id="{06D3CF16-4887-8444-BC9E-B123D4695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8674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23367" name="Line 188">
            <a:extLst>
              <a:ext uri="{FF2B5EF4-FFF2-40B4-BE49-F238E27FC236}">
                <a16:creationId xmlns:a16="http://schemas.microsoft.com/office/drawing/2014/main" id="{CEFDC537-7EDC-3348-8F2D-190ED2153D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6703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8" name="Line 189">
            <a:extLst>
              <a:ext uri="{FF2B5EF4-FFF2-40B4-BE49-F238E27FC236}">
                <a16:creationId xmlns:a16="http://schemas.microsoft.com/office/drawing/2014/main" id="{DF275DBC-A087-1A49-BD14-788788372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8415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69" name="Line 190">
            <a:extLst>
              <a:ext uri="{FF2B5EF4-FFF2-40B4-BE49-F238E27FC236}">
                <a16:creationId xmlns:a16="http://schemas.microsoft.com/office/drawing/2014/main" id="{72060F43-B991-254B-A31F-10501E8703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8415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70" name="Line 191">
            <a:extLst>
              <a:ext uri="{FF2B5EF4-FFF2-40B4-BE49-F238E27FC236}">
                <a16:creationId xmlns:a16="http://schemas.microsoft.com/office/drawing/2014/main" id="{824CFFC1-57AE-864B-B034-AA2D6D72CC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6209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71" name="Line 192">
            <a:extLst>
              <a:ext uri="{FF2B5EF4-FFF2-40B4-BE49-F238E27FC236}">
                <a16:creationId xmlns:a16="http://schemas.microsoft.com/office/drawing/2014/main" id="{89394D87-090B-0249-AFF5-3680601AF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19240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72" name="Rectangle 193">
            <a:extLst>
              <a:ext uri="{FF2B5EF4-FFF2-40B4-BE49-F238E27FC236}">
                <a16:creationId xmlns:a16="http://schemas.microsoft.com/office/drawing/2014/main" id="{7AEB2038-D7FA-8B45-8FD0-1E6CCE7ABF9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1336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23373" name="Rectangle 194">
            <a:extLst>
              <a:ext uri="{FF2B5EF4-FFF2-40B4-BE49-F238E27FC236}">
                <a16:creationId xmlns:a16="http://schemas.microsoft.com/office/drawing/2014/main" id="{B154AC2A-B71D-5D40-AB5B-FE467A6D52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1860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3374" name="Rectangle 195">
            <a:extLst>
              <a:ext uri="{FF2B5EF4-FFF2-40B4-BE49-F238E27FC236}">
                <a16:creationId xmlns:a16="http://schemas.microsoft.com/office/drawing/2014/main" id="{B072969E-FBF4-4640-971E-F0451E155EE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486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23375" name="Group 198">
            <a:extLst>
              <a:ext uri="{FF2B5EF4-FFF2-40B4-BE49-F238E27FC236}">
                <a16:creationId xmlns:a16="http://schemas.microsoft.com/office/drawing/2014/main" id="{B616269C-18C7-454D-A203-F0885B95C7E7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828800"/>
            <a:ext cx="801687" cy="333375"/>
            <a:chOff x="5175" y="1152"/>
            <a:chExt cx="505" cy="210"/>
          </a:xfrm>
        </p:grpSpPr>
        <p:sp>
          <p:nvSpPr>
            <p:cNvPr id="223430" name="Rectangle 196">
              <a:extLst>
                <a:ext uri="{FF2B5EF4-FFF2-40B4-BE49-F238E27FC236}">
                  <a16:creationId xmlns:a16="http://schemas.microsoft.com/office/drawing/2014/main" id="{330206B7-C7EF-B14C-80CF-A1E097CD2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160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3431" name="Rectangle 197">
              <a:extLst>
                <a:ext uri="{FF2B5EF4-FFF2-40B4-BE49-F238E27FC236}">
                  <a16:creationId xmlns:a16="http://schemas.microsoft.com/office/drawing/2014/main" id="{1495197C-D239-F443-8318-49BA36D5D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152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23376" name="Oval 199">
            <a:extLst>
              <a:ext uri="{FF2B5EF4-FFF2-40B4-BE49-F238E27FC236}">
                <a16:creationId xmlns:a16="http://schemas.microsoft.com/office/drawing/2014/main" id="{2BF8EB55-3678-1F4E-B1C5-935DABD9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146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377" name="Line 200">
            <a:extLst>
              <a:ext uri="{FF2B5EF4-FFF2-40B4-BE49-F238E27FC236}">
                <a16:creationId xmlns:a16="http://schemas.microsoft.com/office/drawing/2014/main" id="{96E8BDD2-FF4D-7046-BDA6-25878D232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5113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78" name="Line 201">
            <a:extLst>
              <a:ext uri="{FF2B5EF4-FFF2-40B4-BE49-F238E27FC236}">
                <a16:creationId xmlns:a16="http://schemas.microsoft.com/office/drawing/2014/main" id="{12A2B372-9DCC-804B-828C-54BBDE615C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5113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79" name="Oval 202">
            <a:extLst>
              <a:ext uri="{FF2B5EF4-FFF2-40B4-BE49-F238E27FC236}">
                <a16:creationId xmlns:a16="http://schemas.microsoft.com/office/drawing/2014/main" id="{8C158D7F-99E0-8B40-AAF4-4EFAE9CBB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689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3380" name="Line 203">
            <a:extLst>
              <a:ext uri="{FF2B5EF4-FFF2-40B4-BE49-F238E27FC236}">
                <a16:creationId xmlns:a16="http://schemas.microsoft.com/office/drawing/2014/main" id="{060B29E4-DD4E-2D4E-8C9B-0219E468EE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5113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3381" name="Group 207">
            <a:extLst>
              <a:ext uri="{FF2B5EF4-FFF2-40B4-BE49-F238E27FC236}">
                <a16:creationId xmlns:a16="http://schemas.microsoft.com/office/drawing/2014/main" id="{1E409FDD-E685-7343-AF7F-A7476E2A8A9D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1911350"/>
            <a:ext cx="641350" cy="395288"/>
            <a:chOff x="4760" y="1204"/>
            <a:chExt cx="404" cy="249"/>
          </a:xfrm>
        </p:grpSpPr>
        <p:sp>
          <p:nvSpPr>
            <p:cNvPr id="223427" name="Line 204">
              <a:extLst>
                <a:ext uri="{FF2B5EF4-FFF2-40B4-BE49-F238E27FC236}">
                  <a16:creationId xmlns:a16="http://schemas.microsoft.com/office/drawing/2014/main" id="{ED4510CA-C269-004B-AEC0-A018BA0EA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248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8" name="Line 205">
              <a:extLst>
                <a:ext uri="{FF2B5EF4-FFF2-40B4-BE49-F238E27FC236}">
                  <a16:creationId xmlns:a16="http://schemas.microsoft.com/office/drawing/2014/main" id="{EE931DE2-04F9-3342-BA0E-1B7CE623F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204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9" name="Rectangle 206">
              <a:extLst>
                <a:ext uri="{FF2B5EF4-FFF2-40B4-BE49-F238E27FC236}">
                  <a16:creationId xmlns:a16="http://schemas.microsoft.com/office/drawing/2014/main" id="{C829BA80-2CF0-C94A-A417-750D158527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263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3382" name="Line 208">
            <a:extLst>
              <a:ext uri="{FF2B5EF4-FFF2-40B4-BE49-F238E27FC236}">
                <a16:creationId xmlns:a16="http://schemas.microsoft.com/office/drawing/2014/main" id="{7B5AC202-4953-CA47-8810-5ED804DEF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2882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83" name="Line 209">
            <a:extLst>
              <a:ext uri="{FF2B5EF4-FFF2-40B4-BE49-F238E27FC236}">
                <a16:creationId xmlns:a16="http://schemas.microsoft.com/office/drawing/2014/main" id="{FB31CBB6-4901-9F46-A4D3-D85A7BE1B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4290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84" name="Rectangle 210">
            <a:extLst>
              <a:ext uri="{FF2B5EF4-FFF2-40B4-BE49-F238E27FC236}">
                <a16:creationId xmlns:a16="http://schemas.microsoft.com/office/drawing/2014/main" id="{7379F960-F2A8-E945-81E8-587A7E28D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608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3385" name="Line 211">
            <a:extLst>
              <a:ext uri="{FF2B5EF4-FFF2-40B4-BE49-F238E27FC236}">
                <a16:creationId xmlns:a16="http://schemas.microsoft.com/office/drawing/2014/main" id="{951D569E-1F97-B64C-BE07-0F9097EE1B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5908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86" name="Line 212">
            <a:extLst>
              <a:ext uri="{FF2B5EF4-FFF2-40B4-BE49-F238E27FC236}">
                <a16:creationId xmlns:a16="http://schemas.microsoft.com/office/drawing/2014/main" id="{5D5EA925-6CB1-7744-B5FE-277AC69B0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6002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87" name="Line 213">
            <a:extLst>
              <a:ext uri="{FF2B5EF4-FFF2-40B4-BE49-F238E27FC236}">
                <a16:creationId xmlns:a16="http://schemas.microsoft.com/office/drawing/2014/main" id="{1A5390FC-3CF1-784F-A061-AE1F53044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526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88" name="Line 214">
            <a:extLst>
              <a:ext uri="{FF2B5EF4-FFF2-40B4-BE49-F238E27FC236}">
                <a16:creationId xmlns:a16="http://schemas.microsoft.com/office/drawing/2014/main" id="{608A7C0F-AEBC-C34D-B7FE-B3A7520F1D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676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3389" name="Group 220">
            <a:extLst>
              <a:ext uri="{FF2B5EF4-FFF2-40B4-BE49-F238E27FC236}">
                <a16:creationId xmlns:a16="http://schemas.microsoft.com/office/drawing/2014/main" id="{7E7556DF-985C-8E4A-8213-F19CBFC91D2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24000"/>
            <a:ext cx="381000" cy="306388"/>
            <a:chOff x="672" y="960"/>
            <a:chExt cx="240" cy="193"/>
          </a:xfrm>
        </p:grpSpPr>
        <p:sp>
          <p:nvSpPr>
            <p:cNvPr id="223422" name="Arc 215">
              <a:extLst>
                <a:ext uri="{FF2B5EF4-FFF2-40B4-BE49-F238E27FC236}">
                  <a16:creationId xmlns:a16="http://schemas.microsoft.com/office/drawing/2014/main" id="{F10ADEA5-8436-9A43-BF0C-22AE3CD59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969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3" name="Arc 216">
              <a:extLst>
                <a:ext uri="{FF2B5EF4-FFF2-40B4-BE49-F238E27FC236}">
                  <a16:creationId xmlns:a16="http://schemas.microsoft.com/office/drawing/2014/main" id="{D058DC88-9CE5-C14D-8875-11B5674E25D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0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4" name="Line 217">
              <a:extLst>
                <a:ext uri="{FF2B5EF4-FFF2-40B4-BE49-F238E27FC236}">
                  <a16:creationId xmlns:a16="http://schemas.microsoft.com/office/drawing/2014/main" id="{33996FDE-20A7-FC4A-8BBE-8021FC1A0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960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5" name="Line 218">
              <a:extLst>
                <a:ext uri="{FF2B5EF4-FFF2-40B4-BE49-F238E27FC236}">
                  <a16:creationId xmlns:a16="http://schemas.microsoft.com/office/drawing/2014/main" id="{F3E091B7-C580-5041-B5CA-EB121E49B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6" name="Line 219">
              <a:extLst>
                <a:ext uri="{FF2B5EF4-FFF2-40B4-BE49-F238E27FC236}">
                  <a16:creationId xmlns:a16="http://schemas.microsoft.com/office/drawing/2014/main" id="{D2292980-8D44-1B4A-ADEB-2D213AB99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6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3390" name="Line 221">
            <a:extLst>
              <a:ext uri="{FF2B5EF4-FFF2-40B4-BE49-F238E27FC236}">
                <a16:creationId xmlns:a16="http://schemas.microsoft.com/office/drawing/2014/main" id="{23492D02-A47B-764A-9A09-630CC8410F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18923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91" name="Arc 222">
            <a:extLst>
              <a:ext uri="{FF2B5EF4-FFF2-40B4-BE49-F238E27FC236}">
                <a16:creationId xmlns:a16="http://schemas.microsoft.com/office/drawing/2014/main" id="{5DDED6B5-0F6B-1E44-AF5A-584A5722CF7E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8288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92" name="Arc 223">
            <a:extLst>
              <a:ext uri="{FF2B5EF4-FFF2-40B4-BE49-F238E27FC236}">
                <a16:creationId xmlns:a16="http://schemas.microsoft.com/office/drawing/2014/main" id="{AAE44125-D654-7D4E-95B8-0CB38A99AACB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8288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3393" name="Group 226">
            <a:extLst>
              <a:ext uri="{FF2B5EF4-FFF2-40B4-BE49-F238E27FC236}">
                <a16:creationId xmlns:a16="http://schemas.microsoft.com/office/drawing/2014/main" id="{6B4002A8-0C71-C442-83D2-4A6FE3091C1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747838"/>
            <a:ext cx="373062" cy="101600"/>
            <a:chOff x="345" y="1101"/>
            <a:chExt cx="235" cy="64"/>
          </a:xfrm>
        </p:grpSpPr>
        <p:sp>
          <p:nvSpPr>
            <p:cNvPr id="223420" name="Arc 224">
              <a:extLst>
                <a:ext uri="{FF2B5EF4-FFF2-40B4-BE49-F238E27FC236}">
                  <a16:creationId xmlns:a16="http://schemas.microsoft.com/office/drawing/2014/main" id="{9914AF20-547C-FA41-A8B0-ABE52D5A1D0B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065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421" name="Arc 225">
              <a:extLst>
                <a:ext uri="{FF2B5EF4-FFF2-40B4-BE49-F238E27FC236}">
                  <a16:creationId xmlns:a16="http://schemas.microsoft.com/office/drawing/2014/main" id="{6CFE33B3-91CE-F24D-8E52-3B0E3A115C7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065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3394" name="Line 227">
            <a:extLst>
              <a:ext uri="{FF2B5EF4-FFF2-40B4-BE49-F238E27FC236}">
                <a16:creationId xmlns:a16="http://schemas.microsoft.com/office/drawing/2014/main" id="{9D5E4BE3-B927-0C4A-9F9D-99FB3AE91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146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95" name="Line 228">
            <a:extLst>
              <a:ext uri="{FF2B5EF4-FFF2-40B4-BE49-F238E27FC236}">
                <a16:creationId xmlns:a16="http://schemas.microsoft.com/office/drawing/2014/main" id="{94D97084-7DD3-EF4B-B0A7-D4A96F008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5875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96" name="Line 229">
            <a:extLst>
              <a:ext uri="{FF2B5EF4-FFF2-40B4-BE49-F238E27FC236}">
                <a16:creationId xmlns:a16="http://schemas.microsoft.com/office/drawing/2014/main" id="{8BB9D17C-D42D-1E4D-8474-0E1169DE01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663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97" name="Rectangle 230">
            <a:extLst>
              <a:ext uri="{FF2B5EF4-FFF2-40B4-BE49-F238E27FC236}">
                <a16:creationId xmlns:a16="http://schemas.microsoft.com/office/drawing/2014/main" id="{4383BF7B-C19E-D540-A093-F9259FDD8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5414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1911" name="Rectangle 231">
            <a:extLst>
              <a:ext uri="{FF2B5EF4-FFF2-40B4-BE49-F238E27FC236}">
                <a16:creationId xmlns:a16="http://schemas.microsoft.com/office/drawing/2014/main" id="{F83E9113-7C17-FA49-9E44-4E2BFD505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2954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71912" name="Rectangle 232">
            <a:extLst>
              <a:ext uri="{FF2B5EF4-FFF2-40B4-BE49-F238E27FC236}">
                <a16:creationId xmlns:a16="http://schemas.microsoft.com/office/drawing/2014/main" id="{DB1BFACE-6CDE-4347-A218-DA78445A6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2954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71913" name="Rectangle 233">
            <a:extLst>
              <a:ext uri="{FF2B5EF4-FFF2-40B4-BE49-F238E27FC236}">
                <a16:creationId xmlns:a16="http://schemas.microsoft.com/office/drawing/2014/main" id="{C49ECB63-D89E-2449-9439-3E245CB42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2954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23401" name="Line 234">
            <a:extLst>
              <a:ext uri="{FF2B5EF4-FFF2-40B4-BE49-F238E27FC236}">
                <a16:creationId xmlns:a16="http://schemas.microsoft.com/office/drawing/2014/main" id="{8CC746DA-6E65-BA40-93BE-8D47782A2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511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402" name="Rectangle 235">
            <a:extLst>
              <a:ext uri="{FF2B5EF4-FFF2-40B4-BE49-F238E27FC236}">
                <a16:creationId xmlns:a16="http://schemas.microsoft.com/office/drawing/2014/main" id="{B6954A02-7476-1B45-8BE3-C6102BCF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3403" name="Line 236">
            <a:extLst>
              <a:ext uri="{FF2B5EF4-FFF2-40B4-BE49-F238E27FC236}">
                <a16:creationId xmlns:a16="http://schemas.microsoft.com/office/drawing/2014/main" id="{0B74D6C4-0EB0-404C-8CBF-F0FF54B87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463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17" name="Rectangle 237">
            <a:extLst>
              <a:ext uri="{FF2B5EF4-FFF2-40B4-BE49-F238E27FC236}">
                <a16:creationId xmlns:a16="http://schemas.microsoft.com/office/drawing/2014/main" id="{B30978CC-E2CC-E84D-A84A-BDF436C3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8462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IorD=1</a:t>
            </a:r>
          </a:p>
        </p:txBody>
      </p:sp>
      <p:grpSp>
        <p:nvGrpSpPr>
          <p:cNvPr id="71931" name="Group 251">
            <a:extLst>
              <a:ext uri="{FF2B5EF4-FFF2-40B4-BE49-F238E27FC236}">
                <a16:creationId xmlns:a16="http://schemas.microsoft.com/office/drawing/2014/main" id="{3A4DEF32-FD96-F74F-B3B2-D523277F501E}"/>
              </a:ext>
            </a:extLst>
          </p:cNvPr>
          <p:cNvGrpSpPr>
            <a:grpSpLocks/>
          </p:cNvGrpSpPr>
          <p:nvPr/>
        </p:nvGrpSpPr>
        <p:grpSpPr bwMode="auto">
          <a:xfrm>
            <a:off x="4860925" y="228600"/>
            <a:ext cx="2319338" cy="1435100"/>
            <a:chOff x="3080" y="144"/>
            <a:chExt cx="1461" cy="904"/>
          </a:xfrm>
        </p:grpSpPr>
        <p:sp>
          <p:nvSpPr>
            <p:cNvPr id="223411" name="Rectangle 238">
              <a:extLst>
                <a:ext uri="{FF2B5EF4-FFF2-40B4-BE49-F238E27FC236}">
                  <a16:creationId xmlns:a16="http://schemas.microsoft.com/office/drawing/2014/main" id="{C5C5806A-AF05-6D4E-874C-29956F53E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591"/>
              <a:ext cx="737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ALUOp=Add</a:t>
              </a:r>
            </a:p>
          </p:txBody>
        </p:sp>
        <p:sp>
          <p:nvSpPr>
            <p:cNvPr id="223412" name="Oval 239">
              <a:extLst>
                <a:ext uri="{FF2B5EF4-FFF2-40B4-BE49-F238E27FC236}">
                  <a16:creationId xmlns:a16="http://schemas.microsoft.com/office/drawing/2014/main" id="{A6A15FD3-0606-7A44-AB11-F4B1BBE35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152"/>
              <a:ext cx="944" cy="896"/>
            </a:xfrm>
            <a:prstGeom prst="ellips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3413" name="Rectangle 240">
              <a:extLst>
                <a:ext uri="{FF2B5EF4-FFF2-40B4-BE49-F238E27FC236}">
                  <a16:creationId xmlns:a16="http://schemas.microsoft.com/office/drawing/2014/main" id="{864B1BF5-D4CF-D14C-9FA4-22B83E472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735"/>
              <a:ext cx="88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x: PCSrc,RegDst</a:t>
              </a:r>
            </a:p>
          </p:txBody>
        </p:sp>
        <p:sp>
          <p:nvSpPr>
            <p:cNvPr id="223414" name="Rectangle 241">
              <a:extLst>
                <a:ext uri="{FF2B5EF4-FFF2-40B4-BE49-F238E27FC236}">
                  <a16:creationId xmlns:a16="http://schemas.microsoft.com/office/drawing/2014/main" id="{3CF470BD-E562-C947-846A-1288B7CEF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159"/>
              <a:ext cx="521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1: </a:t>
              </a:r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223415" name="Rectangle 242">
              <a:extLst>
                <a:ext uri="{FF2B5EF4-FFF2-40B4-BE49-F238E27FC236}">
                  <a16:creationId xmlns:a16="http://schemas.microsoft.com/office/drawing/2014/main" id="{3CDFFDE8-55ED-4746-B454-13A87D0C2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495"/>
              <a:ext cx="737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ALUSelB=11</a:t>
              </a:r>
            </a:p>
          </p:txBody>
        </p:sp>
        <p:sp>
          <p:nvSpPr>
            <p:cNvPr id="223416" name="Rectangle 243">
              <a:extLst>
                <a:ext uri="{FF2B5EF4-FFF2-40B4-BE49-F238E27FC236}">
                  <a16:creationId xmlns:a16="http://schemas.microsoft.com/office/drawing/2014/main" id="{CE5722DA-0D51-D643-B85E-7DCC6A0FA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831"/>
              <a:ext cx="61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223417" name="Rectangle 244">
              <a:extLst>
                <a:ext uri="{FF2B5EF4-FFF2-40B4-BE49-F238E27FC236}">
                  <a16:creationId xmlns:a16="http://schemas.microsoft.com/office/drawing/2014/main" id="{B7C14C06-6908-E848-B832-69B19654D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255"/>
              <a:ext cx="49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223418" name="Rectangle 245">
              <a:extLst>
                <a:ext uri="{FF2B5EF4-FFF2-40B4-BE49-F238E27FC236}">
                  <a16:creationId xmlns:a16="http://schemas.microsoft.com/office/drawing/2014/main" id="{CFF894D3-78E5-0243-97AA-37BF96605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351"/>
              <a:ext cx="56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ALUSelA</a:t>
              </a:r>
            </a:p>
          </p:txBody>
        </p:sp>
        <p:sp>
          <p:nvSpPr>
            <p:cNvPr id="223419" name="Rectangle 246">
              <a:extLst>
                <a:ext uri="{FF2B5EF4-FFF2-40B4-BE49-F238E27FC236}">
                  <a16:creationId xmlns:a16="http://schemas.microsoft.com/office/drawing/2014/main" id="{584E5856-13B4-CF45-9BC7-34002F620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144"/>
              <a:ext cx="6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swFinish</a:t>
              </a:r>
            </a:p>
          </p:txBody>
        </p:sp>
      </p:grpSp>
      <p:sp>
        <p:nvSpPr>
          <p:cNvPr id="71929" name="Text Box 249">
            <a:extLst>
              <a:ext uri="{FF2B5EF4-FFF2-40B4-BE49-F238E27FC236}">
                <a16:creationId xmlns:a16="http://schemas.microsoft.com/office/drawing/2014/main" id="{9C1CF58E-C16B-D24F-91D9-DC50891D1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973138"/>
            <a:ext cx="417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指令的第二个周期，控制信号取值？</a:t>
            </a:r>
          </a:p>
        </p:txBody>
      </p:sp>
      <p:sp>
        <p:nvSpPr>
          <p:cNvPr id="71930" name="Text Box 250">
            <a:extLst>
              <a:ext uri="{FF2B5EF4-FFF2-40B4-BE49-F238E27FC236}">
                <a16:creationId xmlns:a16="http://schemas.microsoft.com/office/drawing/2014/main" id="{09E3DC5C-8DFB-BC46-8751-45E6F9EED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340350"/>
            <a:ext cx="24574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必须保持 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ALUSelA, ALUSelB, ALUOp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与上个周期取值相同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以保证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Adr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稳定不变！</a:t>
            </a:r>
          </a:p>
        </p:txBody>
      </p:sp>
      <p:sp>
        <p:nvSpPr>
          <p:cNvPr id="223408" name="Line 252">
            <a:extLst>
              <a:ext uri="{FF2B5EF4-FFF2-40B4-BE49-F238E27FC236}">
                <a16:creationId xmlns:a16="http://schemas.microsoft.com/office/drawing/2014/main" id="{6DC5DF94-4F90-F841-AD1F-911D90985C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0000" y="31369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409" name="Line 253">
            <a:extLst>
              <a:ext uri="{FF2B5EF4-FFF2-40B4-BE49-F238E27FC236}">
                <a16:creationId xmlns:a16="http://schemas.microsoft.com/office/drawing/2014/main" id="{65435E54-8218-D145-9B00-28360DA58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" y="35941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410" name="Line 254">
            <a:extLst>
              <a:ext uri="{FF2B5EF4-FFF2-40B4-BE49-F238E27FC236}">
                <a16:creationId xmlns:a16="http://schemas.microsoft.com/office/drawing/2014/main" id="{76C91FC6-0CA7-A249-BD4B-EF90EA90B1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4100" y="3111500"/>
            <a:ext cx="241300" cy="495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544B6AD5-A767-5044-95C9-2EB988C22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99281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lw</a:t>
            </a:r>
            <a:r>
              <a:rPr lang="zh-CN" altLang="en-US">
                <a:ea typeface="宋体" panose="02010600030101010101" pitchFamily="2" charset="-122"/>
              </a:rPr>
              <a:t>指令取数周期（第四周期）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D51C3BDC-816A-314D-BD7B-6346C4227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725488"/>
            <a:ext cx="8191500" cy="32543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 Dout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M[ALU output]</a:t>
            </a:r>
          </a:p>
        </p:txBody>
      </p:sp>
      <p:sp>
        <p:nvSpPr>
          <p:cNvPr id="225284" name="Rectangle 4">
            <a:extLst>
              <a:ext uri="{FF2B5EF4-FFF2-40B4-BE49-F238E27FC236}">
                <a16:creationId xmlns:a16="http://schemas.microsoft.com/office/drawing/2014/main" id="{E16E6B6E-5AF7-9343-BB5C-2A90B141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285" name="Rectangle 5">
            <a:extLst>
              <a:ext uri="{FF2B5EF4-FFF2-40B4-BE49-F238E27FC236}">
                <a16:creationId xmlns:a16="http://schemas.microsoft.com/office/drawing/2014/main" id="{BBE467AB-7769-5946-901B-AE5E77B6F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6020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25286" name="Rectangle 7">
            <a:extLst>
              <a:ext uri="{FF2B5EF4-FFF2-40B4-BE49-F238E27FC236}">
                <a16:creationId xmlns:a16="http://schemas.microsoft.com/office/drawing/2014/main" id="{14B1D2D2-FDEC-2847-9323-1AEBEE21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2910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25287" name="Rectangle 8">
            <a:extLst>
              <a:ext uri="{FF2B5EF4-FFF2-40B4-BE49-F238E27FC236}">
                <a16:creationId xmlns:a16="http://schemas.microsoft.com/office/drawing/2014/main" id="{B4BF8E36-5A6A-A94B-A9F6-907E4DE92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3004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25288" name="Line 9">
            <a:extLst>
              <a:ext uri="{FF2B5EF4-FFF2-40B4-BE49-F238E27FC236}">
                <a16:creationId xmlns:a16="http://schemas.microsoft.com/office/drawing/2014/main" id="{60F405C7-606D-C64A-81E1-C2104EB70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0000" y="3429000"/>
            <a:ext cx="50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89" name="Line 13">
            <a:extLst>
              <a:ext uri="{FF2B5EF4-FFF2-40B4-BE49-F238E27FC236}">
                <a16:creationId xmlns:a16="http://schemas.microsoft.com/office/drawing/2014/main" id="{22AE6932-AD73-514D-B52E-3AF1E289FB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4958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90" name="Line 14">
            <a:extLst>
              <a:ext uri="{FF2B5EF4-FFF2-40B4-BE49-F238E27FC236}">
                <a16:creationId xmlns:a16="http://schemas.microsoft.com/office/drawing/2014/main" id="{9CEB2741-B787-E24C-A270-B06CA438C5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425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91" name="Rectangle 15">
            <a:extLst>
              <a:ext uri="{FF2B5EF4-FFF2-40B4-BE49-F238E27FC236}">
                <a16:creationId xmlns:a16="http://schemas.microsoft.com/office/drawing/2014/main" id="{F64F6077-30AF-6342-A05F-783FC077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519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292" name="Line 16">
            <a:extLst>
              <a:ext uri="{FF2B5EF4-FFF2-40B4-BE49-F238E27FC236}">
                <a16:creationId xmlns:a16="http://schemas.microsoft.com/office/drawing/2014/main" id="{46263578-CAF7-4C44-A959-F1FBE38A7E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419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93" name="Line 17">
            <a:extLst>
              <a:ext uri="{FF2B5EF4-FFF2-40B4-BE49-F238E27FC236}">
                <a16:creationId xmlns:a16="http://schemas.microsoft.com/office/drawing/2014/main" id="{5F6A07B4-2B47-A54B-94E9-449C9B1E00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49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94" name="Rectangle 18">
            <a:extLst>
              <a:ext uri="{FF2B5EF4-FFF2-40B4-BE49-F238E27FC236}">
                <a16:creationId xmlns:a16="http://schemas.microsoft.com/office/drawing/2014/main" id="{ACBBF5BB-9FC1-F84B-B17E-554ED042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062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295" name="Rectangle 19">
            <a:extLst>
              <a:ext uri="{FF2B5EF4-FFF2-40B4-BE49-F238E27FC236}">
                <a16:creationId xmlns:a16="http://schemas.microsoft.com/office/drawing/2014/main" id="{81C9475E-8FD0-B947-ABB3-EFC66FDB3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2529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25296" name="Line 20">
            <a:extLst>
              <a:ext uri="{FF2B5EF4-FFF2-40B4-BE49-F238E27FC236}">
                <a16:creationId xmlns:a16="http://schemas.microsoft.com/office/drawing/2014/main" id="{0C39E39D-1C15-1E49-9F03-1E31C786C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9" name="Rectangle 21">
            <a:extLst>
              <a:ext uri="{FF2B5EF4-FFF2-40B4-BE49-F238E27FC236}">
                <a16:creationId xmlns:a16="http://schemas.microsoft.com/office/drawing/2014/main" id="{A04C173C-EBBB-794A-AF02-12C9988F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1510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25298" name="Line 22">
            <a:extLst>
              <a:ext uri="{FF2B5EF4-FFF2-40B4-BE49-F238E27FC236}">
                <a16:creationId xmlns:a16="http://schemas.microsoft.com/office/drawing/2014/main" id="{D76E319C-8B0C-3540-8AC7-3284583077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718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299" name="Line 23">
            <a:extLst>
              <a:ext uri="{FF2B5EF4-FFF2-40B4-BE49-F238E27FC236}">
                <a16:creationId xmlns:a16="http://schemas.microsoft.com/office/drawing/2014/main" id="{2FD654FB-C3AA-6042-8FB7-E17D78DC9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673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00" name="Rectangle 24">
            <a:extLst>
              <a:ext uri="{FF2B5EF4-FFF2-40B4-BE49-F238E27FC236}">
                <a16:creationId xmlns:a16="http://schemas.microsoft.com/office/drawing/2014/main" id="{BA37492D-D863-7943-B0BB-B7AACE1A8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462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5301" name="Group 34">
            <a:extLst>
              <a:ext uri="{FF2B5EF4-FFF2-40B4-BE49-F238E27FC236}">
                <a16:creationId xmlns:a16="http://schemas.microsoft.com/office/drawing/2014/main" id="{BEA73717-C9BC-6D4C-9BC3-3F727982C089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3060700"/>
            <a:ext cx="381000" cy="1295400"/>
            <a:chOff x="4944" y="1928"/>
            <a:chExt cx="240" cy="816"/>
          </a:xfrm>
        </p:grpSpPr>
        <p:sp>
          <p:nvSpPr>
            <p:cNvPr id="225525" name="Line 25">
              <a:extLst>
                <a:ext uri="{FF2B5EF4-FFF2-40B4-BE49-F238E27FC236}">
                  <a16:creationId xmlns:a16="http://schemas.microsoft.com/office/drawing/2014/main" id="{739890FD-6F1E-8041-8249-717EBA1E7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26" name="Line 26">
              <a:extLst>
                <a:ext uri="{FF2B5EF4-FFF2-40B4-BE49-F238E27FC236}">
                  <a16:creationId xmlns:a16="http://schemas.microsoft.com/office/drawing/2014/main" id="{20242A01-43B2-1D49-8774-73547E8A9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27" name="Line 27">
              <a:extLst>
                <a:ext uri="{FF2B5EF4-FFF2-40B4-BE49-F238E27FC236}">
                  <a16:creationId xmlns:a16="http://schemas.microsoft.com/office/drawing/2014/main" id="{723D0437-3216-4A4D-BDD9-374689F1B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28" name="Line 28">
              <a:extLst>
                <a:ext uri="{FF2B5EF4-FFF2-40B4-BE49-F238E27FC236}">
                  <a16:creationId xmlns:a16="http://schemas.microsoft.com/office/drawing/2014/main" id="{2053E876-BCD9-1345-8245-9B5F625E8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29" name="Line 29">
              <a:extLst>
                <a:ext uri="{FF2B5EF4-FFF2-40B4-BE49-F238E27FC236}">
                  <a16:creationId xmlns:a16="http://schemas.microsoft.com/office/drawing/2014/main" id="{5DB33495-0E74-8C44-BBA0-F5628C7ED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0" name="Line 30">
              <a:extLst>
                <a:ext uri="{FF2B5EF4-FFF2-40B4-BE49-F238E27FC236}">
                  <a16:creationId xmlns:a16="http://schemas.microsoft.com/office/drawing/2014/main" id="{B5EE52C7-A8F4-9E4C-A83D-BC8BF5F6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1" name="Rectangle 31">
              <a:extLst>
                <a:ext uri="{FF2B5EF4-FFF2-40B4-BE49-F238E27FC236}">
                  <a16:creationId xmlns:a16="http://schemas.microsoft.com/office/drawing/2014/main" id="{F6169C7B-8E46-344C-BC04-C9623AE2B4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25532" name="Line 32">
              <a:extLst>
                <a:ext uri="{FF2B5EF4-FFF2-40B4-BE49-F238E27FC236}">
                  <a16:creationId xmlns:a16="http://schemas.microsoft.com/office/drawing/2014/main" id="{66319E1C-716A-2249-9C07-370467353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3" name="Line 33">
              <a:extLst>
                <a:ext uri="{FF2B5EF4-FFF2-40B4-BE49-F238E27FC236}">
                  <a16:creationId xmlns:a16="http://schemas.microsoft.com/office/drawing/2014/main" id="{C503DF5B-F70C-4D4D-8F7E-686B67C3D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302" name="Line 35">
            <a:extLst>
              <a:ext uri="{FF2B5EF4-FFF2-40B4-BE49-F238E27FC236}">
                <a16:creationId xmlns:a16="http://schemas.microsoft.com/office/drawing/2014/main" id="{B45A0BCB-87AE-304A-BF83-9BE14229D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2500" y="41910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03" name="Line 36">
            <a:extLst>
              <a:ext uri="{FF2B5EF4-FFF2-40B4-BE49-F238E27FC236}">
                <a16:creationId xmlns:a16="http://schemas.microsoft.com/office/drawing/2014/main" id="{D5E4ABF6-8D15-374F-9F7A-86811AFD0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121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04" name="Rectangle 37">
            <a:extLst>
              <a:ext uri="{FF2B5EF4-FFF2-40B4-BE49-F238E27FC236}">
                <a16:creationId xmlns:a16="http://schemas.microsoft.com/office/drawing/2014/main" id="{501D4431-1B98-FD41-9520-B8C71B45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2148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05" name="Line 38">
            <a:extLst>
              <a:ext uri="{FF2B5EF4-FFF2-40B4-BE49-F238E27FC236}">
                <a16:creationId xmlns:a16="http://schemas.microsoft.com/office/drawing/2014/main" id="{D23677A6-B1D3-EB4B-A40D-4829C58979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962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06" name="Line 39">
            <a:extLst>
              <a:ext uri="{FF2B5EF4-FFF2-40B4-BE49-F238E27FC236}">
                <a16:creationId xmlns:a16="http://schemas.microsoft.com/office/drawing/2014/main" id="{5719ACC7-A911-7E45-A50D-2A00D6918C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892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07" name="Rectangle 40">
            <a:extLst>
              <a:ext uri="{FF2B5EF4-FFF2-40B4-BE49-F238E27FC236}">
                <a16:creationId xmlns:a16="http://schemas.microsoft.com/office/drawing/2014/main" id="{F4757457-E7A3-2947-9609-2AF5A9D60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986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08" name="Line 41">
            <a:extLst>
              <a:ext uri="{FF2B5EF4-FFF2-40B4-BE49-F238E27FC236}">
                <a16:creationId xmlns:a16="http://schemas.microsoft.com/office/drawing/2014/main" id="{B3A36BE6-D0FE-3341-8EDE-F15B62D865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178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70" name="Rectangle 42">
            <a:extLst>
              <a:ext uri="{FF2B5EF4-FFF2-40B4-BE49-F238E27FC236}">
                <a16:creationId xmlns:a16="http://schemas.microsoft.com/office/drawing/2014/main" id="{49A89287-C8EE-0C45-A8D9-A4CA28E2A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9436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225310" name="Group 45">
            <a:extLst>
              <a:ext uri="{FF2B5EF4-FFF2-40B4-BE49-F238E27FC236}">
                <a16:creationId xmlns:a16="http://schemas.microsoft.com/office/drawing/2014/main" id="{AC48E573-8755-C24C-A95D-7015820A29A1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572000"/>
            <a:ext cx="903287" cy="577850"/>
            <a:chOff x="4681" y="2880"/>
            <a:chExt cx="569" cy="364"/>
          </a:xfrm>
        </p:grpSpPr>
        <p:sp>
          <p:nvSpPr>
            <p:cNvPr id="225523" name="Rectangle 43">
              <a:extLst>
                <a:ext uri="{FF2B5EF4-FFF2-40B4-BE49-F238E27FC236}">
                  <a16:creationId xmlns:a16="http://schemas.microsoft.com/office/drawing/2014/main" id="{DEBC9D88-0B63-424C-9720-1FBD587F1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5524" name="Rectangle 44">
              <a:extLst>
                <a:ext uri="{FF2B5EF4-FFF2-40B4-BE49-F238E27FC236}">
                  <a16:creationId xmlns:a16="http://schemas.microsoft.com/office/drawing/2014/main" id="{762D07A5-E875-AF4F-87B4-B25E39F21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25311" name="Line 46">
            <a:extLst>
              <a:ext uri="{FF2B5EF4-FFF2-40B4-BE49-F238E27FC236}">
                <a16:creationId xmlns:a16="http://schemas.microsoft.com/office/drawing/2014/main" id="{F0B05233-5D63-C245-8907-7E5E83F3F6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50927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2" name="Rectangle 47">
            <a:extLst>
              <a:ext uri="{FF2B5EF4-FFF2-40B4-BE49-F238E27FC236}">
                <a16:creationId xmlns:a16="http://schemas.microsoft.com/office/drawing/2014/main" id="{F55D9C28-F9E2-8547-BBFA-8275A9B71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1369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13" name="Oval 48">
            <a:extLst>
              <a:ext uri="{FF2B5EF4-FFF2-40B4-BE49-F238E27FC236}">
                <a16:creationId xmlns:a16="http://schemas.microsoft.com/office/drawing/2014/main" id="{CF653773-0CC6-AC44-8D72-FF0BA6B1B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6609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14" name="Rectangle 49">
            <a:extLst>
              <a:ext uri="{FF2B5EF4-FFF2-40B4-BE49-F238E27FC236}">
                <a16:creationId xmlns:a16="http://schemas.microsoft.com/office/drawing/2014/main" id="{CAAF952E-B1D8-C341-9954-61F4C8A15F8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6774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25315" name="Line 50">
            <a:extLst>
              <a:ext uri="{FF2B5EF4-FFF2-40B4-BE49-F238E27FC236}">
                <a16:creationId xmlns:a16="http://schemas.microsoft.com/office/drawing/2014/main" id="{F62A9094-B79D-E844-9437-CA04E20A1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5052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6" name="Line 51">
            <a:extLst>
              <a:ext uri="{FF2B5EF4-FFF2-40B4-BE49-F238E27FC236}">
                <a16:creationId xmlns:a16="http://schemas.microsoft.com/office/drawing/2014/main" id="{45EBC4B1-59BD-EA44-9A34-116011065A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17" name="Rectangle 52">
            <a:extLst>
              <a:ext uri="{FF2B5EF4-FFF2-40B4-BE49-F238E27FC236}">
                <a16:creationId xmlns:a16="http://schemas.microsoft.com/office/drawing/2014/main" id="{9900E97D-F545-E84C-A573-F2496904E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529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18" name="Line 53">
            <a:extLst>
              <a:ext uri="{FF2B5EF4-FFF2-40B4-BE49-F238E27FC236}">
                <a16:creationId xmlns:a16="http://schemas.microsoft.com/office/drawing/2014/main" id="{2702538A-526E-B54C-BC84-5E9C99AF3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511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82" name="Rectangle 54">
            <a:extLst>
              <a:ext uri="{FF2B5EF4-FFF2-40B4-BE49-F238E27FC236}">
                <a16:creationId xmlns:a16="http://schemas.microsoft.com/office/drawing/2014/main" id="{825E765B-381F-AA4D-9913-0A5E45A4B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1510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25320" name="Line 55">
            <a:extLst>
              <a:ext uri="{FF2B5EF4-FFF2-40B4-BE49-F238E27FC236}">
                <a16:creationId xmlns:a16="http://schemas.microsoft.com/office/drawing/2014/main" id="{15534436-903B-BC4B-831F-96AF98FDD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133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1" name="Line 56">
            <a:extLst>
              <a:ext uri="{FF2B5EF4-FFF2-40B4-BE49-F238E27FC236}">
                <a16:creationId xmlns:a16="http://schemas.microsoft.com/office/drawing/2014/main" id="{A7E66546-9AB0-CC48-A2B0-5E30E56C47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901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2" name="Rectangle 57">
            <a:extLst>
              <a:ext uri="{FF2B5EF4-FFF2-40B4-BE49-F238E27FC236}">
                <a16:creationId xmlns:a16="http://schemas.microsoft.com/office/drawing/2014/main" id="{9DF09D9F-C671-8D4C-B67B-BC4E8FDF2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919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23" name="Line 58">
            <a:extLst>
              <a:ext uri="{FF2B5EF4-FFF2-40B4-BE49-F238E27FC236}">
                <a16:creationId xmlns:a16="http://schemas.microsoft.com/office/drawing/2014/main" id="{A32F6182-1991-4844-8009-7F5D2B618C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4257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4" name="Line 59">
            <a:extLst>
              <a:ext uri="{FF2B5EF4-FFF2-40B4-BE49-F238E27FC236}">
                <a16:creationId xmlns:a16="http://schemas.microsoft.com/office/drawing/2014/main" id="{3D5AB6C8-174E-FB43-9C1E-8C143B385C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7432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25" name="Rectangle 60">
            <a:extLst>
              <a:ext uri="{FF2B5EF4-FFF2-40B4-BE49-F238E27FC236}">
                <a16:creationId xmlns:a16="http://schemas.microsoft.com/office/drawing/2014/main" id="{0F50A935-3622-DC43-9E4A-6817C4A9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31369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26" name="Rectangle 61">
            <a:extLst>
              <a:ext uri="{FF2B5EF4-FFF2-40B4-BE49-F238E27FC236}">
                <a16:creationId xmlns:a16="http://schemas.microsoft.com/office/drawing/2014/main" id="{BB52330F-B871-944C-89AA-775BDF43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678238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25327" name="Rectangle 62">
            <a:extLst>
              <a:ext uri="{FF2B5EF4-FFF2-40B4-BE49-F238E27FC236}">
                <a16:creationId xmlns:a16="http://schemas.microsoft.com/office/drawing/2014/main" id="{56A35D10-0CDE-EE42-B6EC-D92ADF384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480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25328" name="Rectangle 63">
            <a:extLst>
              <a:ext uri="{FF2B5EF4-FFF2-40B4-BE49-F238E27FC236}">
                <a16:creationId xmlns:a16="http://schemas.microsoft.com/office/drawing/2014/main" id="{5CC29150-6669-364A-8D1C-7E17200B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862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25329" name="Rectangle 64">
            <a:extLst>
              <a:ext uri="{FF2B5EF4-FFF2-40B4-BE49-F238E27FC236}">
                <a16:creationId xmlns:a16="http://schemas.microsoft.com/office/drawing/2014/main" id="{9281CE79-CE60-CC48-BFB5-5F5C70060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2910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25330" name="Rectangle 65">
            <a:extLst>
              <a:ext uri="{FF2B5EF4-FFF2-40B4-BE49-F238E27FC236}">
                <a16:creationId xmlns:a16="http://schemas.microsoft.com/office/drawing/2014/main" id="{398629F1-5BBB-2A46-80AE-642E30C0E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452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25331" name="Line 66">
            <a:extLst>
              <a:ext uri="{FF2B5EF4-FFF2-40B4-BE49-F238E27FC236}">
                <a16:creationId xmlns:a16="http://schemas.microsoft.com/office/drawing/2014/main" id="{5C0973CA-CD58-AE4B-9A21-681EC1D68B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657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2" name="Line 67">
            <a:extLst>
              <a:ext uri="{FF2B5EF4-FFF2-40B4-BE49-F238E27FC236}">
                <a16:creationId xmlns:a16="http://schemas.microsoft.com/office/drawing/2014/main" id="{4DF43927-61C6-7E4C-AA82-0DEC55EE04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58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3" name="Rectangle 68">
            <a:extLst>
              <a:ext uri="{FF2B5EF4-FFF2-40B4-BE49-F238E27FC236}">
                <a16:creationId xmlns:a16="http://schemas.microsoft.com/office/drawing/2014/main" id="{B2BF734F-86D0-0E46-93BC-35C9625FC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5334" name="Line 69">
            <a:extLst>
              <a:ext uri="{FF2B5EF4-FFF2-40B4-BE49-F238E27FC236}">
                <a16:creationId xmlns:a16="http://schemas.microsoft.com/office/drawing/2014/main" id="{62E862F9-6E1B-A541-AF6B-99D3565BB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2766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5" name="Line 70">
            <a:extLst>
              <a:ext uri="{FF2B5EF4-FFF2-40B4-BE49-F238E27FC236}">
                <a16:creationId xmlns:a16="http://schemas.microsoft.com/office/drawing/2014/main" id="{A3DE628E-E165-4E45-B1DC-3725B304A8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6" name="Rectangle 71">
            <a:extLst>
              <a:ext uri="{FF2B5EF4-FFF2-40B4-BE49-F238E27FC236}">
                <a16:creationId xmlns:a16="http://schemas.microsoft.com/office/drawing/2014/main" id="{4CD04500-5057-F946-B299-470895F2C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00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5337" name="Line 72">
            <a:extLst>
              <a:ext uri="{FF2B5EF4-FFF2-40B4-BE49-F238E27FC236}">
                <a16:creationId xmlns:a16="http://schemas.microsoft.com/office/drawing/2014/main" id="{DA0EB2BF-6686-894C-A1B9-7E7A134269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65760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8" name="Line 73">
            <a:extLst>
              <a:ext uri="{FF2B5EF4-FFF2-40B4-BE49-F238E27FC236}">
                <a16:creationId xmlns:a16="http://schemas.microsoft.com/office/drawing/2014/main" id="{18105738-7D31-B340-BD89-DB60814660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5877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9" name="Rectangle 74">
            <a:extLst>
              <a:ext uri="{FF2B5EF4-FFF2-40B4-BE49-F238E27FC236}">
                <a16:creationId xmlns:a16="http://schemas.microsoft.com/office/drawing/2014/main" id="{9586C2FD-D69C-3A41-AA14-1527BC9A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681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40" name="Rectangle 75">
            <a:extLst>
              <a:ext uri="{FF2B5EF4-FFF2-40B4-BE49-F238E27FC236}">
                <a16:creationId xmlns:a16="http://schemas.microsoft.com/office/drawing/2014/main" id="{B207F964-6E3B-3C48-9E33-927E1E01D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3766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25341" name="Line 76">
            <a:extLst>
              <a:ext uri="{FF2B5EF4-FFF2-40B4-BE49-F238E27FC236}">
                <a16:creationId xmlns:a16="http://schemas.microsoft.com/office/drawing/2014/main" id="{7324D04F-DF5A-AA49-AC5E-BBB996EB58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2672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42" name="Line 77">
            <a:extLst>
              <a:ext uri="{FF2B5EF4-FFF2-40B4-BE49-F238E27FC236}">
                <a16:creationId xmlns:a16="http://schemas.microsoft.com/office/drawing/2014/main" id="{C69E4E47-EDDA-F54C-BB5B-179E05D48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197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43" name="Rectangle 78">
            <a:extLst>
              <a:ext uri="{FF2B5EF4-FFF2-40B4-BE49-F238E27FC236}">
                <a16:creationId xmlns:a16="http://schemas.microsoft.com/office/drawing/2014/main" id="{D760CAD9-6858-D740-A742-C53B5044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291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44" name="Rectangle 79">
            <a:extLst>
              <a:ext uri="{FF2B5EF4-FFF2-40B4-BE49-F238E27FC236}">
                <a16:creationId xmlns:a16="http://schemas.microsoft.com/office/drawing/2014/main" id="{A5FD5B95-BEFB-1045-8972-89EC8CA01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41005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25345" name="Line 80">
            <a:extLst>
              <a:ext uri="{FF2B5EF4-FFF2-40B4-BE49-F238E27FC236}">
                <a16:creationId xmlns:a16="http://schemas.microsoft.com/office/drawing/2014/main" id="{265E10CB-E51E-AE43-B96E-61E187124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5110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09" name="Rectangle 81">
            <a:extLst>
              <a:ext uri="{FF2B5EF4-FFF2-40B4-BE49-F238E27FC236}">
                <a16:creationId xmlns:a16="http://schemas.microsoft.com/office/drawing/2014/main" id="{EC0CC4C8-123C-BA46-B381-E159ADA5C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1510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25347" name="Line 82">
            <a:extLst>
              <a:ext uri="{FF2B5EF4-FFF2-40B4-BE49-F238E27FC236}">
                <a16:creationId xmlns:a16="http://schemas.microsoft.com/office/drawing/2014/main" id="{FC02C713-E6B9-1949-B1D2-1D469BD98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2893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48" name="Rectangle 83">
            <a:extLst>
              <a:ext uri="{FF2B5EF4-FFF2-40B4-BE49-F238E27FC236}">
                <a16:creationId xmlns:a16="http://schemas.microsoft.com/office/drawing/2014/main" id="{C3D42AF7-F6C6-C344-8481-D19D92131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25349" name="Rectangle 84">
            <a:extLst>
              <a:ext uri="{FF2B5EF4-FFF2-40B4-BE49-F238E27FC236}">
                <a16:creationId xmlns:a16="http://schemas.microsoft.com/office/drawing/2014/main" id="{1F044B38-CD80-BE44-B54F-15319936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3766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25350" name="Group 92">
            <a:extLst>
              <a:ext uri="{FF2B5EF4-FFF2-40B4-BE49-F238E27FC236}">
                <a16:creationId xmlns:a16="http://schemas.microsoft.com/office/drawing/2014/main" id="{50CAA49E-00B8-8840-BDE0-F97B8973AFB9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746500"/>
            <a:ext cx="333375" cy="946150"/>
            <a:chOff x="2602" y="2360"/>
            <a:chExt cx="210" cy="596"/>
          </a:xfrm>
        </p:grpSpPr>
        <p:sp>
          <p:nvSpPr>
            <p:cNvPr id="225516" name="Line 85">
              <a:extLst>
                <a:ext uri="{FF2B5EF4-FFF2-40B4-BE49-F238E27FC236}">
                  <a16:creationId xmlns:a16="http://schemas.microsoft.com/office/drawing/2014/main" id="{CE8AED5B-56B9-5243-A33B-2E6895EFB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7" name="Line 86">
              <a:extLst>
                <a:ext uri="{FF2B5EF4-FFF2-40B4-BE49-F238E27FC236}">
                  <a16:creationId xmlns:a16="http://schemas.microsoft.com/office/drawing/2014/main" id="{0C329454-5ED4-2D4F-9B2B-759A63BA6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8" name="Line 87">
              <a:extLst>
                <a:ext uri="{FF2B5EF4-FFF2-40B4-BE49-F238E27FC236}">
                  <a16:creationId xmlns:a16="http://schemas.microsoft.com/office/drawing/2014/main" id="{873662DF-CA3A-5746-8B15-53D64A3CE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9" name="Line 88">
              <a:extLst>
                <a:ext uri="{FF2B5EF4-FFF2-40B4-BE49-F238E27FC236}">
                  <a16:creationId xmlns:a16="http://schemas.microsoft.com/office/drawing/2014/main" id="{34DEC25A-255D-9542-84B4-73D022FF2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20" name="Rectangle 89">
              <a:extLst>
                <a:ext uri="{FF2B5EF4-FFF2-40B4-BE49-F238E27FC236}">
                  <a16:creationId xmlns:a16="http://schemas.microsoft.com/office/drawing/2014/main" id="{707EB0BB-193D-D941-9EF9-0D89DE78C8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5521" name="Rectangle 90">
              <a:extLst>
                <a:ext uri="{FF2B5EF4-FFF2-40B4-BE49-F238E27FC236}">
                  <a16:creationId xmlns:a16="http://schemas.microsoft.com/office/drawing/2014/main" id="{2A925336-0559-9840-A15D-9A1FFA2F1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5522" name="Rectangle 91">
              <a:extLst>
                <a:ext uri="{FF2B5EF4-FFF2-40B4-BE49-F238E27FC236}">
                  <a16:creationId xmlns:a16="http://schemas.microsoft.com/office/drawing/2014/main" id="{3FBB1D27-0753-7942-865B-A45DD811F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5351" name="Line 93">
            <a:extLst>
              <a:ext uri="{FF2B5EF4-FFF2-40B4-BE49-F238E27FC236}">
                <a16:creationId xmlns:a16="http://schemas.microsoft.com/office/drawing/2014/main" id="{34C75A48-FFB9-5D48-A9BF-77E16B16E9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4114800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52" name="Line 94">
            <a:extLst>
              <a:ext uri="{FF2B5EF4-FFF2-40B4-BE49-F238E27FC236}">
                <a16:creationId xmlns:a16="http://schemas.microsoft.com/office/drawing/2014/main" id="{F4684B85-3293-9C4F-BCB1-86C749B2C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495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53" name="Line 95">
            <a:extLst>
              <a:ext uri="{FF2B5EF4-FFF2-40B4-BE49-F238E27FC236}">
                <a16:creationId xmlns:a16="http://schemas.microsoft.com/office/drawing/2014/main" id="{951A84FA-064A-9D4F-B5B9-BA4B480DA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3886200"/>
            <a:ext cx="2921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54" name="Rectangle 96">
            <a:extLst>
              <a:ext uri="{FF2B5EF4-FFF2-40B4-BE49-F238E27FC236}">
                <a16:creationId xmlns:a16="http://schemas.microsoft.com/office/drawing/2014/main" id="{C5E3E845-F5FE-5544-A27D-2BF885A8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2" y="3846513"/>
            <a:ext cx="4176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err="1">
                <a:ea typeface="宋体" panose="02010600030101010101" pitchFamily="2" charset="-122"/>
              </a:rPr>
              <a:t>Rt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55" name="Rectangle 97">
            <a:extLst>
              <a:ext uri="{FF2B5EF4-FFF2-40B4-BE49-F238E27FC236}">
                <a16:creationId xmlns:a16="http://schemas.microsoft.com/office/drawing/2014/main" id="{1F519DFA-343A-D744-9F71-6D5F7BC7E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42148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3826" name="Rectangle 98">
            <a:extLst>
              <a:ext uri="{FF2B5EF4-FFF2-40B4-BE49-F238E27FC236}">
                <a16:creationId xmlns:a16="http://schemas.microsoft.com/office/drawing/2014/main" id="{418978F3-C98F-094A-94DE-FD357E418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002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73827" name="Rectangle 99">
            <a:extLst>
              <a:ext uri="{FF2B5EF4-FFF2-40B4-BE49-F238E27FC236}">
                <a16:creationId xmlns:a16="http://schemas.microsoft.com/office/drawing/2014/main" id="{C409A709-BC38-E845-947D-1B40B16F9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1336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25358" name="Group 107">
            <a:extLst>
              <a:ext uri="{FF2B5EF4-FFF2-40B4-BE49-F238E27FC236}">
                <a16:creationId xmlns:a16="http://schemas.microsoft.com/office/drawing/2014/main" id="{B17E1723-27B1-184A-BDC5-FEC84E3742B9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648200"/>
            <a:ext cx="941387" cy="333375"/>
            <a:chOff x="2547" y="2928"/>
            <a:chExt cx="593" cy="210"/>
          </a:xfrm>
        </p:grpSpPr>
        <p:sp>
          <p:nvSpPr>
            <p:cNvPr id="225509" name="Line 100">
              <a:extLst>
                <a:ext uri="{FF2B5EF4-FFF2-40B4-BE49-F238E27FC236}">
                  <a16:creationId xmlns:a16="http://schemas.microsoft.com/office/drawing/2014/main" id="{CF4322F9-8936-624C-AEF3-E3138DB502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0" name="Line 101">
              <a:extLst>
                <a:ext uri="{FF2B5EF4-FFF2-40B4-BE49-F238E27FC236}">
                  <a16:creationId xmlns:a16="http://schemas.microsoft.com/office/drawing/2014/main" id="{6DD15B10-DDF9-6844-8036-1F55CD983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1" name="Line 102">
              <a:extLst>
                <a:ext uri="{FF2B5EF4-FFF2-40B4-BE49-F238E27FC236}">
                  <a16:creationId xmlns:a16="http://schemas.microsoft.com/office/drawing/2014/main" id="{4AC4B5D7-108C-534A-B2CA-9C64E5475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2" name="Line 103">
              <a:extLst>
                <a:ext uri="{FF2B5EF4-FFF2-40B4-BE49-F238E27FC236}">
                  <a16:creationId xmlns:a16="http://schemas.microsoft.com/office/drawing/2014/main" id="{C60CEFE4-BC7B-204B-BC3C-4419CC24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3" name="Rectangle 104">
              <a:extLst>
                <a:ext uri="{FF2B5EF4-FFF2-40B4-BE49-F238E27FC236}">
                  <a16:creationId xmlns:a16="http://schemas.microsoft.com/office/drawing/2014/main" id="{F2A8D471-90A3-014A-8985-7677BC69C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5514" name="Rectangle 105">
              <a:extLst>
                <a:ext uri="{FF2B5EF4-FFF2-40B4-BE49-F238E27FC236}">
                  <a16:creationId xmlns:a16="http://schemas.microsoft.com/office/drawing/2014/main" id="{BA7F2198-3B03-1A4E-84A2-1607AF1BF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5515" name="Rectangle 106">
              <a:extLst>
                <a:ext uri="{FF2B5EF4-FFF2-40B4-BE49-F238E27FC236}">
                  <a16:creationId xmlns:a16="http://schemas.microsoft.com/office/drawing/2014/main" id="{007CCA63-2FE9-D640-9E97-E1D7A0305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5359" name="Line 108">
            <a:extLst>
              <a:ext uri="{FF2B5EF4-FFF2-40B4-BE49-F238E27FC236}">
                <a16:creationId xmlns:a16="http://schemas.microsoft.com/office/drawing/2014/main" id="{396D95B3-4806-394B-AE57-B1E513D60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432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0" name="Line 109">
            <a:extLst>
              <a:ext uri="{FF2B5EF4-FFF2-40B4-BE49-F238E27FC236}">
                <a16:creationId xmlns:a16="http://schemas.microsoft.com/office/drawing/2014/main" id="{23C1C5F3-A92E-194A-BD31-FEEEDDAED3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41600" y="4419600"/>
            <a:ext cx="279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1" name="Line 110">
            <a:extLst>
              <a:ext uri="{FF2B5EF4-FFF2-40B4-BE49-F238E27FC236}">
                <a16:creationId xmlns:a16="http://schemas.microsoft.com/office/drawing/2014/main" id="{95D4B0AD-BB8F-804F-BE23-5F655682D2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419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2" name="Line 111">
            <a:extLst>
              <a:ext uri="{FF2B5EF4-FFF2-40B4-BE49-F238E27FC236}">
                <a16:creationId xmlns:a16="http://schemas.microsoft.com/office/drawing/2014/main" id="{9A81466E-8BF4-314A-9B6C-11CCE83312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4323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3" name="Line 112">
            <a:extLst>
              <a:ext uri="{FF2B5EF4-FFF2-40B4-BE49-F238E27FC236}">
                <a16:creationId xmlns:a16="http://schemas.microsoft.com/office/drawing/2014/main" id="{BA1E3C77-4E8C-0D4C-8779-F0DDDB338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927600"/>
            <a:ext cx="0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4" name="Line 113">
            <a:extLst>
              <a:ext uri="{FF2B5EF4-FFF2-40B4-BE49-F238E27FC236}">
                <a16:creationId xmlns:a16="http://schemas.microsoft.com/office/drawing/2014/main" id="{5370FD34-96E5-0743-8A70-128EEF9EB5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51054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5" name="Line 114">
            <a:extLst>
              <a:ext uri="{FF2B5EF4-FFF2-40B4-BE49-F238E27FC236}">
                <a16:creationId xmlns:a16="http://schemas.microsoft.com/office/drawing/2014/main" id="{12CDCD48-5A82-5549-826D-19A51C9FBA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2200" y="4800600"/>
            <a:ext cx="368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6" name="Line 115">
            <a:extLst>
              <a:ext uri="{FF2B5EF4-FFF2-40B4-BE49-F238E27FC236}">
                <a16:creationId xmlns:a16="http://schemas.microsoft.com/office/drawing/2014/main" id="{86254D0F-95B0-F64E-A7AB-C882CEB01F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4257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44" name="Rectangle 116">
            <a:extLst>
              <a:ext uri="{FF2B5EF4-FFF2-40B4-BE49-F238E27FC236}">
                <a16:creationId xmlns:a16="http://schemas.microsoft.com/office/drawing/2014/main" id="{48218FE0-8DB6-3540-BAE7-4411D0DF1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1510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RegDst=0</a:t>
            </a:r>
          </a:p>
        </p:txBody>
      </p:sp>
      <p:sp>
        <p:nvSpPr>
          <p:cNvPr id="225368" name="Line 117">
            <a:extLst>
              <a:ext uri="{FF2B5EF4-FFF2-40B4-BE49-F238E27FC236}">
                <a16:creationId xmlns:a16="http://schemas.microsoft.com/office/drawing/2014/main" id="{B382478D-2396-A14B-9E89-56FE00917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403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69" name="Line 118">
            <a:extLst>
              <a:ext uri="{FF2B5EF4-FFF2-40B4-BE49-F238E27FC236}">
                <a16:creationId xmlns:a16="http://schemas.microsoft.com/office/drawing/2014/main" id="{703F9FDA-73D4-264B-9D94-08BF974278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5562600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0" name="Line 119">
            <a:extLst>
              <a:ext uri="{FF2B5EF4-FFF2-40B4-BE49-F238E27FC236}">
                <a16:creationId xmlns:a16="http://schemas.microsoft.com/office/drawing/2014/main" id="{F42F0157-7225-F646-8B5C-CA5CAA114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133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371" name="Group 127">
            <a:extLst>
              <a:ext uri="{FF2B5EF4-FFF2-40B4-BE49-F238E27FC236}">
                <a16:creationId xmlns:a16="http://schemas.microsoft.com/office/drawing/2014/main" id="{87E1253D-E61A-AD41-BAAE-C561A1799B55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3136900"/>
            <a:ext cx="333375" cy="946150"/>
            <a:chOff x="634" y="1976"/>
            <a:chExt cx="210" cy="596"/>
          </a:xfrm>
        </p:grpSpPr>
        <p:sp>
          <p:nvSpPr>
            <p:cNvPr id="225502" name="Line 120">
              <a:extLst>
                <a:ext uri="{FF2B5EF4-FFF2-40B4-BE49-F238E27FC236}">
                  <a16:creationId xmlns:a16="http://schemas.microsoft.com/office/drawing/2014/main" id="{7C7027CC-29A5-8B4A-84D8-39462143C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3" name="Line 121">
              <a:extLst>
                <a:ext uri="{FF2B5EF4-FFF2-40B4-BE49-F238E27FC236}">
                  <a16:creationId xmlns:a16="http://schemas.microsoft.com/office/drawing/2014/main" id="{D3E1D749-425E-A449-B5F6-E4F454B40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4" name="Line 122">
              <a:extLst>
                <a:ext uri="{FF2B5EF4-FFF2-40B4-BE49-F238E27FC236}">
                  <a16:creationId xmlns:a16="http://schemas.microsoft.com/office/drawing/2014/main" id="{13CA1973-2BDF-B14F-925D-F184BBEC8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5" name="Line 123">
              <a:extLst>
                <a:ext uri="{FF2B5EF4-FFF2-40B4-BE49-F238E27FC236}">
                  <a16:creationId xmlns:a16="http://schemas.microsoft.com/office/drawing/2014/main" id="{2774537E-82FF-9946-B115-0F4B58018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6" name="Rectangle 124">
              <a:extLst>
                <a:ext uri="{FF2B5EF4-FFF2-40B4-BE49-F238E27FC236}">
                  <a16:creationId xmlns:a16="http://schemas.microsoft.com/office/drawing/2014/main" id="{F9DB6E1E-BE46-4643-8AAF-79ED6AC79C1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5507" name="Rectangle 125">
              <a:extLst>
                <a:ext uri="{FF2B5EF4-FFF2-40B4-BE49-F238E27FC236}">
                  <a16:creationId xmlns:a16="http://schemas.microsoft.com/office/drawing/2014/main" id="{594CB566-CA5C-B348-B0E9-B1A9DA387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5508" name="Rectangle 126">
              <a:extLst>
                <a:ext uri="{FF2B5EF4-FFF2-40B4-BE49-F238E27FC236}">
                  <a16:creationId xmlns:a16="http://schemas.microsoft.com/office/drawing/2014/main" id="{ABA2D56C-D442-BD46-89D0-6F548C5F6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5372" name="Line 128">
            <a:extLst>
              <a:ext uri="{FF2B5EF4-FFF2-40B4-BE49-F238E27FC236}">
                <a16:creationId xmlns:a16="http://schemas.microsoft.com/office/drawing/2014/main" id="{E8BEB929-1B28-6345-9293-9A1FDEAF9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3" name="Line 129">
            <a:extLst>
              <a:ext uri="{FF2B5EF4-FFF2-40B4-BE49-F238E27FC236}">
                <a16:creationId xmlns:a16="http://schemas.microsoft.com/office/drawing/2014/main" id="{01B123CE-5184-9645-8612-F1616A1418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4" name="Rectangle 130">
            <a:extLst>
              <a:ext uri="{FF2B5EF4-FFF2-40B4-BE49-F238E27FC236}">
                <a16:creationId xmlns:a16="http://schemas.microsoft.com/office/drawing/2014/main" id="{191ECC6C-B1EC-6C42-B646-C73246161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75" name="Line 131">
            <a:extLst>
              <a:ext uri="{FF2B5EF4-FFF2-40B4-BE49-F238E27FC236}">
                <a16:creationId xmlns:a16="http://schemas.microsoft.com/office/drawing/2014/main" id="{8E334EED-1C8C-964A-B463-52C2EF868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8735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6" name="Line 132">
            <a:extLst>
              <a:ext uri="{FF2B5EF4-FFF2-40B4-BE49-F238E27FC236}">
                <a16:creationId xmlns:a16="http://schemas.microsoft.com/office/drawing/2014/main" id="{13C43554-8C34-1145-9F25-DB0D7BF26D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000" y="38862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77" name="Rectangle 133">
            <a:extLst>
              <a:ext uri="{FF2B5EF4-FFF2-40B4-BE49-F238E27FC236}">
                <a16:creationId xmlns:a16="http://schemas.microsoft.com/office/drawing/2014/main" id="{158F4E7F-A51E-D44B-BFB1-0AE4A2C1B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6035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78" name="Rectangle 134">
            <a:extLst>
              <a:ext uri="{FF2B5EF4-FFF2-40B4-BE49-F238E27FC236}">
                <a16:creationId xmlns:a16="http://schemas.microsoft.com/office/drawing/2014/main" id="{E8848E9C-B58F-0142-B227-7CD3090FF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57333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25379" name="Line 135">
            <a:extLst>
              <a:ext uri="{FF2B5EF4-FFF2-40B4-BE49-F238E27FC236}">
                <a16:creationId xmlns:a16="http://schemas.microsoft.com/office/drawing/2014/main" id="{E39F4E5F-2713-A44C-ABF4-29D070AE0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908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64" name="Rectangle 136">
            <a:extLst>
              <a:ext uri="{FF2B5EF4-FFF2-40B4-BE49-F238E27FC236}">
                <a16:creationId xmlns:a16="http://schemas.microsoft.com/office/drawing/2014/main" id="{A1D3FA2B-433F-7045-A3EE-4301072B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1722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MemtoReg=1</a:t>
            </a:r>
          </a:p>
        </p:txBody>
      </p:sp>
      <p:grpSp>
        <p:nvGrpSpPr>
          <p:cNvPr id="225381" name="Group 139">
            <a:extLst>
              <a:ext uri="{FF2B5EF4-FFF2-40B4-BE49-F238E27FC236}">
                <a16:creationId xmlns:a16="http://schemas.microsoft.com/office/drawing/2014/main" id="{A1663CA2-DB56-9A41-83C3-D431645DB0F5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715000"/>
            <a:ext cx="857250" cy="333375"/>
            <a:chOff x="2776" y="3600"/>
            <a:chExt cx="540" cy="210"/>
          </a:xfrm>
        </p:grpSpPr>
        <p:sp>
          <p:nvSpPr>
            <p:cNvPr id="225500" name="Rectangle 137">
              <a:extLst>
                <a:ext uri="{FF2B5EF4-FFF2-40B4-BE49-F238E27FC236}">
                  <a16:creationId xmlns:a16="http://schemas.microsoft.com/office/drawing/2014/main" id="{D565A773-A883-E94F-98F0-33FB7E941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5501" name="Rectangle 138">
              <a:extLst>
                <a:ext uri="{FF2B5EF4-FFF2-40B4-BE49-F238E27FC236}">
                  <a16:creationId xmlns:a16="http://schemas.microsoft.com/office/drawing/2014/main" id="{15CE7FE2-76BD-864C-B98C-2A3297BD8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600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25382" name="Line 140">
            <a:extLst>
              <a:ext uri="{FF2B5EF4-FFF2-40B4-BE49-F238E27FC236}">
                <a16:creationId xmlns:a16="http://schemas.microsoft.com/office/drawing/2014/main" id="{C2FD71A5-C040-404E-88F2-C06D72A30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019800"/>
            <a:ext cx="0" cy="368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869" name="Rectangle 141">
            <a:extLst>
              <a:ext uri="{FF2B5EF4-FFF2-40B4-BE49-F238E27FC236}">
                <a16:creationId xmlns:a16="http://schemas.microsoft.com/office/drawing/2014/main" id="{41FEBCB5-E526-FE4B-98B7-262FBEA00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1722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25384" name="Group 149">
            <a:extLst>
              <a:ext uri="{FF2B5EF4-FFF2-40B4-BE49-F238E27FC236}">
                <a16:creationId xmlns:a16="http://schemas.microsoft.com/office/drawing/2014/main" id="{08D38A6E-CA33-2B4A-80DE-2C54B1D05A4F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832100"/>
            <a:ext cx="333375" cy="946150"/>
            <a:chOff x="4186" y="1784"/>
            <a:chExt cx="210" cy="596"/>
          </a:xfrm>
        </p:grpSpPr>
        <p:sp>
          <p:nvSpPr>
            <p:cNvPr id="225493" name="Line 142">
              <a:extLst>
                <a:ext uri="{FF2B5EF4-FFF2-40B4-BE49-F238E27FC236}">
                  <a16:creationId xmlns:a16="http://schemas.microsoft.com/office/drawing/2014/main" id="{FB878E99-71E7-3A42-9D76-725D581C8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4" name="Line 143">
              <a:extLst>
                <a:ext uri="{FF2B5EF4-FFF2-40B4-BE49-F238E27FC236}">
                  <a16:creationId xmlns:a16="http://schemas.microsoft.com/office/drawing/2014/main" id="{2C75E18F-DD0F-F147-B29D-234F7B85C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5" name="Line 144">
              <a:extLst>
                <a:ext uri="{FF2B5EF4-FFF2-40B4-BE49-F238E27FC236}">
                  <a16:creationId xmlns:a16="http://schemas.microsoft.com/office/drawing/2014/main" id="{B9455B24-54DD-8149-8E8F-B6F1E280A6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6" name="Line 145">
              <a:extLst>
                <a:ext uri="{FF2B5EF4-FFF2-40B4-BE49-F238E27FC236}">
                  <a16:creationId xmlns:a16="http://schemas.microsoft.com/office/drawing/2014/main" id="{D70FE1A6-C962-5541-9010-7403E189D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7" name="Rectangle 146">
              <a:extLst>
                <a:ext uri="{FF2B5EF4-FFF2-40B4-BE49-F238E27FC236}">
                  <a16:creationId xmlns:a16="http://schemas.microsoft.com/office/drawing/2014/main" id="{2B2B76C1-1486-2A42-B6F7-E759F0E7EE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5498" name="Rectangle 147">
              <a:extLst>
                <a:ext uri="{FF2B5EF4-FFF2-40B4-BE49-F238E27FC236}">
                  <a16:creationId xmlns:a16="http://schemas.microsoft.com/office/drawing/2014/main" id="{72569A4C-FB85-E040-9F3F-C76770DE9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5499" name="Rectangle 148">
              <a:extLst>
                <a:ext uri="{FF2B5EF4-FFF2-40B4-BE49-F238E27FC236}">
                  <a16:creationId xmlns:a16="http://schemas.microsoft.com/office/drawing/2014/main" id="{87CB0A86-D016-9448-A438-53D858C4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5385" name="Line 150">
            <a:extLst>
              <a:ext uri="{FF2B5EF4-FFF2-40B4-BE49-F238E27FC236}">
                <a16:creationId xmlns:a16="http://schemas.microsoft.com/office/drawing/2014/main" id="{ACB7D4C5-5744-E04A-991D-788FBB989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32766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6" name="Line 151">
            <a:extLst>
              <a:ext uri="{FF2B5EF4-FFF2-40B4-BE49-F238E27FC236}">
                <a16:creationId xmlns:a16="http://schemas.microsoft.com/office/drawing/2014/main" id="{6280C99F-4C7D-7340-AB5F-8E8F234D9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206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7" name="Rectangle 152">
            <a:extLst>
              <a:ext uri="{FF2B5EF4-FFF2-40B4-BE49-F238E27FC236}">
                <a16:creationId xmlns:a16="http://schemas.microsoft.com/office/drawing/2014/main" id="{138FC046-2AE5-4B48-A368-FD81761F8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3004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388" name="Line 153">
            <a:extLst>
              <a:ext uri="{FF2B5EF4-FFF2-40B4-BE49-F238E27FC236}">
                <a16:creationId xmlns:a16="http://schemas.microsoft.com/office/drawing/2014/main" id="{D42A7B6D-9425-0F4F-841C-37F8BF925E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2451100"/>
            <a:ext cx="0" cy="419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9" name="Line 154">
            <a:extLst>
              <a:ext uri="{FF2B5EF4-FFF2-40B4-BE49-F238E27FC236}">
                <a16:creationId xmlns:a16="http://schemas.microsoft.com/office/drawing/2014/main" id="{83762723-AD17-3647-8CD0-00C47B5CB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7861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0" name="Line 155">
            <a:extLst>
              <a:ext uri="{FF2B5EF4-FFF2-40B4-BE49-F238E27FC236}">
                <a16:creationId xmlns:a16="http://schemas.microsoft.com/office/drawing/2014/main" id="{AEA512F2-650D-1342-9698-1D273651E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7861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1" name="Line 156">
            <a:extLst>
              <a:ext uri="{FF2B5EF4-FFF2-40B4-BE49-F238E27FC236}">
                <a16:creationId xmlns:a16="http://schemas.microsoft.com/office/drawing/2014/main" id="{191784BE-61C4-C041-8B55-0B8A5EB36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8641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2" name="Line 157">
            <a:extLst>
              <a:ext uri="{FF2B5EF4-FFF2-40B4-BE49-F238E27FC236}">
                <a16:creationId xmlns:a16="http://schemas.microsoft.com/office/drawing/2014/main" id="{05DB58CD-4D83-5447-A0C7-123C5D26C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8989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3" name="Line 158">
            <a:extLst>
              <a:ext uri="{FF2B5EF4-FFF2-40B4-BE49-F238E27FC236}">
                <a16:creationId xmlns:a16="http://schemas.microsoft.com/office/drawing/2014/main" id="{E849770C-08FA-F843-9A0A-DEC8AEF942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50069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4" name="Rectangle 159">
            <a:extLst>
              <a:ext uri="{FF2B5EF4-FFF2-40B4-BE49-F238E27FC236}">
                <a16:creationId xmlns:a16="http://schemas.microsoft.com/office/drawing/2014/main" id="{78454573-47BC-AD43-A87E-5CDD4FF85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8338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5395" name="Rectangle 160">
            <a:extLst>
              <a:ext uri="{FF2B5EF4-FFF2-40B4-BE49-F238E27FC236}">
                <a16:creationId xmlns:a16="http://schemas.microsoft.com/office/drawing/2014/main" id="{82BA92C3-F672-C94B-9571-38992FB7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56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5396" name="Rectangle 161">
            <a:extLst>
              <a:ext uri="{FF2B5EF4-FFF2-40B4-BE49-F238E27FC236}">
                <a16:creationId xmlns:a16="http://schemas.microsoft.com/office/drawing/2014/main" id="{60A574B7-68A8-DA44-A07B-AAD75FDE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460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5397" name="Rectangle 162">
            <a:extLst>
              <a:ext uri="{FF2B5EF4-FFF2-40B4-BE49-F238E27FC236}">
                <a16:creationId xmlns:a16="http://schemas.microsoft.com/office/drawing/2014/main" id="{4DB64CF5-C67B-EE45-ADB5-F7770A87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689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5398" name="Line 163">
            <a:extLst>
              <a:ext uri="{FF2B5EF4-FFF2-40B4-BE49-F238E27FC236}">
                <a16:creationId xmlns:a16="http://schemas.microsoft.com/office/drawing/2014/main" id="{AFA128FC-2BDC-F346-86E0-48F2F332C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962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9" name="Rectangle 164">
            <a:extLst>
              <a:ext uri="{FF2B5EF4-FFF2-40B4-BE49-F238E27FC236}">
                <a16:creationId xmlns:a16="http://schemas.microsoft.com/office/drawing/2014/main" id="{294B7C48-4B8D-DC47-BB7A-81DB703BB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8100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25400" name="Line 165">
            <a:extLst>
              <a:ext uri="{FF2B5EF4-FFF2-40B4-BE49-F238E27FC236}">
                <a16:creationId xmlns:a16="http://schemas.microsoft.com/office/drawing/2014/main" id="{2EC44899-0CCA-354E-B9ED-0CD83910FA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58674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1" name="Line 166">
            <a:extLst>
              <a:ext uri="{FF2B5EF4-FFF2-40B4-BE49-F238E27FC236}">
                <a16:creationId xmlns:a16="http://schemas.microsoft.com/office/drawing/2014/main" id="{7895FBA4-11DF-3F40-8BD2-E638F7761B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5797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2" name="Rectangle 167">
            <a:extLst>
              <a:ext uri="{FF2B5EF4-FFF2-40B4-BE49-F238E27FC236}">
                <a16:creationId xmlns:a16="http://schemas.microsoft.com/office/drawing/2014/main" id="{20CE19B6-94B9-CD4E-9E35-79AD14713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891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25403" name="Rectangle 168">
            <a:extLst>
              <a:ext uri="{FF2B5EF4-FFF2-40B4-BE49-F238E27FC236}">
                <a16:creationId xmlns:a16="http://schemas.microsoft.com/office/drawing/2014/main" id="{D34A269E-CFE8-5F4A-991B-8B829D502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815013"/>
            <a:ext cx="5159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25404" name="Line 169">
            <a:extLst>
              <a:ext uri="{FF2B5EF4-FFF2-40B4-BE49-F238E27FC236}">
                <a16:creationId xmlns:a16="http://schemas.microsoft.com/office/drawing/2014/main" id="{B2EAACB9-EC25-544E-9161-910ADF379B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8674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5" name="Line 170">
            <a:extLst>
              <a:ext uri="{FF2B5EF4-FFF2-40B4-BE49-F238E27FC236}">
                <a16:creationId xmlns:a16="http://schemas.microsoft.com/office/drawing/2014/main" id="{E3278515-CA89-4344-83EE-DB8C48793F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7975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6" name="Rectangle 171">
            <a:extLst>
              <a:ext uri="{FF2B5EF4-FFF2-40B4-BE49-F238E27FC236}">
                <a16:creationId xmlns:a16="http://schemas.microsoft.com/office/drawing/2014/main" id="{16CB32B5-7870-7F46-84EF-902CC7E7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891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5407" name="Group 174">
            <a:extLst>
              <a:ext uri="{FF2B5EF4-FFF2-40B4-BE49-F238E27FC236}">
                <a16:creationId xmlns:a16="http://schemas.microsoft.com/office/drawing/2014/main" id="{07A4970F-E978-3E4D-8360-470176E2A1F1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800600"/>
            <a:ext cx="565150" cy="333375"/>
            <a:chOff x="3587" y="3024"/>
            <a:chExt cx="356" cy="210"/>
          </a:xfrm>
        </p:grpSpPr>
        <p:sp>
          <p:nvSpPr>
            <p:cNvPr id="225491" name="Rectangle 172">
              <a:extLst>
                <a:ext uri="{FF2B5EF4-FFF2-40B4-BE49-F238E27FC236}">
                  <a16:creationId xmlns:a16="http://schemas.microsoft.com/office/drawing/2014/main" id="{6C54F91F-5948-3045-AED8-1507A2B5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5492" name="Rectangle 173">
              <a:extLst>
                <a:ext uri="{FF2B5EF4-FFF2-40B4-BE49-F238E27FC236}">
                  <a16:creationId xmlns:a16="http://schemas.microsoft.com/office/drawing/2014/main" id="{E2A0BC2C-98C6-884A-97EB-650006972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25408" name="Line 175">
            <a:extLst>
              <a:ext uri="{FF2B5EF4-FFF2-40B4-BE49-F238E27FC236}">
                <a16:creationId xmlns:a16="http://schemas.microsoft.com/office/drawing/2014/main" id="{BA700F5E-75E3-734A-9907-A9203FFFE1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572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09" name="Line 176">
            <a:extLst>
              <a:ext uri="{FF2B5EF4-FFF2-40B4-BE49-F238E27FC236}">
                <a16:creationId xmlns:a16="http://schemas.microsoft.com/office/drawing/2014/main" id="{48FCF4DE-E326-3C41-B883-BA59E55A2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584700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0" name="Line 177">
            <a:extLst>
              <a:ext uri="{FF2B5EF4-FFF2-40B4-BE49-F238E27FC236}">
                <a16:creationId xmlns:a16="http://schemas.microsoft.com/office/drawing/2014/main" id="{C053FC60-A3DB-C647-A335-6096B06A0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927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1" name="Line 178">
            <a:extLst>
              <a:ext uri="{FF2B5EF4-FFF2-40B4-BE49-F238E27FC236}">
                <a16:creationId xmlns:a16="http://schemas.microsoft.com/office/drawing/2014/main" id="{03494781-8508-5049-AB15-6F19DE6663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87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2" name="Line 179">
            <a:extLst>
              <a:ext uri="{FF2B5EF4-FFF2-40B4-BE49-F238E27FC236}">
                <a16:creationId xmlns:a16="http://schemas.microsoft.com/office/drawing/2014/main" id="{244519D9-6CB3-1D44-A5C3-B1E27AA67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8895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3" name="Line 180">
            <a:extLst>
              <a:ext uri="{FF2B5EF4-FFF2-40B4-BE49-F238E27FC236}">
                <a16:creationId xmlns:a16="http://schemas.microsoft.com/office/drawing/2014/main" id="{288456D1-6DC5-BF4E-9662-D839D43EA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6300" y="58674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4" name="Line 181">
            <a:extLst>
              <a:ext uri="{FF2B5EF4-FFF2-40B4-BE49-F238E27FC236}">
                <a16:creationId xmlns:a16="http://schemas.microsoft.com/office/drawing/2014/main" id="{89BC7657-0456-D74D-BD61-623DCAA20B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26720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910" name="Rectangle 182">
            <a:extLst>
              <a:ext uri="{FF2B5EF4-FFF2-40B4-BE49-F238E27FC236}">
                <a16:creationId xmlns:a16="http://schemas.microsoft.com/office/drawing/2014/main" id="{DE55B16C-6AAC-604F-BDED-5DD7D84B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1722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25416" name="Line 183">
            <a:extLst>
              <a:ext uri="{FF2B5EF4-FFF2-40B4-BE49-F238E27FC236}">
                <a16:creationId xmlns:a16="http://schemas.microsoft.com/office/drawing/2014/main" id="{DC51268E-066F-0A48-9C46-6E7EDF966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9751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7" name="Line 184">
            <a:extLst>
              <a:ext uri="{FF2B5EF4-FFF2-40B4-BE49-F238E27FC236}">
                <a16:creationId xmlns:a16="http://schemas.microsoft.com/office/drawing/2014/main" id="{18577A2D-4D42-0541-89C7-D29A7135B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21463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8" name="Line 185">
            <a:extLst>
              <a:ext uri="{FF2B5EF4-FFF2-40B4-BE49-F238E27FC236}">
                <a16:creationId xmlns:a16="http://schemas.microsoft.com/office/drawing/2014/main" id="{FCBD75A8-0598-044E-BE3A-880208BA59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21463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19" name="Line 186">
            <a:extLst>
              <a:ext uri="{FF2B5EF4-FFF2-40B4-BE49-F238E27FC236}">
                <a16:creationId xmlns:a16="http://schemas.microsoft.com/office/drawing/2014/main" id="{50E1A995-ECEC-7C4F-88A3-8D93C0F2DB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9257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0" name="Line 187">
            <a:extLst>
              <a:ext uri="{FF2B5EF4-FFF2-40B4-BE49-F238E27FC236}">
                <a16:creationId xmlns:a16="http://schemas.microsoft.com/office/drawing/2014/main" id="{FC94F89E-1B95-F649-890D-CD9458312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2288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1" name="Rectangle 188">
            <a:extLst>
              <a:ext uri="{FF2B5EF4-FFF2-40B4-BE49-F238E27FC236}">
                <a16:creationId xmlns:a16="http://schemas.microsoft.com/office/drawing/2014/main" id="{5F7499CF-E0C4-B54C-9C62-D4810EB4DA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4384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25422" name="Rectangle 189">
            <a:extLst>
              <a:ext uri="{FF2B5EF4-FFF2-40B4-BE49-F238E27FC236}">
                <a16:creationId xmlns:a16="http://schemas.microsoft.com/office/drawing/2014/main" id="{23F646B7-4D75-9646-A8F4-DD4EEF8F4D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165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5423" name="Rectangle 190">
            <a:extLst>
              <a:ext uri="{FF2B5EF4-FFF2-40B4-BE49-F238E27FC236}">
                <a16:creationId xmlns:a16="http://schemas.microsoft.com/office/drawing/2014/main" id="{B20DD868-2FAC-0A44-A9B5-FF35096641F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790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25424" name="Group 193">
            <a:extLst>
              <a:ext uri="{FF2B5EF4-FFF2-40B4-BE49-F238E27FC236}">
                <a16:creationId xmlns:a16="http://schemas.microsoft.com/office/drawing/2014/main" id="{747341D9-9115-4A47-85BC-4C72AF384ACE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2133600"/>
            <a:ext cx="801687" cy="333375"/>
            <a:chOff x="5175" y="1344"/>
            <a:chExt cx="505" cy="210"/>
          </a:xfrm>
        </p:grpSpPr>
        <p:sp>
          <p:nvSpPr>
            <p:cNvPr id="225489" name="Rectangle 191">
              <a:extLst>
                <a:ext uri="{FF2B5EF4-FFF2-40B4-BE49-F238E27FC236}">
                  <a16:creationId xmlns:a16="http://schemas.microsoft.com/office/drawing/2014/main" id="{78050F01-1958-6542-B09B-B3EF7E781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5490" name="Rectangle 192">
              <a:extLst>
                <a:ext uri="{FF2B5EF4-FFF2-40B4-BE49-F238E27FC236}">
                  <a16:creationId xmlns:a16="http://schemas.microsoft.com/office/drawing/2014/main" id="{E79FCE70-3530-C345-9D57-FEA96668F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25425" name="Oval 194">
            <a:extLst>
              <a:ext uri="{FF2B5EF4-FFF2-40B4-BE49-F238E27FC236}">
                <a16:creationId xmlns:a16="http://schemas.microsoft.com/office/drawing/2014/main" id="{8BE3C4E2-9E5D-2240-B1DF-F39F3A25D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4511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26" name="Line 195">
            <a:extLst>
              <a:ext uri="{FF2B5EF4-FFF2-40B4-BE49-F238E27FC236}">
                <a16:creationId xmlns:a16="http://schemas.microsoft.com/office/drawing/2014/main" id="{799651CD-16A9-C043-AE3C-D080CCA06E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7" name="Line 196">
            <a:extLst>
              <a:ext uri="{FF2B5EF4-FFF2-40B4-BE49-F238E27FC236}">
                <a16:creationId xmlns:a16="http://schemas.microsoft.com/office/drawing/2014/main" id="{8162AB6B-41EC-BF49-B29F-8055ECF62C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28" name="Oval 197">
            <a:extLst>
              <a:ext uri="{FF2B5EF4-FFF2-40B4-BE49-F238E27FC236}">
                <a16:creationId xmlns:a16="http://schemas.microsoft.com/office/drawing/2014/main" id="{02619C88-3250-FE47-8B42-5724F7519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9939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29" name="Line 198">
            <a:extLst>
              <a:ext uri="{FF2B5EF4-FFF2-40B4-BE49-F238E27FC236}">
                <a16:creationId xmlns:a16="http://schemas.microsoft.com/office/drawing/2014/main" id="{174813CF-0BB4-FF49-8DD2-149500C55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8161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430" name="Group 202">
            <a:extLst>
              <a:ext uri="{FF2B5EF4-FFF2-40B4-BE49-F238E27FC236}">
                <a16:creationId xmlns:a16="http://schemas.microsoft.com/office/drawing/2014/main" id="{15D44CE0-4ABF-ED4E-AFC5-679197683D95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216150"/>
            <a:ext cx="641350" cy="395288"/>
            <a:chOff x="4760" y="1396"/>
            <a:chExt cx="404" cy="249"/>
          </a:xfrm>
        </p:grpSpPr>
        <p:sp>
          <p:nvSpPr>
            <p:cNvPr id="225486" name="Line 199">
              <a:extLst>
                <a:ext uri="{FF2B5EF4-FFF2-40B4-BE49-F238E27FC236}">
                  <a16:creationId xmlns:a16="http://schemas.microsoft.com/office/drawing/2014/main" id="{79933A52-E71E-064C-8B12-35737CAB3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7" name="Line 200">
              <a:extLst>
                <a:ext uri="{FF2B5EF4-FFF2-40B4-BE49-F238E27FC236}">
                  <a16:creationId xmlns:a16="http://schemas.microsoft.com/office/drawing/2014/main" id="{215A1D56-7B21-B146-A60A-5D345AC7D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8" name="Rectangle 201">
              <a:extLst>
                <a:ext uri="{FF2B5EF4-FFF2-40B4-BE49-F238E27FC236}">
                  <a16:creationId xmlns:a16="http://schemas.microsoft.com/office/drawing/2014/main" id="{5BABE367-5729-0048-B304-0B97EB5775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5431" name="Line 203">
            <a:extLst>
              <a:ext uri="{FF2B5EF4-FFF2-40B4-BE49-F238E27FC236}">
                <a16:creationId xmlns:a16="http://schemas.microsoft.com/office/drawing/2014/main" id="{1E2B6DF7-F3E0-0542-BCB3-BDCC3083A4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1877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2" name="Line 204">
            <a:extLst>
              <a:ext uri="{FF2B5EF4-FFF2-40B4-BE49-F238E27FC236}">
                <a16:creationId xmlns:a16="http://schemas.microsoft.com/office/drawing/2014/main" id="{B49940B1-7F4A-1540-AE09-08DE0ABA62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733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3" name="Rectangle 205">
            <a:extLst>
              <a:ext uri="{FF2B5EF4-FFF2-40B4-BE49-F238E27FC236}">
                <a16:creationId xmlns:a16="http://schemas.microsoft.com/office/drawing/2014/main" id="{F809B583-6F22-5646-BB4D-0DA5261C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9130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5434" name="Line 206">
            <a:extLst>
              <a:ext uri="{FF2B5EF4-FFF2-40B4-BE49-F238E27FC236}">
                <a16:creationId xmlns:a16="http://schemas.microsoft.com/office/drawing/2014/main" id="{BE9A5C99-3C7A-0D45-A485-5623710E6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8956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5" name="Line 207">
            <a:extLst>
              <a:ext uri="{FF2B5EF4-FFF2-40B4-BE49-F238E27FC236}">
                <a16:creationId xmlns:a16="http://schemas.microsoft.com/office/drawing/2014/main" id="{9B97AB6A-3FE5-5E43-B4D9-A4A7D23BE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6" name="Line 208">
            <a:extLst>
              <a:ext uri="{FF2B5EF4-FFF2-40B4-BE49-F238E27FC236}">
                <a16:creationId xmlns:a16="http://schemas.microsoft.com/office/drawing/2014/main" id="{1D5729D0-2D70-484A-8792-5C3F6C7A0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20574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37" name="Line 209">
            <a:extLst>
              <a:ext uri="{FF2B5EF4-FFF2-40B4-BE49-F238E27FC236}">
                <a16:creationId xmlns:a16="http://schemas.microsoft.com/office/drawing/2014/main" id="{D1B5AE45-3C23-AC4F-9417-5BCF185E70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81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438" name="Group 215">
            <a:extLst>
              <a:ext uri="{FF2B5EF4-FFF2-40B4-BE49-F238E27FC236}">
                <a16:creationId xmlns:a16="http://schemas.microsoft.com/office/drawing/2014/main" id="{A6560C27-0F5F-DE43-9F94-938C3A8A5A1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381000" cy="306388"/>
            <a:chOff x="672" y="1152"/>
            <a:chExt cx="240" cy="193"/>
          </a:xfrm>
        </p:grpSpPr>
        <p:sp>
          <p:nvSpPr>
            <p:cNvPr id="225481" name="Arc 210">
              <a:extLst>
                <a:ext uri="{FF2B5EF4-FFF2-40B4-BE49-F238E27FC236}">
                  <a16:creationId xmlns:a16="http://schemas.microsoft.com/office/drawing/2014/main" id="{ECA26B48-FFC1-4547-B17E-2D349FB9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2" name="Arc 211">
              <a:extLst>
                <a:ext uri="{FF2B5EF4-FFF2-40B4-BE49-F238E27FC236}">
                  <a16:creationId xmlns:a16="http://schemas.microsoft.com/office/drawing/2014/main" id="{130E1552-B301-9D47-B9E1-9ACE7518245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3" name="Line 212">
              <a:extLst>
                <a:ext uri="{FF2B5EF4-FFF2-40B4-BE49-F238E27FC236}">
                  <a16:creationId xmlns:a16="http://schemas.microsoft.com/office/drawing/2014/main" id="{341C49E4-875D-6C41-9C80-669735F60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4" name="Line 213">
              <a:extLst>
                <a:ext uri="{FF2B5EF4-FFF2-40B4-BE49-F238E27FC236}">
                  <a16:creationId xmlns:a16="http://schemas.microsoft.com/office/drawing/2014/main" id="{095A4CB0-0EAB-3B40-B9C8-1B1D7720D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5" name="Line 214">
              <a:extLst>
                <a:ext uri="{FF2B5EF4-FFF2-40B4-BE49-F238E27FC236}">
                  <a16:creationId xmlns:a16="http://schemas.microsoft.com/office/drawing/2014/main" id="{D1629D33-E77C-224E-9ADA-FA47BB365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439" name="Line 216">
            <a:extLst>
              <a:ext uri="{FF2B5EF4-FFF2-40B4-BE49-F238E27FC236}">
                <a16:creationId xmlns:a16="http://schemas.microsoft.com/office/drawing/2014/main" id="{81C1C0A2-28CD-414B-AF81-3722727AE8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197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0" name="Arc 217">
            <a:extLst>
              <a:ext uri="{FF2B5EF4-FFF2-40B4-BE49-F238E27FC236}">
                <a16:creationId xmlns:a16="http://schemas.microsoft.com/office/drawing/2014/main" id="{1DE02DB7-E3CD-554B-A2DA-DA3D1E3E7C4C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21336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1" name="Arc 218">
            <a:extLst>
              <a:ext uri="{FF2B5EF4-FFF2-40B4-BE49-F238E27FC236}">
                <a16:creationId xmlns:a16="http://schemas.microsoft.com/office/drawing/2014/main" id="{72ECC5AF-A95B-7A46-A668-A99E3AF1689A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21336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442" name="Group 221">
            <a:extLst>
              <a:ext uri="{FF2B5EF4-FFF2-40B4-BE49-F238E27FC236}">
                <a16:creationId xmlns:a16="http://schemas.microsoft.com/office/drawing/2014/main" id="{E02330C8-0C7E-9F44-ADBB-94289B970CD0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2052638"/>
            <a:ext cx="373062" cy="101600"/>
            <a:chOff x="345" y="1293"/>
            <a:chExt cx="235" cy="64"/>
          </a:xfrm>
        </p:grpSpPr>
        <p:sp>
          <p:nvSpPr>
            <p:cNvPr id="225479" name="Arc 219">
              <a:extLst>
                <a:ext uri="{FF2B5EF4-FFF2-40B4-BE49-F238E27FC236}">
                  <a16:creationId xmlns:a16="http://schemas.microsoft.com/office/drawing/2014/main" id="{A1A136F7-E284-A54B-8CCB-28DE97929D7F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0" name="Arc 220">
              <a:extLst>
                <a:ext uri="{FF2B5EF4-FFF2-40B4-BE49-F238E27FC236}">
                  <a16:creationId xmlns:a16="http://schemas.microsoft.com/office/drawing/2014/main" id="{CCC1E873-1A18-3047-936E-F843819159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443" name="Line 222">
            <a:extLst>
              <a:ext uri="{FF2B5EF4-FFF2-40B4-BE49-F238E27FC236}">
                <a16:creationId xmlns:a16="http://schemas.microsoft.com/office/drawing/2014/main" id="{EE310C6E-7496-1A40-BD72-582E40DDA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600" y="24003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4" name="Line 223">
            <a:extLst>
              <a:ext uri="{FF2B5EF4-FFF2-40B4-BE49-F238E27FC236}">
                <a16:creationId xmlns:a16="http://schemas.microsoft.com/office/drawing/2014/main" id="{1EA0A345-2CA4-9141-9985-05497BD172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8923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5" name="Line 224">
            <a:extLst>
              <a:ext uri="{FF2B5EF4-FFF2-40B4-BE49-F238E27FC236}">
                <a16:creationId xmlns:a16="http://schemas.microsoft.com/office/drawing/2014/main" id="{DA492942-DF24-8841-967C-6CB74B5A49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968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46" name="Rectangle 225">
            <a:extLst>
              <a:ext uri="{FF2B5EF4-FFF2-40B4-BE49-F238E27FC236}">
                <a16:creationId xmlns:a16="http://schemas.microsoft.com/office/drawing/2014/main" id="{2DC612D1-3551-8A4F-A735-A61A2170A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8462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3954" name="Rectangle 226">
            <a:extLst>
              <a:ext uri="{FF2B5EF4-FFF2-40B4-BE49-F238E27FC236}">
                <a16:creationId xmlns:a16="http://schemas.microsoft.com/office/drawing/2014/main" id="{D8057C17-C7F8-A442-B4DE-12C1C699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6002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73955" name="Rectangle 227">
            <a:extLst>
              <a:ext uri="{FF2B5EF4-FFF2-40B4-BE49-F238E27FC236}">
                <a16:creationId xmlns:a16="http://schemas.microsoft.com/office/drawing/2014/main" id="{DB5D2F4C-7919-6245-93CC-CC9A53950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6002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73956" name="Rectangle 228">
            <a:extLst>
              <a:ext uri="{FF2B5EF4-FFF2-40B4-BE49-F238E27FC236}">
                <a16:creationId xmlns:a16="http://schemas.microsoft.com/office/drawing/2014/main" id="{94275ED7-F9BA-984F-B072-BE12E95A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6002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25450" name="Line 229">
            <a:extLst>
              <a:ext uri="{FF2B5EF4-FFF2-40B4-BE49-F238E27FC236}">
                <a16:creationId xmlns:a16="http://schemas.microsoft.com/office/drawing/2014/main" id="{78C2B379-6BB6-694F-90FF-714BF6FF37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816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1" name="Rectangle 230">
            <a:extLst>
              <a:ext uri="{FF2B5EF4-FFF2-40B4-BE49-F238E27FC236}">
                <a16:creationId xmlns:a16="http://schemas.microsoft.com/office/drawing/2014/main" id="{C84FD59C-5F21-604E-B2EC-7D873372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6052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5452" name="Line 231">
            <a:extLst>
              <a:ext uri="{FF2B5EF4-FFF2-40B4-BE49-F238E27FC236}">
                <a16:creationId xmlns:a16="http://schemas.microsoft.com/office/drawing/2014/main" id="{03A541E0-698A-CD4A-A2A4-9C0E12569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511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960" name="Rectangle 232">
            <a:extLst>
              <a:ext uri="{FF2B5EF4-FFF2-40B4-BE49-F238E27FC236}">
                <a16:creationId xmlns:a16="http://schemas.microsoft.com/office/drawing/2014/main" id="{FC2A3FC7-6E25-DB47-814E-3BD23A08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1510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IorD=1</a:t>
            </a:r>
          </a:p>
        </p:txBody>
      </p:sp>
      <p:sp>
        <p:nvSpPr>
          <p:cNvPr id="225454" name="Line 233">
            <a:extLst>
              <a:ext uri="{FF2B5EF4-FFF2-40B4-BE49-F238E27FC236}">
                <a16:creationId xmlns:a16="http://schemas.microsoft.com/office/drawing/2014/main" id="{88FA7E07-9F4A-2745-9809-B9596B7E1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900" y="3873500"/>
            <a:ext cx="266700" cy="22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5" name="Line 234">
            <a:extLst>
              <a:ext uri="{FF2B5EF4-FFF2-40B4-BE49-F238E27FC236}">
                <a16:creationId xmlns:a16="http://schemas.microsoft.com/office/drawing/2014/main" id="{CEB2CD0C-673B-A844-A172-3DEFC867C0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5562600"/>
            <a:ext cx="429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6" name="Line 236">
            <a:extLst>
              <a:ext uri="{FF2B5EF4-FFF2-40B4-BE49-F238E27FC236}">
                <a16:creationId xmlns:a16="http://schemas.microsoft.com/office/drawing/2014/main" id="{47B864D0-731C-DC44-9D4E-18CFD9043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279900"/>
            <a:ext cx="0" cy="977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7" name="Line 237">
            <a:extLst>
              <a:ext uri="{FF2B5EF4-FFF2-40B4-BE49-F238E27FC236}">
                <a16:creationId xmlns:a16="http://schemas.microsoft.com/office/drawing/2014/main" id="{993D1920-3424-A446-9C47-AF9FAEB317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5257800"/>
            <a:ext cx="528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8" name="Line 238">
            <a:extLst>
              <a:ext uri="{FF2B5EF4-FFF2-40B4-BE49-F238E27FC236}">
                <a16:creationId xmlns:a16="http://schemas.microsoft.com/office/drawing/2014/main" id="{5E22379C-EF66-B844-A702-76341A0B1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508500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9" name="Line 248">
            <a:extLst>
              <a:ext uri="{FF2B5EF4-FFF2-40B4-BE49-F238E27FC236}">
                <a16:creationId xmlns:a16="http://schemas.microsoft.com/office/drawing/2014/main" id="{CB9208B2-E68B-1B4C-8D36-C3D7C0A23F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4100" y="3403600"/>
            <a:ext cx="241300" cy="4953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0" name="Line 249">
            <a:extLst>
              <a:ext uri="{FF2B5EF4-FFF2-40B4-BE49-F238E27FC236}">
                <a16:creationId xmlns:a16="http://schemas.microsoft.com/office/drawing/2014/main" id="{22DBD95C-A5A8-B84D-8CEB-6098F2CE2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2900" y="4381500"/>
            <a:ext cx="12700" cy="6985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1" name="Line 252">
            <a:extLst>
              <a:ext uri="{FF2B5EF4-FFF2-40B4-BE49-F238E27FC236}">
                <a16:creationId xmlns:a16="http://schemas.microsoft.com/office/drawing/2014/main" id="{48F6CEA8-14F3-694E-BC5E-B69612CEA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927600"/>
            <a:ext cx="0" cy="152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2" name="Line 253">
            <a:extLst>
              <a:ext uri="{FF2B5EF4-FFF2-40B4-BE49-F238E27FC236}">
                <a16:creationId xmlns:a16="http://schemas.microsoft.com/office/drawing/2014/main" id="{89B00B15-710A-AE43-841C-D8D501DC3A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0200" y="5105400"/>
            <a:ext cx="1346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984" name="Text Box 256">
            <a:extLst>
              <a:ext uri="{FF2B5EF4-FFF2-40B4-BE49-F238E27FC236}">
                <a16:creationId xmlns:a16="http://schemas.microsoft.com/office/drawing/2014/main" id="{6558E1B4-54C0-F044-A6E5-09FAB6447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8" y="1146175"/>
            <a:ext cx="4179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lw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指令的第二个周期，控制信号取值？</a:t>
            </a:r>
          </a:p>
        </p:txBody>
      </p:sp>
      <p:sp>
        <p:nvSpPr>
          <p:cNvPr id="73985" name="Text Box 257">
            <a:extLst>
              <a:ext uri="{FF2B5EF4-FFF2-40B4-BE49-F238E27FC236}">
                <a16:creationId xmlns:a16="http://schemas.microsoft.com/office/drawing/2014/main" id="{FE3228C6-FC26-174B-9E2E-F69DAEC31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5573713"/>
            <a:ext cx="24828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RegDst=0,RegWr=0,MemtoReg=1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使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Rw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busW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在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RegWr=1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前先稳定</a:t>
            </a:r>
          </a:p>
        </p:txBody>
      </p:sp>
      <p:grpSp>
        <p:nvGrpSpPr>
          <p:cNvPr id="73987" name="Group 259">
            <a:extLst>
              <a:ext uri="{FF2B5EF4-FFF2-40B4-BE49-F238E27FC236}">
                <a16:creationId xmlns:a16="http://schemas.microsoft.com/office/drawing/2014/main" id="{1C5A55C6-F885-F649-8E44-6588A0F7DEFE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304800"/>
            <a:ext cx="2301875" cy="1435100"/>
            <a:chOff x="3176" y="192"/>
            <a:chExt cx="1450" cy="904"/>
          </a:xfrm>
        </p:grpSpPr>
        <p:grpSp>
          <p:nvGrpSpPr>
            <p:cNvPr id="225469" name="Group 247">
              <a:extLst>
                <a:ext uri="{FF2B5EF4-FFF2-40B4-BE49-F238E27FC236}">
                  <a16:creationId xmlns:a16="http://schemas.microsoft.com/office/drawing/2014/main" id="{0E3F684A-B9FD-984A-A525-97894B8E9C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6" y="192"/>
              <a:ext cx="1450" cy="904"/>
              <a:chOff x="3176" y="192"/>
              <a:chExt cx="1450" cy="904"/>
            </a:xfrm>
          </p:grpSpPr>
          <p:sp>
            <p:nvSpPr>
              <p:cNvPr id="225471" name="Rectangle 239">
                <a:extLst>
                  <a:ext uri="{FF2B5EF4-FFF2-40B4-BE49-F238E27FC236}">
                    <a16:creationId xmlns:a16="http://schemas.microsoft.com/office/drawing/2014/main" id="{8563A84F-54A2-294A-9953-CC97C0858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639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ALUOp=Add</a:t>
                </a:r>
              </a:p>
            </p:txBody>
          </p:sp>
          <p:sp>
            <p:nvSpPr>
              <p:cNvPr id="225472" name="Oval 240">
                <a:extLst>
                  <a:ext uri="{FF2B5EF4-FFF2-40B4-BE49-F238E27FC236}">
                    <a16:creationId xmlns:a16="http://schemas.microsoft.com/office/drawing/2014/main" id="{935B9EE1-A06D-D644-B51D-E8D6632AE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48"/>
                <a:ext cx="896" cy="8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473" name="Rectangle 241">
                <a:extLst>
                  <a:ext uri="{FF2B5EF4-FFF2-40B4-BE49-F238E27FC236}">
                    <a16:creationId xmlns:a16="http://schemas.microsoft.com/office/drawing/2014/main" id="{A56355C4-AF8D-AA4E-8E33-0A4883388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783"/>
                <a:ext cx="734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MemtoReg</a:t>
                </a:r>
              </a:p>
            </p:txBody>
          </p:sp>
          <p:sp>
            <p:nvSpPr>
              <p:cNvPr id="225474" name="Rectangle 242">
                <a:extLst>
                  <a:ext uri="{FF2B5EF4-FFF2-40B4-BE49-F238E27FC236}">
                    <a16:creationId xmlns:a16="http://schemas.microsoft.com/office/drawing/2014/main" id="{31A08D5A-6E9B-964A-851C-B5FB1898F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1" y="255"/>
                <a:ext cx="521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225475" name="Rectangle 243">
                <a:extLst>
                  <a:ext uri="{FF2B5EF4-FFF2-40B4-BE49-F238E27FC236}">
                    <a16:creationId xmlns:a16="http://schemas.microsoft.com/office/drawing/2014/main" id="{0779CD46-172C-F749-8979-FD4ADFA33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495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ALUSelB=11</a:t>
                </a:r>
              </a:p>
            </p:txBody>
          </p:sp>
          <p:sp>
            <p:nvSpPr>
              <p:cNvPr id="225476" name="Rectangle 244">
                <a:extLst>
                  <a:ext uri="{FF2B5EF4-FFF2-40B4-BE49-F238E27FC236}">
                    <a16:creationId xmlns:a16="http://schemas.microsoft.com/office/drawing/2014/main" id="{36C6D081-19A6-0642-9B71-A3FD1FCBD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7" y="351"/>
                <a:ext cx="835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ALUSelA, IorD</a:t>
                </a:r>
              </a:p>
            </p:txBody>
          </p:sp>
          <p:sp>
            <p:nvSpPr>
              <p:cNvPr id="225477" name="Rectangle 245">
                <a:extLst>
                  <a:ext uri="{FF2B5EF4-FFF2-40B4-BE49-F238E27FC236}">
                    <a16:creationId xmlns:a16="http://schemas.microsoft.com/office/drawing/2014/main" id="{C0766840-4504-264D-95D5-663FE1DB0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879"/>
                <a:ext cx="400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PCSrc</a:t>
                </a:r>
              </a:p>
            </p:txBody>
          </p:sp>
          <p:sp>
            <p:nvSpPr>
              <p:cNvPr id="225478" name="Rectangle 246">
                <a:extLst>
                  <a:ext uri="{FF2B5EF4-FFF2-40B4-BE49-F238E27FC236}">
                    <a16:creationId xmlns:a16="http://schemas.microsoft.com/office/drawing/2014/main" id="{9DFCCCDF-AB5E-C448-A217-C66BE3233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9" y="192"/>
                <a:ext cx="74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MemFetch</a:t>
                </a:r>
              </a:p>
            </p:txBody>
          </p:sp>
        </p:grpSp>
        <p:sp>
          <p:nvSpPr>
            <p:cNvPr id="225470" name="Oval 258">
              <a:extLst>
                <a:ext uri="{FF2B5EF4-FFF2-40B4-BE49-F238E27FC236}">
                  <a16:creationId xmlns:a16="http://schemas.microsoft.com/office/drawing/2014/main" id="{15D5F9A4-DC41-0F4F-BFB5-CC8985007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" y="246"/>
              <a:ext cx="888" cy="842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25466" name="Line 110">
            <a:extLst>
              <a:ext uri="{FF2B5EF4-FFF2-40B4-BE49-F238E27FC236}">
                <a16:creationId xmlns:a16="http://schemas.microsoft.com/office/drawing/2014/main" id="{38491EE3-B394-9346-8A34-DAD4DED731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4417079"/>
            <a:ext cx="508000" cy="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7" name="Line 111">
            <a:extLst>
              <a:ext uri="{FF2B5EF4-FFF2-40B4-BE49-F238E27FC236}">
                <a16:creationId xmlns:a16="http://schemas.microsoft.com/office/drawing/2014/main" id="{F33C8D13-1119-1547-847E-95B936BA8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4442479"/>
            <a:ext cx="12700" cy="22860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8" name="Line 235">
            <a:extLst>
              <a:ext uri="{FF2B5EF4-FFF2-40B4-BE49-F238E27FC236}">
                <a16:creationId xmlns:a16="http://schemas.microsoft.com/office/drawing/2014/main" id="{36ABFEC9-8CD3-004E-A906-8B437A3998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6400" y="4658379"/>
            <a:ext cx="355600" cy="27940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3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3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3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8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F4FA3BA2-6622-3949-B192-E1E1D98DF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0388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lw</a:t>
            </a:r>
            <a:r>
              <a:rPr lang="zh-CN" altLang="en-US">
                <a:ea typeface="宋体" panose="02010600030101010101" pitchFamily="2" charset="-122"/>
              </a:rPr>
              <a:t>指令回写周期（第五周期）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033C1F96-815D-3A47-BE13-C33F6714B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3388" y="682625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R[rt]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Mem Dout</a:t>
            </a:r>
          </a:p>
        </p:txBody>
      </p:sp>
      <p:sp>
        <p:nvSpPr>
          <p:cNvPr id="227332" name="Rectangle 4">
            <a:extLst>
              <a:ext uri="{FF2B5EF4-FFF2-40B4-BE49-F238E27FC236}">
                <a16:creationId xmlns:a16="http://schemas.microsoft.com/office/drawing/2014/main" id="{6710405C-6338-C549-A91F-CA71833B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0940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CA7D5D03-F116-5145-8404-F32A3B58B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559175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27334" name="Rectangle 7">
            <a:extLst>
              <a:ext uri="{FF2B5EF4-FFF2-40B4-BE49-F238E27FC236}">
                <a16:creationId xmlns:a16="http://schemas.microsoft.com/office/drawing/2014/main" id="{1B81AEF8-B481-264A-BF8D-53219E7DD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248150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27335" name="Rectangle 8">
            <a:extLst>
              <a:ext uri="{FF2B5EF4-FFF2-40B4-BE49-F238E27FC236}">
                <a16:creationId xmlns:a16="http://schemas.microsoft.com/office/drawing/2014/main" id="{99A63856-EBAB-AE46-B68A-23BBAC87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257550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27336" name="Line 9">
            <a:extLst>
              <a:ext uri="{FF2B5EF4-FFF2-40B4-BE49-F238E27FC236}">
                <a16:creationId xmlns:a16="http://schemas.microsoft.com/office/drawing/2014/main" id="{977215DB-3BC5-8548-802A-58A2D46E8F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3861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37" name="Line 13">
            <a:extLst>
              <a:ext uri="{FF2B5EF4-FFF2-40B4-BE49-F238E27FC236}">
                <a16:creationId xmlns:a16="http://schemas.microsoft.com/office/drawing/2014/main" id="{899AB3DD-260C-1D49-88C7-DCCC2EAF5E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45293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38" name="Line 14">
            <a:extLst>
              <a:ext uri="{FF2B5EF4-FFF2-40B4-BE49-F238E27FC236}">
                <a16:creationId xmlns:a16="http://schemas.microsoft.com/office/drawing/2014/main" id="{2E9F40EC-B2ED-FF42-9266-0D5B18FDB4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3830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39" name="Rectangle 15">
            <a:extLst>
              <a:ext uri="{FF2B5EF4-FFF2-40B4-BE49-F238E27FC236}">
                <a16:creationId xmlns:a16="http://schemas.microsoft.com/office/drawing/2014/main" id="{5059D2EB-373E-E04B-AC46-01AE537E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476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40" name="Line 16">
            <a:extLst>
              <a:ext uri="{FF2B5EF4-FFF2-40B4-BE49-F238E27FC236}">
                <a16:creationId xmlns:a16="http://schemas.microsoft.com/office/drawing/2014/main" id="{19207BAB-C8D1-6A46-A271-CFB6058BE5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376738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41" name="Line 17">
            <a:extLst>
              <a:ext uri="{FF2B5EF4-FFF2-40B4-BE49-F238E27FC236}">
                <a16:creationId xmlns:a16="http://schemas.microsoft.com/office/drawing/2014/main" id="{13F385E5-F5FE-014B-8034-D974F20C71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306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42" name="Rectangle 18">
            <a:extLst>
              <a:ext uri="{FF2B5EF4-FFF2-40B4-BE49-F238E27FC236}">
                <a16:creationId xmlns:a16="http://schemas.microsoft.com/office/drawing/2014/main" id="{ACAC6CDB-B51F-6E48-BE8A-0D28BA259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0195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43" name="Rectangle 19">
            <a:extLst>
              <a:ext uri="{FF2B5EF4-FFF2-40B4-BE49-F238E27FC236}">
                <a16:creationId xmlns:a16="http://schemas.microsoft.com/office/drawing/2014/main" id="{3C870418-C80D-2943-81B4-CDB36292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4197350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27344" name="Line 20">
            <a:extLst>
              <a:ext uri="{FF2B5EF4-FFF2-40B4-BE49-F238E27FC236}">
                <a16:creationId xmlns:a16="http://schemas.microsoft.com/office/drawing/2014/main" id="{E3A974BF-B044-2E44-B245-953068B80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08238"/>
            <a:ext cx="0" cy="6985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7" name="Rectangle 21">
            <a:extLst>
              <a:ext uri="{FF2B5EF4-FFF2-40B4-BE49-F238E27FC236}">
                <a16:creationId xmlns:a16="http://schemas.microsoft.com/office/drawing/2014/main" id="{D653255F-FA31-084F-909B-8995A8537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108200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27346" name="Line 22">
            <a:extLst>
              <a:ext uri="{FF2B5EF4-FFF2-40B4-BE49-F238E27FC236}">
                <a16:creationId xmlns:a16="http://schemas.microsoft.com/office/drawing/2014/main" id="{54F2ED24-41B1-AD47-B8D8-CD2A311B6E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928938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47" name="Line 23">
            <a:extLst>
              <a:ext uri="{FF2B5EF4-FFF2-40B4-BE49-F238E27FC236}">
                <a16:creationId xmlns:a16="http://schemas.microsoft.com/office/drawing/2014/main" id="{35661B1A-F614-134F-A1CD-79D5FA3483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630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48" name="Rectangle 24">
            <a:extLst>
              <a:ext uri="{FF2B5EF4-FFF2-40B4-BE49-F238E27FC236}">
                <a16:creationId xmlns:a16="http://schemas.microsoft.com/office/drawing/2014/main" id="{E9F1786C-4079-554B-8C69-0BE800504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419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7349" name="Group 34">
            <a:extLst>
              <a:ext uri="{FF2B5EF4-FFF2-40B4-BE49-F238E27FC236}">
                <a16:creationId xmlns:a16="http://schemas.microsoft.com/office/drawing/2014/main" id="{06370C4C-9F1A-A845-BA31-1D3859433F22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3017838"/>
            <a:ext cx="381000" cy="1295400"/>
            <a:chOff x="4944" y="1928"/>
            <a:chExt cx="240" cy="816"/>
          </a:xfrm>
        </p:grpSpPr>
        <p:sp>
          <p:nvSpPr>
            <p:cNvPr id="227569" name="Line 25">
              <a:extLst>
                <a:ext uri="{FF2B5EF4-FFF2-40B4-BE49-F238E27FC236}">
                  <a16:creationId xmlns:a16="http://schemas.microsoft.com/office/drawing/2014/main" id="{9EDE97E6-1B16-6546-BBD2-6B98DAEA0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0" name="Line 26">
              <a:extLst>
                <a:ext uri="{FF2B5EF4-FFF2-40B4-BE49-F238E27FC236}">
                  <a16:creationId xmlns:a16="http://schemas.microsoft.com/office/drawing/2014/main" id="{72BD9DAE-89CB-864D-BBCB-2E17B223F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1" name="Line 27">
              <a:extLst>
                <a:ext uri="{FF2B5EF4-FFF2-40B4-BE49-F238E27FC236}">
                  <a16:creationId xmlns:a16="http://schemas.microsoft.com/office/drawing/2014/main" id="{CE1AAA8A-7607-CE43-B86D-99CC964DB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2" name="Line 28">
              <a:extLst>
                <a:ext uri="{FF2B5EF4-FFF2-40B4-BE49-F238E27FC236}">
                  <a16:creationId xmlns:a16="http://schemas.microsoft.com/office/drawing/2014/main" id="{78B30A18-EFB3-404A-BE94-458927995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3" name="Line 29">
              <a:extLst>
                <a:ext uri="{FF2B5EF4-FFF2-40B4-BE49-F238E27FC236}">
                  <a16:creationId xmlns:a16="http://schemas.microsoft.com/office/drawing/2014/main" id="{3F1F0D8E-106D-254A-94E0-8DE1DF41F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4" name="Line 30">
              <a:extLst>
                <a:ext uri="{FF2B5EF4-FFF2-40B4-BE49-F238E27FC236}">
                  <a16:creationId xmlns:a16="http://schemas.microsoft.com/office/drawing/2014/main" id="{0C54FEDB-86E4-2241-AF86-B469C2711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5" name="Rectangle 31">
              <a:extLst>
                <a:ext uri="{FF2B5EF4-FFF2-40B4-BE49-F238E27FC236}">
                  <a16:creationId xmlns:a16="http://schemas.microsoft.com/office/drawing/2014/main" id="{041CB41F-E547-7148-9405-4854AD28F2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27576" name="Line 32">
              <a:extLst>
                <a:ext uri="{FF2B5EF4-FFF2-40B4-BE49-F238E27FC236}">
                  <a16:creationId xmlns:a16="http://schemas.microsoft.com/office/drawing/2014/main" id="{31CE6A75-9F67-7F45-B6A9-816FFD862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77" name="Line 33">
              <a:extLst>
                <a:ext uri="{FF2B5EF4-FFF2-40B4-BE49-F238E27FC236}">
                  <a16:creationId xmlns:a16="http://schemas.microsoft.com/office/drawing/2014/main" id="{FCB5F993-BEDA-4A46-BCFE-13C35239B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350" name="Line 35">
            <a:extLst>
              <a:ext uri="{FF2B5EF4-FFF2-40B4-BE49-F238E27FC236}">
                <a16:creationId xmlns:a16="http://schemas.microsoft.com/office/drawing/2014/main" id="{2EEC368E-53FA-054C-91B8-8A8885C945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2500" y="41481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1" name="Line 36">
            <a:extLst>
              <a:ext uri="{FF2B5EF4-FFF2-40B4-BE49-F238E27FC236}">
                <a16:creationId xmlns:a16="http://schemas.microsoft.com/office/drawing/2014/main" id="{7DE47AE0-FB9F-5F4E-8376-9744D50124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0782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2" name="Rectangle 37">
            <a:extLst>
              <a:ext uri="{FF2B5EF4-FFF2-40B4-BE49-F238E27FC236}">
                <a16:creationId xmlns:a16="http://schemas.microsoft.com/office/drawing/2014/main" id="{AC23FEA6-83F9-6C44-8490-3ACBA20E6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1719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53" name="Line 38">
            <a:extLst>
              <a:ext uri="{FF2B5EF4-FFF2-40B4-BE49-F238E27FC236}">
                <a16:creationId xmlns:a16="http://schemas.microsoft.com/office/drawing/2014/main" id="{086F8449-1D7C-2344-B451-D372248C14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9195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4" name="Line 39">
            <a:extLst>
              <a:ext uri="{FF2B5EF4-FFF2-40B4-BE49-F238E27FC236}">
                <a16:creationId xmlns:a16="http://schemas.microsoft.com/office/drawing/2014/main" id="{23BE83B4-6DF2-0448-A3A9-0149E6F2F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8496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55" name="Rectangle 40">
            <a:extLst>
              <a:ext uri="{FF2B5EF4-FFF2-40B4-BE49-F238E27FC236}">
                <a16:creationId xmlns:a16="http://schemas.microsoft.com/office/drawing/2014/main" id="{BAEA52DD-2685-1348-9A2C-3995A9748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943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56" name="Line 41">
            <a:extLst>
              <a:ext uri="{FF2B5EF4-FFF2-40B4-BE49-F238E27FC236}">
                <a16:creationId xmlns:a16="http://schemas.microsoft.com/office/drawing/2014/main" id="{35B180CE-29B7-6F42-A2E2-E57DBD5DCE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135438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8" name="Rectangle 42">
            <a:extLst>
              <a:ext uri="{FF2B5EF4-FFF2-40B4-BE49-F238E27FC236}">
                <a16:creationId xmlns:a16="http://schemas.microsoft.com/office/drawing/2014/main" id="{E0C51E2B-DC8B-6C4F-AAC3-635ECA0E4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815013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ALUOp=Add</a:t>
            </a:r>
          </a:p>
        </p:txBody>
      </p:sp>
      <p:grpSp>
        <p:nvGrpSpPr>
          <p:cNvPr id="227358" name="Group 45">
            <a:extLst>
              <a:ext uri="{FF2B5EF4-FFF2-40B4-BE49-F238E27FC236}">
                <a16:creationId xmlns:a16="http://schemas.microsoft.com/office/drawing/2014/main" id="{E945BFB0-8485-554F-8B9F-EE6A734BD8EE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529138"/>
            <a:ext cx="903287" cy="577850"/>
            <a:chOff x="4681" y="2880"/>
            <a:chExt cx="569" cy="364"/>
          </a:xfrm>
        </p:grpSpPr>
        <p:sp>
          <p:nvSpPr>
            <p:cNvPr id="227567" name="Rectangle 43">
              <a:extLst>
                <a:ext uri="{FF2B5EF4-FFF2-40B4-BE49-F238E27FC236}">
                  <a16:creationId xmlns:a16="http://schemas.microsoft.com/office/drawing/2014/main" id="{EE41DA82-44B3-9C45-BFD7-CE269152F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7568" name="Rectangle 44">
              <a:extLst>
                <a:ext uri="{FF2B5EF4-FFF2-40B4-BE49-F238E27FC236}">
                  <a16:creationId xmlns:a16="http://schemas.microsoft.com/office/drawing/2014/main" id="{E8F0BB42-C9C1-8844-9B9B-B254F2396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27359" name="Line 46">
            <a:extLst>
              <a:ext uri="{FF2B5EF4-FFF2-40B4-BE49-F238E27FC236}">
                <a16:creationId xmlns:a16="http://schemas.microsoft.com/office/drawing/2014/main" id="{29B6020E-8047-E74C-B707-2F64340E47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5049838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60" name="Rectangle 47">
            <a:extLst>
              <a:ext uri="{FF2B5EF4-FFF2-40B4-BE49-F238E27FC236}">
                <a16:creationId xmlns:a16="http://schemas.microsoft.com/office/drawing/2014/main" id="{7308009C-9F19-2847-9FF0-752D14D1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094038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361" name="Oval 48">
            <a:extLst>
              <a:ext uri="{FF2B5EF4-FFF2-40B4-BE49-F238E27FC236}">
                <a16:creationId xmlns:a16="http://schemas.microsoft.com/office/drawing/2014/main" id="{E96F48A3-5A6B-114C-89B8-E43D6ABE6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61803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362" name="Rectangle 49">
            <a:extLst>
              <a:ext uri="{FF2B5EF4-FFF2-40B4-BE49-F238E27FC236}">
                <a16:creationId xmlns:a16="http://schemas.microsoft.com/office/drawing/2014/main" id="{85DBBDCE-BDEF-8243-9ADD-D8105962059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634581"/>
            <a:ext cx="166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27363" name="Line 50">
            <a:extLst>
              <a:ext uri="{FF2B5EF4-FFF2-40B4-BE49-F238E27FC236}">
                <a16:creationId xmlns:a16="http://schemas.microsoft.com/office/drawing/2014/main" id="{DC5EA958-3D64-BB4D-BFCE-1464AA14C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4623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64" name="Line 51">
            <a:extLst>
              <a:ext uri="{FF2B5EF4-FFF2-40B4-BE49-F238E27FC236}">
                <a16:creationId xmlns:a16="http://schemas.microsoft.com/office/drawing/2014/main" id="{842C7174-2BC5-254A-9D0D-D637A11298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392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65" name="Rectangle 52">
            <a:extLst>
              <a:ext uri="{FF2B5EF4-FFF2-40B4-BE49-F238E27FC236}">
                <a16:creationId xmlns:a16="http://schemas.microsoft.com/office/drawing/2014/main" id="{AA3344DE-5CFA-D340-8934-6CE222609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861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66" name="Line 53">
            <a:extLst>
              <a:ext uri="{FF2B5EF4-FFF2-40B4-BE49-F238E27FC236}">
                <a16:creationId xmlns:a16="http://schemas.microsoft.com/office/drawing/2014/main" id="{2DE635CD-238B-EE4D-8C8F-7323A5F19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08238"/>
            <a:ext cx="0" cy="673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30" name="Rectangle 54">
            <a:extLst>
              <a:ext uri="{FF2B5EF4-FFF2-40B4-BE49-F238E27FC236}">
                <a16:creationId xmlns:a16="http://schemas.microsoft.com/office/drawing/2014/main" id="{81AF118D-019D-6C44-AD27-A41D4C5A6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108200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27368" name="Line 55">
            <a:extLst>
              <a:ext uri="{FF2B5EF4-FFF2-40B4-BE49-F238E27FC236}">
                <a16:creationId xmlns:a16="http://schemas.microsoft.com/office/drawing/2014/main" id="{D639AFB4-F533-CE42-8E47-AA5EAAF34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770438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69" name="Line 56">
            <a:extLst>
              <a:ext uri="{FF2B5EF4-FFF2-40B4-BE49-F238E27FC236}">
                <a16:creationId xmlns:a16="http://schemas.microsoft.com/office/drawing/2014/main" id="{E9FAEC1D-E13D-7146-AD12-68B454613F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8590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70" name="Rectangle 57">
            <a:extLst>
              <a:ext uri="{FF2B5EF4-FFF2-40B4-BE49-F238E27FC236}">
                <a16:creationId xmlns:a16="http://schemas.microsoft.com/office/drawing/2014/main" id="{80AAAB52-8465-3440-AE99-FF45CA1C3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8765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71" name="Line 58">
            <a:extLst>
              <a:ext uri="{FF2B5EF4-FFF2-40B4-BE49-F238E27FC236}">
                <a16:creationId xmlns:a16="http://schemas.microsoft.com/office/drawing/2014/main" id="{ADCB0DC3-19FC-2D43-BCB0-7D698A62A9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382838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72" name="Line 59">
            <a:extLst>
              <a:ext uri="{FF2B5EF4-FFF2-40B4-BE49-F238E27FC236}">
                <a16:creationId xmlns:a16="http://schemas.microsoft.com/office/drawing/2014/main" id="{5EBE7F8D-E692-D04C-8294-361DDAF532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700338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73" name="Rectangle 60">
            <a:extLst>
              <a:ext uri="{FF2B5EF4-FFF2-40B4-BE49-F238E27FC236}">
                <a16:creationId xmlns:a16="http://schemas.microsoft.com/office/drawing/2014/main" id="{A649BFBB-6384-234C-B030-8E4332659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309403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374" name="Rectangle 61">
            <a:extLst>
              <a:ext uri="{FF2B5EF4-FFF2-40B4-BE49-F238E27FC236}">
                <a16:creationId xmlns:a16="http://schemas.microsoft.com/office/drawing/2014/main" id="{F7EAA0C7-FAAF-8C43-BF50-5E02DBB63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635375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27375" name="Rectangle 62">
            <a:extLst>
              <a:ext uri="{FF2B5EF4-FFF2-40B4-BE49-F238E27FC236}">
                <a16:creationId xmlns:a16="http://schemas.microsoft.com/office/drawing/2014/main" id="{F3A63A65-1038-1449-8FA7-F0719B677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10515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27376" name="Rectangle 63">
            <a:extLst>
              <a:ext uri="{FF2B5EF4-FFF2-40B4-BE49-F238E27FC236}">
                <a16:creationId xmlns:a16="http://schemas.microsoft.com/office/drawing/2014/main" id="{93BD16D5-D3B7-524E-AE94-F11B511A8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94335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27377" name="Rectangle 64">
            <a:extLst>
              <a:ext uri="{FF2B5EF4-FFF2-40B4-BE49-F238E27FC236}">
                <a16:creationId xmlns:a16="http://schemas.microsoft.com/office/drawing/2014/main" id="{EB57DD2B-2EBE-444D-8408-1670ED996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24815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27378" name="Rectangle 65">
            <a:extLst>
              <a:ext uri="{FF2B5EF4-FFF2-40B4-BE49-F238E27FC236}">
                <a16:creationId xmlns:a16="http://schemas.microsoft.com/office/drawing/2014/main" id="{BFD91D9C-E6E0-334A-A2E2-4F1094898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4099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27379" name="Line 66">
            <a:extLst>
              <a:ext uri="{FF2B5EF4-FFF2-40B4-BE49-F238E27FC236}">
                <a16:creationId xmlns:a16="http://schemas.microsoft.com/office/drawing/2014/main" id="{572F743E-102D-C242-86A1-4BAE06C89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614738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0" name="Line 67">
            <a:extLst>
              <a:ext uri="{FF2B5EF4-FFF2-40B4-BE49-F238E27FC236}">
                <a16:creationId xmlns:a16="http://schemas.microsoft.com/office/drawing/2014/main" id="{7B5FAF14-8006-BB43-AD62-3C742C7969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544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1" name="Rectangle 68">
            <a:extLst>
              <a:ext uri="{FF2B5EF4-FFF2-40B4-BE49-F238E27FC236}">
                <a16:creationId xmlns:a16="http://schemas.microsoft.com/office/drawing/2014/main" id="{B5DD0498-6F0E-8541-9FE7-12457993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638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7382" name="Line 69">
            <a:extLst>
              <a:ext uri="{FF2B5EF4-FFF2-40B4-BE49-F238E27FC236}">
                <a16:creationId xmlns:a16="http://schemas.microsoft.com/office/drawing/2014/main" id="{774612EF-91BD-FE49-8DED-9DC63B257D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233738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3" name="Line 70">
            <a:extLst>
              <a:ext uri="{FF2B5EF4-FFF2-40B4-BE49-F238E27FC236}">
                <a16:creationId xmlns:a16="http://schemas.microsoft.com/office/drawing/2014/main" id="{3FD410C1-DC3D-0146-9B3F-4A3E9DDA8B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163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4" name="Rectangle 71">
            <a:extLst>
              <a:ext uri="{FF2B5EF4-FFF2-40B4-BE49-F238E27FC236}">
                <a16:creationId xmlns:a16="http://schemas.microsoft.com/office/drawing/2014/main" id="{6EF9DEDC-C494-2142-A0F4-7C9FB2635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257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7385" name="Line 72">
            <a:extLst>
              <a:ext uri="{FF2B5EF4-FFF2-40B4-BE49-F238E27FC236}">
                <a16:creationId xmlns:a16="http://schemas.microsoft.com/office/drawing/2014/main" id="{3FD3AC0F-4230-4143-8D4A-BE69C86AEC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3614738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6" name="Line 73">
            <a:extLst>
              <a:ext uri="{FF2B5EF4-FFF2-40B4-BE49-F238E27FC236}">
                <a16:creationId xmlns:a16="http://schemas.microsoft.com/office/drawing/2014/main" id="{EA7FA82B-73A7-1246-AA77-EF5EE2DBE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5448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87" name="Rectangle 74">
            <a:extLst>
              <a:ext uri="{FF2B5EF4-FFF2-40B4-BE49-F238E27FC236}">
                <a16:creationId xmlns:a16="http://schemas.microsoft.com/office/drawing/2014/main" id="{C70F4B0A-E857-AD40-9168-47B53F6CE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6385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88" name="Rectangle 75">
            <a:extLst>
              <a:ext uri="{FF2B5EF4-FFF2-40B4-BE49-F238E27FC236}">
                <a16:creationId xmlns:a16="http://schemas.microsoft.com/office/drawing/2014/main" id="{0A14681D-23BE-6C41-8E56-C7C7F31CD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340995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27389" name="Line 76">
            <a:extLst>
              <a:ext uri="{FF2B5EF4-FFF2-40B4-BE49-F238E27FC236}">
                <a16:creationId xmlns:a16="http://schemas.microsoft.com/office/drawing/2014/main" id="{2086F10A-C332-3B4A-BBEB-A9A0139C93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4224338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90" name="Line 77">
            <a:extLst>
              <a:ext uri="{FF2B5EF4-FFF2-40B4-BE49-F238E27FC236}">
                <a16:creationId xmlns:a16="http://schemas.microsoft.com/office/drawing/2014/main" id="{E5E56005-F54D-B041-AAD8-EF36930229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15448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91" name="Rectangle 78">
            <a:extLst>
              <a:ext uri="{FF2B5EF4-FFF2-40B4-BE49-F238E27FC236}">
                <a16:creationId xmlns:a16="http://schemas.microsoft.com/office/drawing/2014/main" id="{C7A8E22F-EA5A-3147-AFC5-7B50B8923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2481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392" name="Rectangle 79">
            <a:extLst>
              <a:ext uri="{FF2B5EF4-FFF2-40B4-BE49-F238E27FC236}">
                <a16:creationId xmlns:a16="http://schemas.microsoft.com/office/drawing/2014/main" id="{09979F70-CB35-8E49-BEE4-2F90E6F40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400685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27393" name="Line 80">
            <a:extLst>
              <a:ext uri="{FF2B5EF4-FFF2-40B4-BE49-F238E27FC236}">
                <a16:creationId xmlns:a16="http://schemas.microsoft.com/office/drawing/2014/main" id="{417CEDBB-743E-2845-907D-0906ABA5A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08238"/>
            <a:ext cx="0" cy="673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57" name="Rectangle 81">
            <a:extLst>
              <a:ext uri="{FF2B5EF4-FFF2-40B4-BE49-F238E27FC236}">
                <a16:creationId xmlns:a16="http://schemas.microsoft.com/office/drawing/2014/main" id="{994CF322-375F-9C42-9AB1-6C7C34862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108200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227395" name="Line 82">
            <a:extLst>
              <a:ext uri="{FF2B5EF4-FFF2-40B4-BE49-F238E27FC236}">
                <a16:creationId xmlns:a16="http://schemas.microsoft.com/office/drawing/2014/main" id="{A4573DBB-2EC7-FC43-9C1C-D12B0A911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246438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96" name="Rectangle 83">
            <a:extLst>
              <a:ext uri="{FF2B5EF4-FFF2-40B4-BE49-F238E27FC236}">
                <a16:creationId xmlns:a16="http://schemas.microsoft.com/office/drawing/2014/main" id="{F1662FE1-48C9-A143-984D-1A2DF7FD9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5275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27397" name="Rectangle 84">
            <a:extLst>
              <a:ext uri="{FF2B5EF4-FFF2-40B4-BE49-F238E27FC236}">
                <a16:creationId xmlns:a16="http://schemas.microsoft.com/office/drawing/2014/main" id="{FD78998A-F632-484A-890E-5CA695940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333750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27398" name="Group 92">
            <a:extLst>
              <a:ext uri="{FF2B5EF4-FFF2-40B4-BE49-F238E27FC236}">
                <a16:creationId xmlns:a16="http://schemas.microsoft.com/office/drawing/2014/main" id="{D8E16064-CB36-7145-8C40-C4086691C77C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703638"/>
            <a:ext cx="333375" cy="946150"/>
            <a:chOff x="2602" y="2360"/>
            <a:chExt cx="210" cy="596"/>
          </a:xfrm>
        </p:grpSpPr>
        <p:sp>
          <p:nvSpPr>
            <p:cNvPr id="227560" name="Line 85">
              <a:extLst>
                <a:ext uri="{FF2B5EF4-FFF2-40B4-BE49-F238E27FC236}">
                  <a16:creationId xmlns:a16="http://schemas.microsoft.com/office/drawing/2014/main" id="{B486CC89-BD72-674E-B9FA-2786D6ED7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61" name="Line 86">
              <a:extLst>
                <a:ext uri="{FF2B5EF4-FFF2-40B4-BE49-F238E27FC236}">
                  <a16:creationId xmlns:a16="http://schemas.microsoft.com/office/drawing/2014/main" id="{A1FF9CD1-9572-7E4A-A0BB-B061E3395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62" name="Line 87">
              <a:extLst>
                <a:ext uri="{FF2B5EF4-FFF2-40B4-BE49-F238E27FC236}">
                  <a16:creationId xmlns:a16="http://schemas.microsoft.com/office/drawing/2014/main" id="{67E29F18-E118-314D-9BBC-91EA1692C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63" name="Line 88">
              <a:extLst>
                <a:ext uri="{FF2B5EF4-FFF2-40B4-BE49-F238E27FC236}">
                  <a16:creationId xmlns:a16="http://schemas.microsoft.com/office/drawing/2014/main" id="{EC962512-CD04-354F-BA1B-609FAFC98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64" name="Rectangle 89">
              <a:extLst>
                <a:ext uri="{FF2B5EF4-FFF2-40B4-BE49-F238E27FC236}">
                  <a16:creationId xmlns:a16="http://schemas.microsoft.com/office/drawing/2014/main" id="{F983EA94-C3F6-8747-9162-3ED34FEA06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7565" name="Rectangle 90">
              <a:extLst>
                <a:ext uri="{FF2B5EF4-FFF2-40B4-BE49-F238E27FC236}">
                  <a16:creationId xmlns:a16="http://schemas.microsoft.com/office/drawing/2014/main" id="{4CFC4744-E948-EB43-A416-755A7FAAB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7566" name="Rectangle 91">
              <a:extLst>
                <a:ext uri="{FF2B5EF4-FFF2-40B4-BE49-F238E27FC236}">
                  <a16:creationId xmlns:a16="http://schemas.microsoft.com/office/drawing/2014/main" id="{86390431-A0BA-DE44-B3B4-23090539E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7399" name="Line 93">
            <a:extLst>
              <a:ext uri="{FF2B5EF4-FFF2-40B4-BE49-F238E27FC236}">
                <a16:creationId xmlns:a16="http://schemas.microsoft.com/office/drawing/2014/main" id="{4E8BBA26-C0BC-984C-81AA-977F847DB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4071938"/>
            <a:ext cx="660400" cy="0"/>
          </a:xfrm>
          <a:prstGeom prst="line">
            <a:avLst/>
          </a:prstGeom>
          <a:noFill/>
          <a:ln w="50800">
            <a:solidFill>
              <a:schemeClr val="accent1">
                <a:lumMod val="40000"/>
                <a:lumOff val="60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00" name="Line 94">
            <a:extLst>
              <a:ext uri="{FF2B5EF4-FFF2-40B4-BE49-F238E27FC236}">
                <a16:creationId xmlns:a16="http://schemas.microsoft.com/office/drawing/2014/main" id="{4A6610B1-7E27-BA43-8225-85020C9A7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445293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01" name="Line 95">
            <a:extLst>
              <a:ext uri="{FF2B5EF4-FFF2-40B4-BE49-F238E27FC236}">
                <a16:creationId xmlns:a16="http://schemas.microsoft.com/office/drawing/2014/main" id="{E2F88974-C35C-C44E-802A-9E9B31FFC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3843338"/>
            <a:ext cx="292100" cy="0"/>
          </a:xfrm>
          <a:prstGeom prst="line">
            <a:avLst/>
          </a:prstGeom>
          <a:noFill/>
          <a:ln w="50800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02" name="Rectangle 96">
            <a:extLst>
              <a:ext uri="{FF2B5EF4-FFF2-40B4-BE49-F238E27FC236}">
                <a16:creationId xmlns:a16="http://schemas.microsoft.com/office/drawing/2014/main" id="{6488DB8A-DBDC-C84C-AE51-7486C8D84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03650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27403" name="Rectangle 97">
            <a:extLst>
              <a:ext uri="{FF2B5EF4-FFF2-40B4-BE49-F238E27FC236}">
                <a16:creationId xmlns:a16="http://schemas.microsoft.com/office/drawing/2014/main" id="{FDD0B304-188D-DA4F-A918-CB8F205D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41719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5874" name="Rectangle 98">
            <a:extLst>
              <a:ext uri="{FF2B5EF4-FFF2-40B4-BE49-F238E27FC236}">
                <a16:creationId xmlns:a16="http://schemas.microsoft.com/office/drawing/2014/main" id="{94756E27-296A-A943-A45F-353F1DDC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5573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75875" name="Rectangle 99">
            <a:extLst>
              <a:ext uri="{FF2B5EF4-FFF2-40B4-BE49-F238E27FC236}">
                <a16:creationId xmlns:a16="http://schemas.microsoft.com/office/drawing/2014/main" id="{BC77266B-0CFE-A049-A070-1D5C17573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090738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grpSp>
        <p:nvGrpSpPr>
          <p:cNvPr id="227406" name="Group 107">
            <a:extLst>
              <a:ext uri="{FF2B5EF4-FFF2-40B4-BE49-F238E27FC236}">
                <a16:creationId xmlns:a16="http://schemas.microsoft.com/office/drawing/2014/main" id="{625D589C-9BEB-0A4B-8634-D728793F088F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4605338"/>
            <a:ext cx="941387" cy="333375"/>
            <a:chOff x="2547" y="2928"/>
            <a:chExt cx="593" cy="210"/>
          </a:xfrm>
        </p:grpSpPr>
        <p:sp>
          <p:nvSpPr>
            <p:cNvPr id="227553" name="Line 100">
              <a:extLst>
                <a:ext uri="{FF2B5EF4-FFF2-40B4-BE49-F238E27FC236}">
                  <a16:creationId xmlns:a16="http://schemas.microsoft.com/office/drawing/2014/main" id="{CFB3FC21-B218-994F-9257-DD321865C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4" name="Line 101">
              <a:extLst>
                <a:ext uri="{FF2B5EF4-FFF2-40B4-BE49-F238E27FC236}">
                  <a16:creationId xmlns:a16="http://schemas.microsoft.com/office/drawing/2014/main" id="{27AA3148-2863-1049-BF64-D7488ED86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5" name="Line 102">
              <a:extLst>
                <a:ext uri="{FF2B5EF4-FFF2-40B4-BE49-F238E27FC236}">
                  <a16:creationId xmlns:a16="http://schemas.microsoft.com/office/drawing/2014/main" id="{377E21F5-89BF-0345-9450-CC036E15F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6" name="Line 103">
              <a:extLst>
                <a:ext uri="{FF2B5EF4-FFF2-40B4-BE49-F238E27FC236}">
                  <a16:creationId xmlns:a16="http://schemas.microsoft.com/office/drawing/2014/main" id="{2977A8B0-88DE-2440-B8E4-9B20D14AB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7" name="Rectangle 104">
              <a:extLst>
                <a:ext uri="{FF2B5EF4-FFF2-40B4-BE49-F238E27FC236}">
                  <a16:creationId xmlns:a16="http://schemas.microsoft.com/office/drawing/2014/main" id="{528B75C9-E448-4646-B102-FE20D80E9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7558" name="Rectangle 105">
              <a:extLst>
                <a:ext uri="{FF2B5EF4-FFF2-40B4-BE49-F238E27FC236}">
                  <a16:creationId xmlns:a16="http://schemas.microsoft.com/office/drawing/2014/main" id="{D5601929-0120-DA45-8DD2-0154947D9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7559" name="Rectangle 106">
              <a:extLst>
                <a:ext uri="{FF2B5EF4-FFF2-40B4-BE49-F238E27FC236}">
                  <a16:creationId xmlns:a16="http://schemas.microsoft.com/office/drawing/2014/main" id="{0C683A87-F3CC-2944-957E-277F63CCB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7407" name="Line 108">
            <a:extLst>
              <a:ext uri="{FF2B5EF4-FFF2-40B4-BE49-F238E27FC236}">
                <a16:creationId xmlns:a16="http://schemas.microsoft.com/office/drawing/2014/main" id="{7311B2B4-277F-594A-9082-896B9910A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2900" y="4338638"/>
            <a:ext cx="12700" cy="69850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08" name="Line 109">
            <a:extLst>
              <a:ext uri="{FF2B5EF4-FFF2-40B4-BE49-F238E27FC236}">
                <a16:creationId xmlns:a16="http://schemas.microsoft.com/office/drawing/2014/main" id="{ED248E9F-155E-F540-B462-2163DA0391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3767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09" name="Line 110">
            <a:extLst>
              <a:ext uri="{FF2B5EF4-FFF2-40B4-BE49-F238E27FC236}">
                <a16:creationId xmlns:a16="http://schemas.microsoft.com/office/drawing/2014/main" id="{EF44969D-00A4-174A-BF49-973520423D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4376738"/>
            <a:ext cx="508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0" name="Line 111">
            <a:extLst>
              <a:ext uri="{FF2B5EF4-FFF2-40B4-BE49-F238E27FC236}">
                <a16:creationId xmlns:a16="http://schemas.microsoft.com/office/drawing/2014/main" id="{C78C4E8C-74E4-9247-BCFF-AFABFF903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4402138"/>
            <a:ext cx="12700" cy="228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1" name="Line 112">
            <a:extLst>
              <a:ext uri="{FF2B5EF4-FFF2-40B4-BE49-F238E27FC236}">
                <a16:creationId xmlns:a16="http://schemas.microsoft.com/office/drawing/2014/main" id="{D79ED327-7B24-9342-8BAB-16983CA0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884738"/>
            <a:ext cx="0" cy="15240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2" name="Line 113">
            <a:extLst>
              <a:ext uri="{FF2B5EF4-FFF2-40B4-BE49-F238E27FC236}">
                <a16:creationId xmlns:a16="http://schemas.microsoft.com/office/drawing/2014/main" id="{02FEA36E-C8DE-694F-AFC8-584348E94F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0200" y="5062538"/>
            <a:ext cx="1346200" cy="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3" name="Line 114">
            <a:extLst>
              <a:ext uri="{FF2B5EF4-FFF2-40B4-BE49-F238E27FC236}">
                <a16:creationId xmlns:a16="http://schemas.microsoft.com/office/drawing/2014/main" id="{951E0D1C-B010-7C44-B800-ACBB96819A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2200" y="4757738"/>
            <a:ext cx="368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4" name="Line 115">
            <a:extLst>
              <a:ext uri="{FF2B5EF4-FFF2-40B4-BE49-F238E27FC236}">
                <a16:creationId xmlns:a16="http://schemas.microsoft.com/office/drawing/2014/main" id="{55DE163B-5BA5-264B-92CE-D484C78677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382838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" name="Rectangle 116">
            <a:extLst>
              <a:ext uri="{FF2B5EF4-FFF2-40B4-BE49-F238E27FC236}">
                <a16:creationId xmlns:a16="http://schemas.microsoft.com/office/drawing/2014/main" id="{AB448572-C3F8-3E4F-A67B-26406D1BA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108200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RegDst=0</a:t>
            </a:r>
          </a:p>
        </p:txBody>
      </p:sp>
      <p:sp>
        <p:nvSpPr>
          <p:cNvPr id="227416" name="Line 117">
            <a:extLst>
              <a:ext uri="{FF2B5EF4-FFF2-40B4-BE49-F238E27FC236}">
                <a16:creationId xmlns:a16="http://schemas.microsoft.com/office/drawing/2014/main" id="{29DB58A2-0898-C049-A84F-39179FF5F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22838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7" name="Line 118">
            <a:extLst>
              <a:ext uri="{FF2B5EF4-FFF2-40B4-BE49-F238E27FC236}">
                <a16:creationId xmlns:a16="http://schemas.microsoft.com/office/drawing/2014/main" id="{801A5A46-518E-4949-8053-D5F94EDE1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5519738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18" name="Line 119">
            <a:extLst>
              <a:ext uri="{FF2B5EF4-FFF2-40B4-BE49-F238E27FC236}">
                <a16:creationId xmlns:a16="http://schemas.microsoft.com/office/drawing/2014/main" id="{508ACD7F-439C-994C-A4B2-1CBF26C8A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770438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419" name="Group 127">
            <a:extLst>
              <a:ext uri="{FF2B5EF4-FFF2-40B4-BE49-F238E27FC236}">
                <a16:creationId xmlns:a16="http://schemas.microsoft.com/office/drawing/2014/main" id="{8E6D57FD-E395-8249-BDFE-40F98A423F21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3094038"/>
            <a:ext cx="333375" cy="946150"/>
            <a:chOff x="634" y="1976"/>
            <a:chExt cx="210" cy="596"/>
          </a:xfrm>
        </p:grpSpPr>
        <p:sp>
          <p:nvSpPr>
            <p:cNvPr id="227546" name="Line 120">
              <a:extLst>
                <a:ext uri="{FF2B5EF4-FFF2-40B4-BE49-F238E27FC236}">
                  <a16:creationId xmlns:a16="http://schemas.microsoft.com/office/drawing/2014/main" id="{84B8D408-497A-674E-B88E-44144656A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47" name="Line 121">
              <a:extLst>
                <a:ext uri="{FF2B5EF4-FFF2-40B4-BE49-F238E27FC236}">
                  <a16:creationId xmlns:a16="http://schemas.microsoft.com/office/drawing/2014/main" id="{A888EFD8-FF53-3D46-BBD7-F99D1960F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48" name="Line 122">
              <a:extLst>
                <a:ext uri="{FF2B5EF4-FFF2-40B4-BE49-F238E27FC236}">
                  <a16:creationId xmlns:a16="http://schemas.microsoft.com/office/drawing/2014/main" id="{EBF69BD7-320B-AA4F-BB27-5D023F20B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49" name="Line 123">
              <a:extLst>
                <a:ext uri="{FF2B5EF4-FFF2-40B4-BE49-F238E27FC236}">
                  <a16:creationId xmlns:a16="http://schemas.microsoft.com/office/drawing/2014/main" id="{987364BD-AD6F-9345-B9A9-6DD86EEDE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0" name="Rectangle 124">
              <a:extLst>
                <a:ext uri="{FF2B5EF4-FFF2-40B4-BE49-F238E27FC236}">
                  <a16:creationId xmlns:a16="http://schemas.microsoft.com/office/drawing/2014/main" id="{C11E8F34-A064-1643-94DB-19D23C9AE4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7551" name="Rectangle 125">
              <a:extLst>
                <a:ext uri="{FF2B5EF4-FFF2-40B4-BE49-F238E27FC236}">
                  <a16:creationId xmlns:a16="http://schemas.microsoft.com/office/drawing/2014/main" id="{3F6FB5D6-6345-9741-840D-E8F68D784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7552" name="Rectangle 126">
              <a:extLst>
                <a:ext uri="{FF2B5EF4-FFF2-40B4-BE49-F238E27FC236}">
                  <a16:creationId xmlns:a16="http://schemas.microsoft.com/office/drawing/2014/main" id="{D90B8350-72E9-9F4A-8A2A-54239925B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7420" name="Line 128">
            <a:extLst>
              <a:ext uri="{FF2B5EF4-FFF2-40B4-BE49-F238E27FC236}">
                <a16:creationId xmlns:a16="http://schemas.microsoft.com/office/drawing/2014/main" id="{8EC1027B-2F6C-3D40-9081-82E5CD56FF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2337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21" name="Line 129">
            <a:extLst>
              <a:ext uri="{FF2B5EF4-FFF2-40B4-BE49-F238E27FC236}">
                <a16:creationId xmlns:a16="http://schemas.microsoft.com/office/drawing/2014/main" id="{C4F07AFC-E890-1143-A60B-9F2A52E0ED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163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22" name="Rectangle 130">
            <a:extLst>
              <a:ext uri="{FF2B5EF4-FFF2-40B4-BE49-F238E27FC236}">
                <a16:creationId xmlns:a16="http://schemas.microsoft.com/office/drawing/2014/main" id="{DE1718D2-9624-A24D-B00D-045D313F5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2575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423" name="Line 131">
            <a:extLst>
              <a:ext uri="{FF2B5EF4-FFF2-40B4-BE49-F238E27FC236}">
                <a16:creationId xmlns:a16="http://schemas.microsoft.com/office/drawing/2014/main" id="{E35B71B2-DC1B-564B-81AC-B586EA95A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160838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24" name="Line 132">
            <a:extLst>
              <a:ext uri="{FF2B5EF4-FFF2-40B4-BE49-F238E27FC236}">
                <a16:creationId xmlns:a16="http://schemas.microsoft.com/office/drawing/2014/main" id="{7BECCCB6-AEFA-6D4B-82A9-B061117C61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8433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25" name="Rectangle 133">
            <a:extLst>
              <a:ext uri="{FF2B5EF4-FFF2-40B4-BE49-F238E27FC236}">
                <a16:creationId xmlns:a16="http://schemas.microsoft.com/office/drawing/2014/main" id="{4E58F59B-1F73-474B-8A38-AA75E6BED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560638"/>
            <a:ext cx="508000" cy="2460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426" name="Rectangle 134">
            <a:extLst>
              <a:ext uri="{FF2B5EF4-FFF2-40B4-BE49-F238E27FC236}">
                <a16:creationId xmlns:a16="http://schemas.microsoft.com/office/drawing/2014/main" id="{3CB2F8FC-C70C-EC40-8CB7-0E05E0390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517775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27427" name="Line 135">
            <a:extLst>
              <a:ext uri="{FF2B5EF4-FFF2-40B4-BE49-F238E27FC236}">
                <a16:creationId xmlns:a16="http://schemas.microsoft.com/office/drawing/2014/main" id="{160BC8BB-1ED3-624C-9528-23EC6049E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865438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12" name="Rectangle 136">
            <a:extLst>
              <a:ext uri="{FF2B5EF4-FFF2-40B4-BE49-F238E27FC236}">
                <a16:creationId xmlns:a16="http://schemas.microsoft.com/office/drawing/2014/main" id="{AEDEE4E2-FB08-A746-8A55-32F5D1566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129338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MemtoReg=1</a:t>
            </a:r>
          </a:p>
        </p:txBody>
      </p:sp>
      <p:grpSp>
        <p:nvGrpSpPr>
          <p:cNvPr id="227429" name="Group 139">
            <a:extLst>
              <a:ext uri="{FF2B5EF4-FFF2-40B4-BE49-F238E27FC236}">
                <a16:creationId xmlns:a16="http://schemas.microsoft.com/office/drawing/2014/main" id="{09C879CE-B8D1-AB47-ABE8-39829AEF5BDB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672138"/>
            <a:ext cx="857250" cy="333375"/>
            <a:chOff x="2776" y="3600"/>
            <a:chExt cx="540" cy="210"/>
          </a:xfrm>
        </p:grpSpPr>
        <p:sp>
          <p:nvSpPr>
            <p:cNvPr id="227544" name="Rectangle 137">
              <a:extLst>
                <a:ext uri="{FF2B5EF4-FFF2-40B4-BE49-F238E27FC236}">
                  <a16:creationId xmlns:a16="http://schemas.microsoft.com/office/drawing/2014/main" id="{76FF509C-7BC2-E34D-8CB2-28BD3C4DF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7545" name="Rectangle 138">
              <a:extLst>
                <a:ext uri="{FF2B5EF4-FFF2-40B4-BE49-F238E27FC236}">
                  <a16:creationId xmlns:a16="http://schemas.microsoft.com/office/drawing/2014/main" id="{992B6921-0288-B446-B352-30EEBA42F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600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27430" name="Line 140">
            <a:extLst>
              <a:ext uri="{FF2B5EF4-FFF2-40B4-BE49-F238E27FC236}">
                <a16:creationId xmlns:a16="http://schemas.microsoft.com/office/drawing/2014/main" id="{B8178E19-A2F9-FD4D-A3F7-D8E7E94E0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951538"/>
            <a:ext cx="0" cy="3937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17" name="Rectangle 141">
            <a:extLst>
              <a:ext uri="{FF2B5EF4-FFF2-40B4-BE49-F238E27FC236}">
                <a16:creationId xmlns:a16="http://schemas.microsoft.com/office/drawing/2014/main" id="{182987AE-19BA-7B48-A7EB-E21F807EF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129338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ExtOp=1</a:t>
            </a:r>
          </a:p>
        </p:txBody>
      </p:sp>
      <p:grpSp>
        <p:nvGrpSpPr>
          <p:cNvPr id="227432" name="Group 149">
            <a:extLst>
              <a:ext uri="{FF2B5EF4-FFF2-40B4-BE49-F238E27FC236}">
                <a16:creationId xmlns:a16="http://schemas.microsoft.com/office/drawing/2014/main" id="{80E6EA20-241E-DD4B-AC4B-88C631E3D693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789238"/>
            <a:ext cx="333375" cy="946150"/>
            <a:chOff x="4186" y="1784"/>
            <a:chExt cx="210" cy="596"/>
          </a:xfrm>
        </p:grpSpPr>
        <p:sp>
          <p:nvSpPr>
            <p:cNvPr id="227537" name="Line 142">
              <a:extLst>
                <a:ext uri="{FF2B5EF4-FFF2-40B4-BE49-F238E27FC236}">
                  <a16:creationId xmlns:a16="http://schemas.microsoft.com/office/drawing/2014/main" id="{AB7A28ED-AC43-9148-8C6E-10E97B729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38" name="Line 143">
              <a:extLst>
                <a:ext uri="{FF2B5EF4-FFF2-40B4-BE49-F238E27FC236}">
                  <a16:creationId xmlns:a16="http://schemas.microsoft.com/office/drawing/2014/main" id="{B3B773BC-4D6D-994F-960D-DB933512A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39" name="Line 144">
              <a:extLst>
                <a:ext uri="{FF2B5EF4-FFF2-40B4-BE49-F238E27FC236}">
                  <a16:creationId xmlns:a16="http://schemas.microsoft.com/office/drawing/2014/main" id="{DB28C2BD-694A-204C-B5B1-482FBFBE3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40" name="Line 145">
              <a:extLst>
                <a:ext uri="{FF2B5EF4-FFF2-40B4-BE49-F238E27FC236}">
                  <a16:creationId xmlns:a16="http://schemas.microsoft.com/office/drawing/2014/main" id="{8AC42D04-C9E7-1249-9819-CBDDB915F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41" name="Rectangle 146">
              <a:extLst>
                <a:ext uri="{FF2B5EF4-FFF2-40B4-BE49-F238E27FC236}">
                  <a16:creationId xmlns:a16="http://schemas.microsoft.com/office/drawing/2014/main" id="{21CF6D7F-D6F5-AB4C-95A0-54E5347C99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7542" name="Rectangle 147">
              <a:extLst>
                <a:ext uri="{FF2B5EF4-FFF2-40B4-BE49-F238E27FC236}">
                  <a16:creationId xmlns:a16="http://schemas.microsoft.com/office/drawing/2014/main" id="{FF31217F-B02E-0844-81D3-D28006914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7543" name="Rectangle 148">
              <a:extLst>
                <a:ext uri="{FF2B5EF4-FFF2-40B4-BE49-F238E27FC236}">
                  <a16:creationId xmlns:a16="http://schemas.microsoft.com/office/drawing/2014/main" id="{79B5E017-5729-B745-8C32-80DEFD404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7433" name="Line 150">
            <a:extLst>
              <a:ext uri="{FF2B5EF4-FFF2-40B4-BE49-F238E27FC236}">
                <a16:creationId xmlns:a16="http://schemas.microsoft.com/office/drawing/2014/main" id="{3C9645F6-E81F-EF40-B03A-F220896ADB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323373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34" name="Line 151">
            <a:extLst>
              <a:ext uri="{FF2B5EF4-FFF2-40B4-BE49-F238E27FC236}">
                <a16:creationId xmlns:a16="http://schemas.microsoft.com/office/drawing/2014/main" id="{B199FDAC-1400-BC4E-9539-6018C56AF2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1638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35" name="Rectangle 152">
            <a:extLst>
              <a:ext uri="{FF2B5EF4-FFF2-40B4-BE49-F238E27FC236}">
                <a16:creationId xmlns:a16="http://schemas.microsoft.com/office/drawing/2014/main" id="{9E05A983-7FB8-D541-BD6D-5EB7F59C9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2575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436" name="Line 153">
            <a:extLst>
              <a:ext uri="{FF2B5EF4-FFF2-40B4-BE49-F238E27FC236}">
                <a16:creationId xmlns:a16="http://schemas.microsoft.com/office/drawing/2014/main" id="{3E5335F4-B450-F043-A1E0-261EA6FB5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08238"/>
            <a:ext cx="0" cy="406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37" name="Line 154">
            <a:extLst>
              <a:ext uri="{FF2B5EF4-FFF2-40B4-BE49-F238E27FC236}">
                <a16:creationId xmlns:a16="http://schemas.microsoft.com/office/drawing/2014/main" id="{1462E039-737A-F644-B85E-9BFF79206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743325"/>
            <a:ext cx="0" cy="1230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38" name="Line 155">
            <a:extLst>
              <a:ext uri="{FF2B5EF4-FFF2-40B4-BE49-F238E27FC236}">
                <a16:creationId xmlns:a16="http://schemas.microsoft.com/office/drawing/2014/main" id="{ABABFA62-7900-5A4B-9603-0CE21E4CDE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743325"/>
            <a:ext cx="279400" cy="87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39" name="Line 156">
            <a:extLst>
              <a:ext uri="{FF2B5EF4-FFF2-40B4-BE49-F238E27FC236}">
                <a16:creationId xmlns:a16="http://schemas.microsoft.com/office/drawing/2014/main" id="{E31343C9-6606-464C-9E95-FF5E18579A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821238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40" name="Line 157">
            <a:extLst>
              <a:ext uri="{FF2B5EF4-FFF2-40B4-BE49-F238E27FC236}">
                <a16:creationId xmlns:a16="http://schemas.microsoft.com/office/drawing/2014/main" id="{B6672303-0932-1449-BE54-6C49B0E18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856038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41" name="Line 158">
            <a:extLst>
              <a:ext uri="{FF2B5EF4-FFF2-40B4-BE49-F238E27FC236}">
                <a16:creationId xmlns:a16="http://schemas.microsoft.com/office/drawing/2014/main" id="{6A0350E1-621F-B249-B52B-6CAE99E2A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964113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42" name="Rectangle 159">
            <a:extLst>
              <a:ext uri="{FF2B5EF4-FFF2-40B4-BE49-F238E27FC236}">
                <a16:creationId xmlns:a16="http://schemas.microsoft.com/office/drawing/2014/main" id="{CAF671CC-D232-F042-96D3-B3C40044D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790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7443" name="Rectangle 160">
            <a:extLst>
              <a:ext uri="{FF2B5EF4-FFF2-40B4-BE49-F238E27FC236}">
                <a16:creationId xmlns:a16="http://schemas.microsoft.com/office/drawing/2014/main" id="{8A013BBB-C970-744B-9EEE-7380D4487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1132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7444" name="Rectangle 161">
            <a:extLst>
              <a:ext uri="{FF2B5EF4-FFF2-40B4-BE49-F238E27FC236}">
                <a16:creationId xmlns:a16="http://schemas.microsoft.com/office/drawing/2014/main" id="{EF90846F-834D-4F41-A485-714E7CAEA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4180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7445" name="Rectangle 162">
            <a:extLst>
              <a:ext uri="{FF2B5EF4-FFF2-40B4-BE49-F238E27FC236}">
                <a16:creationId xmlns:a16="http://schemas.microsoft.com/office/drawing/2014/main" id="{C10FFD45-42C8-0D43-9682-C444896CF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6466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7446" name="Line 163">
            <a:extLst>
              <a:ext uri="{FF2B5EF4-FFF2-40B4-BE49-F238E27FC236}">
                <a16:creationId xmlns:a16="http://schemas.microsoft.com/office/drawing/2014/main" id="{5FAFE5BE-27CC-6C4B-8317-443BDC720C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9195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47" name="Rectangle 164">
            <a:extLst>
              <a:ext uri="{FF2B5EF4-FFF2-40B4-BE49-F238E27FC236}">
                <a16:creationId xmlns:a16="http://schemas.microsoft.com/office/drawing/2014/main" id="{E23BA8DA-39FF-C141-8D90-44D657AB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76713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27448" name="Line 165">
            <a:extLst>
              <a:ext uri="{FF2B5EF4-FFF2-40B4-BE49-F238E27FC236}">
                <a16:creationId xmlns:a16="http://schemas.microsoft.com/office/drawing/2014/main" id="{D2BDA2FA-2E55-0843-BE91-21B212150E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582453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49" name="Line 166">
            <a:extLst>
              <a:ext uri="{FF2B5EF4-FFF2-40B4-BE49-F238E27FC236}">
                <a16:creationId xmlns:a16="http://schemas.microsoft.com/office/drawing/2014/main" id="{012C2128-4B99-7743-AB22-537B1C3569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57546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0" name="Rectangle 167">
            <a:extLst>
              <a:ext uri="{FF2B5EF4-FFF2-40B4-BE49-F238E27FC236}">
                <a16:creationId xmlns:a16="http://schemas.microsoft.com/office/drawing/2014/main" id="{493EF2F8-3FDF-1B48-A6A6-8A79308AC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848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27451" name="Rectangle 168">
            <a:extLst>
              <a:ext uri="{FF2B5EF4-FFF2-40B4-BE49-F238E27FC236}">
                <a16:creationId xmlns:a16="http://schemas.microsoft.com/office/drawing/2014/main" id="{5E6C44E2-5CD1-1B4A-A885-97EC11AA3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772150"/>
            <a:ext cx="5159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27452" name="Line 169">
            <a:extLst>
              <a:ext uri="{FF2B5EF4-FFF2-40B4-BE49-F238E27FC236}">
                <a16:creationId xmlns:a16="http://schemas.microsoft.com/office/drawing/2014/main" id="{3CD75485-6840-864E-8542-B76C6F630A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824538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3" name="Line 170">
            <a:extLst>
              <a:ext uri="{FF2B5EF4-FFF2-40B4-BE49-F238E27FC236}">
                <a16:creationId xmlns:a16="http://schemas.microsoft.com/office/drawing/2014/main" id="{EB24D65D-D982-8F44-9E20-889A67ABA4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754688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4" name="Rectangle 171">
            <a:extLst>
              <a:ext uri="{FF2B5EF4-FFF2-40B4-BE49-F238E27FC236}">
                <a16:creationId xmlns:a16="http://schemas.microsoft.com/office/drawing/2014/main" id="{2F900604-3E8A-974A-B181-713D3929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848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7455" name="Group 174">
            <a:extLst>
              <a:ext uri="{FF2B5EF4-FFF2-40B4-BE49-F238E27FC236}">
                <a16:creationId xmlns:a16="http://schemas.microsoft.com/office/drawing/2014/main" id="{D4433EF1-5563-4B4D-8565-939C726B9720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757738"/>
            <a:ext cx="565150" cy="333375"/>
            <a:chOff x="3587" y="3024"/>
            <a:chExt cx="356" cy="210"/>
          </a:xfrm>
        </p:grpSpPr>
        <p:sp>
          <p:nvSpPr>
            <p:cNvPr id="227535" name="Rectangle 172">
              <a:extLst>
                <a:ext uri="{FF2B5EF4-FFF2-40B4-BE49-F238E27FC236}">
                  <a16:creationId xmlns:a16="http://schemas.microsoft.com/office/drawing/2014/main" id="{7D64ADE2-F1E3-C248-87B6-DFA6ABAAF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7536" name="Rectangle 173">
              <a:extLst>
                <a:ext uri="{FF2B5EF4-FFF2-40B4-BE49-F238E27FC236}">
                  <a16:creationId xmlns:a16="http://schemas.microsoft.com/office/drawing/2014/main" id="{EF01BDAF-5458-0F45-8AFF-26ED62B51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27456" name="Line 175">
            <a:extLst>
              <a:ext uri="{FF2B5EF4-FFF2-40B4-BE49-F238E27FC236}">
                <a16:creationId xmlns:a16="http://schemas.microsoft.com/office/drawing/2014/main" id="{163875F8-9079-584D-8CF3-0BD4FC821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52913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7" name="Line 176">
            <a:extLst>
              <a:ext uri="{FF2B5EF4-FFF2-40B4-BE49-F238E27FC236}">
                <a16:creationId xmlns:a16="http://schemas.microsoft.com/office/drawing/2014/main" id="{F1A0E67E-EB21-244E-9C90-1B55A9E79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541838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8" name="Line 177">
            <a:extLst>
              <a:ext uri="{FF2B5EF4-FFF2-40B4-BE49-F238E27FC236}">
                <a16:creationId xmlns:a16="http://schemas.microsoft.com/office/drawing/2014/main" id="{F4182321-223B-8B4E-A458-FFDC8DF6E0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49838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59" name="Line 178">
            <a:extLst>
              <a:ext uri="{FF2B5EF4-FFF2-40B4-BE49-F238E27FC236}">
                <a16:creationId xmlns:a16="http://schemas.microsoft.com/office/drawing/2014/main" id="{38B41D56-7454-D848-8E94-F87C4E76F5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8339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0" name="Line 179">
            <a:extLst>
              <a:ext uri="{FF2B5EF4-FFF2-40B4-BE49-F238E27FC236}">
                <a16:creationId xmlns:a16="http://schemas.microsoft.com/office/drawing/2014/main" id="{6CCDF434-14C6-0B4A-AB45-0858D6DF99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4846638"/>
            <a:ext cx="0" cy="977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1" name="Line 180">
            <a:extLst>
              <a:ext uri="{FF2B5EF4-FFF2-40B4-BE49-F238E27FC236}">
                <a16:creationId xmlns:a16="http://schemas.microsoft.com/office/drawing/2014/main" id="{627B5585-02D5-A64E-83E9-663CF2D6E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582453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2" name="Line 181">
            <a:extLst>
              <a:ext uri="{FF2B5EF4-FFF2-40B4-BE49-F238E27FC236}">
                <a16:creationId xmlns:a16="http://schemas.microsoft.com/office/drawing/2014/main" id="{67827AE8-BF9D-4E49-BF96-03EE27E71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422433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58" name="Rectangle 182">
            <a:extLst>
              <a:ext uri="{FF2B5EF4-FFF2-40B4-BE49-F238E27FC236}">
                <a16:creationId xmlns:a16="http://schemas.microsoft.com/office/drawing/2014/main" id="{DF8609BC-8DBB-E84A-B5C1-AA738403E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129338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ALUSelB=11</a:t>
            </a:r>
          </a:p>
        </p:txBody>
      </p:sp>
      <p:sp>
        <p:nvSpPr>
          <p:cNvPr id="227464" name="Line 183">
            <a:extLst>
              <a:ext uri="{FF2B5EF4-FFF2-40B4-BE49-F238E27FC236}">
                <a16:creationId xmlns:a16="http://schemas.microsoft.com/office/drawing/2014/main" id="{604E6DA9-D6AB-D54C-8F63-1A2C8348B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932238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5" name="Line 184">
            <a:extLst>
              <a:ext uri="{FF2B5EF4-FFF2-40B4-BE49-F238E27FC236}">
                <a16:creationId xmlns:a16="http://schemas.microsoft.com/office/drawing/2014/main" id="{18C70A36-5C8E-AB4E-BF1A-A12128337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2103438"/>
            <a:ext cx="0" cy="890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6" name="Line 185">
            <a:extLst>
              <a:ext uri="{FF2B5EF4-FFF2-40B4-BE49-F238E27FC236}">
                <a16:creationId xmlns:a16="http://schemas.microsoft.com/office/drawing/2014/main" id="{BCC8FC88-AD24-544F-B556-B9DB7099A1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2103438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7" name="Line 186">
            <a:extLst>
              <a:ext uri="{FF2B5EF4-FFF2-40B4-BE49-F238E27FC236}">
                <a16:creationId xmlns:a16="http://schemas.microsoft.com/office/drawing/2014/main" id="{092E4832-33A3-F140-A93F-3382F17E78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882900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8" name="Line 187">
            <a:extLst>
              <a:ext uri="{FF2B5EF4-FFF2-40B4-BE49-F238E27FC236}">
                <a16:creationId xmlns:a16="http://schemas.microsoft.com/office/drawing/2014/main" id="{89E06FBE-FE2E-3B41-BC21-9E0772299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18598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69" name="Rectangle 188">
            <a:extLst>
              <a:ext uri="{FF2B5EF4-FFF2-40B4-BE49-F238E27FC236}">
                <a16:creationId xmlns:a16="http://schemas.microsoft.com/office/drawing/2014/main" id="{30305F85-208E-E243-B9B6-C3816CBDDA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39553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27470" name="Rectangle 189">
            <a:extLst>
              <a:ext uri="{FF2B5EF4-FFF2-40B4-BE49-F238E27FC236}">
                <a16:creationId xmlns:a16="http://schemas.microsoft.com/office/drawing/2014/main" id="{D9A70A5E-8883-384A-9936-4DAC10D031E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1224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7471" name="Rectangle 190">
            <a:extLst>
              <a:ext uri="{FF2B5EF4-FFF2-40B4-BE49-F238E27FC236}">
                <a16:creationId xmlns:a16="http://schemas.microsoft.com/office/drawing/2014/main" id="{D199C129-31D6-B445-8FC9-73FB9CF69DE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7479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27472" name="Group 193">
            <a:extLst>
              <a:ext uri="{FF2B5EF4-FFF2-40B4-BE49-F238E27FC236}">
                <a16:creationId xmlns:a16="http://schemas.microsoft.com/office/drawing/2014/main" id="{AD63346C-9F36-4D4A-A1B7-93481C709212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2090738"/>
            <a:ext cx="801687" cy="333375"/>
            <a:chOff x="5175" y="1344"/>
            <a:chExt cx="505" cy="210"/>
          </a:xfrm>
        </p:grpSpPr>
        <p:sp>
          <p:nvSpPr>
            <p:cNvPr id="227533" name="Rectangle 191">
              <a:extLst>
                <a:ext uri="{FF2B5EF4-FFF2-40B4-BE49-F238E27FC236}">
                  <a16:creationId xmlns:a16="http://schemas.microsoft.com/office/drawing/2014/main" id="{BEF846AB-DDE8-7B47-8E38-7733BA657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7534" name="Rectangle 192">
              <a:extLst>
                <a:ext uri="{FF2B5EF4-FFF2-40B4-BE49-F238E27FC236}">
                  <a16:creationId xmlns:a16="http://schemas.microsoft.com/office/drawing/2014/main" id="{89B4836C-93F8-2443-94FC-12A65F399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27473" name="Oval 194">
            <a:extLst>
              <a:ext uri="{FF2B5EF4-FFF2-40B4-BE49-F238E27FC236}">
                <a16:creationId xmlns:a16="http://schemas.microsoft.com/office/drawing/2014/main" id="{9F8A45C6-6E3E-4B4B-A492-EAB36D981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4082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474" name="Line 195">
            <a:extLst>
              <a:ext uri="{FF2B5EF4-FFF2-40B4-BE49-F238E27FC236}">
                <a16:creationId xmlns:a16="http://schemas.microsoft.com/office/drawing/2014/main" id="{438F2713-1E5F-C644-A4C8-F4799542E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77323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75" name="Line 196">
            <a:extLst>
              <a:ext uri="{FF2B5EF4-FFF2-40B4-BE49-F238E27FC236}">
                <a16:creationId xmlns:a16="http://schemas.microsoft.com/office/drawing/2014/main" id="{DC61AF77-F565-AF4F-ABE3-06602A92ED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7732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76" name="Oval 197">
            <a:extLst>
              <a:ext uri="{FF2B5EF4-FFF2-40B4-BE49-F238E27FC236}">
                <a16:creationId xmlns:a16="http://schemas.microsoft.com/office/drawing/2014/main" id="{300FB203-3737-2E4D-8A3C-A309CFE2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9510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7477" name="Line 198">
            <a:extLst>
              <a:ext uri="{FF2B5EF4-FFF2-40B4-BE49-F238E27FC236}">
                <a16:creationId xmlns:a16="http://schemas.microsoft.com/office/drawing/2014/main" id="{3FBBF466-5C4B-B041-B51F-A49BB0D736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77323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478" name="Group 202">
            <a:extLst>
              <a:ext uri="{FF2B5EF4-FFF2-40B4-BE49-F238E27FC236}">
                <a16:creationId xmlns:a16="http://schemas.microsoft.com/office/drawing/2014/main" id="{EB406BBF-516A-9E49-9CD9-0167D5CD0648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173288"/>
            <a:ext cx="641350" cy="395287"/>
            <a:chOff x="4760" y="1396"/>
            <a:chExt cx="404" cy="249"/>
          </a:xfrm>
        </p:grpSpPr>
        <p:sp>
          <p:nvSpPr>
            <p:cNvPr id="227530" name="Line 199">
              <a:extLst>
                <a:ext uri="{FF2B5EF4-FFF2-40B4-BE49-F238E27FC236}">
                  <a16:creationId xmlns:a16="http://schemas.microsoft.com/office/drawing/2014/main" id="{3F29A950-E69B-3144-858D-E2BC3ACF9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31" name="Line 200">
              <a:extLst>
                <a:ext uri="{FF2B5EF4-FFF2-40B4-BE49-F238E27FC236}">
                  <a16:creationId xmlns:a16="http://schemas.microsoft.com/office/drawing/2014/main" id="{298CCF83-AE11-E345-9E8D-2DE9FA899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32" name="Rectangle 201">
              <a:extLst>
                <a:ext uri="{FF2B5EF4-FFF2-40B4-BE49-F238E27FC236}">
                  <a16:creationId xmlns:a16="http://schemas.microsoft.com/office/drawing/2014/main" id="{66D67B56-9B4B-4840-9DF0-8CC15FFB3A8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7479" name="Line 203">
            <a:extLst>
              <a:ext uri="{FF2B5EF4-FFF2-40B4-BE49-F238E27FC236}">
                <a16:creationId xmlns:a16="http://schemas.microsoft.com/office/drawing/2014/main" id="{0302528A-9C13-5F43-B3B3-8762427634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144838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0" name="Line 204">
            <a:extLst>
              <a:ext uri="{FF2B5EF4-FFF2-40B4-BE49-F238E27FC236}">
                <a16:creationId xmlns:a16="http://schemas.microsoft.com/office/drawing/2014/main" id="{E42BBCDC-1BB0-DC47-AB8D-E4270D598F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6909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1" name="Rectangle 205">
            <a:extLst>
              <a:ext uri="{FF2B5EF4-FFF2-40B4-BE49-F238E27FC236}">
                <a16:creationId xmlns:a16="http://schemas.microsoft.com/office/drawing/2014/main" id="{1C356A07-7230-BB41-80B8-C82CA6C9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870200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7482" name="Line 206">
            <a:extLst>
              <a:ext uri="{FF2B5EF4-FFF2-40B4-BE49-F238E27FC236}">
                <a16:creationId xmlns:a16="http://schemas.microsoft.com/office/drawing/2014/main" id="{FB9BAF80-85BA-8142-82A0-7F04236A0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85273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3" name="Line 207">
            <a:extLst>
              <a:ext uri="{FF2B5EF4-FFF2-40B4-BE49-F238E27FC236}">
                <a16:creationId xmlns:a16="http://schemas.microsoft.com/office/drawing/2014/main" id="{9092F754-1387-BB43-A368-09C7AC6FC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862138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4" name="Line 208">
            <a:extLst>
              <a:ext uri="{FF2B5EF4-FFF2-40B4-BE49-F238E27FC236}">
                <a16:creationId xmlns:a16="http://schemas.microsoft.com/office/drawing/2014/main" id="{A1060FF8-5B11-D449-87B3-B73818AFE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20145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5" name="Line 209">
            <a:extLst>
              <a:ext uri="{FF2B5EF4-FFF2-40B4-BE49-F238E27FC236}">
                <a16:creationId xmlns:a16="http://schemas.microsoft.com/office/drawing/2014/main" id="{130028B2-9EE2-DE48-BD02-BFF65CE43B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93833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486" name="Group 215">
            <a:extLst>
              <a:ext uri="{FF2B5EF4-FFF2-40B4-BE49-F238E27FC236}">
                <a16:creationId xmlns:a16="http://schemas.microsoft.com/office/drawing/2014/main" id="{ADA0B473-9B26-9F4A-B0FD-3CF40BEB3583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85938"/>
            <a:ext cx="381000" cy="306387"/>
            <a:chOff x="672" y="1152"/>
            <a:chExt cx="240" cy="193"/>
          </a:xfrm>
        </p:grpSpPr>
        <p:sp>
          <p:nvSpPr>
            <p:cNvPr id="227525" name="Arc 210">
              <a:extLst>
                <a:ext uri="{FF2B5EF4-FFF2-40B4-BE49-F238E27FC236}">
                  <a16:creationId xmlns:a16="http://schemas.microsoft.com/office/drawing/2014/main" id="{90A95877-59A8-2841-AF35-4174E067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6" name="Arc 211">
              <a:extLst>
                <a:ext uri="{FF2B5EF4-FFF2-40B4-BE49-F238E27FC236}">
                  <a16:creationId xmlns:a16="http://schemas.microsoft.com/office/drawing/2014/main" id="{894B2043-5776-8C46-990C-6B0DD549478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7" name="Line 212">
              <a:extLst>
                <a:ext uri="{FF2B5EF4-FFF2-40B4-BE49-F238E27FC236}">
                  <a16:creationId xmlns:a16="http://schemas.microsoft.com/office/drawing/2014/main" id="{70EE7750-FFD0-4645-BF82-02068B61C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8" name="Line 213">
              <a:extLst>
                <a:ext uri="{FF2B5EF4-FFF2-40B4-BE49-F238E27FC236}">
                  <a16:creationId xmlns:a16="http://schemas.microsoft.com/office/drawing/2014/main" id="{9569BF9B-AA4F-A94E-BF90-987A26B84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9" name="Line 214">
              <a:extLst>
                <a:ext uri="{FF2B5EF4-FFF2-40B4-BE49-F238E27FC236}">
                  <a16:creationId xmlns:a16="http://schemas.microsoft.com/office/drawing/2014/main" id="{4A88CEF7-1BBB-D547-BCC5-522BD238C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487" name="Line 216">
            <a:extLst>
              <a:ext uri="{FF2B5EF4-FFF2-40B4-BE49-F238E27FC236}">
                <a16:creationId xmlns:a16="http://schemas.microsoft.com/office/drawing/2014/main" id="{F32EB29D-4827-B144-8EFB-E16F9E6D19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15423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8" name="Arc 217">
            <a:extLst>
              <a:ext uri="{FF2B5EF4-FFF2-40B4-BE49-F238E27FC236}">
                <a16:creationId xmlns:a16="http://schemas.microsoft.com/office/drawing/2014/main" id="{4EA4FF9B-B20F-5342-8734-38517516FE8A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2090738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89" name="Arc 218">
            <a:extLst>
              <a:ext uri="{FF2B5EF4-FFF2-40B4-BE49-F238E27FC236}">
                <a16:creationId xmlns:a16="http://schemas.microsoft.com/office/drawing/2014/main" id="{52B6AB4C-401C-1843-AEBF-4D8A7A67B892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2090738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7490" name="Group 221">
            <a:extLst>
              <a:ext uri="{FF2B5EF4-FFF2-40B4-BE49-F238E27FC236}">
                <a16:creationId xmlns:a16="http://schemas.microsoft.com/office/drawing/2014/main" id="{A7AACE5F-DF1D-304C-9257-39B0B001388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2009775"/>
            <a:ext cx="373062" cy="101600"/>
            <a:chOff x="345" y="1293"/>
            <a:chExt cx="235" cy="64"/>
          </a:xfrm>
        </p:grpSpPr>
        <p:sp>
          <p:nvSpPr>
            <p:cNvPr id="227523" name="Arc 219">
              <a:extLst>
                <a:ext uri="{FF2B5EF4-FFF2-40B4-BE49-F238E27FC236}">
                  <a16:creationId xmlns:a16="http://schemas.microsoft.com/office/drawing/2014/main" id="{92F44798-019B-9642-AC96-FD3F80AA88D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4" name="Arc 220">
              <a:extLst>
                <a:ext uri="{FF2B5EF4-FFF2-40B4-BE49-F238E27FC236}">
                  <a16:creationId xmlns:a16="http://schemas.microsoft.com/office/drawing/2014/main" id="{1F3AB748-B364-D043-97A5-75CAD38977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7491" name="Line 222">
            <a:extLst>
              <a:ext uri="{FF2B5EF4-FFF2-40B4-BE49-F238E27FC236}">
                <a16:creationId xmlns:a16="http://schemas.microsoft.com/office/drawing/2014/main" id="{F15094EE-D243-7540-8EEB-9E8A9C12D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" y="23701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92" name="Line 223">
            <a:extLst>
              <a:ext uri="{FF2B5EF4-FFF2-40B4-BE49-F238E27FC236}">
                <a16:creationId xmlns:a16="http://schemas.microsoft.com/office/drawing/2014/main" id="{4F1D23B8-E119-094C-8063-15E237AC7D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849438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93" name="Line 224">
            <a:extLst>
              <a:ext uri="{FF2B5EF4-FFF2-40B4-BE49-F238E27FC236}">
                <a16:creationId xmlns:a16="http://schemas.microsoft.com/office/drawing/2014/main" id="{A83D9301-16E9-FA45-977F-8A2C0D72C6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92563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94" name="Rectangle 225">
            <a:extLst>
              <a:ext uri="{FF2B5EF4-FFF2-40B4-BE49-F238E27FC236}">
                <a16:creationId xmlns:a16="http://schemas.microsoft.com/office/drawing/2014/main" id="{F169AB2B-8EF8-0040-B5FB-9719B2BD6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803400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76002" name="Rectangle 226">
            <a:extLst>
              <a:ext uri="{FF2B5EF4-FFF2-40B4-BE49-F238E27FC236}">
                <a16:creationId xmlns:a16="http://schemas.microsoft.com/office/drawing/2014/main" id="{2186BB41-BF36-1C4A-9054-934AAEC0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557338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76003" name="Rectangle 227">
            <a:extLst>
              <a:ext uri="{FF2B5EF4-FFF2-40B4-BE49-F238E27FC236}">
                <a16:creationId xmlns:a16="http://schemas.microsoft.com/office/drawing/2014/main" id="{9AA2AD61-E7BF-5245-A86B-A9C80995E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557338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76004" name="Rectangle 228">
            <a:extLst>
              <a:ext uri="{FF2B5EF4-FFF2-40B4-BE49-F238E27FC236}">
                <a16:creationId xmlns:a16="http://schemas.microsoft.com/office/drawing/2014/main" id="{7977F998-77CD-7E49-8E14-9FE9ED5E9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557338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27498" name="Line 229">
            <a:extLst>
              <a:ext uri="{FF2B5EF4-FFF2-40B4-BE49-F238E27FC236}">
                <a16:creationId xmlns:a16="http://schemas.microsoft.com/office/drawing/2014/main" id="{5C56EC1B-7AFB-7D4F-AF04-17A95F863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7734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99" name="Rectangle 230">
            <a:extLst>
              <a:ext uri="{FF2B5EF4-FFF2-40B4-BE49-F238E27FC236}">
                <a16:creationId xmlns:a16="http://schemas.microsoft.com/office/drawing/2014/main" id="{AE78244C-ADF2-0546-9521-8E6FE1A9A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562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7500" name="Line 231">
            <a:extLst>
              <a:ext uri="{FF2B5EF4-FFF2-40B4-BE49-F238E27FC236}">
                <a16:creationId xmlns:a16="http://schemas.microsoft.com/office/drawing/2014/main" id="{C09B62B1-C11C-944D-A3A1-9550B951D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08238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008" name="Rectangle 232">
            <a:extLst>
              <a:ext uri="{FF2B5EF4-FFF2-40B4-BE49-F238E27FC236}">
                <a16:creationId xmlns:a16="http://schemas.microsoft.com/office/drawing/2014/main" id="{5F57D2B4-75E4-3144-87F3-B66CD152B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1082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IorD=1</a:t>
            </a:r>
          </a:p>
        </p:txBody>
      </p:sp>
      <p:sp>
        <p:nvSpPr>
          <p:cNvPr id="227502" name="Line 233">
            <a:extLst>
              <a:ext uri="{FF2B5EF4-FFF2-40B4-BE49-F238E27FC236}">
                <a16:creationId xmlns:a16="http://schemas.microsoft.com/office/drawing/2014/main" id="{E5391D71-7419-E440-9E90-915805484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2900" y="3830638"/>
            <a:ext cx="241300" cy="215900"/>
          </a:xfrm>
          <a:prstGeom prst="line">
            <a:avLst/>
          </a:prstGeom>
          <a:noFill/>
          <a:ln w="50800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3" name="Line 234">
            <a:extLst>
              <a:ext uri="{FF2B5EF4-FFF2-40B4-BE49-F238E27FC236}">
                <a16:creationId xmlns:a16="http://schemas.microsoft.com/office/drawing/2014/main" id="{6C3A5279-DE92-264B-99F2-716A463653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5519738"/>
            <a:ext cx="429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4" name="Line 235">
            <a:extLst>
              <a:ext uri="{FF2B5EF4-FFF2-40B4-BE49-F238E27FC236}">
                <a16:creationId xmlns:a16="http://schemas.microsoft.com/office/drawing/2014/main" id="{E8CF3D03-9C28-824D-8E8E-FCC9C894B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6400" y="4618038"/>
            <a:ext cx="355600" cy="2794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5" name="Line 236">
            <a:extLst>
              <a:ext uri="{FF2B5EF4-FFF2-40B4-BE49-F238E27FC236}">
                <a16:creationId xmlns:a16="http://schemas.microsoft.com/office/drawing/2014/main" id="{892553D9-ADD7-8E43-9591-6AAD5077A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856038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6" name="Line 237">
            <a:extLst>
              <a:ext uri="{FF2B5EF4-FFF2-40B4-BE49-F238E27FC236}">
                <a16:creationId xmlns:a16="http://schemas.microsoft.com/office/drawing/2014/main" id="{45E4C48F-70A2-CC4F-9C5F-CD7D7AAE2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237038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7" name="Line 238">
            <a:extLst>
              <a:ext uri="{FF2B5EF4-FFF2-40B4-BE49-F238E27FC236}">
                <a16:creationId xmlns:a16="http://schemas.microsoft.com/office/drawing/2014/main" id="{43A65A7A-8FD5-5C4F-A8E0-1953E3DA9D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5214938"/>
            <a:ext cx="528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508" name="Line 239">
            <a:extLst>
              <a:ext uri="{FF2B5EF4-FFF2-40B4-BE49-F238E27FC236}">
                <a16:creationId xmlns:a16="http://schemas.microsoft.com/office/drawing/2014/main" id="{AF93380E-921C-344B-B721-3CD1B9282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465638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6031" name="Group 255">
            <a:extLst>
              <a:ext uri="{FF2B5EF4-FFF2-40B4-BE49-F238E27FC236}">
                <a16:creationId xmlns:a16="http://schemas.microsoft.com/office/drawing/2014/main" id="{4ECD91E0-59AD-B042-B3AC-305545DAC277}"/>
              </a:ext>
            </a:extLst>
          </p:cNvPr>
          <p:cNvGrpSpPr>
            <a:grpSpLocks/>
          </p:cNvGrpSpPr>
          <p:nvPr/>
        </p:nvGrpSpPr>
        <p:grpSpPr bwMode="auto">
          <a:xfrm>
            <a:off x="4660900" y="381000"/>
            <a:ext cx="2187575" cy="1544638"/>
            <a:chOff x="2936" y="240"/>
            <a:chExt cx="1378" cy="973"/>
          </a:xfrm>
        </p:grpSpPr>
        <p:sp>
          <p:nvSpPr>
            <p:cNvPr id="227513" name="Oval 241">
              <a:extLst>
                <a:ext uri="{FF2B5EF4-FFF2-40B4-BE49-F238E27FC236}">
                  <a16:creationId xmlns:a16="http://schemas.microsoft.com/office/drawing/2014/main" id="{3574A944-CE71-C549-9EDE-47CA2BFBB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" y="296"/>
              <a:ext cx="944" cy="896"/>
            </a:xfrm>
            <a:prstGeom prst="ellips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27514" name="Group 254">
              <a:extLst>
                <a:ext uri="{FF2B5EF4-FFF2-40B4-BE49-F238E27FC236}">
                  <a16:creationId xmlns:a16="http://schemas.microsoft.com/office/drawing/2014/main" id="{0AE8FE0D-AFAD-0C46-A5B2-026B91309B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5" y="240"/>
              <a:ext cx="1299" cy="973"/>
              <a:chOff x="3015" y="240"/>
              <a:chExt cx="1299" cy="973"/>
            </a:xfrm>
          </p:grpSpPr>
          <p:sp>
            <p:nvSpPr>
              <p:cNvPr id="227515" name="Rectangle 240">
                <a:extLst>
                  <a:ext uri="{FF2B5EF4-FFF2-40B4-BE49-F238E27FC236}">
                    <a16:creationId xmlns:a16="http://schemas.microsoft.com/office/drawing/2014/main" id="{2E4D5B1D-D5D7-B447-A1E4-AFD15219B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783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ALUOp=Add</a:t>
                </a:r>
              </a:p>
            </p:txBody>
          </p:sp>
          <p:sp>
            <p:nvSpPr>
              <p:cNvPr id="227516" name="Rectangle 242">
                <a:extLst>
                  <a:ext uri="{FF2B5EF4-FFF2-40B4-BE49-F238E27FC236}">
                    <a16:creationId xmlns:a16="http://schemas.microsoft.com/office/drawing/2014/main" id="{1C1551FC-D7BB-A54B-AA8D-D47D6A0CA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927"/>
                <a:ext cx="515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PCSrc</a:t>
                </a:r>
              </a:p>
            </p:txBody>
          </p:sp>
          <p:sp>
            <p:nvSpPr>
              <p:cNvPr id="227517" name="Rectangle 243">
                <a:extLst>
                  <a:ext uri="{FF2B5EF4-FFF2-40B4-BE49-F238E27FC236}">
                    <a16:creationId xmlns:a16="http://schemas.microsoft.com/office/drawing/2014/main" id="{A5BBFEFA-8F2E-5A49-841B-7A4DF9279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351"/>
                <a:ext cx="683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</a:t>
                </a:r>
              </a:p>
            </p:txBody>
          </p:sp>
          <p:sp>
            <p:nvSpPr>
              <p:cNvPr id="227518" name="Rectangle 244">
                <a:extLst>
                  <a:ext uri="{FF2B5EF4-FFF2-40B4-BE49-F238E27FC236}">
                    <a16:creationId xmlns:a16="http://schemas.microsoft.com/office/drawing/2014/main" id="{2654D34D-7CAB-C64B-8F4B-6EDB4D6A2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687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ALUSelB=11</a:t>
                </a:r>
              </a:p>
            </p:txBody>
          </p:sp>
          <p:sp>
            <p:nvSpPr>
              <p:cNvPr id="227519" name="Rectangle 245">
                <a:extLst>
                  <a:ext uri="{FF2B5EF4-FFF2-40B4-BE49-F238E27FC236}">
                    <a16:creationId xmlns:a16="http://schemas.microsoft.com/office/drawing/2014/main" id="{C9EBF1EA-3CF1-6448-80CF-13CB5DC23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1" y="543"/>
                <a:ext cx="61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MemtoReg</a:t>
                </a:r>
              </a:p>
            </p:txBody>
          </p:sp>
          <p:sp>
            <p:nvSpPr>
              <p:cNvPr id="227520" name="Rectangle 246">
                <a:extLst>
                  <a:ext uri="{FF2B5EF4-FFF2-40B4-BE49-F238E27FC236}">
                    <a16:creationId xmlns:a16="http://schemas.microsoft.com/office/drawing/2014/main" id="{F40B020F-CC5F-4E43-B2D4-8BE30B3B6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5" y="447"/>
                <a:ext cx="78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RegWr, ExtOp</a:t>
                </a:r>
              </a:p>
            </p:txBody>
          </p:sp>
          <p:sp>
            <p:nvSpPr>
              <p:cNvPr id="227521" name="Rectangle 247">
                <a:extLst>
                  <a:ext uri="{FF2B5EF4-FFF2-40B4-BE49-F238E27FC236}">
                    <a16:creationId xmlns:a16="http://schemas.microsoft.com/office/drawing/2014/main" id="{74358882-D3A6-824D-BA6E-573948D1B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3" y="1023"/>
                <a:ext cx="114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7522" name="Rectangle 248">
                <a:extLst>
                  <a:ext uri="{FF2B5EF4-FFF2-40B4-BE49-F238E27FC236}">
                    <a16:creationId xmlns:a16="http://schemas.microsoft.com/office/drawing/2014/main" id="{EF5E9DB3-2905-EF4E-A129-B15722087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7" y="240"/>
                <a:ext cx="6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lwFinish</a:t>
                </a:r>
              </a:p>
            </p:txBody>
          </p:sp>
        </p:grpSp>
      </p:grpSp>
      <p:sp>
        <p:nvSpPr>
          <p:cNvPr id="227510" name="Line 250">
            <a:extLst>
              <a:ext uri="{FF2B5EF4-FFF2-40B4-BE49-F238E27FC236}">
                <a16:creationId xmlns:a16="http://schemas.microsoft.com/office/drawing/2014/main" id="{375C2C6F-2F53-5845-ACAD-E380462A58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1600" y="4364038"/>
            <a:ext cx="266700" cy="0"/>
          </a:xfrm>
          <a:prstGeom prst="line">
            <a:avLst/>
          </a:prstGeom>
          <a:noFill/>
          <a:ln w="50800">
            <a:solidFill>
              <a:srgbClr val="FF839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028" name="Text Box 252">
            <a:extLst>
              <a:ext uri="{FF2B5EF4-FFF2-40B4-BE49-F238E27FC236}">
                <a16:creationId xmlns:a16="http://schemas.microsoft.com/office/drawing/2014/main" id="{EC04D1F4-0336-5148-A39B-8C50F9FC4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103313"/>
            <a:ext cx="417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lw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指令的第三个周期，控制信号取值？</a:t>
            </a:r>
          </a:p>
        </p:txBody>
      </p:sp>
      <p:sp>
        <p:nvSpPr>
          <p:cNvPr id="76029" name="Text Box 253">
            <a:extLst>
              <a:ext uri="{FF2B5EF4-FFF2-40B4-BE49-F238E27FC236}">
                <a16:creationId xmlns:a16="http://schemas.microsoft.com/office/drawing/2014/main" id="{CD11E683-4676-8245-8D40-6402A2F8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3" y="5478463"/>
            <a:ext cx="3073400" cy="14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RegDst=0,RegWr=1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使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Rw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在</a:t>
            </a:r>
            <a:r>
              <a:rPr lang="en-US" altLang="zh-CN" sz="1800">
                <a:solidFill>
                  <a:srgbClr val="FF0000"/>
                </a:solidFill>
                <a:ea typeface="黑体" panose="02010609060101010101" pitchFamily="49" charset="-122"/>
              </a:rPr>
              <a:t>RegWr=1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后继续保持稳定</a:t>
            </a:r>
          </a:p>
          <a:p>
            <a:pPr>
              <a:lnSpc>
                <a:spcPct val="95000"/>
              </a:lnSpc>
            </a:pP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ALU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输出在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ALU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控制不变时保持稳定，以使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Dout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和</a:t>
            </a:r>
            <a:r>
              <a:rPr lang="en-US" altLang="zh-CN" sz="1800">
                <a:solidFill>
                  <a:srgbClr val="A50021"/>
                </a:solidFill>
                <a:ea typeface="黑体" panose="02010609060101010101" pitchFamily="49" charset="-122"/>
              </a:rPr>
              <a:t>busW</a:t>
            </a:r>
            <a:r>
              <a:rPr lang="zh-CN" altLang="en-US" sz="1800">
                <a:solidFill>
                  <a:srgbClr val="A50021"/>
                </a:solidFill>
                <a:ea typeface="黑体" panose="02010609060101010101" pitchFamily="49" charset="-122"/>
              </a:rPr>
              <a:t>保持稳定。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6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6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0B302EA9-80E9-6946-B365-E86F7C13E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1247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完成前述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条指令的完整多周期数据通路</a:t>
            </a:r>
          </a:p>
        </p:txBody>
      </p:sp>
      <p:sp>
        <p:nvSpPr>
          <p:cNvPr id="229379" name="Rectangle 4">
            <a:extLst>
              <a:ext uri="{FF2B5EF4-FFF2-40B4-BE49-F238E27FC236}">
                <a16:creationId xmlns:a16="http://schemas.microsoft.com/office/drawing/2014/main" id="{34D17892-07D6-3D48-B55E-57732348B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43205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380" name="Rectangle 5">
            <a:extLst>
              <a:ext uri="{FF2B5EF4-FFF2-40B4-BE49-F238E27FC236}">
                <a16:creationId xmlns:a16="http://schemas.microsoft.com/office/drawing/2014/main" id="{88DF8955-BF2B-2F42-AABB-0D9379730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289718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Ideal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29381" name="Rectangle 7">
            <a:extLst>
              <a:ext uri="{FF2B5EF4-FFF2-40B4-BE49-F238E27FC236}">
                <a16:creationId xmlns:a16="http://schemas.microsoft.com/office/drawing/2014/main" id="{FE5DF549-1100-2B4F-ABA4-E8DC0438C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58616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29382" name="Rectangle 8">
            <a:extLst>
              <a:ext uri="{FF2B5EF4-FFF2-40B4-BE49-F238E27FC236}">
                <a16:creationId xmlns:a16="http://schemas.microsoft.com/office/drawing/2014/main" id="{35B0085B-8F7C-7042-8E25-527CD6DC2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59556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29383" name="Line 9">
            <a:extLst>
              <a:ext uri="{FF2B5EF4-FFF2-40B4-BE49-F238E27FC236}">
                <a16:creationId xmlns:a16="http://schemas.microsoft.com/office/drawing/2014/main" id="{0211B09C-BB2C-4B4A-A300-518C78A8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7241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4" name="Line 13">
            <a:extLst>
              <a:ext uri="{FF2B5EF4-FFF2-40B4-BE49-F238E27FC236}">
                <a16:creationId xmlns:a16="http://schemas.microsoft.com/office/drawing/2014/main" id="{733C8D85-7B9E-C345-A57A-E1D3761B2F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379095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5" name="Line 14">
            <a:extLst>
              <a:ext uri="{FF2B5EF4-FFF2-40B4-BE49-F238E27FC236}">
                <a16:creationId xmlns:a16="http://schemas.microsoft.com/office/drawing/2014/main" id="{6E3F3267-32C3-374D-96DB-03A22BD13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37211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6" name="Rectangle 15">
            <a:extLst>
              <a:ext uri="{FF2B5EF4-FFF2-40B4-BE49-F238E27FC236}">
                <a16:creationId xmlns:a16="http://schemas.microsoft.com/office/drawing/2014/main" id="{C05FCFD8-BB24-B74B-9EB6-379887FE6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8147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387" name="Line 16">
            <a:extLst>
              <a:ext uri="{FF2B5EF4-FFF2-40B4-BE49-F238E27FC236}">
                <a16:creationId xmlns:a16="http://schemas.microsoft.com/office/drawing/2014/main" id="{60ECB329-A939-8243-8624-4A7A9A7387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371475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8" name="Line 17">
            <a:extLst>
              <a:ext uri="{FF2B5EF4-FFF2-40B4-BE49-F238E27FC236}">
                <a16:creationId xmlns:a16="http://schemas.microsoft.com/office/drawing/2014/main" id="{DB04F496-A3E5-8F44-ABFF-13BB3F481D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36449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89" name="Rectangle 18">
            <a:extLst>
              <a:ext uri="{FF2B5EF4-FFF2-40B4-BE49-F238E27FC236}">
                <a16:creationId xmlns:a16="http://schemas.microsoft.com/office/drawing/2014/main" id="{81AACA05-28B7-654A-BEB6-C26A33A17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357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390" name="Rectangle 19">
            <a:extLst>
              <a:ext uri="{FF2B5EF4-FFF2-40B4-BE49-F238E27FC236}">
                <a16:creationId xmlns:a16="http://schemas.microsoft.com/office/drawing/2014/main" id="{1DEFFC9B-74BC-0842-909D-0FE502350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3500438"/>
            <a:ext cx="6429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29391" name="Line 20">
            <a:extLst>
              <a:ext uri="{FF2B5EF4-FFF2-40B4-BE49-F238E27FC236}">
                <a16:creationId xmlns:a16="http://schemas.microsoft.com/office/drawing/2014/main" id="{8120CAA5-BA18-8248-9944-C8AB9D9F8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74625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92" name="Rectangle 21">
            <a:extLst>
              <a:ext uri="{FF2B5EF4-FFF2-40B4-BE49-F238E27FC236}">
                <a16:creationId xmlns:a16="http://schemas.microsoft.com/office/drawing/2014/main" id="{8F5049C3-4E14-B54C-9622-FB28DF4A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446213"/>
            <a:ext cx="915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229393" name="Line 22">
            <a:extLst>
              <a:ext uri="{FF2B5EF4-FFF2-40B4-BE49-F238E27FC236}">
                <a16:creationId xmlns:a16="http://schemas.microsoft.com/office/drawing/2014/main" id="{FB57F1FD-E9D0-7849-99D2-6DE3D3264E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26695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94" name="Line 23">
            <a:extLst>
              <a:ext uri="{FF2B5EF4-FFF2-40B4-BE49-F238E27FC236}">
                <a16:creationId xmlns:a16="http://schemas.microsoft.com/office/drawing/2014/main" id="{112DC5B4-E728-494A-994E-5FEA1886A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19685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95" name="Rectangle 24">
            <a:extLst>
              <a:ext uri="{FF2B5EF4-FFF2-40B4-BE49-F238E27FC236}">
                <a16:creationId xmlns:a16="http://schemas.microsoft.com/office/drawing/2014/main" id="{F830479F-A6C6-B048-82B8-9620A7190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7573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9396" name="Group 34">
            <a:extLst>
              <a:ext uri="{FF2B5EF4-FFF2-40B4-BE49-F238E27FC236}">
                <a16:creationId xmlns:a16="http://schemas.microsoft.com/office/drawing/2014/main" id="{02E2E5A7-8E52-9B4F-A419-429FB7CBA1A4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355850"/>
            <a:ext cx="381000" cy="1295400"/>
            <a:chOff x="4944" y="1736"/>
            <a:chExt cx="240" cy="816"/>
          </a:xfrm>
        </p:grpSpPr>
        <p:sp>
          <p:nvSpPr>
            <p:cNvPr id="229602" name="Line 25">
              <a:extLst>
                <a:ext uri="{FF2B5EF4-FFF2-40B4-BE49-F238E27FC236}">
                  <a16:creationId xmlns:a16="http://schemas.microsoft.com/office/drawing/2014/main" id="{4BE9481D-A918-0344-8823-24415FBF4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255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3" name="Line 26">
              <a:extLst>
                <a:ext uri="{FF2B5EF4-FFF2-40B4-BE49-F238E27FC236}">
                  <a16:creationId xmlns:a16="http://schemas.microsoft.com/office/drawing/2014/main" id="{7DA8BFD7-A6B0-B74F-BF21-2E3EE81A2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736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4" name="Line 27">
              <a:extLst>
                <a:ext uri="{FF2B5EF4-FFF2-40B4-BE49-F238E27FC236}">
                  <a16:creationId xmlns:a16="http://schemas.microsoft.com/office/drawing/2014/main" id="{DB6B328A-B1E2-984D-80AA-99D4A4DCC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736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5" name="Line 28">
              <a:extLst>
                <a:ext uri="{FF2B5EF4-FFF2-40B4-BE49-F238E27FC236}">
                  <a16:creationId xmlns:a16="http://schemas.microsoft.com/office/drawing/2014/main" id="{9CB3C379-4F44-2945-BC2B-67841C7F0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885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6" name="Line 29">
              <a:extLst>
                <a:ext uri="{FF2B5EF4-FFF2-40B4-BE49-F238E27FC236}">
                  <a16:creationId xmlns:a16="http://schemas.microsoft.com/office/drawing/2014/main" id="{0BFB7187-C291-D840-82E4-03917AE3E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87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7" name="Line 30">
              <a:extLst>
                <a:ext uri="{FF2B5EF4-FFF2-40B4-BE49-F238E27FC236}">
                  <a16:creationId xmlns:a16="http://schemas.microsoft.com/office/drawing/2014/main" id="{BA156874-03A6-5745-8F5E-1A558F905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070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8" name="Rectangle 31">
              <a:extLst>
                <a:ext uri="{FF2B5EF4-FFF2-40B4-BE49-F238E27FC236}">
                  <a16:creationId xmlns:a16="http://schemas.microsoft.com/office/drawing/2014/main" id="{AD597EDA-3B11-864A-BDFB-56A4F980B9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052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29609" name="Line 32">
              <a:extLst>
                <a:ext uri="{FF2B5EF4-FFF2-40B4-BE49-F238E27FC236}">
                  <a16:creationId xmlns:a16="http://schemas.microsoft.com/office/drawing/2014/main" id="{0B8A71FD-C477-7143-B36A-80D8B3031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033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10" name="Line 33">
              <a:extLst>
                <a:ext uri="{FF2B5EF4-FFF2-40B4-BE49-F238E27FC236}">
                  <a16:creationId xmlns:a16="http://schemas.microsoft.com/office/drawing/2014/main" id="{F3F6D73F-05E6-454E-AEB2-DEB74516C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02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9397" name="Group 38">
            <a:extLst>
              <a:ext uri="{FF2B5EF4-FFF2-40B4-BE49-F238E27FC236}">
                <a16:creationId xmlns:a16="http://schemas.microsoft.com/office/drawing/2014/main" id="{8474B319-A6D6-CF45-9BB9-B0AED775D85B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3416300"/>
            <a:ext cx="560387" cy="395288"/>
            <a:chOff x="4599" y="2404"/>
            <a:chExt cx="353" cy="249"/>
          </a:xfrm>
        </p:grpSpPr>
        <p:sp>
          <p:nvSpPr>
            <p:cNvPr id="229599" name="Line 35">
              <a:extLst>
                <a:ext uri="{FF2B5EF4-FFF2-40B4-BE49-F238E27FC236}">
                  <a16:creationId xmlns:a16="http://schemas.microsoft.com/office/drawing/2014/main" id="{6DBA4250-7248-564F-871E-02F9F96C6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2448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0" name="Line 36">
              <a:extLst>
                <a:ext uri="{FF2B5EF4-FFF2-40B4-BE49-F238E27FC236}">
                  <a16:creationId xmlns:a16="http://schemas.microsoft.com/office/drawing/2014/main" id="{82450EEC-CEFC-F942-A455-E77AD7C86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2" y="2404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601" name="Rectangle 37">
              <a:extLst>
                <a:ext uri="{FF2B5EF4-FFF2-40B4-BE49-F238E27FC236}">
                  <a16:creationId xmlns:a16="http://schemas.microsoft.com/office/drawing/2014/main" id="{6A077077-194E-8A4A-92F2-EC9DC9EBE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463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9398" name="Line 39">
            <a:extLst>
              <a:ext uri="{FF2B5EF4-FFF2-40B4-BE49-F238E27FC236}">
                <a16:creationId xmlns:a16="http://schemas.microsoft.com/office/drawing/2014/main" id="{C2450A65-44F4-9E44-A02D-5DB83B0596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25755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399" name="Line 40">
            <a:extLst>
              <a:ext uri="{FF2B5EF4-FFF2-40B4-BE49-F238E27FC236}">
                <a16:creationId xmlns:a16="http://schemas.microsoft.com/office/drawing/2014/main" id="{C5003924-6B2E-C740-9B6F-16D0BC15C1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1877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00" name="Rectangle 41">
            <a:extLst>
              <a:ext uri="{FF2B5EF4-FFF2-40B4-BE49-F238E27FC236}">
                <a16:creationId xmlns:a16="http://schemas.microsoft.com/office/drawing/2014/main" id="{6DA6364C-8432-6A49-B87E-271C9104D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2813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01" name="Line 42">
            <a:extLst>
              <a:ext uri="{FF2B5EF4-FFF2-40B4-BE49-F238E27FC236}">
                <a16:creationId xmlns:a16="http://schemas.microsoft.com/office/drawing/2014/main" id="{85A0CB7C-CB6D-3E44-813C-CEF8AB0B75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347345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02" name="Rectangle 43">
            <a:extLst>
              <a:ext uri="{FF2B5EF4-FFF2-40B4-BE49-F238E27FC236}">
                <a16:creationId xmlns:a16="http://schemas.microsoft.com/office/drawing/2014/main" id="{2DFE80FB-4C50-0340-A344-E94474F14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523875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</a:t>
            </a:r>
          </a:p>
        </p:txBody>
      </p:sp>
      <p:grpSp>
        <p:nvGrpSpPr>
          <p:cNvPr id="229403" name="Group 46">
            <a:extLst>
              <a:ext uri="{FF2B5EF4-FFF2-40B4-BE49-F238E27FC236}">
                <a16:creationId xmlns:a16="http://schemas.microsoft.com/office/drawing/2014/main" id="{EDED54EB-36D5-A747-B38F-6E3F3ED0C4E4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3867150"/>
            <a:ext cx="903287" cy="577850"/>
            <a:chOff x="4681" y="2688"/>
            <a:chExt cx="569" cy="364"/>
          </a:xfrm>
        </p:grpSpPr>
        <p:sp>
          <p:nvSpPr>
            <p:cNvPr id="229597" name="Rectangle 44">
              <a:extLst>
                <a:ext uri="{FF2B5EF4-FFF2-40B4-BE49-F238E27FC236}">
                  <a16:creationId xmlns:a16="http://schemas.microsoft.com/office/drawing/2014/main" id="{CC0D4C0A-BE75-0743-A7AE-EEE2B6614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696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9598" name="Rectangle 45">
              <a:extLst>
                <a:ext uri="{FF2B5EF4-FFF2-40B4-BE49-F238E27FC236}">
                  <a16:creationId xmlns:a16="http://schemas.microsoft.com/office/drawing/2014/main" id="{AD125B6F-4A63-0D4A-9046-8B40071F3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688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29404" name="Line 47">
            <a:extLst>
              <a:ext uri="{FF2B5EF4-FFF2-40B4-BE49-F238E27FC236}">
                <a16:creationId xmlns:a16="http://schemas.microsoft.com/office/drawing/2014/main" id="{B01C6330-FF46-6C41-B3A8-E35BD9F439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38785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05" name="Rectangle 48">
            <a:extLst>
              <a:ext uri="{FF2B5EF4-FFF2-40B4-BE49-F238E27FC236}">
                <a16:creationId xmlns:a16="http://schemas.microsoft.com/office/drawing/2014/main" id="{A2F6818A-47CF-4140-A20D-E79EEAE0B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378075"/>
            <a:ext cx="288925" cy="1593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406" name="Oval 49">
            <a:extLst>
              <a:ext uri="{FF2B5EF4-FFF2-40B4-BE49-F238E27FC236}">
                <a16:creationId xmlns:a16="http://schemas.microsoft.com/office/drawing/2014/main" id="{8A4C3B3E-8DF6-A64C-BC48-1F776022A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95605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407" name="Rectangle 50">
            <a:extLst>
              <a:ext uri="{FF2B5EF4-FFF2-40B4-BE49-F238E27FC236}">
                <a16:creationId xmlns:a16="http://schemas.microsoft.com/office/drawing/2014/main" id="{1C9E6737-1091-DC44-87D5-93451AC42D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29694" y="30170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29408" name="Line 51">
            <a:extLst>
              <a:ext uri="{FF2B5EF4-FFF2-40B4-BE49-F238E27FC236}">
                <a16:creationId xmlns:a16="http://schemas.microsoft.com/office/drawing/2014/main" id="{7542CFB1-C330-CF44-8B8C-09313EF62B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280035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09" name="Line 52">
            <a:extLst>
              <a:ext uri="{FF2B5EF4-FFF2-40B4-BE49-F238E27FC236}">
                <a16:creationId xmlns:a16="http://schemas.microsoft.com/office/drawing/2014/main" id="{FA547E49-BE33-C546-B0E0-1028932218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27305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0" name="Rectangle 53">
            <a:extLst>
              <a:ext uri="{FF2B5EF4-FFF2-40B4-BE49-F238E27FC236}">
                <a16:creationId xmlns:a16="http://schemas.microsoft.com/office/drawing/2014/main" id="{BB402382-F9E6-DB41-A478-08291F336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28241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11" name="Line 54">
            <a:extLst>
              <a:ext uri="{FF2B5EF4-FFF2-40B4-BE49-F238E27FC236}">
                <a16:creationId xmlns:a16="http://schemas.microsoft.com/office/drawing/2014/main" id="{81069B2B-BD92-1941-B36E-E35322BCC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74625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2" name="Rectangle 55">
            <a:extLst>
              <a:ext uri="{FF2B5EF4-FFF2-40B4-BE49-F238E27FC236}">
                <a16:creationId xmlns:a16="http://schemas.microsoft.com/office/drawing/2014/main" id="{63B3E6A4-8FFD-2A4A-8485-9F6D726F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446213"/>
            <a:ext cx="655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</a:t>
            </a:r>
          </a:p>
        </p:txBody>
      </p:sp>
      <p:sp>
        <p:nvSpPr>
          <p:cNvPr id="229413" name="Line 56">
            <a:extLst>
              <a:ext uri="{FF2B5EF4-FFF2-40B4-BE49-F238E27FC236}">
                <a16:creationId xmlns:a16="http://schemas.microsoft.com/office/drawing/2014/main" id="{0373750B-D394-4D4E-9097-3BA924426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10845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4" name="Line 57">
            <a:extLst>
              <a:ext uri="{FF2B5EF4-FFF2-40B4-BE49-F238E27FC236}">
                <a16:creationId xmlns:a16="http://schemas.microsoft.com/office/drawing/2014/main" id="{51EFF06E-B469-BE48-BF7D-B1C4F7AF26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1971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5" name="Rectangle 58">
            <a:extLst>
              <a:ext uri="{FF2B5EF4-FFF2-40B4-BE49-F238E27FC236}">
                <a16:creationId xmlns:a16="http://schemas.microsoft.com/office/drawing/2014/main" id="{7F84E97E-E79B-E349-8DEC-ADBCE4211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214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16" name="Line 59">
            <a:extLst>
              <a:ext uri="{FF2B5EF4-FFF2-40B4-BE49-F238E27FC236}">
                <a16:creationId xmlns:a16="http://schemas.microsoft.com/office/drawing/2014/main" id="{714E6AEC-7515-464C-9637-5F5CD030F9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72085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7" name="Line 60">
            <a:extLst>
              <a:ext uri="{FF2B5EF4-FFF2-40B4-BE49-F238E27FC236}">
                <a16:creationId xmlns:a16="http://schemas.microsoft.com/office/drawing/2014/main" id="{9F6E9E81-1FC3-5B4E-8F9B-9C94C1C356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03835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8" name="Rectangle 61">
            <a:extLst>
              <a:ext uri="{FF2B5EF4-FFF2-40B4-BE49-F238E27FC236}">
                <a16:creationId xmlns:a16="http://schemas.microsoft.com/office/drawing/2014/main" id="{74180B5D-F28B-F24A-A610-44D9EFA1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43205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419" name="Rectangle 62">
            <a:extLst>
              <a:ext uri="{FF2B5EF4-FFF2-40B4-BE49-F238E27FC236}">
                <a16:creationId xmlns:a16="http://schemas.microsoft.com/office/drawing/2014/main" id="{AB767B9F-7158-AE41-B864-35DB88CF2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2973388"/>
            <a:ext cx="89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Reg File</a:t>
            </a:r>
          </a:p>
        </p:txBody>
      </p:sp>
      <p:sp>
        <p:nvSpPr>
          <p:cNvPr id="229420" name="Rectangle 63">
            <a:extLst>
              <a:ext uri="{FF2B5EF4-FFF2-40B4-BE49-F238E27FC236}">
                <a16:creationId xmlns:a16="http://schemas.microsoft.com/office/drawing/2014/main" id="{DDF57C18-911C-B14D-AC18-4F6D16F6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44316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29421" name="Rectangle 64">
            <a:extLst>
              <a:ext uri="{FF2B5EF4-FFF2-40B4-BE49-F238E27FC236}">
                <a16:creationId xmlns:a16="http://schemas.microsoft.com/office/drawing/2014/main" id="{3DF2E040-ABBE-784D-B6C7-EEBA1F07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28136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29422" name="Rectangle 65">
            <a:extLst>
              <a:ext uri="{FF2B5EF4-FFF2-40B4-BE49-F238E27FC236}">
                <a16:creationId xmlns:a16="http://schemas.microsoft.com/office/drawing/2014/main" id="{0F33D916-16E6-6C44-8F2C-E27BE7DF1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58616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29423" name="Rectangle 66">
            <a:extLst>
              <a:ext uri="{FF2B5EF4-FFF2-40B4-BE49-F238E27FC236}">
                <a16:creationId xmlns:a16="http://schemas.microsoft.com/office/drawing/2014/main" id="{02609632-AF8D-4D4B-80B4-6FCF7DF1B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7479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29424" name="Line 67">
            <a:extLst>
              <a:ext uri="{FF2B5EF4-FFF2-40B4-BE49-F238E27FC236}">
                <a16:creationId xmlns:a16="http://schemas.microsoft.com/office/drawing/2014/main" id="{C67DE853-3F81-EA4A-92AB-E2C508DC2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95275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5" name="Line 68">
            <a:extLst>
              <a:ext uri="{FF2B5EF4-FFF2-40B4-BE49-F238E27FC236}">
                <a16:creationId xmlns:a16="http://schemas.microsoft.com/office/drawing/2014/main" id="{F0EF8F53-C2BB-D042-A7B5-C94BA5EB8D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8829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6" name="Rectangle 69">
            <a:extLst>
              <a:ext uri="{FF2B5EF4-FFF2-40B4-BE49-F238E27FC236}">
                <a16:creationId xmlns:a16="http://schemas.microsoft.com/office/drawing/2014/main" id="{B415D8D4-AAAF-AB42-B4B6-D9265C8B0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9765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9427" name="Line 70">
            <a:extLst>
              <a:ext uri="{FF2B5EF4-FFF2-40B4-BE49-F238E27FC236}">
                <a16:creationId xmlns:a16="http://schemas.microsoft.com/office/drawing/2014/main" id="{CF1D2B96-0309-A84C-8E49-6E9045DBFE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57175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8" name="Line 71">
            <a:extLst>
              <a:ext uri="{FF2B5EF4-FFF2-40B4-BE49-F238E27FC236}">
                <a16:creationId xmlns:a16="http://schemas.microsoft.com/office/drawing/2014/main" id="{02E3DAB9-9309-CC48-A0B5-7FAC749BE7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5019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9" name="Rectangle 72">
            <a:extLst>
              <a:ext uri="{FF2B5EF4-FFF2-40B4-BE49-F238E27FC236}">
                <a16:creationId xmlns:a16="http://schemas.microsoft.com/office/drawing/2014/main" id="{02E9890C-801B-0042-B728-E1ECF655F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5955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29430" name="Line 73">
            <a:extLst>
              <a:ext uri="{FF2B5EF4-FFF2-40B4-BE49-F238E27FC236}">
                <a16:creationId xmlns:a16="http://schemas.microsoft.com/office/drawing/2014/main" id="{9F3EFBEE-6EC2-0B4F-AC66-D84A664E94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2952750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31" name="Line 74">
            <a:extLst>
              <a:ext uri="{FF2B5EF4-FFF2-40B4-BE49-F238E27FC236}">
                <a16:creationId xmlns:a16="http://schemas.microsoft.com/office/drawing/2014/main" id="{D02619DC-4BFA-1648-A30E-467174A407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288290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32" name="Rectangle 75">
            <a:extLst>
              <a:ext uri="{FF2B5EF4-FFF2-40B4-BE49-F238E27FC236}">
                <a16:creationId xmlns:a16="http://schemas.microsoft.com/office/drawing/2014/main" id="{03739C0F-3B7C-EC4E-8A83-5F60D458F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2976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33" name="Rectangle 76">
            <a:extLst>
              <a:ext uri="{FF2B5EF4-FFF2-40B4-BE49-F238E27FC236}">
                <a16:creationId xmlns:a16="http://schemas.microsoft.com/office/drawing/2014/main" id="{E290C9F1-BF66-4343-93E3-A8077FAB0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274796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29434" name="Line 77">
            <a:extLst>
              <a:ext uri="{FF2B5EF4-FFF2-40B4-BE49-F238E27FC236}">
                <a16:creationId xmlns:a16="http://schemas.microsoft.com/office/drawing/2014/main" id="{FF0B50A8-C4DB-7D44-AF54-9200883421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356235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35" name="Line 78">
            <a:extLst>
              <a:ext uri="{FF2B5EF4-FFF2-40B4-BE49-F238E27FC236}">
                <a16:creationId xmlns:a16="http://schemas.microsoft.com/office/drawing/2014/main" id="{D0C4F0C7-8343-C340-AB4A-5576E2F885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349250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36" name="Rectangle 79">
            <a:extLst>
              <a:ext uri="{FF2B5EF4-FFF2-40B4-BE49-F238E27FC236}">
                <a16:creationId xmlns:a16="http://schemas.microsoft.com/office/drawing/2014/main" id="{829F4580-9AA4-7941-82A0-21967A004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5861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37" name="Rectangle 80">
            <a:extLst>
              <a:ext uri="{FF2B5EF4-FFF2-40B4-BE49-F238E27FC236}">
                <a16:creationId xmlns:a16="http://schemas.microsoft.com/office/drawing/2014/main" id="{8E59B780-EF53-914B-BD65-37EEE329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42106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29438" name="Line 81">
            <a:extLst>
              <a:ext uri="{FF2B5EF4-FFF2-40B4-BE49-F238E27FC236}">
                <a16:creationId xmlns:a16="http://schemas.microsoft.com/office/drawing/2014/main" id="{DB0FE3D7-0EBE-6340-B37B-3871501E4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174625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39" name="Rectangle 82">
            <a:extLst>
              <a:ext uri="{FF2B5EF4-FFF2-40B4-BE49-F238E27FC236}">
                <a16:creationId xmlns:a16="http://schemas.microsoft.com/office/drawing/2014/main" id="{B8C4C532-F75C-7E4B-9F43-6482973C8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446213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229440" name="Line 83">
            <a:extLst>
              <a:ext uri="{FF2B5EF4-FFF2-40B4-BE49-F238E27FC236}">
                <a16:creationId xmlns:a16="http://schemas.microsoft.com/office/drawing/2014/main" id="{12FA7714-7E0A-6E4C-BA51-B1E9F9D98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8445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41" name="Rectangle 84">
            <a:extLst>
              <a:ext uri="{FF2B5EF4-FFF2-40B4-BE49-F238E27FC236}">
                <a16:creationId xmlns:a16="http://schemas.microsoft.com/office/drawing/2014/main" id="{C4A5889D-1B97-5647-A802-88A311193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29076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29442" name="Rectangle 85">
            <a:extLst>
              <a:ext uri="{FF2B5EF4-FFF2-40B4-BE49-F238E27FC236}">
                <a16:creationId xmlns:a16="http://schemas.microsoft.com/office/drawing/2014/main" id="{9C641C84-9353-854B-8085-08285ACF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67176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29443" name="Group 93">
            <a:extLst>
              <a:ext uri="{FF2B5EF4-FFF2-40B4-BE49-F238E27FC236}">
                <a16:creationId xmlns:a16="http://schemas.microsoft.com/office/drawing/2014/main" id="{6015C47D-1B68-804C-9877-9C676F92DBFE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3041650"/>
            <a:ext cx="333375" cy="946150"/>
            <a:chOff x="2602" y="2168"/>
            <a:chExt cx="210" cy="596"/>
          </a:xfrm>
        </p:grpSpPr>
        <p:sp>
          <p:nvSpPr>
            <p:cNvPr id="229590" name="Line 86">
              <a:extLst>
                <a:ext uri="{FF2B5EF4-FFF2-40B4-BE49-F238E27FC236}">
                  <a16:creationId xmlns:a16="http://schemas.microsoft.com/office/drawing/2014/main" id="{933F7DD9-5C7E-E540-9C5E-C002B30D1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6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91" name="Line 87">
              <a:extLst>
                <a:ext uri="{FF2B5EF4-FFF2-40B4-BE49-F238E27FC236}">
                  <a16:creationId xmlns:a16="http://schemas.microsoft.com/office/drawing/2014/main" id="{E4796DB6-38FA-1048-A0E1-86032EF51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16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92" name="Line 88">
              <a:extLst>
                <a:ext uri="{FF2B5EF4-FFF2-40B4-BE49-F238E27FC236}">
                  <a16:creationId xmlns:a16="http://schemas.microsoft.com/office/drawing/2014/main" id="{63663805-41D7-5E44-B822-8BB31EF4F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65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93" name="Line 89">
              <a:extLst>
                <a:ext uri="{FF2B5EF4-FFF2-40B4-BE49-F238E27FC236}">
                  <a16:creationId xmlns:a16="http://schemas.microsoft.com/office/drawing/2014/main" id="{3333ED17-9C8A-8A4F-9B5E-36C157883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2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94" name="Rectangle 90">
              <a:extLst>
                <a:ext uri="{FF2B5EF4-FFF2-40B4-BE49-F238E27FC236}">
                  <a16:creationId xmlns:a16="http://schemas.microsoft.com/office/drawing/2014/main" id="{C2802414-74F6-784A-B3C0-B0BAE80711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35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9595" name="Rectangle 91">
              <a:extLst>
                <a:ext uri="{FF2B5EF4-FFF2-40B4-BE49-F238E27FC236}">
                  <a16:creationId xmlns:a16="http://schemas.microsoft.com/office/drawing/2014/main" id="{B5B65EE9-49A2-5C40-98E6-9C32F0548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18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9596" name="Rectangle 92">
              <a:extLst>
                <a:ext uri="{FF2B5EF4-FFF2-40B4-BE49-F238E27FC236}">
                  <a16:creationId xmlns:a16="http://schemas.microsoft.com/office/drawing/2014/main" id="{E5D4DBA8-154C-2A41-A0AF-8BDFD8861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57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9444" name="Line 94">
            <a:extLst>
              <a:ext uri="{FF2B5EF4-FFF2-40B4-BE49-F238E27FC236}">
                <a16:creationId xmlns:a16="http://schemas.microsoft.com/office/drawing/2014/main" id="{90D71EFC-8FC8-6C4C-BB24-288B5D313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6900" y="340995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45" name="Line 95">
            <a:extLst>
              <a:ext uri="{FF2B5EF4-FFF2-40B4-BE49-F238E27FC236}">
                <a16:creationId xmlns:a16="http://schemas.microsoft.com/office/drawing/2014/main" id="{B7DCB134-0121-2843-8100-273923337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79095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46" name="Line 96">
            <a:extLst>
              <a:ext uri="{FF2B5EF4-FFF2-40B4-BE49-F238E27FC236}">
                <a16:creationId xmlns:a16="http://schemas.microsoft.com/office/drawing/2014/main" id="{4731D0AF-A7F1-8F4F-93F7-A829DE434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18135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47" name="Rectangle 97">
            <a:extLst>
              <a:ext uri="{FF2B5EF4-FFF2-40B4-BE49-F238E27FC236}">
                <a16:creationId xmlns:a16="http://schemas.microsoft.com/office/drawing/2014/main" id="{1B039027-7F96-6846-A4C4-DC63DB60B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312896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29448" name="Rectangle 98">
            <a:extLst>
              <a:ext uri="{FF2B5EF4-FFF2-40B4-BE49-F238E27FC236}">
                <a16:creationId xmlns:a16="http://schemas.microsoft.com/office/drawing/2014/main" id="{ACF1995C-DDD9-D04A-96DC-B46E14501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350996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29449" name="Rectangle 99">
            <a:extLst>
              <a:ext uri="{FF2B5EF4-FFF2-40B4-BE49-F238E27FC236}">
                <a16:creationId xmlns:a16="http://schemas.microsoft.com/office/drawing/2014/main" id="{22D38430-60DF-3249-B892-B278309F8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89535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29450" name="Rectangle 100">
            <a:extLst>
              <a:ext uri="{FF2B5EF4-FFF2-40B4-BE49-F238E27FC236}">
                <a16:creationId xmlns:a16="http://schemas.microsoft.com/office/drawing/2014/main" id="{4723668B-026B-804E-977F-0303DA3E9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428750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</a:t>
            </a:r>
          </a:p>
        </p:txBody>
      </p:sp>
      <p:grpSp>
        <p:nvGrpSpPr>
          <p:cNvPr id="229451" name="Group 108">
            <a:extLst>
              <a:ext uri="{FF2B5EF4-FFF2-40B4-BE49-F238E27FC236}">
                <a16:creationId xmlns:a16="http://schemas.microsoft.com/office/drawing/2014/main" id="{57F9D842-56C2-B048-8491-E363E88E1F17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3943350"/>
            <a:ext cx="941387" cy="333375"/>
            <a:chOff x="2547" y="2736"/>
            <a:chExt cx="593" cy="210"/>
          </a:xfrm>
        </p:grpSpPr>
        <p:sp>
          <p:nvSpPr>
            <p:cNvPr id="229583" name="Line 101">
              <a:extLst>
                <a:ext uri="{FF2B5EF4-FFF2-40B4-BE49-F238E27FC236}">
                  <a16:creationId xmlns:a16="http://schemas.microsoft.com/office/drawing/2014/main" id="{8F2C1506-87A8-5644-9970-3F75053445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757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84" name="Line 102">
              <a:extLst>
                <a:ext uri="{FF2B5EF4-FFF2-40B4-BE49-F238E27FC236}">
                  <a16:creationId xmlns:a16="http://schemas.microsoft.com/office/drawing/2014/main" id="{B85C3A75-1C1E-8449-ADF7-ADE0C71F4B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757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85" name="Line 103">
              <a:extLst>
                <a:ext uri="{FF2B5EF4-FFF2-40B4-BE49-F238E27FC236}">
                  <a16:creationId xmlns:a16="http://schemas.microsoft.com/office/drawing/2014/main" id="{BD7EBC63-135C-D940-8F3D-3F009E645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2909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86" name="Line 104">
              <a:extLst>
                <a:ext uri="{FF2B5EF4-FFF2-40B4-BE49-F238E27FC236}">
                  <a16:creationId xmlns:a16="http://schemas.microsoft.com/office/drawing/2014/main" id="{0D356EA5-6393-774B-8085-58A026BE4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765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87" name="Rectangle 105">
              <a:extLst>
                <a:ext uri="{FF2B5EF4-FFF2-40B4-BE49-F238E27FC236}">
                  <a16:creationId xmlns:a16="http://schemas.microsoft.com/office/drawing/2014/main" id="{19585996-974C-2041-8EF6-28A0241BF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73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9588" name="Rectangle 106">
              <a:extLst>
                <a:ext uri="{FF2B5EF4-FFF2-40B4-BE49-F238E27FC236}">
                  <a16:creationId xmlns:a16="http://schemas.microsoft.com/office/drawing/2014/main" id="{31A766EC-B4E0-3F47-A9E9-FA6D3BC57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9589" name="Rectangle 107">
              <a:extLst>
                <a:ext uri="{FF2B5EF4-FFF2-40B4-BE49-F238E27FC236}">
                  <a16:creationId xmlns:a16="http://schemas.microsoft.com/office/drawing/2014/main" id="{A03FA42D-7E15-224C-B132-EE0025747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75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9452" name="Line 109">
            <a:extLst>
              <a:ext uri="{FF2B5EF4-FFF2-40B4-BE49-F238E27FC236}">
                <a16:creationId xmlns:a16="http://schemas.microsoft.com/office/drawing/2014/main" id="{E6FD9B77-CEE7-DD42-AD9D-2A8A48CF6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72745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3" name="Line 110">
            <a:extLst>
              <a:ext uri="{FF2B5EF4-FFF2-40B4-BE49-F238E27FC236}">
                <a16:creationId xmlns:a16="http://schemas.microsoft.com/office/drawing/2014/main" id="{80182ED8-5889-4D4E-ADD6-721C5D225C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37147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4" name="Line 111">
            <a:extLst>
              <a:ext uri="{FF2B5EF4-FFF2-40B4-BE49-F238E27FC236}">
                <a16:creationId xmlns:a16="http://schemas.microsoft.com/office/drawing/2014/main" id="{F069EB4A-CCDB-FB4C-B413-C41D258212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37147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5" name="Line 112">
            <a:extLst>
              <a:ext uri="{FF2B5EF4-FFF2-40B4-BE49-F238E27FC236}">
                <a16:creationId xmlns:a16="http://schemas.microsoft.com/office/drawing/2014/main" id="{3EDA027E-16E5-6B40-B7BF-5EE2D267E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72745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6" name="Line 113">
            <a:extLst>
              <a:ext uri="{FF2B5EF4-FFF2-40B4-BE49-F238E27FC236}">
                <a16:creationId xmlns:a16="http://schemas.microsoft.com/office/drawing/2014/main" id="{710A5D3C-83F8-F24E-BC59-4C0C4154B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22750"/>
            <a:ext cx="12700" cy="165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7" name="Line 114">
            <a:extLst>
              <a:ext uri="{FF2B5EF4-FFF2-40B4-BE49-F238E27FC236}">
                <a16:creationId xmlns:a16="http://schemas.microsoft.com/office/drawing/2014/main" id="{FCD0866B-F45D-DF4B-918C-CEFCAE2987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40055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8" name="Line 115">
            <a:extLst>
              <a:ext uri="{FF2B5EF4-FFF2-40B4-BE49-F238E27FC236}">
                <a16:creationId xmlns:a16="http://schemas.microsoft.com/office/drawing/2014/main" id="{E2051709-7BCD-664A-8B32-52D8E210EC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4900" y="4095750"/>
            <a:ext cx="355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59" name="Line 116">
            <a:extLst>
              <a:ext uri="{FF2B5EF4-FFF2-40B4-BE49-F238E27FC236}">
                <a16:creationId xmlns:a16="http://schemas.microsoft.com/office/drawing/2014/main" id="{6C56A1E9-3FEA-D242-8DF5-A79FBBAC5B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72085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0" name="Rectangle 117">
            <a:extLst>
              <a:ext uri="{FF2B5EF4-FFF2-40B4-BE49-F238E27FC236}">
                <a16:creationId xmlns:a16="http://schemas.microsoft.com/office/drawing/2014/main" id="{1C7CCBB0-D46E-5043-9DA8-59680ED0C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446213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229461" name="Line 118">
            <a:extLst>
              <a:ext uri="{FF2B5EF4-FFF2-40B4-BE49-F238E27FC236}">
                <a16:creationId xmlns:a16="http://schemas.microsoft.com/office/drawing/2014/main" id="{48BE59F3-E3FF-BB48-BA02-5DEBFA985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23545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2" name="Line 119">
            <a:extLst>
              <a:ext uri="{FF2B5EF4-FFF2-40B4-BE49-F238E27FC236}">
                <a16:creationId xmlns:a16="http://schemas.microsoft.com/office/drawing/2014/main" id="{DF079343-8BFD-D843-8A1D-E0BDBF5DFB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4857750"/>
            <a:ext cx="825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3" name="Line 120">
            <a:extLst>
              <a:ext uri="{FF2B5EF4-FFF2-40B4-BE49-F238E27FC236}">
                <a16:creationId xmlns:a16="http://schemas.microsoft.com/office/drawing/2014/main" id="{ABD9942D-E0A6-CE4C-9088-5FF1381B2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10845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9464" name="Group 128">
            <a:extLst>
              <a:ext uri="{FF2B5EF4-FFF2-40B4-BE49-F238E27FC236}">
                <a16:creationId xmlns:a16="http://schemas.microsoft.com/office/drawing/2014/main" id="{E9E02C98-C46D-B24D-A235-09565F30DD50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432050"/>
            <a:ext cx="333375" cy="946150"/>
            <a:chOff x="634" y="1784"/>
            <a:chExt cx="210" cy="596"/>
          </a:xfrm>
        </p:grpSpPr>
        <p:sp>
          <p:nvSpPr>
            <p:cNvPr id="229576" name="Line 121">
              <a:extLst>
                <a:ext uri="{FF2B5EF4-FFF2-40B4-BE49-F238E27FC236}">
                  <a16:creationId xmlns:a16="http://schemas.microsoft.com/office/drawing/2014/main" id="{AE959B3D-531A-2B45-AD35-10CEBE867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77" name="Line 122">
              <a:extLst>
                <a:ext uri="{FF2B5EF4-FFF2-40B4-BE49-F238E27FC236}">
                  <a16:creationId xmlns:a16="http://schemas.microsoft.com/office/drawing/2014/main" id="{25D0A93E-2209-174B-9099-A70A609A7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78" name="Line 123">
              <a:extLst>
                <a:ext uri="{FF2B5EF4-FFF2-40B4-BE49-F238E27FC236}">
                  <a16:creationId xmlns:a16="http://schemas.microsoft.com/office/drawing/2014/main" id="{96559AF5-BF95-8946-A659-91A195825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79" name="Line 124">
              <a:extLst>
                <a:ext uri="{FF2B5EF4-FFF2-40B4-BE49-F238E27FC236}">
                  <a16:creationId xmlns:a16="http://schemas.microsoft.com/office/drawing/2014/main" id="{40F3416B-7B7A-A640-BBA0-C4459CD78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80" name="Rectangle 125">
              <a:extLst>
                <a:ext uri="{FF2B5EF4-FFF2-40B4-BE49-F238E27FC236}">
                  <a16:creationId xmlns:a16="http://schemas.microsoft.com/office/drawing/2014/main" id="{392EF937-4D8F-1D4B-BD2B-C9981F57FB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9581" name="Rectangle 126">
              <a:extLst>
                <a:ext uri="{FF2B5EF4-FFF2-40B4-BE49-F238E27FC236}">
                  <a16:creationId xmlns:a16="http://schemas.microsoft.com/office/drawing/2014/main" id="{55E4056F-01FF-6147-AC79-6B6B050F2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9582" name="Rectangle 127">
              <a:extLst>
                <a:ext uri="{FF2B5EF4-FFF2-40B4-BE49-F238E27FC236}">
                  <a16:creationId xmlns:a16="http://schemas.microsoft.com/office/drawing/2014/main" id="{3DB23FE7-D995-574B-BBF5-EBA6C5980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9465" name="Line 129">
            <a:extLst>
              <a:ext uri="{FF2B5EF4-FFF2-40B4-BE49-F238E27FC236}">
                <a16:creationId xmlns:a16="http://schemas.microsoft.com/office/drawing/2014/main" id="{9DB1B685-152F-BB45-8FEB-83ECF47D47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5717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6" name="Line 130">
            <a:extLst>
              <a:ext uri="{FF2B5EF4-FFF2-40B4-BE49-F238E27FC236}">
                <a16:creationId xmlns:a16="http://schemas.microsoft.com/office/drawing/2014/main" id="{8C2115F1-62D6-FB40-B4EA-EEC538E151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25019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7" name="Rectangle 131">
            <a:extLst>
              <a:ext uri="{FF2B5EF4-FFF2-40B4-BE49-F238E27FC236}">
                <a16:creationId xmlns:a16="http://schemas.microsoft.com/office/drawing/2014/main" id="{23EFF07C-1986-814C-A1C8-3A7471078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2595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68" name="Line 132">
            <a:extLst>
              <a:ext uri="{FF2B5EF4-FFF2-40B4-BE49-F238E27FC236}">
                <a16:creationId xmlns:a16="http://schemas.microsoft.com/office/drawing/2014/main" id="{A929A458-B702-B145-B534-671BF79F3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19405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69" name="Line 133">
            <a:extLst>
              <a:ext uri="{FF2B5EF4-FFF2-40B4-BE49-F238E27FC236}">
                <a16:creationId xmlns:a16="http://schemas.microsoft.com/office/drawing/2014/main" id="{4BB098D0-8ACC-B548-9F4A-36CF21551E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18135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70" name="Rectangle 134">
            <a:extLst>
              <a:ext uri="{FF2B5EF4-FFF2-40B4-BE49-F238E27FC236}">
                <a16:creationId xmlns:a16="http://schemas.microsoft.com/office/drawing/2014/main" id="{9B994128-5D02-E145-9DD5-4D7D6BD4F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89865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471" name="Rectangle 135">
            <a:extLst>
              <a:ext uri="{FF2B5EF4-FFF2-40B4-BE49-F238E27FC236}">
                <a16:creationId xmlns:a16="http://schemas.microsoft.com/office/drawing/2014/main" id="{AB6280B6-C5FF-6042-9AF8-1938D2479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185578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29472" name="Line 136">
            <a:extLst>
              <a:ext uri="{FF2B5EF4-FFF2-40B4-BE49-F238E27FC236}">
                <a16:creationId xmlns:a16="http://schemas.microsoft.com/office/drawing/2014/main" id="{D84AB641-3922-114C-9EF0-B7D655400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" y="2139950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73" name="Rectangle 137">
            <a:extLst>
              <a:ext uri="{FF2B5EF4-FFF2-40B4-BE49-F238E27FC236}">
                <a16:creationId xmlns:a16="http://schemas.microsoft.com/office/drawing/2014/main" id="{B6C28CC5-BC1B-484E-AB5B-57C747540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3" y="5611813"/>
            <a:ext cx="1395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229474" name="Group 140">
            <a:extLst>
              <a:ext uri="{FF2B5EF4-FFF2-40B4-BE49-F238E27FC236}">
                <a16:creationId xmlns:a16="http://schemas.microsoft.com/office/drawing/2014/main" id="{FE5B4846-B5F8-0444-A5FD-060FC894F074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010150"/>
            <a:ext cx="857250" cy="333375"/>
            <a:chOff x="2776" y="3408"/>
            <a:chExt cx="540" cy="210"/>
          </a:xfrm>
        </p:grpSpPr>
        <p:sp>
          <p:nvSpPr>
            <p:cNvPr id="229574" name="Rectangle 138">
              <a:extLst>
                <a:ext uri="{FF2B5EF4-FFF2-40B4-BE49-F238E27FC236}">
                  <a16:creationId xmlns:a16="http://schemas.microsoft.com/office/drawing/2014/main" id="{09A981B5-7E57-DF49-8522-A8C0881E7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416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9575" name="Rectangle 139">
              <a:extLst>
                <a:ext uri="{FF2B5EF4-FFF2-40B4-BE49-F238E27FC236}">
                  <a16:creationId xmlns:a16="http://schemas.microsoft.com/office/drawing/2014/main" id="{EF3C62F6-B593-6E4D-AEF4-51DA14E9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408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29475" name="Line 141">
            <a:extLst>
              <a:ext uri="{FF2B5EF4-FFF2-40B4-BE49-F238E27FC236}">
                <a16:creationId xmlns:a16="http://schemas.microsoft.com/office/drawing/2014/main" id="{884E36F8-FB4C-0844-9BC6-0C9CA7A02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302250"/>
            <a:ext cx="0" cy="381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76" name="Rectangle 142">
            <a:extLst>
              <a:ext uri="{FF2B5EF4-FFF2-40B4-BE49-F238E27FC236}">
                <a16:creationId xmlns:a16="http://schemas.microsoft.com/office/drawing/2014/main" id="{076F6CFB-D433-D541-95AB-4FEA94E6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46735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229477" name="Group 150">
            <a:extLst>
              <a:ext uri="{FF2B5EF4-FFF2-40B4-BE49-F238E27FC236}">
                <a16:creationId xmlns:a16="http://schemas.microsoft.com/office/drawing/2014/main" id="{6FB5C024-7119-594C-94F1-2B81EB525BC1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127250"/>
            <a:ext cx="333375" cy="946150"/>
            <a:chOff x="4186" y="1592"/>
            <a:chExt cx="210" cy="596"/>
          </a:xfrm>
        </p:grpSpPr>
        <p:sp>
          <p:nvSpPr>
            <p:cNvPr id="229567" name="Line 143">
              <a:extLst>
                <a:ext uri="{FF2B5EF4-FFF2-40B4-BE49-F238E27FC236}">
                  <a16:creationId xmlns:a16="http://schemas.microsoft.com/office/drawing/2014/main" id="{0270FB64-48DE-BE45-82B1-869B59A89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592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68" name="Line 144">
              <a:extLst>
                <a:ext uri="{FF2B5EF4-FFF2-40B4-BE49-F238E27FC236}">
                  <a16:creationId xmlns:a16="http://schemas.microsoft.com/office/drawing/2014/main" id="{4180DFCD-3A33-F443-96CD-E495AD844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592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69" name="Line 145">
              <a:extLst>
                <a:ext uri="{FF2B5EF4-FFF2-40B4-BE49-F238E27FC236}">
                  <a16:creationId xmlns:a16="http://schemas.microsoft.com/office/drawing/2014/main" id="{97BDFAEF-365C-C146-8703-2BE0243AF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083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70" name="Line 146">
              <a:extLst>
                <a:ext uri="{FF2B5EF4-FFF2-40B4-BE49-F238E27FC236}">
                  <a16:creationId xmlns:a16="http://schemas.microsoft.com/office/drawing/2014/main" id="{B247BF91-9E15-304D-96F7-597CE3CBC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44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71" name="Rectangle 147">
              <a:extLst>
                <a:ext uri="{FF2B5EF4-FFF2-40B4-BE49-F238E27FC236}">
                  <a16:creationId xmlns:a16="http://schemas.microsoft.com/office/drawing/2014/main" id="{ACBD7273-7C44-0C49-9957-9549DD8E95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77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29572" name="Rectangle 148">
              <a:extLst>
                <a:ext uri="{FF2B5EF4-FFF2-40B4-BE49-F238E27FC236}">
                  <a16:creationId xmlns:a16="http://schemas.microsoft.com/office/drawing/2014/main" id="{346DA419-3585-BA43-812B-5BCD26E5E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60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29573" name="Rectangle 149">
              <a:extLst>
                <a:ext uri="{FF2B5EF4-FFF2-40B4-BE49-F238E27FC236}">
                  <a16:creationId xmlns:a16="http://schemas.microsoft.com/office/drawing/2014/main" id="{8AFEF9CA-1D31-4B46-B8CC-8CC9435ED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99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29478" name="Line 151">
            <a:extLst>
              <a:ext uri="{FF2B5EF4-FFF2-40B4-BE49-F238E27FC236}">
                <a16:creationId xmlns:a16="http://schemas.microsoft.com/office/drawing/2014/main" id="{2DB6B813-8305-6149-A57C-A644E0A367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25717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79" name="Line 152">
            <a:extLst>
              <a:ext uri="{FF2B5EF4-FFF2-40B4-BE49-F238E27FC236}">
                <a16:creationId xmlns:a16="http://schemas.microsoft.com/office/drawing/2014/main" id="{6C31677B-D17A-1443-8919-CCE307B769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25019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0" name="Rectangle 153">
            <a:extLst>
              <a:ext uri="{FF2B5EF4-FFF2-40B4-BE49-F238E27FC236}">
                <a16:creationId xmlns:a16="http://schemas.microsoft.com/office/drawing/2014/main" id="{F05A9F66-FE49-8341-8FFF-1488A1436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2595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481" name="Line 154">
            <a:extLst>
              <a:ext uri="{FF2B5EF4-FFF2-40B4-BE49-F238E27FC236}">
                <a16:creationId xmlns:a16="http://schemas.microsoft.com/office/drawing/2014/main" id="{6EEC5C00-C028-194E-9C8E-63A0D2FAA2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1746250"/>
            <a:ext cx="0" cy="406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2" name="Line 155">
            <a:extLst>
              <a:ext uri="{FF2B5EF4-FFF2-40B4-BE49-F238E27FC236}">
                <a16:creationId xmlns:a16="http://schemas.microsoft.com/office/drawing/2014/main" id="{6359F544-8FF7-7446-B98F-821E7D7C4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08133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3" name="Line 156">
            <a:extLst>
              <a:ext uri="{FF2B5EF4-FFF2-40B4-BE49-F238E27FC236}">
                <a16:creationId xmlns:a16="http://schemas.microsoft.com/office/drawing/2014/main" id="{4B59E5A9-2B1E-BF42-951B-7A97B86E1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08133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4" name="Line 157">
            <a:extLst>
              <a:ext uri="{FF2B5EF4-FFF2-40B4-BE49-F238E27FC236}">
                <a16:creationId xmlns:a16="http://schemas.microsoft.com/office/drawing/2014/main" id="{1498122E-544D-A743-9558-598A7EF650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15925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5" name="Line 158">
            <a:extLst>
              <a:ext uri="{FF2B5EF4-FFF2-40B4-BE49-F238E27FC236}">
                <a16:creationId xmlns:a16="http://schemas.microsoft.com/office/drawing/2014/main" id="{6BB00011-1158-DC4D-B184-3437AD77C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19405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6" name="Line 159">
            <a:extLst>
              <a:ext uri="{FF2B5EF4-FFF2-40B4-BE49-F238E27FC236}">
                <a16:creationId xmlns:a16="http://schemas.microsoft.com/office/drawing/2014/main" id="{6FBACC90-2DC0-A34D-B9C5-D7565944F9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30212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87" name="Rectangle 160">
            <a:extLst>
              <a:ext uri="{FF2B5EF4-FFF2-40B4-BE49-F238E27FC236}">
                <a16:creationId xmlns:a16="http://schemas.microsoft.com/office/drawing/2014/main" id="{ED89C447-05FF-6E47-A90A-828AED3D1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1289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29488" name="Rectangle 161">
            <a:extLst>
              <a:ext uri="{FF2B5EF4-FFF2-40B4-BE49-F238E27FC236}">
                <a16:creationId xmlns:a16="http://schemas.microsoft.com/office/drawing/2014/main" id="{2B1E82E4-B9D0-854A-9698-A61EE23B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4512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9489" name="Rectangle 162">
            <a:extLst>
              <a:ext uri="{FF2B5EF4-FFF2-40B4-BE49-F238E27FC236}">
                <a16:creationId xmlns:a16="http://schemas.microsoft.com/office/drawing/2014/main" id="{6F28CD98-714F-3743-B8C4-58E14333F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756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9490" name="Rectangle 163">
            <a:extLst>
              <a:ext uri="{FF2B5EF4-FFF2-40B4-BE49-F238E27FC236}">
                <a16:creationId xmlns:a16="http://schemas.microsoft.com/office/drawing/2014/main" id="{AB786BC0-C438-EA4C-8674-A0A556A4A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984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9491" name="Line 164">
            <a:extLst>
              <a:ext uri="{FF2B5EF4-FFF2-40B4-BE49-F238E27FC236}">
                <a16:creationId xmlns:a16="http://schemas.microsoft.com/office/drawing/2014/main" id="{ACC90CF7-66E7-204C-A8C9-41F3FAB464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2575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92" name="Rectangle 165">
            <a:extLst>
              <a:ext uri="{FF2B5EF4-FFF2-40B4-BE49-F238E27FC236}">
                <a16:creationId xmlns:a16="http://schemas.microsoft.com/office/drawing/2014/main" id="{DA1307FC-F43D-5547-B70E-0D99E490D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10515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29493" name="Group 169">
            <a:extLst>
              <a:ext uri="{FF2B5EF4-FFF2-40B4-BE49-F238E27FC236}">
                <a16:creationId xmlns:a16="http://schemas.microsoft.com/office/drawing/2014/main" id="{69F379E1-8E25-474F-BA81-6E7855E20954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092700"/>
            <a:ext cx="560387" cy="395288"/>
            <a:chOff x="2439" y="3460"/>
            <a:chExt cx="353" cy="249"/>
          </a:xfrm>
        </p:grpSpPr>
        <p:sp>
          <p:nvSpPr>
            <p:cNvPr id="229564" name="Line 166">
              <a:extLst>
                <a:ext uri="{FF2B5EF4-FFF2-40B4-BE49-F238E27FC236}">
                  <a16:creationId xmlns:a16="http://schemas.microsoft.com/office/drawing/2014/main" id="{7C5D612C-C902-F843-8402-1164F456D1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50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65" name="Line 167">
              <a:extLst>
                <a:ext uri="{FF2B5EF4-FFF2-40B4-BE49-F238E27FC236}">
                  <a16:creationId xmlns:a16="http://schemas.microsoft.com/office/drawing/2014/main" id="{76553531-78B2-2E4C-B86A-6F567DA88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460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66" name="Rectangle 168">
              <a:extLst>
                <a:ext uri="{FF2B5EF4-FFF2-40B4-BE49-F238E27FC236}">
                  <a16:creationId xmlns:a16="http://schemas.microsoft.com/office/drawing/2014/main" id="{2663340E-8D62-B244-82B7-CE6916458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519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29494" name="Rectangle 170">
            <a:extLst>
              <a:ext uri="{FF2B5EF4-FFF2-40B4-BE49-F238E27FC236}">
                <a16:creationId xmlns:a16="http://schemas.microsoft.com/office/drawing/2014/main" id="{39B6BB5D-42F0-4947-9B2F-B63CE632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1101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29495" name="Line 171">
            <a:extLst>
              <a:ext uri="{FF2B5EF4-FFF2-40B4-BE49-F238E27FC236}">
                <a16:creationId xmlns:a16="http://schemas.microsoft.com/office/drawing/2014/main" id="{4CC66F5D-E674-284B-A53F-57D35A5F7D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16255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96" name="Line 172">
            <a:extLst>
              <a:ext uri="{FF2B5EF4-FFF2-40B4-BE49-F238E27FC236}">
                <a16:creationId xmlns:a16="http://schemas.microsoft.com/office/drawing/2014/main" id="{C683859C-27F5-364B-95AA-9D74C5D98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09270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97" name="Rectangle 173">
            <a:extLst>
              <a:ext uri="{FF2B5EF4-FFF2-40B4-BE49-F238E27FC236}">
                <a16:creationId xmlns:a16="http://schemas.microsoft.com/office/drawing/2014/main" id="{5B97C220-D204-5247-85B2-70FF3F030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1863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29498" name="Group 176">
            <a:extLst>
              <a:ext uri="{FF2B5EF4-FFF2-40B4-BE49-F238E27FC236}">
                <a16:creationId xmlns:a16="http://schemas.microsoft.com/office/drawing/2014/main" id="{8AEC7CE2-2DF9-604C-9572-5E2885F94EBA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4095750"/>
            <a:ext cx="565150" cy="333375"/>
            <a:chOff x="3587" y="2832"/>
            <a:chExt cx="356" cy="210"/>
          </a:xfrm>
        </p:grpSpPr>
        <p:sp>
          <p:nvSpPr>
            <p:cNvPr id="229562" name="Rectangle 174">
              <a:extLst>
                <a:ext uri="{FF2B5EF4-FFF2-40B4-BE49-F238E27FC236}">
                  <a16:creationId xmlns:a16="http://schemas.microsoft.com/office/drawing/2014/main" id="{CF60CBF5-D1F8-7042-AD98-BA2AFDF1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40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9563" name="Rectangle 175">
              <a:extLst>
                <a:ext uri="{FF2B5EF4-FFF2-40B4-BE49-F238E27FC236}">
                  <a16:creationId xmlns:a16="http://schemas.microsoft.com/office/drawing/2014/main" id="{AAA8559D-FC2B-2F4B-BE79-97388B5C2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2832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29499" name="Line 177">
            <a:extLst>
              <a:ext uri="{FF2B5EF4-FFF2-40B4-BE49-F238E27FC236}">
                <a16:creationId xmlns:a16="http://schemas.microsoft.com/office/drawing/2014/main" id="{FB48661A-7BCC-944D-A2FC-C3EE0F0038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38671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0" name="Line 178">
            <a:extLst>
              <a:ext uri="{FF2B5EF4-FFF2-40B4-BE49-F238E27FC236}">
                <a16:creationId xmlns:a16="http://schemas.microsoft.com/office/drawing/2014/main" id="{4FA654ED-E5AA-AE41-A84D-BCC45CF1B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87985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1" name="Line 179">
            <a:extLst>
              <a:ext uri="{FF2B5EF4-FFF2-40B4-BE49-F238E27FC236}">
                <a16:creationId xmlns:a16="http://schemas.microsoft.com/office/drawing/2014/main" id="{338D898D-E80D-5045-B90B-1747FEDBD8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38785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2" name="Line 180">
            <a:extLst>
              <a:ext uri="{FF2B5EF4-FFF2-40B4-BE49-F238E27FC236}">
                <a16:creationId xmlns:a16="http://schemas.microsoft.com/office/drawing/2014/main" id="{EF8710AC-D440-6546-8512-435C88E9EB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41719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3" name="Line 181">
            <a:extLst>
              <a:ext uri="{FF2B5EF4-FFF2-40B4-BE49-F238E27FC236}">
                <a16:creationId xmlns:a16="http://schemas.microsoft.com/office/drawing/2014/main" id="{A96F94FE-4AFE-C14C-AC90-B0F288D82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18465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4" name="Line 182">
            <a:extLst>
              <a:ext uri="{FF2B5EF4-FFF2-40B4-BE49-F238E27FC236}">
                <a16:creationId xmlns:a16="http://schemas.microsoft.com/office/drawing/2014/main" id="{54CFF8ED-6DDB-7F4E-9C61-4734745D36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516255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5" name="Line 183">
            <a:extLst>
              <a:ext uri="{FF2B5EF4-FFF2-40B4-BE49-F238E27FC236}">
                <a16:creationId xmlns:a16="http://schemas.microsoft.com/office/drawing/2014/main" id="{99E3ED99-002A-114A-AC5C-D7F927A7D1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562350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6" name="Line 184">
            <a:extLst>
              <a:ext uri="{FF2B5EF4-FFF2-40B4-BE49-F238E27FC236}">
                <a16:creationId xmlns:a16="http://schemas.microsoft.com/office/drawing/2014/main" id="{1723A2A0-2739-1248-BECE-1D45F231E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57505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7" name="Line 185">
            <a:extLst>
              <a:ext uri="{FF2B5EF4-FFF2-40B4-BE49-F238E27FC236}">
                <a16:creationId xmlns:a16="http://schemas.microsoft.com/office/drawing/2014/main" id="{B1FDCF6E-35BD-A942-80EA-FD0C032DFA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552950"/>
            <a:ext cx="528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8" name="Line 186">
            <a:extLst>
              <a:ext uri="{FF2B5EF4-FFF2-40B4-BE49-F238E27FC236}">
                <a16:creationId xmlns:a16="http://schemas.microsoft.com/office/drawing/2014/main" id="{C9584600-647C-5E4E-BE97-DDE26B10C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803650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09" name="Rectangle 187">
            <a:extLst>
              <a:ext uri="{FF2B5EF4-FFF2-40B4-BE49-F238E27FC236}">
                <a16:creationId xmlns:a16="http://schemas.microsoft.com/office/drawing/2014/main" id="{96BB5B13-4F51-FE47-BCCC-80B19633D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467350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</a:t>
            </a:r>
          </a:p>
        </p:txBody>
      </p:sp>
      <p:sp>
        <p:nvSpPr>
          <p:cNvPr id="229510" name="Line 188">
            <a:extLst>
              <a:ext uri="{FF2B5EF4-FFF2-40B4-BE49-F238E27FC236}">
                <a16:creationId xmlns:a16="http://schemas.microsoft.com/office/drawing/2014/main" id="{C5E475B4-2E2A-9C44-BB2A-61E2915B0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27025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11" name="Line 189">
            <a:extLst>
              <a:ext uri="{FF2B5EF4-FFF2-40B4-BE49-F238E27FC236}">
                <a16:creationId xmlns:a16="http://schemas.microsoft.com/office/drawing/2014/main" id="{1EC3F912-3347-6B4C-B20C-8D3DA54A5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44145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12" name="Line 190">
            <a:extLst>
              <a:ext uri="{FF2B5EF4-FFF2-40B4-BE49-F238E27FC236}">
                <a16:creationId xmlns:a16="http://schemas.microsoft.com/office/drawing/2014/main" id="{5A5B6D1B-131B-9849-8438-4E8FC675BC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44145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13" name="Line 191">
            <a:extLst>
              <a:ext uri="{FF2B5EF4-FFF2-40B4-BE49-F238E27FC236}">
                <a16:creationId xmlns:a16="http://schemas.microsoft.com/office/drawing/2014/main" id="{95B28D9E-4129-5541-A2E9-A1F01017EF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22091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14" name="Line 192">
            <a:extLst>
              <a:ext uri="{FF2B5EF4-FFF2-40B4-BE49-F238E27FC236}">
                <a16:creationId xmlns:a16="http://schemas.microsoft.com/office/drawing/2014/main" id="{A182E988-88FB-4C42-9207-87B0E6722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15240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15" name="Rectangle 193">
            <a:extLst>
              <a:ext uri="{FF2B5EF4-FFF2-40B4-BE49-F238E27FC236}">
                <a16:creationId xmlns:a16="http://schemas.microsoft.com/office/drawing/2014/main" id="{F9A9057E-043B-2A4A-8106-3E1C982EB4B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173355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29516" name="Rectangle 194">
            <a:extLst>
              <a:ext uri="{FF2B5EF4-FFF2-40B4-BE49-F238E27FC236}">
                <a16:creationId xmlns:a16="http://schemas.microsoft.com/office/drawing/2014/main" id="{03B4CD0B-F37C-1246-B42E-9D371BC2CB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14605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29517" name="Rectangle 195">
            <a:extLst>
              <a:ext uri="{FF2B5EF4-FFF2-40B4-BE49-F238E27FC236}">
                <a16:creationId xmlns:a16="http://schemas.microsoft.com/office/drawing/2014/main" id="{834FAD8E-06CD-0549-A40E-7E24ECCA00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0859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29518" name="Group 198">
            <a:extLst>
              <a:ext uri="{FF2B5EF4-FFF2-40B4-BE49-F238E27FC236}">
                <a16:creationId xmlns:a16="http://schemas.microsoft.com/office/drawing/2014/main" id="{0FFC37B8-BA80-0244-A813-578487986C2F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428750"/>
            <a:ext cx="801687" cy="333375"/>
            <a:chOff x="5175" y="1152"/>
            <a:chExt cx="505" cy="210"/>
          </a:xfrm>
        </p:grpSpPr>
        <p:sp>
          <p:nvSpPr>
            <p:cNvPr id="229560" name="Rectangle 196">
              <a:extLst>
                <a:ext uri="{FF2B5EF4-FFF2-40B4-BE49-F238E27FC236}">
                  <a16:creationId xmlns:a16="http://schemas.microsoft.com/office/drawing/2014/main" id="{16A86386-9A78-C540-982C-51FD1417B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160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9561" name="Rectangle 197">
              <a:extLst>
                <a:ext uri="{FF2B5EF4-FFF2-40B4-BE49-F238E27FC236}">
                  <a16:creationId xmlns:a16="http://schemas.microsoft.com/office/drawing/2014/main" id="{4995C0E6-FAA4-AF4C-AB8C-EB9EB9CF7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152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29519" name="Oval 199">
            <a:extLst>
              <a:ext uri="{FF2B5EF4-FFF2-40B4-BE49-F238E27FC236}">
                <a16:creationId xmlns:a16="http://schemas.microsoft.com/office/drawing/2014/main" id="{F96D8ADA-1E06-364E-93FF-626A2B522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7462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520" name="Line 200">
            <a:extLst>
              <a:ext uri="{FF2B5EF4-FFF2-40B4-BE49-F238E27FC236}">
                <a16:creationId xmlns:a16="http://schemas.microsoft.com/office/drawing/2014/main" id="{C27F5419-34FE-8A4A-A767-3D9A91408D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111250"/>
            <a:ext cx="0" cy="3429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21" name="Line 201">
            <a:extLst>
              <a:ext uri="{FF2B5EF4-FFF2-40B4-BE49-F238E27FC236}">
                <a16:creationId xmlns:a16="http://schemas.microsoft.com/office/drawing/2014/main" id="{43EE2870-34A1-754B-9B70-778B711B3C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11125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22" name="Oval 202">
            <a:extLst>
              <a:ext uri="{FF2B5EF4-FFF2-40B4-BE49-F238E27FC236}">
                <a16:creationId xmlns:a16="http://schemas.microsoft.com/office/drawing/2014/main" id="{60413CFB-78BF-DF4B-A673-E7B95674C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28905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9523" name="Line 203">
            <a:extLst>
              <a:ext uri="{FF2B5EF4-FFF2-40B4-BE49-F238E27FC236}">
                <a16:creationId xmlns:a16="http://schemas.microsoft.com/office/drawing/2014/main" id="{2E59EE1A-5809-B14B-9BFB-78FFE23B4C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11125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9524" name="Group 207">
            <a:extLst>
              <a:ext uri="{FF2B5EF4-FFF2-40B4-BE49-F238E27FC236}">
                <a16:creationId xmlns:a16="http://schemas.microsoft.com/office/drawing/2014/main" id="{347E5B8F-CFC5-B342-BEE8-EC9CB691CE1F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1511300"/>
            <a:ext cx="641350" cy="395288"/>
            <a:chOff x="4760" y="1204"/>
            <a:chExt cx="404" cy="249"/>
          </a:xfrm>
        </p:grpSpPr>
        <p:sp>
          <p:nvSpPr>
            <p:cNvPr id="229557" name="Line 204">
              <a:extLst>
                <a:ext uri="{FF2B5EF4-FFF2-40B4-BE49-F238E27FC236}">
                  <a16:creationId xmlns:a16="http://schemas.microsoft.com/office/drawing/2014/main" id="{AC5C3B99-00FE-304D-82E8-6E6CDCF1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248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8" name="Line 205">
              <a:extLst>
                <a:ext uri="{FF2B5EF4-FFF2-40B4-BE49-F238E27FC236}">
                  <a16:creationId xmlns:a16="http://schemas.microsoft.com/office/drawing/2014/main" id="{1A9BBBFD-F284-B74B-9979-70E059292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204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9" name="Rectangle 206">
              <a:extLst>
                <a:ext uri="{FF2B5EF4-FFF2-40B4-BE49-F238E27FC236}">
                  <a16:creationId xmlns:a16="http://schemas.microsoft.com/office/drawing/2014/main" id="{3ED6FEBF-1FB0-DC4D-9482-98B34BCE41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263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29525" name="Line 208">
            <a:extLst>
              <a:ext uri="{FF2B5EF4-FFF2-40B4-BE49-F238E27FC236}">
                <a16:creationId xmlns:a16="http://schemas.microsoft.com/office/drawing/2014/main" id="{A5CDA530-5AF2-2D47-8C88-25175D26E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248285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26" name="Line 209">
            <a:extLst>
              <a:ext uri="{FF2B5EF4-FFF2-40B4-BE49-F238E27FC236}">
                <a16:creationId xmlns:a16="http://schemas.microsoft.com/office/drawing/2014/main" id="{778F4B02-A757-3541-92CA-78AA06FC7D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0289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27" name="Rectangle 210">
            <a:extLst>
              <a:ext uri="{FF2B5EF4-FFF2-40B4-BE49-F238E27FC236}">
                <a16:creationId xmlns:a16="http://schemas.microsoft.com/office/drawing/2014/main" id="{A7F4E539-9C41-F747-A208-ADA91A63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20821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9528" name="Line 211">
            <a:extLst>
              <a:ext uri="{FF2B5EF4-FFF2-40B4-BE49-F238E27FC236}">
                <a16:creationId xmlns:a16="http://schemas.microsoft.com/office/drawing/2014/main" id="{BB21ADE6-DFD0-B043-9940-96E1D8E7F4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19075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29" name="Line 212">
            <a:extLst>
              <a:ext uri="{FF2B5EF4-FFF2-40B4-BE49-F238E27FC236}">
                <a16:creationId xmlns:a16="http://schemas.microsoft.com/office/drawing/2014/main" id="{1593A63A-3CFD-BD41-BC34-DC59F0338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20015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0" name="Line 213">
            <a:extLst>
              <a:ext uri="{FF2B5EF4-FFF2-40B4-BE49-F238E27FC236}">
                <a16:creationId xmlns:a16="http://schemas.microsoft.com/office/drawing/2014/main" id="{19CC7288-6CD1-4F48-A8EA-4E1A6B5F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35255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1" name="Line 214">
            <a:extLst>
              <a:ext uri="{FF2B5EF4-FFF2-40B4-BE49-F238E27FC236}">
                <a16:creationId xmlns:a16="http://schemas.microsoft.com/office/drawing/2014/main" id="{3698BFE5-EBE0-9049-9D05-91239C2AE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27635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9532" name="Group 220">
            <a:extLst>
              <a:ext uri="{FF2B5EF4-FFF2-40B4-BE49-F238E27FC236}">
                <a16:creationId xmlns:a16="http://schemas.microsoft.com/office/drawing/2014/main" id="{35ACC204-970E-8A4F-ABF8-A1E493BF720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123950"/>
            <a:ext cx="381000" cy="306388"/>
            <a:chOff x="672" y="960"/>
            <a:chExt cx="240" cy="193"/>
          </a:xfrm>
        </p:grpSpPr>
        <p:sp>
          <p:nvSpPr>
            <p:cNvPr id="229552" name="Arc 215">
              <a:extLst>
                <a:ext uri="{FF2B5EF4-FFF2-40B4-BE49-F238E27FC236}">
                  <a16:creationId xmlns:a16="http://schemas.microsoft.com/office/drawing/2014/main" id="{28A96C52-AB7D-4842-8369-98052498B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969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3" name="Arc 216">
              <a:extLst>
                <a:ext uri="{FF2B5EF4-FFF2-40B4-BE49-F238E27FC236}">
                  <a16:creationId xmlns:a16="http://schemas.microsoft.com/office/drawing/2014/main" id="{55C2E982-D74B-8544-9C10-06B4546AA0B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0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4" name="Line 217">
              <a:extLst>
                <a:ext uri="{FF2B5EF4-FFF2-40B4-BE49-F238E27FC236}">
                  <a16:creationId xmlns:a16="http://schemas.microsoft.com/office/drawing/2014/main" id="{7C3F393C-1FD3-5B45-9B10-C9ED85331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960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5" name="Line 218">
              <a:extLst>
                <a:ext uri="{FF2B5EF4-FFF2-40B4-BE49-F238E27FC236}">
                  <a16:creationId xmlns:a16="http://schemas.microsoft.com/office/drawing/2014/main" id="{3C6105D5-8080-4943-8C59-52BFB0C6D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6" name="Line 219">
              <a:extLst>
                <a:ext uri="{FF2B5EF4-FFF2-40B4-BE49-F238E27FC236}">
                  <a16:creationId xmlns:a16="http://schemas.microsoft.com/office/drawing/2014/main" id="{EE2892C0-A931-8E40-9384-ADD6D4980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6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9533" name="Line 221">
            <a:extLst>
              <a:ext uri="{FF2B5EF4-FFF2-40B4-BE49-F238E27FC236}">
                <a16:creationId xmlns:a16="http://schemas.microsoft.com/office/drawing/2014/main" id="{B4B97E0A-7C52-A440-AF46-AB58F83EE0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149225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4" name="Arc 222">
            <a:extLst>
              <a:ext uri="{FF2B5EF4-FFF2-40B4-BE49-F238E27FC236}">
                <a16:creationId xmlns:a16="http://schemas.microsoft.com/office/drawing/2014/main" id="{15E31D73-BD33-7848-91E6-DCFE7237441F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42875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5" name="Arc 223">
            <a:extLst>
              <a:ext uri="{FF2B5EF4-FFF2-40B4-BE49-F238E27FC236}">
                <a16:creationId xmlns:a16="http://schemas.microsoft.com/office/drawing/2014/main" id="{8C4BF7E1-82C3-094F-9340-69343BE6A65B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42875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9536" name="Group 226">
            <a:extLst>
              <a:ext uri="{FF2B5EF4-FFF2-40B4-BE49-F238E27FC236}">
                <a16:creationId xmlns:a16="http://schemas.microsoft.com/office/drawing/2014/main" id="{CEDBDFAE-F6A2-A048-945A-5F73E35F1D72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347788"/>
            <a:ext cx="373062" cy="101600"/>
            <a:chOff x="345" y="1101"/>
            <a:chExt cx="235" cy="64"/>
          </a:xfrm>
        </p:grpSpPr>
        <p:sp>
          <p:nvSpPr>
            <p:cNvPr id="229550" name="Arc 224">
              <a:extLst>
                <a:ext uri="{FF2B5EF4-FFF2-40B4-BE49-F238E27FC236}">
                  <a16:creationId xmlns:a16="http://schemas.microsoft.com/office/drawing/2014/main" id="{8CD1508F-0217-E848-B87D-4B2640DB8D5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065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551" name="Arc 225">
              <a:extLst>
                <a:ext uri="{FF2B5EF4-FFF2-40B4-BE49-F238E27FC236}">
                  <a16:creationId xmlns:a16="http://schemas.microsoft.com/office/drawing/2014/main" id="{5741C758-5E1A-9B4C-9B2E-2F500877B2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065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9537" name="Line 227">
            <a:extLst>
              <a:ext uri="{FF2B5EF4-FFF2-40B4-BE49-F238E27FC236}">
                <a16:creationId xmlns:a16="http://schemas.microsoft.com/office/drawing/2014/main" id="{EEE332FF-CA27-F84F-B8E4-D84C3115F3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1695450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8" name="Line 228">
            <a:extLst>
              <a:ext uri="{FF2B5EF4-FFF2-40B4-BE49-F238E27FC236}">
                <a16:creationId xmlns:a16="http://schemas.microsoft.com/office/drawing/2014/main" id="{E4EABA1C-B9A1-B84F-968E-05DA6FEE27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18745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39" name="Line 229">
            <a:extLst>
              <a:ext uri="{FF2B5EF4-FFF2-40B4-BE49-F238E27FC236}">
                <a16:creationId xmlns:a16="http://schemas.microsoft.com/office/drawing/2014/main" id="{A3955067-4789-8C45-B631-287B8AC00F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26365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40" name="Rectangle 230">
            <a:extLst>
              <a:ext uri="{FF2B5EF4-FFF2-40B4-BE49-F238E27FC236}">
                <a16:creationId xmlns:a16="http://schemas.microsoft.com/office/drawing/2014/main" id="{12B16517-F61A-EC4F-A4A8-C8F419CDF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14141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29541" name="Rectangle 231">
            <a:extLst>
              <a:ext uri="{FF2B5EF4-FFF2-40B4-BE49-F238E27FC236}">
                <a16:creationId xmlns:a16="http://schemas.microsoft.com/office/drawing/2014/main" id="{8BBD0937-7BE2-5A4E-BB05-D16B4BC8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895350"/>
            <a:ext cx="1250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</a:t>
            </a:r>
          </a:p>
        </p:txBody>
      </p:sp>
      <p:sp>
        <p:nvSpPr>
          <p:cNvPr id="229542" name="Rectangle 232">
            <a:extLst>
              <a:ext uri="{FF2B5EF4-FFF2-40B4-BE49-F238E27FC236}">
                <a16:creationId xmlns:a16="http://schemas.microsoft.com/office/drawing/2014/main" id="{6CCD19B2-A53F-854E-8B38-F29FAA726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895350"/>
            <a:ext cx="788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229543" name="Rectangle 233">
            <a:extLst>
              <a:ext uri="{FF2B5EF4-FFF2-40B4-BE49-F238E27FC236}">
                <a16:creationId xmlns:a16="http://schemas.microsoft.com/office/drawing/2014/main" id="{F3521E17-FEEB-6B40-B76D-CFB2E501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895350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</a:t>
            </a:r>
          </a:p>
        </p:txBody>
      </p:sp>
      <p:sp>
        <p:nvSpPr>
          <p:cNvPr id="229544" name="Line 234">
            <a:extLst>
              <a:ext uri="{FF2B5EF4-FFF2-40B4-BE49-F238E27FC236}">
                <a16:creationId xmlns:a16="http://schemas.microsoft.com/office/drawing/2014/main" id="{DE50DB03-A567-7D4E-B5B2-7A5B9CC993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11150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45" name="Rectangle 235">
            <a:extLst>
              <a:ext uri="{FF2B5EF4-FFF2-40B4-BE49-F238E27FC236}">
                <a16:creationId xmlns:a16="http://schemas.microsoft.com/office/drawing/2014/main" id="{F6F37250-F18C-3A45-9A9F-5406D633F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29003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29546" name="Line 236">
            <a:extLst>
              <a:ext uri="{FF2B5EF4-FFF2-40B4-BE49-F238E27FC236}">
                <a16:creationId xmlns:a16="http://schemas.microsoft.com/office/drawing/2014/main" id="{7782E38D-558B-544D-943B-0DFA39823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74625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547" name="Rectangle 237">
            <a:extLst>
              <a:ext uri="{FF2B5EF4-FFF2-40B4-BE49-F238E27FC236}">
                <a16:creationId xmlns:a16="http://schemas.microsoft.com/office/drawing/2014/main" id="{BDDAC612-46F1-C247-B372-5CE72CE5D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446213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</a:t>
            </a:r>
          </a:p>
        </p:txBody>
      </p:sp>
      <p:sp>
        <p:nvSpPr>
          <p:cNvPr id="78062" name="Text Box 238">
            <a:extLst>
              <a:ext uri="{FF2B5EF4-FFF2-40B4-BE49-F238E27FC236}">
                <a16:creationId xmlns:a16="http://schemas.microsoft.com/office/drawing/2014/main" id="{E11A7282-6603-6345-BEA5-049375E38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930775"/>
            <a:ext cx="3059113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到现在为止，给出了指令在每个周期内的数据流动过程，以及每个周期包含的控制信号取值</a:t>
            </a:r>
          </a:p>
          <a:p>
            <a:pPr>
              <a:spcBef>
                <a:spcPct val="20000"/>
              </a:spcBef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和书中的图有一些不同</a:t>
            </a:r>
          </a:p>
        </p:txBody>
      </p:sp>
      <p:sp>
        <p:nvSpPr>
          <p:cNvPr id="78063" name="Text Box 239">
            <a:extLst>
              <a:ext uri="{FF2B5EF4-FFF2-40B4-BE49-F238E27FC236}">
                <a16:creationId xmlns:a16="http://schemas.microsoft.com/office/drawing/2014/main" id="{C07B5534-09B0-954F-B7CE-99151EBC3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225" y="6015038"/>
            <a:ext cx="54895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下面关键是如何控制在不同周期产生不同的控制信号取值！这就是控制器的任务。下面考虑如何设计控制器！</a:t>
            </a:r>
            <a:endParaRPr lang="en-US" altLang="zh-CN" sz="17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62" grpId="0"/>
      <p:bldP spid="780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7" name="Text Box 127">
            <a:extLst>
              <a:ext uri="{FF2B5EF4-FFF2-40B4-BE49-F238E27FC236}">
                <a16:creationId xmlns:a16="http://schemas.microsoft.com/office/drawing/2014/main" id="{D5C1337E-1BCC-9D46-8E26-1C7EEE3E0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6338888"/>
            <a:ext cx="6321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下一步目标：设计“状态转换电路” 即：控制器</a:t>
            </a:r>
          </a:p>
        </p:txBody>
      </p:sp>
      <p:pic>
        <p:nvPicPr>
          <p:cNvPr id="231427" name="Picture 134">
            <a:extLst>
              <a:ext uri="{FF2B5EF4-FFF2-40B4-BE49-F238E27FC236}">
                <a16:creationId xmlns:a16="http://schemas.microsoft.com/office/drawing/2014/main" id="{AAEFFB02-D9A3-2544-9DF5-DE496E94C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450850"/>
            <a:ext cx="8513763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55" name="Text Box 135">
            <a:extLst>
              <a:ext uri="{FF2B5EF4-FFF2-40B4-BE49-F238E27FC236}">
                <a16:creationId xmlns:a16="http://schemas.microsoft.com/office/drawing/2014/main" id="{815629E8-F647-0441-AFD6-CFCEEDF89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5927725"/>
            <a:ext cx="4657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问题：各指令的时钟数多少？</a:t>
            </a:r>
          </a:p>
        </p:txBody>
      </p:sp>
      <p:sp>
        <p:nvSpPr>
          <p:cNvPr id="82045" name="Text Box 125">
            <a:extLst>
              <a:ext uri="{FF2B5EF4-FFF2-40B4-BE49-F238E27FC236}">
                <a16:creationId xmlns:a16="http://schemas.microsoft.com/office/drawing/2014/main" id="{938BF68F-7006-C04E-BA81-793A6F6CA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727075"/>
            <a:ext cx="1841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每来一个时钟，进入下一个状态</a:t>
            </a:r>
          </a:p>
        </p:txBody>
      </p:sp>
      <p:sp>
        <p:nvSpPr>
          <p:cNvPr id="82056" name="Text Box 136">
            <a:extLst>
              <a:ext uri="{FF2B5EF4-FFF2-40B4-BE49-F238E27FC236}">
                <a16:creationId xmlns:a16="http://schemas.microsoft.com/office/drawing/2014/main" id="{E3EAC1C9-42CF-164D-9210-916C5B228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850" y="5965825"/>
            <a:ext cx="4635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R-4, ori-4, beq-3, Jump-3, lw-5, sw-4</a:t>
            </a:r>
          </a:p>
        </p:txBody>
      </p:sp>
      <p:sp>
        <p:nvSpPr>
          <p:cNvPr id="231431" name="Rectangle 2">
            <a:extLst>
              <a:ext uri="{FF2B5EF4-FFF2-40B4-BE49-F238E27FC236}">
                <a16:creationId xmlns:a16="http://schemas.microsoft.com/office/drawing/2014/main" id="{62D9C487-AC4D-AC49-A9F8-F613D5E34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142875"/>
            <a:ext cx="603408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状态转换图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2057" name="Text Box 137">
            <a:extLst>
              <a:ext uri="{FF2B5EF4-FFF2-40B4-BE49-F238E27FC236}">
                <a16:creationId xmlns:a16="http://schemas.microsoft.com/office/drawing/2014/main" id="{91F8C325-8F80-6A4E-843E-2AB421135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1412875"/>
            <a:ext cx="19431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问题：控制器应采用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“摩尔机”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还是“米利机”实现？</a:t>
            </a:r>
          </a:p>
        </p:txBody>
      </p:sp>
      <p:sp>
        <p:nvSpPr>
          <p:cNvPr id="231433" name="Text Box 138">
            <a:extLst>
              <a:ext uri="{FF2B5EF4-FFF2-40B4-BE49-F238E27FC236}">
                <a16:creationId xmlns:a16="http://schemas.microsoft.com/office/drawing/2014/main" id="{B5C99145-53E5-0B45-9069-FE3CC88D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100013"/>
            <a:ext cx="5991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每个状态下，输出的控制信号有相应的不同取值！</a:t>
            </a:r>
          </a:p>
        </p:txBody>
      </p:sp>
      <p:sp>
        <p:nvSpPr>
          <p:cNvPr id="231434" name="Text Box 139">
            <a:extLst>
              <a:ext uri="{FF2B5EF4-FFF2-40B4-BE49-F238E27FC236}">
                <a16:creationId xmlns:a16="http://schemas.microsoft.com/office/drawing/2014/main" id="{09E2F466-1055-DA4B-84E9-22A21AB97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275" y="4995863"/>
            <a:ext cx="804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4" action="ppaction://hlinksldjump"/>
              </a:rPr>
              <a:t>BACK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47" grpId="0"/>
      <p:bldP spid="82055" grpId="0"/>
      <p:bldP spid="82045" grpId="0"/>
      <p:bldP spid="82056" grpId="0"/>
      <p:bldP spid="8205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7096E2BA-0EA1-9F46-B77B-FE830A342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0944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多周期控制器的实现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B627FEB7-FDF5-3349-8B07-E84F46976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24288"/>
            <a:ext cx="4208463" cy="1914525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多周期控制器功能描述方式：</a:t>
            </a:r>
          </a:p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有限状态机：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FontTx/>
              <a:buNone/>
              <a:tabLst>
                <a:tab pos="4284663" algn="ctr"/>
                <a:tab pos="6807200" algn="ctr"/>
              </a:tabLst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用硬连线路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(PLA)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微程序：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FontTx/>
              <a:buNone/>
              <a:tabLst>
                <a:tab pos="4284663" algn="ctr"/>
                <a:tab pos="6807200" algn="ctr"/>
              </a:tabLst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存放微程序实现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735" name="Text Box 23">
            <a:extLst>
              <a:ext uri="{FF2B5EF4-FFF2-40B4-BE49-F238E27FC236}">
                <a16:creationId xmlns:a16="http://schemas.microsoft.com/office/drawing/2014/main" id="{CE5C0A7F-2172-3946-894D-DE4946FE1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5516563"/>
            <a:ext cx="203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硬连线路控制器</a:t>
            </a:r>
          </a:p>
          <a:p>
            <a:pPr algn="ctr"/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（硬布线控制器）</a:t>
            </a:r>
          </a:p>
        </p:txBody>
      </p:sp>
      <p:sp>
        <p:nvSpPr>
          <p:cNvPr id="115741" name="Text Box 29">
            <a:extLst>
              <a:ext uri="{FF2B5EF4-FFF2-40B4-BE49-F238E27FC236}">
                <a16:creationId xmlns:a16="http://schemas.microsoft.com/office/drawing/2014/main" id="{305A9838-7A1C-3B46-978B-62469257B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723900"/>
            <a:ext cx="7999412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900"/>
              </a:lnSpc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回忆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单周期控制器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的实现：控制信号在整个指令执行过程中不变，用真值表能反映指令和控制信号的关系。根据真值表就能实现控制器！</a:t>
            </a:r>
          </a:p>
          <a:p>
            <a:pPr>
              <a:lnSpc>
                <a:spcPts val="29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多周期控制器能不能这样做？</a:t>
            </a:r>
            <a:endParaRPr lang="en-US" altLang="zh-CN" sz="20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742" name="Rectangle 30">
            <a:extLst>
              <a:ext uri="{FF2B5EF4-FFF2-40B4-BE49-F238E27FC236}">
                <a16:creationId xmlns:a16="http://schemas.microsoft.com/office/drawing/2014/main" id="{F5E48315-EA94-AE45-B84B-E254E8D9F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1916113"/>
            <a:ext cx="1206500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初始表示</a:t>
            </a:r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顺序控制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b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逻辑表示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实现技术	</a:t>
            </a:r>
            <a:r>
              <a:rPr lang="en-US" altLang="zh-CN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5751" name="Group 39">
            <a:extLst>
              <a:ext uri="{FF2B5EF4-FFF2-40B4-BE49-F238E27FC236}">
                <a16:creationId xmlns:a16="http://schemas.microsoft.com/office/drawing/2014/main" id="{FB1E3A23-F5A8-D142-BF0A-23FF8375BB93}"/>
              </a:ext>
            </a:extLst>
          </p:cNvPr>
          <p:cNvGrpSpPr>
            <a:grpSpLocks/>
          </p:cNvGrpSpPr>
          <p:nvPr/>
        </p:nvGrpSpPr>
        <p:grpSpPr bwMode="auto">
          <a:xfrm>
            <a:off x="4233863" y="1860550"/>
            <a:ext cx="3017837" cy="3644900"/>
            <a:chOff x="2289" y="1537"/>
            <a:chExt cx="1934" cy="2296"/>
          </a:xfrm>
        </p:grpSpPr>
        <p:sp>
          <p:nvSpPr>
            <p:cNvPr id="233493" name="Rectangle 4">
              <a:extLst>
                <a:ext uri="{FF2B5EF4-FFF2-40B4-BE49-F238E27FC236}">
                  <a16:creationId xmlns:a16="http://schemas.microsoft.com/office/drawing/2014/main" id="{6B4069E9-4B50-3D46-A90C-E133EB8D4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537"/>
              <a:ext cx="1432" cy="229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494" name="Rectangle 6">
              <a:extLst>
                <a:ext uri="{FF2B5EF4-FFF2-40B4-BE49-F238E27FC236}">
                  <a16:creationId xmlns:a16="http://schemas.microsoft.com/office/drawing/2014/main" id="{71152740-07B9-F440-9023-8633A4515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590"/>
              <a:ext cx="150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chemeClr val="accent1"/>
                  </a:solidFill>
                  <a:ea typeface="宋体" panose="02010600030101010101" pitchFamily="2" charset="-122"/>
                </a:rPr>
                <a:t>“</a:t>
              </a:r>
              <a:r>
                <a:rPr lang="en-US" altLang="zh-CN" sz="1800" i="1">
                  <a:solidFill>
                    <a:schemeClr val="accent1"/>
                  </a:solidFill>
                  <a:ea typeface="宋体" panose="02010600030101010101" pitchFamily="2" charset="-122"/>
                </a:rPr>
                <a:t>hardwired control</a:t>
              </a:r>
              <a:r>
                <a:rPr lang="en-US" altLang="zh-CN" sz="1800">
                  <a:solidFill>
                    <a:schemeClr val="accent1"/>
                  </a:solidFill>
                  <a:ea typeface="宋体" panose="02010600030101010101" pitchFamily="2" charset="-122"/>
                </a:rPr>
                <a:t>”</a:t>
              </a:r>
            </a:p>
          </p:txBody>
        </p:sp>
        <p:sp>
          <p:nvSpPr>
            <p:cNvPr id="233495" name="Line 9">
              <a:extLst>
                <a:ext uri="{FF2B5EF4-FFF2-40B4-BE49-F238E27FC236}">
                  <a16:creationId xmlns:a16="http://schemas.microsoft.com/office/drawing/2014/main" id="{49F1119C-2BC0-D94F-9D84-D1CCCC7C7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25"/>
              <a:ext cx="0" cy="257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96" name="Line 14">
              <a:extLst>
                <a:ext uri="{FF2B5EF4-FFF2-40B4-BE49-F238E27FC236}">
                  <a16:creationId xmlns:a16="http://schemas.microsoft.com/office/drawing/2014/main" id="{E336F85B-2384-9147-90DF-D98EC092A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400"/>
              <a:ext cx="0" cy="292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97" name="Line 19">
              <a:extLst>
                <a:ext uri="{FF2B5EF4-FFF2-40B4-BE49-F238E27FC236}">
                  <a16:creationId xmlns:a16="http://schemas.microsoft.com/office/drawing/2014/main" id="{9BCE13F5-17A0-874B-9A08-614019864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875"/>
              <a:ext cx="0" cy="312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98" name="Rectangle 31">
              <a:extLst>
                <a:ext uri="{FF2B5EF4-FFF2-40B4-BE49-F238E27FC236}">
                  <a16:creationId xmlns:a16="http://schemas.microsoft.com/office/drawing/2014/main" id="{70D7FBCD-3B86-BC43-B74C-037F3F3B9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605"/>
              <a:ext cx="18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Finite State Diagram	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499" name="Rectangle 33">
              <a:extLst>
                <a:ext uri="{FF2B5EF4-FFF2-40B4-BE49-F238E27FC236}">
                  <a16:creationId xmlns:a16="http://schemas.microsoft.com/office/drawing/2014/main" id="{77D7B67B-1E72-2A41-933F-6485BD8CB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2045"/>
              <a:ext cx="129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Explicit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Next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State</a:t>
              </a:r>
            </a:p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en-US" altLang="zh-CN">
                  <a:ea typeface="宋体" panose="02010600030101010101" pitchFamily="2" charset="-122"/>
                </a:rPr>
                <a:t>Function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	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500" name="Rectangle 35">
              <a:extLst>
                <a:ext uri="{FF2B5EF4-FFF2-40B4-BE49-F238E27FC236}">
                  <a16:creationId xmlns:a16="http://schemas.microsoft.com/office/drawing/2014/main" id="{EA94BFBC-BD22-0C43-A686-2237BFD2D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2658"/>
              <a:ext cx="1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Logic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Equations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501" name="Rectangle 37">
              <a:extLst>
                <a:ext uri="{FF2B5EF4-FFF2-40B4-BE49-F238E27FC236}">
                  <a16:creationId xmlns:a16="http://schemas.microsoft.com/office/drawing/2014/main" id="{85A9444D-0C06-3241-A056-A80828922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42"/>
              <a:ext cx="3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PLA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39624" name="Text Box 24">
            <a:extLst>
              <a:ext uri="{FF2B5EF4-FFF2-40B4-BE49-F238E27FC236}">
                <a16:creationId xmlns:a16="http://schemas.microsoft.com/office/drawing/2014/main" id="{EB7EB75A-A793-A74A-BB7C-A9FB78D12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1988" y="5602288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126994-CFAF-214F-A6D0-E30B1080C143}"/>
              </a:ext>
            </a:extLst>
          </p:cNvPr>
          <p:cNvGrpSpPr>
            <a:grpSpLocks/>
          </p:cNvGrpSpPr>
          <p:nvPr/>
        </p:nvGrpSpPr>
        <p:grpSpPr bwMode="auto">
          <a:xfrm>
            <a:off x="6562725" y="1860550"/>
            <a:ext cx="2516188" cy="3662363"/>
            <a:chOff x="6562725" y="1860550"/>
            <a:chExt cx="2516188" cy="3662363"/>
          </a:xfrm>
        </p:grpSpPr>
        <p:sp>
          <p:nvSpPr>
            <p:cNvPr id="233484" name="Rectangle 5">
              <a:extLst>
                <a:ext uri="{FF2B5EF4-FFF2-40B4-BE49-F238E27FC236}">
                  <a16:creationId xmlns:a16="http://schemas.microsoft.com/office/drawing/2014/main" id="{904E1465-3A6E-C94F-BBA0-6282B8884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2725" y="1860550"/>
              <a:ext cx="2516188" cy="3644900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485" name="Rectangle 7">
              <a:extLst>
                <a:ext uri="{FF2B5EF4-FFF2-40B4-BE49-F238E27FC236}">
                  <a16:creationId xmlns:a16="http://schemas.microsoft.com/office/drawing/2014/main" id="{DCE3ED42-094C-2941-90B8-57AC3366F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425" y="4884738"/>
              <a:ext cx="243840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“</a:t>
              </a:r>
              <a:r>
                <a:rPr lang="en-US" altLang="zh-CN" sz="1800" i="1">
                  <a:solidFill>
                    <a:srgbClr val="0000FF"/>
                  </a:solidFill>
                  <a:ea typeface="宋体" panose="02010600030101010101" pitchFamily="2" charset="-122"/>
                </a:rPr>
                <a:t>microprogrammed control</a:t>
              </a: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”</a:t>
              </a:r>
            </a:p>
          </p:txBody>
        </p:sp>
        <p:sp>
          <p:nvSpPr>
            <p:cNvPr id="233486" name="Line 11">
              <a:extLst>
                <a:ext uri="{FF2B5EF4-FFF2-40B4-BE49-F238E27FC236}">
                  <a16:creationId xmlns:a16="http://schemas.microsoft.com/office/drawing/2014/main" id="{51430AED-A7BA-564F-B234-04F5A7678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250" y="2303463"/>
              <a:ext cx="0" cy="407987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87" name="Line 16">
              <a:extLst>
                <a:ext uri="{FF2B5EF4-FFF2-40B4-BE49-F238E27FC236}">
                  <a16:creationId xmlns:a16="http://schemas.microsoft.com/office/drawing/2014/main" id="{EF8C1CDF-1DA0-C847-AE98-D0074CFE7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6375" y="3217863"/>
              <a:ext cx="15875" cy="476250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88" name="Line 21">
              <a:extLst>
                <a:ext uri="{FF2B5EF4-FFF2-40B4-BE49-F238E27FC236}">
                  <a16:creationId xmlns:a16="http://schemas.microsoft.com/office/drawing/2014/main" id="{6D7F047A-F86F-9E42-96EB-DA6375245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250" y="3941763"/>
              <a:ext cx="0" cy="525462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489" name="Rectangle 32">
              <a:extLst>
                <a:ext uri="{FF2B5EF4-FFF2-40B4-BE49-F238E27FC236}">
                  <a16:creationId xmlns:a16="http://schemas.microsoft.com/office/drawing/2014/main" id="{80045E22-4C45-EF4D-AB0A-94F560420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1200" y="1924050"/>
              <a:ext cx="150018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Microprogram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490" name="Rectangle 34">
              <a:extLst>
                <a:ext uri="{FF2B5EF4-FFF2-40B4-BE49-F238E27FC236}">
                  <a16:creationId xmlns:a16="http://schemas.microsoft.com/office/drawing/2014/main" id="{8A3B23FD-5318-234C-977D-8D1427E6B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900" y="2665413"/>
              <a:ext cx="2270125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Microprogram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counter</a:t>
              </a:r>
            </a:p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+ </a:t>
              </a:r>
              <a:r>
                <a:rPr lang="en-US" altLang="zh-CN">
                  <a:ea typeface="宋体" panose="02010600030101010101" pitchFamily="2" charset="-122"/>
                </a:rPr>
                <a:t>Dispatch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ROMs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491" name="Rectangle 36">
              <a:extLst>
                <a:ext uri="{FF2B5EF4-FFF2-40B4-BE49-F238E27FC236}">
                  <a16:creationId xmlns:a16="http://schemas.microsoft.com/office/drawing/2014/main" id="{4FA45C0F-246A-0641-8A12-20188BB30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63" y="3654425"/>
              <a:ext cx="135413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Truth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Tables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3492" name="Rectangle 38">
              <a:extLst>
                <a:ext uri="{FF2B5EF4-FFF2-40B4-BE49-F238E27FC236}">
                  <a16:creationId xmlns:a16="http://schemas.microsoft.com/office/drawing/2014/main" id="{7334082E-9427-024D-90E5-31CBE97CE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2838" y="4446588"/>
              <a:ext cx="638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ROM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15753" name="Text Box 41">
            <a:extLst>
              <a:ext uri="{FF2B5EF4-FFF2-40B4-BE49-F238E27FC236}">
                <a16:creationId xmlns:a16="http://schemas.microsoft.com/office/drawing/2014/main" id="{8FC42EAF-48D0-324F-ACC9-AF7EC982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011363"/>
            <a:ext cx="2963862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8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多周期数据通路的控制更复杂，体现在：每个指令有多个周期，每个周期控制信号取值不同！</a:t>
            </a:r>
          </a:p>
        </p:txBody>
      </p:sp>
      <p:sp>
        <p:nvSpPr>
          <p:cNvPr id="115754" name="Text Box 42">
            <a:extLst>
              <a:ext uri="{FF2B5EF4-FFF2-40B4-BE49-F238E27FC236}">
                <a16:creationId xmlns:a16="http://schemas.microsoft.com/office/drawing/2014/main" id="{BFB1895B-FD3C-9841-A59E-F8F3C6B28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6272213"/>
            <a:ext cx="1538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SKIP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35" grpId="0"/>
      <p:bldP spid="115742" grpId="0"/>
      <p:bldP spid="239624" grpId="0"/>
      <p:bldP spid="115753" grpId="0"/>
      <p:bldP spid="11575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45CA6824-813D-0D4D-84DD-0B337F398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9914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复习：单周期数据通路（</a:t>
            </a:r>
            <a:r>
              <a:rPr lang="en-US" altLang="zh-CN">
                <a:ea typeface="宋体" panose="02010600030101010101" pitchFamily="2" charset="-122"/>
              </a:rPr>
              <a:t>The Main Control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35523" name="Oval 3">
            <a:extLst>
              <a:ext uri="{FF2B5EF4-FFF2-40B4-BE49-F238E27FC236}">
                <a16:creationId xmlns:a16="http://schemas.microsoft.com/office/drawing/2014/main" id="{EABC2D8A-8D72-9C4C-B992-68D87E351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24" name="Line 4">
            <a:extLst>
              <a:ext uri="{FF2B5EF4-FFF2-40B4-BE49-F238E27FC236}">
                <a16:creationId xmlns:a16="http://schemas.microsoft.com/office/drawing/2014/main" id="{3F408F6C-6BE9-7D4E-BC23-2ECEA2963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25" name="Oval 5">
            <a:extLst>
              <a:ext uri="{FF2B5EF4-FFF2-40B4-BE49-F238E27FC236}">
                <a16:creationId xmlns:a16="http://schemas.microsoft.com/office/drawing/2014/main" id="{EC72F76D-0E50-4248-BCDD-EE2B93864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26" name="Line 6">
            <a:extLst>
              <a:ext uri="{FF2B5EF4-FFF2-40B4-BE49-F238E27FC236}">
                <a16:creationId xmlns:a16="http://schemas.microsoft.com/office/drawing/2014/main" id="{5D2E1071-6504-8A4C-ADB2-8650BB54D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27" name="Oval 7">
            <a:extLst>
              <a:ext uri="{FF2B5EF4-FFF2-40B4-BE49-F238E27FC236}">
                <a16:creationId xmlns:a16="http://schemas.microsoft.com/office/drawing/2014/main" id="{C049A7D2-8EB2-1548-B1DE-97447A2E5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28" name="Line 8">
            <a:extLst>
              <a:ext uri="{FF2B5EF4-FFF2-40B4-BE49-F238E27FC236}">
                <a16:creationId xmlns:a16="http://schemas.microsoft.com/office/drawing/2014/main" id="{9508E345-8316-7D43-9F54-265D72C2B2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29" name="Oval 9">
            <a:extLst>
              <a:ext uri="{FF2B5EF4-FFF2-40B4-BE49-F238E27FC236}">
                <a16:creationId xmlns:a16="http://schemas.microsoft.com/office/drawing/2014/main" id="{7C7779D3-CE6C-254F-BF78-99300F9C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30" name="Line 10">
            <a:extLst>
              <a:ext uri="{FF2B5EF4-FFF2-40B4-BE49-F238E27FC236}">
                <a16:creationId xmlns:a16="http://schemas.microsoft.com/office/drawing/2014/main" id="{0401720B-73C4-934C-A5F2-2182BAB3DF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1" name="Oval 11">
            <a:extLst>
              <a:ext uri="{FF2B5EF4-FFF2-40B4-BE49-F238E27FC236}">
                <a16:creationId xmlns:a16="http://schemas.microsoft.com/office/drawing/2014/main" id="{4307238D-38D1-B743-A23B-92F09088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32" name="Line 12">
            <a:extLst>
              <a:ext uri="{FF2B5EF4-FFF2-40B4-BE49-F238E27FC236}">
                <a16:creationId xmlns:a16="http://schemas.microsoft.com/office/drawing/2014/main" id="{D46EEAC3-35CD-6944-A1AC-747E826B95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3" name="Oval 13">
            <a:extLst>
              <a:ext uri="{FF2B5EF4-FFF2-40B4-BE49-F238E27FC236}">
                <a16:creationId xmlns:a16="http://schemas.microsoft.com/office/drawing/2014/main" id="{2CD7AFDE-E907-134D-8BBC-1F07DA5D4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34" name="Line 14">
            <a:extLst>
              <a:ext uri="{FF2B5EF4-FFF2-40B4-BE49-F238E27FC236}">
                <a16:creationId xmlns:a16="http://schemas.microsoft.com/office/drawing/2014/main" id="{3A00F1EC-550B-FD42-B1E7-CE337AB98F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5" name="Line 15">
            <a:extLst>
              <a:ext uri="{FF2B5EF4-FFF2-40B4-BE49-F238E27FC236}">
                <a16:creationId xmlns:a16="http://schemas.microsoft.com/office/drawing/2014/main" id="{2B8B08F8-4DA8-0548-ABE0-85D0E119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6" name="Line 16">
            <a:extLst>
              <a:ext uri="{FF2B5EF4-FFF2-40B4-BE49-F238E27FC236}">
                <a16:creationId xmlns:a16="http://schemas.microsoft.com/office/drawing/2014/main" id="{5D885F99-ED0E-D247-858B-19D3394BD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7" name="Line 17">
            <a:extLst>
              <a:ext uri="{FF2B5EF4-FFF2-40B4-BE49-F238E27FC236}">
                <a16:creationId xmlns:a16="http://schemas.microsoft.com/office/drawing/2014/main" id="{8D20CA13-23F8-3442-8318-52849084B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8" name="Arc 18">
            <a:extLst>
              <a:ext uri="{FF2B5EF4-FFF2-40B4-BE49-F238E27FC236}">
                <a16:creationId xmlns:a16="http://schemas.microsoft.com/office/drawing/2014/main" id="{C7BBC956-BC83-E94A-9055-3F873A11D8A5}"/>
              </a:ext>
            </a:extLst>
          </p:cNvPr>
          <p:cNvSpPr>
            <a:spLocks/>
          </p:cNvSpPr>
          <p:nvPr/>
        </p:nvSpPr>
        <p:spPr bwMode="auto">
          <a:xfrm>
            <a:off x="11430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39" name="Arc 19">
            <a:extLst>
              <a:ext uri="{FF2B5EF4-FFF2-40B4-BE49-F238E27FC236}">
                <a16:creationId xmlns:a16="http://schemas.microsoft.com/office/drawing/2014/main" id="{0F0FCDDC-A06E-884D-B74F-8299C83C8E04}"/>
              </a:ext>
            </a:extLst>
          </p:cNvPr>
          <p:cNvSpPr>
            <a:spLocks/>
          </p:cNvSpPr>
          <p:nvPr/>
        </p:nvSpPr>
        <p:spPr bwMode="auto">
          <a:xfrm>
            <a:off x="7000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0" name="Line 20">
            <a:extLst>
              <a:ext uri="{FF2B5EF4-FFF2-40B4-BE49-F238E27FC236}">
                <a16:creationId xmlns:a16="http://schemas.microsoft.com/office/drawing/2014/main" id="{99E58660-D60E-6445-A22D-DDCEAD5A5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1" name="Oval 21">
            <a:extLst>
              <a:ext uri="{FF2B5EF4-FFF2-40B4-BE49-F238E27FC236}">
                <a16:creationId xmlns:a16="http://schemas.microsoft.com/office/drawing/2014/main" id="{7A60D570-1F2C-7D4E-8582-44CDD8A9B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42" name="Line 22">
            <a:extLst>
              <a:ext uri="{FF2B5EF4-FFF2-40B4-BE49-F238E27FC236}">
                <a16:creationId xmlns:a16="http://schemas.microsoft.com/office/drawing/2014/main" id="{B688FA72-393E-204E-9BCE-F04AB85C9D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3" name="Oval 23">
            <a:extLst>
              <a:ext uri="{FF2B5EF4-FFF2-40B4-BE49-F238E27FC236}">
                <a16:creationId xmlns:a16="http://schemas.microsoft.com/office/drawing/2014/main" id="{BEA70E89-D3F9-2C45-A12D-E87850E17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44" name="Line 24">
            <a:extLst>
              <a:ext uri="{FF2B5EF4-FFF2-40B4-BE49-F238E27FC236}">
                <a16:creationId xmlns:a16="http://schemas.microsoft.com/office/drawing/2014/main" id="{8BF9D5C1-F4E0-FB45-B060-A1E1AC4327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5" name="Line 25">
            <a:extLst>
              <a:ext uri="{FF2B5EF4-FFF2-40B4-BE49-F238E27FC236}">
                <a16:creationId xmlns:a16="http://schemas.microsoft.com/office/drawing/2014/main" id="{6A2350AB-C6F4-794F-B26C-490DC60D65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1206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6" name="Oval 26">
            <a:extLst>
              <a:ext uri="{FF2B5EF4-FFF2-40B4-BE49-F238E27FC236}">
                <a16:creationId xmlns:a16="http://schemas.microsoft.com/office/drawing/2014/main" id="{C7007EB3-B9C8-4442-A9C7-C8FA358B2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47" name="Line 27">
            <a:extLst>
              <a:ext uri="{FF2B5EF4-FFF2-40B4-BE49-F238E27FC236}">
                <a16:creationId xmlns:a16="http://schemas.microsoft.com/office/drawing/2014/main" id="{FA74DCBB-42E3-7248-9FE9-8A8EDE6C7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8" name="Line 28">
            <a:extLst>
              <a:ext uri="{FF2B5EF4-FFF2-40B4-BE49-F238E27FC236}">
                <a16:creationId xmlns:a16="http://schemas.microsoft.com/office/drawing/2014/main" id="{4D68FF18-CA48-2A4A-AB1A-FF8A83FB30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49" name="Line 29">
            <a:extLst>
              <a:ext uri="{FF2B5EF4-FFF2-40B4-BE49-F238E27FC236}">
                <a16:creationId xmlns:a16="http://schemas.microsoft.com/office/drawing/2014/main" id="{0FAF37CF-E570-424E-995D-7416333BC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0" name="Line 30">
            <a:extLst>
              <a:ext uri="{FF2B5EF4-FFF2-40B4-BE49-F238E27FC236}">
                <a16:creationId xmlns:a16="http://schemas.microsoft.com/office/drawing/2014/main" id="{F9B1C3E1-FF4A-3C4E-BAC5-D17815C8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1" name="Line 31">
            <a:extLst>
              <a:ext uri="{FF2B5EF4-FFF2-40B4-BE49-F238E27FC236}">
                <a16:creationId xmlns:a16="http://schemas.microsoft.com/office/drawing/2014/main" id="{44D744F5-0D42-3340-B095-2B08924BE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2" name="Arc 32">
            <a:extLst>
              <a:ext uri="{FF2B5EF4-FFF2-40B4-BE49-F238E27FC236}">
                <a16:creationId xmlns:a16="http://schemas.microsoft.com/office/drawing/2014/main" id="{CC395C5E-E63B-6B4D-A048-30E95D8CF59D}"/>
              </a:ext>
            </a:extLst>
          </p:cNvPr>
          <p:cNvSpPr>
            <a:spLocks/>
          </p:cNvSpPr>
          <p:nvPr/>
        </p:nvSpPr>
        <p:spPr bwMode="auto">
          <a:xfrm>
            <a:off x="22098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3" name="Arc 33">
            <a:extLst>
              <a:ext uri="{FF2B5EF4-FFF2-40B4-BE49-F238E27FC236}">
                <a16:creationId xmlns:a16="http://schemas.microsoft.com/office/drawing/2014/main" id="{797ED371-8564-2849-8D61-BA0BAFF46318}"/>
              </a:ext>
            </a:extLst>
          </p:cNvPr>
          <p:cNvSpPr>
            <a:spLocks/>
          </p:cNvSpPr>
          <p:nvPr/>
        </p:nvSpPr>
        <p:spPr bwMode="auto">
          <a:xfrm>
            <a:off x="17668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4" name="Line 34">
            <a:extLst>
              <a:ext uri="{FF2B5EF4-FFF2-40B4-BE49-F238E27FC236}">
                <a16:creationId xmlns:a16="http://schemas.microsoft.com/office/drawing/2014/main" id="{3571FE31-D21D-944E-B93E-2CDBCB802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5" name="Line 35">
            <a:extLst>
              <a:ext uri="{FF2B5EF4-FFF2-40B4-BE49-F238E27FC236}">
                <a16:creationId xmlns:a16="http://schemas.microsoft.com/office/drawing/2014/main" id="{DF0D1A60-F2BB-964F-9F3C-D6726BE7B6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9779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6" name="Oval 36">
            <a:extLst>
              <a:ext uri="{FF2B5EF4-FFF2-40B4-BE49-F238E27FC236}">
                <a16:creationId xmlns:a16="http://schemas.microsoft.com/office/drawing/2014/main" id="{1DAF848F-7296-534C-A0EE-D553F2CA8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57" name="Line 37">
            <a:extLst>
              <a:ext uri="{FF2B5EF4-FFF2-40B4-BE49-F238E27FC236}">
                <a16:creationId xmlns:a16="http://schemas.microsoft.com/office/drawing/2014/main" id="{F6838D80-7B73-364A-8FA2-F1A655ABB8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8" name="Oval 38">
            <a:extLst>
              <a:ext uri="{FF2B5EF4-FFF2-40B4-BE49-F238E27FC236}">
                <a16:creationId xmlns:a16="http://schemas.microsoft.com/office/drawing/2014/main" id="{EEA20B8E-7819-FB48-BC53-770F3865B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59" name="Line 39">
            <a:extLst>
              <a:ext uri="{FF2B5EF4-FFF2-40B4-BE49-F238E27FC236}">
                <a16:creationId xmlns:a16="http://schemas.microsoft.com/office/drawing/2014/main" id="{54C60929-2D7E-134A-A917-48D7AAD2C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0" name="Oval 40">
            <a:extLst>
              <a:ext uri="{FF2B5EF4-FFF2-40B4-BE49-F238E27FC236}">
                <a16:creationId xmlns:a16="http://schemas.microsoft.com/office/drawing/2014/main" id="{8455A05F-4A89-6149-858F-ADAF9973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61" name="Line 41">
            <a:extLst>
              <a:ext uri="{FF2B5EF4-FFF2-40B4-BE49-F238E27FC236}">
                <a16:creationId xmlns:a16="http://schemas.microsoft.com/office/drawing/2014/main" id="{A488B578-2ED9-1645-B287-56AED0C18D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2" name="Line 42">
            <a:extLst>
              <a:ext uri="{FF2B5EF4-FFF2-40B4-BE49-F238E27FC236}">
                <a16:creationId xmlns:a16="http://schemas.microsoft.com/office/drawing/2014/main" id="{234FBA11-C4BF-0447-9B01-9FB7A7DA4E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3" name="Line 43">
            <a:extLst>
              <a:ext uri="{FF2B5EF4-FFF2-40B4-BE49-F238E27FC236}">
                <a16:creationId xmlns:a16="http://schemas.microsoft.com/office/drawing/2014/main" id="{DB3C1186-0C81-0247-A9EB-BEC11A376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4" name="Line 44">
            <a:extLst>
              <a:ext uri="{FF2B5EF4-FFF2-40B4-BE49-F238E27FC236}">
                <a16:creationId xmlns:a16="http://schemas.microsoft.com/office/drawing/2014/main" id="{B2B3085E-B70B-814E-B758-17576894A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1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5" name="Line 45">
            <a:extLst>
              <a:ext uri="{FF2B5EF4-FFF2-40B4-BE49-F238E27FC236}">
                <a16:creationId xmlns:a16="http://schemas.microsoft.com/office/drawing/2014/main" id="{9500B3B6-0A21-ED42-B0E8-645DAAE11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6" name="Line 46">
            <a:extLst>
              <a:ext uri="{FF2B5EF4-FFF2-40B4-BE49-F238E27FC236}">
                <a16:creationId xmlns:a16="http://schemas.microsoft.com/office/drawing/2014/main" id="{4CB0A11D-148B-DF42-BB88-9C8164E49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7" name="Arc 47">
            <a:extLst>
              <a:ext uri="{FF2B5EF4-FFF2-40B4-BE49-F238E27FC236}">
                <a16:creationId xmlns:a16="http://schemas.microsoft.com/office/drawing/2014/main" id="{5D5FBD91-AA54-9445-85D0-161757CB3476}"/>
              </a:ext>
            </a:extLst>
          </p:cNvPr>
          <p:cNvSpPr>
            <a:spLocks/>
          </p:cNvSpPr>
          <p:nvPr/>
        </p:nvSpPr>
        <p:spPr bwMode="auto">
          <a:xfrm>
            <a:off x="32766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8" name="Arc 48">
            <a:extLst>
              <a:ext uri="{FF2B5EF4-FFF2-40B4-BE49-F238E27FC236}">
                <a16:creationId xmlns:a16="http://schemas.microsoft.com/office/drawing/2014/main" id="{B4D12083-0CB1-F649-A5DC-3A0AD5B5B50E}"/>
              </a:ext>
            </a:extLst>
          </p:cNvPr>
          <p:cNvSpPr>
            <a:spLocks/>
          </p:cNvSpPr>
          <p:nvPr/>
        </p:nvSpPr>
        <p:spPr bwMode="auto">
          <a:xfrm>
            <a:off x="28336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9" name="Line 49">
            <a:extLst>
              <a:ext uri="{FF2B5EF4-FFF2-40B4-BE49-F238E27FC236}">
                <a16:creationId xmlns:a16="http://schemas.microsoft.com/office/drawing/2014/main" id="{AD0F0596-113E-5C41-999D-F0076CAD4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0" name="Line 50">
            <a:extLst>
              <a:ext uri="{FF2B5EF4-FFF2-40B4-BE49-F238E27FC236}">
                <a16:creationId xmlns:a16="http://schemas.microsoft.com/office/drawing/2014/main" id="{E53B1B0F-0394-8C4E-9CCD-E35B61744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9779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1" name="Oval 51">
            <a:extLst>
              <a:ext uri="{FF2B5EF4-FFF2-40B4-BE49-F238E27FC236}">
                <a16:creationId xmlns:a16="http://schemas.microsoft.com/office/drawing/2014/main" id="{F3F2FA4A-8A14-8043-8558-C35D569D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72" name="Line 52">
            <a:extLst>
              <a:ext uri="{FF2B5EF4-FFF2-40B4-BE49-F238E27FC236}">
                <a16:creationId xmlns:a16="http://schemas.microsoft.com/office/drawing/2014/main" id="{E482CD7A-F4D8-E846-9A94-20037C54A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3" name="Line 53">
            <a:extLst>
              <a:ext uri="{FF2B5EF4-FFF2-40B4-BE49-F238E27FC236}">
                <a16:creationId xmlns:a16="http://schemas.microsoft.com/office/drawing/2014/main" id="{09D8B989-326A-E343-8AF8-8CD42A07E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130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4" name="Oval 54">
            <a:extLst>
              <a:ext uri="{FF2B5EF4-FFF2-40B4-BE49-F238E27FC236}">
                <a16:creationId xmlns:a16="http://schemas.microsoft.com/office/drawing/2014/main" id="{80AA21AF-D3EF-114C-AE63-2CA31F783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75" name="Line 55">
            <a:extLst>
              <a:ext uri="{FF2B5EF4-FFF2-40B4-BE49-F238E27FC236}">
                <a16:creationId xmlns:a16="http://schemas.microsoft.com/office/drawing/2014/main" id="{BA87136D-7129-B14B-899D-443D03DCD3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6" name="Line 56">
            <a:extLst>
              <a:ext uri="{FF2B5EF4-FFF2-40B4-BE49-F238E27FC236}">
                <a16:creationId xmlns:a16="http://schemas.microsoft.com/office/drawing/2014/main" id="{F2838DB4-DC7E-6545-8A57-3E949701D3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7" name="Line 57">
            <a:extLst>
              <a:ext uri="{FF2B5EF4-FFF2-40B4-BE49-F238E27FC236}">
                <a16:creationId xmlns:a16="http://schemas.microsoft.com/office/drawing/2014/main" id="{3E99C012-012F-FB48-960C-3D5B5B5607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8" name="Line 58">
            <a:extLst>
              <a:ext uri="{FF2B5EF4-FFF2-40B4-BE49-F238E27FC236}">
                <a16:creationId xmlns:a16="http://schemas.microsoft.com/office/drawing/2014/main" id="{A5C29762-D3BB-5148-9C91-9A7AD168B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9" name="Line 59">
            <a:extLst>
              <a:ext uri="{FF2B5EF4-FFF2-40B4-BE49-F238E27FC236}">
                <a16:creationId xmlns:a16="http://schemas.microsoft.com/office/drawing/2014/main" id="{21DBF250-9CFA-BE4B-B766-398608C13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0" name="Line 60">
            <a:extLst>
              <a:ext uri="{FF2B5EF4-FFF2-40B4-BE49-F238E27FC236}">
                <a16:creationId xmlns:a16="http://schemas.microsoft.com/office/drawing/2014/main" id="{A393FDA5-8C5F-D141-925A-1AC6DC96B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1" name="Arc 61">
            <a:extLst>
              <a:ext uri="{FF2B5EF4-FFF2-40B4-BE49-F238E27FC236}">
                <a16:creationId xmlns:a16="http://schemas.microsoft.com/office/drawing/2014/main" id="{9675187B-69A5-1C43-8811-499E1EED88B6}"/>
              </a:ext>
            </a:extLst>
          </p:cNvPr>
          <p:cNvSpPr>
            <a:spLocks/>
          </p:cNvSpPr>
          <p:nvPr/>
        </p:nvSpPr>
        <p:spPr bwMode="auto">
          <a:xfrm>
            <a:off x="43434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2" name="Arc 62">
            <a:extLst>
              <a:ext uri="{FF2B5EF4-FFF2-40B4-BE49-F238E27FC236}">
                <a16:creationId xmlns:a16="http://schemas.microsoft.com/office/drawing/2014/main" id="{3A1C7699-A6FB-BD44-930A-B188458D0A5B}"/>
              </a:ext>
            </a:extLst>
          </p:cNvPr>
          <p:cNvSpPr>
            <a:spLocks/>
          </p:cNvSpPr>
          <p:nvPr/>
        </p:nvSpPr>
        <p:spPr bwMode="auto">
          <a:xfrm>
            <a:off x="39004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3" name="Line 63">
            <a:extLst>
              <a:ext uri="{FF2B5EF4-FFF2-40B4-BE49-F238E27FC236}">
                <a16:creationId xmlns:a16="http://schemas.microsoft.com/office/drawing/2014/main" id="{081D3C90-2BE8-C74E-9162-A1263708B3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4" name="Oval 64">
            <a:extLst>
              <a:ext uri="{FF2B5EF4-FFF2-40B4-BE49-F238E27FC236}">
                <a16:creationId xmlns:a16="http://schemas.microsoft.com/office/drawing/2014/main" id="{9BC28376-A8EF-E345-8ACA-BE88F7DE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85" name="Line 65">
            <a:extLst>
              <a:ext uri="{FF2B5EF4-FFF2-40B4-BE49-F238E27FC236}">
                <a16:creationId xmlns:a16="http://schemas.microsoft.com/office/drawing/2014/main" id="{1E3C03F0-C0FE-0E4E-9567-3DD5B7446D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6" name="Oval 66">
            <a:extLst>
              <a:ext uri="{FF2B5EF4-FFF2-40B4-BE49-F238E27FC236}">
                <a16:creationId xmlns:a16="http://schemas.microsoft.com/office/drawing/2014/main" id="{0415CF01-C898-0B42-81CE-28E1F0A7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87" name="Line 67">
            <a:extLst>
              <a:ext uri="{FF2B5EF4-FFF2-40B4-BE49-F238E27FC236}">
                <a16:creationId xmlns:a16="http://schemas.microsoft.com/office/drawing/2014/main" id="{7DBF4E13-3F3D-F94B-9031-62EDDFBD6D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8" name="Oval 68">
            <a:extLst>
              <a:ext uri="{FF2B5EF4-FFF2-40B4-BE49-F238E27FC236}">
                <a16:creationId xmlns:a16="http://schemas.microsoft.com/office/drawing/2014/main" id="{1E09FCD0-BEBC-D646-8B57-C1B58148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89" name="Line 69">
            <a:extLst>
              <a:ext uri="{FF2B5EF4-FFF2-40B4-BE49-F238E27FC236}">
                <a16:creationId xmlns:a16="http://schemas.microsoft.com/office/drawing/2014/main" id="{47131322-CB59-0943-BDE0-99AA778CD1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0" name="Line 70">
            <a:extLst>
              <a:ext uri="{FF2B5EF4-FFF2-40B4-BE49-F238E27FC236}">
                <a16:creationId xmlns:a16="http://schemas.microsoft.com/office/drawing/2014/main" id="{3CA41946-69A8-514A-BF1A-BB73BF7B9D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1206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1" name="Oval 71">
            <a:extLst>
              <a:ext uri="{FF2B5EF4-FFF2-40B4-BE49-F238E27FC236}">
                <a16:creationId xmlns:a16="http://schemas.microsoft.com/office/drawing/2014/main" id="{7E89D182-AEC7-4D42-A84A-A61F221B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92" name="Line 72">
            <a:extLst>
              <a:ext uri="{FF2B5EF4-FFF2-40B4-BE49-F238E27FC236}">
                <a16:creationId xmlns:a16="http://schemas.microsoft.com/office/drawing/2014/main" id="{E43E6C85-3CDC-E14F-8C34-F7C5AB0945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3" name="Oval 73">
            <a:extLst>
              <a:ext uri="{FF2B5EF4-FFF2-40B4-BE49-F238E27FC236}">
                <a16:creationId xmlns:a16="http://schemas.microsoft.com/office/drawing/2014/main" id="{F3C0FB59-B7F0-1745-91C5-3DABA29B8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94" name="Line 74">
            <a:extLst>
              <a:ext uri="{FF2B5EF4-FFF2-40B4-BE49-F238E27FC236}">
                <a16:creationId xmlns:a16="http://schemas.microsoft.com/office/drawing/2014/main" id="{F6C03D63-849A-1940-871F-9C6282191C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5" name="Line 75">
            <a:extLst>
              <a:ext uri="{FF2B5EF4-FFF2-40B4-BE49-F238E27FC236}">
                <a16:creationId xmlns:a16="http://schemas.microsoft.com/office/drawing/2014/main" id="{A48DD4ED-AD1B-0247-B05C-C9741826C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6" name="Line 76">
            <a:extLst>
              <a:ext uri="{FF2B5EF4-FFF2-40B4-BE49-F238E27FC236}">
                <a16:creationId xmlns:a16="http://schemas.microsoft.com/office/drawing/2014/main" id="{F3BCD6D4-AA77-2643-9491-B9F74D211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2525" y="1670050"/>
            <a:ext cx="0" cy="307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7" name="Line 77">
            <a:extLst>
              <a:ext uri="{FF2B5EF4-FFF2-40B4-BE49-F238E27FC236}">
                <a16:creationId xmlns:a16="http://schemas.microsoft.com/office/drawing/2014/main" id="{AD26F9DC-D7F1-CC46-902F-4EC7600C0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5" y="1670050"/>
            <a:ext cx="0" cy="307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8" name="Arc 78">
            <a:extLst>
              <a:ext uri="{FF2B5EF4-FFF2-40B4-BE49-F238E27FC236}">
                <a16:creationId xmlns:a16="http://schemas.microsoft.com/office/drawing/2014/main" id="{DFA24BF9-0811-E044-9CB6-E6BF0ABED3BC}"/>
              </a:ext>
            </a:extLst>
          </p:cNvPr>
          <p:cNvSpPr>
            <a:spLocks/>
          </p:cNvSpPr>
          <p:nvPr/>
        </p:nvSpPr>
        <p:spPr bwMode="auto">
          <a:xfrm>
            <a:off x="54102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9" name="Arc 79">
            <a:extLst>
              <a:ext uri="{FF2B5EF4-FFF2-40B4-BE49-F238E27FC236}">
                <a16:creationId xmlns:a16="http://schemas.microsoft.com/office/drawing/2014/main" id="{C6311B72-288A-A949-AEE1-8856F5D76024}"/>
              </a:ext>
            </a:extLst>
          </p:cNvPr>
          <p:cNvSpPr>
            <a:spLocks/>
          </p:cNvSpPr>
          <p:nvPr/>
        </p:nvSpPr>
        <p:spPr bwMode="auto">
          <a:xfrm>
            <a:off x="49672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0" name="Line 80">
            <a:extLst>
              <a:ext uri="{FF2B5EF4-FFF2-40B4-BE49-F238E27FC236}">
                <a16:creationId xmlns:a16="http://schemas.microsoft.com/office/drawing/2014/main" id="{F9E258B4-2297-B449-9E75-20959A5DA1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1" name="Oval 81">
            <a:extLst>
              <a:ext uri="{FF2B5EF4-FFF2-40B4-BE49-F238E27FC236}">
                <a16:creationId xmlns:a16="http://schemas.microsoft.com/office/drawing/2014/main" id="{22121007-0E9E-2143-A41F-842D777AD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02" name="Line 82">
            <a:extLst>
              <a:ext uri="{FF2B5EF4-FFF2-40B4-BE49-F238E27FC236}">
                <a16:creationId xmlns:a16="http://schemas.microsoft.com/office/drawing/2014/main" id="{CDD90C92-BB7E-1A4F-9E4E-7F7334FE92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3" name="Oval 83">
            <a:extLst>
              <a:ext uri="{FF2B5EF4-FFF2-40B4-BE49-F238E27FC236}">
                <a16:creationId xmlns:a16="http://schemas.microsoft.com/office/drawing/2014/main" id="{C1DB78D0-C350-9F47-9ADB-8371ED4D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4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04" name="Line 84">
            <a:extLst>
              <a:ext uri="{FF2B5EF4-FFF2-40B4-BE49-F238E27FC236}">
                <a16:creationId xmlns:a16="http://schemas.microsoft.com/office/drawing/2014/main" id="{17E9741E-E550-B04C-98CE-0A4226EFF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5" name="Oval 85">
            <a:extLst>
              <a:ext uri="{FF2B5EF4-FFF2-40B4-BE49-F238E27FC236}">
                <a16:creationId xmlns:a16="http://schemas.microsoft.com/office/drawing/2014/main" id="{8D5F589A-3111-E44F-B9EA-7EB9CEFDB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06" name="Line 86">
            <a:extLst>
              <a:ext uri="{FF2B5EF4-FFF2-40B4-BE49-F238E27FC236}">
                <a16:creationId xmlns:a16="http://schemas.microsoft.com/office/drawing/2014/main" id="{2598A89C-D681-6E41-9722-8A76DC1042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7" name="Oval 87">
            <a:extLst>
              <a:ext uri="{FF2B5EF4-FFF2-40B4-BE49-F238E27FC236}">
                <a16:creationId xmlns:a16="http://schemas.microsoft.com/office/drawing/2014/main" id="{0D7B692F-C692-104B-994F-20B49736C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08" name="Line 88">
            <a:extLst>
              <a:ext uri="{FF2B5EF4-FFF2-40B4-BE49-F238E27FC236}">
                <a16:creationId xmlns:a16="http://schemas.microsoft.com/office/drawing/2014/main" id="{7CEFF890-5FB5-A746-9F5E-9A92CDF4A9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9" name="Line 89">
            <a:extLst>
              <a:ext uri="{FF2B5EF4-FFF2-40B4-BE49-F238E27FC236}">
                <a16:creationId xmlns:a16="http://schemas.microsoft.com/office/drawing/2014/main" id="{58540567-F50A-5342-A305-1935CE7304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0" name="Oval 90">
            <a:extLst>
              <a:ext uri="{FF2B5EF4-FFF2-40B4-BE49-F238E27FC236}">
                <a16:creationId xmlns:a16="http://schemas.microsoft.com/office/drawing/2014/main" id="{8F87DB57-1700-974F-97CE-DFB123567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11" name="Line 91">
            <a:extLst>
              <a:ext uri="{FF2B5EF4-FFF2-40B4-BE49-F238E27FC236}">
                <a16:creationId xmlns:a16="http://schemas.microsoft.com/office/drawing/2014/main" id="{C1B22C7D-2078-AB4D-BA16-C41D500FAE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2" name="Line 92">
            <a:extLst>
              <a:ext uri="{FF2B5EF4-FFF2-40B4-BE49-F238E27FC236}">
                <a16:creationId xmlns:a16="http://schemas.microsoft.com/office/drawing/2014/main" id="{FAF257A8-A2B4-6D4E-B391-AFC263920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2975" y="1676400"/>
            <a:ext cx="908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3" name="Line 93">
            <a:extLst>
              <a:ext uri="{FF2B5EF4-FFF2-40B4-BE49-F238E27FC236}">
                <a16:creationId xmlns:a16="http://schemas.microsoft.com/office/drawing/2014/main" id="{DFA92AFF-3AD8-C345-8A20-D414A915F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4088" y="1674813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4" name="Line 94">
            <a:extLst>
              <a:ext uri="{FF2B5EF4-FFF2-40B4-BE49-F238E27FC236}">
                <a16:creationId xmlns:a16="http://schemas.microsoft.com/office/drawing/2014/main" id="{E0CE315F-EEF4-8241-B0C4-CB7FAA110C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9913" y="1670050"/>
            <a:ext cx="0" cy="312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5" name="Arc 95">
            <a:extLst>
              <a:ext uri="{FF2B5EF4-FFF2-40B4-BE49-F238E27FC236}">
                <a16:creationId xmlns:a16="http://schemas.microsoft.com/office/drawing/2014/main" id="{7CEF1D20-A270-2242-A209-42CCD210FC13}"/>
              </a:ext>
            </a:extLst>
          </p:cNvPr>
          <p:cNvSpPr>
            <a:spLocks/>
          </p:cNvSpPr>
          <p:nvPr/>
        </p:nvSpPr>
        <p:spPr bwMode="auto">
          <a:xfrm>
            <a:off x="6477000" y="1981200"/>
            <a:ext cx="444500" cy="3683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6" name="Arc 96">
            <a:extLst>
              <a:ext uri="{FF2B5EF4-FFF2-40B4-BE49-F238E27FC236}">
                <a16:creationId xmlns:a16="http://schemas.microsoft.com/office/drawing/2014/main" id="{330AD2AF-EC32-6745-BC67-6F8875360995}"/>
              </a:ext>
            </a:extLst>
          </p:cNvPr>
          <p:cNvSpPr>
            <a:spLocks/>
          </p:cNvSpPr>
          <p:nvPr/>
        </p:nvSpPr>
        <p:spPr bwMode="auto">
          <a:xfrm>
            <a:off x="6034088" y="1981200"/>
            <a:ext cx="444500" cy="3683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7" name="Line 97">
            <a:extLst>
              <a:ext uri="{FF2B5EF4-FFF2-40B4-BE49-F238E27FC236}">
                <a16:creationId xmlns:a16="http://schemas.microsoft.com/office/drawing/2014/main" id="{936429F4-7AE8-CE41-96F2-AB6B65904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8" name="Line 98">
            <a:extLst>
              <a:ext uri="{FF2B5EF4-FFF2-40B4-BE49-F238E27FC236}">
                <a16:creationId xmlns:a16="http://schemas.microsoft.com/office/drawing/2014/main" id="{5F4C5D8F-709C-3B4D-9A41-D296131D53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1130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9" name="Rectangle 99">
            <a:extLst>
              <a:ext uri="{FF2B5EF4-FFF2-40B4-BE49-F238E27FC236}">
                <a16:creationId xmlns:a16="http://schemas.microsoft.com/office/drawing/2014/main" id="{6109BB28-B2A8-8B42-9C70-B11E1910F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63" y="1060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20" name="Rectangle 100">
            <a:extLst>
              <a:ext uri="{FF2B5EF4-FFF2-40B4-BE49-F238E27FC236}">
                <a16:creationId xmlns:a16="http://schemas.microsoft.com/office/drawing/2014/main" id="{A4FFF5A4-E327-F04B-A4F5-B7F3034B5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21" name="Rectangle 101">
            <a:extLst>
              <a:ext uri="{FF2B5EF4-FFF2-40B4-BE49-F238E27FC236}">
                <a16:creationId xmlns:a16="http://schemas.microsoft.com/office/drawing/2014/main" id="{33EBE70B-76E0-144F-8E9D-A8415275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22" name="Rectangle 102">
            <a:extLst>
              <a:ext uri="{FF2B5EF4-FFF2-40B4-BE49-F238E27FC236}">
                <a16:creationId xmlns:a16="http://schemas.microsoft.com/office/drawing/2014/main" id="{E0211F73-E19C-0648-A3C8-D861C0267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23" name="Rectangle 103">
            <a:extLst>
              <a:ext uri="{FF2B5EF4-FFF2-40B4-BE49-F238E27FC236}">
                <a16:creationId xmlns:a16="http://schemas.microsoft.com/office/drawing/2014/main" id="{0DF92617-35DA-3A48-9E0E-BAA432E96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24" name="Rectangle 104">
            <a:extLst>
              <a:ext uri="{FF2B5EF4-FFF2-40B4-BE49-F238E27FC236}">
                <a16:creationId xmlns:a16="http://schemas.microsoft.com/office/drawing/2014/main" id="{26DDE717-7E4D-AD47-AA08-4809DB73F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25" name="Rectangle 105">
            <a:extLst>
              <a:ext uri="{FF2B5EF4-FFF2-40B4-BE49-F238E27FC236}">
                <a16:creationId xmlns:a16="http://schemas.microsoft.com/office/drawing/2014/main" id="{389E0087-2D4D-4849-9A30-C2EFD5DA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26" name="Rectangle 106">
            <a:extLst>
              <a:ext uri="{FF2B5EF4-FFF2-40B4-BE49-F238E27FC236}">
                <a16:creationId xmlns:a16="http://schemas.microsoft.com/office/drawing/2014/main" id="{00EBCE48-216F-5A4B-A4C0-D031CFDB8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1060450"/>
            <a:ext cx="531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235627" name="Rectangle 107">
            <a:extLst>
              <a:ext uri="{FF2B5EF4-FFF2-40B4-BE49-F238E27FC236}">
                <a16:creationId xmlns:a16="http://schemas.microsoft.com/office/drawing/2014/main" id="{36C23AFE-6B12-9840-AB7F-5112C39E3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28" name="Rectangle 108">
            <a:extLst>
              <a:ext uri="{FF2B5EF4-FFF2-40B4-BE49-F238E27FC236}">
                <a16:creationId xmlns:a16="http://schemas.microsoft.com/office/drawing/2014/main" id="{36AB720B-26B6-234C-8B32-A87278A0C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29" name="Rectangle 109">
            <a:extLst>
              <a:ext uri="{FF2B5EF4-FFF2-40B4-BE49-F238E27FC236}">
                <a16:creationId xmlns:a16="http://schemas.microsoft.com/office/drawing/2014/main" id="{563D4E88-88C2-8942-AD5C-6ACA988A6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30" name="Rectangle 110">
            <a:extLst>
              <a:ext uri="{FF2B5EF4-FFF2-40B4-BE49-F238E27FC236}">
                <a16:creationId xmlns:a16="http://schemas.microsoft.com/office/drawing/2014/main" id="{F0133786-0979-814F-906D-7DA15D622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060450"/>
            <a:ext cx="531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235631" name="Rectangle 111">
            <a:extLst>
              <a:ext uri="{FF2B5EF4-FFF2-40B4-BE49-F238E27FC236}">
                <a16:creationId xmlns:a16="http://schemas.microsoft.com/office/drawing/2014/main" id="{BD5CF97B-E68D-0D41-9DB2-FC1D5745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32" name="Rectangle 112">
            <a:extLst>
              <a:ext uri="{FF2B5EF4-FFF2-40B4-BE49-F238E27FC236}">
                <a16:creationId xmlns:a16="http://schemas.microsoft.com/office/drawing/2014/main" id="{AEEDFEE2-19BB-FD4C-BA16-25D214660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33" name="Rectangle 113">
            <a:extLst>
              <a:ext uri="{FF2B5EF4-FFF2-40B4-BE49-F238E27FC236}">
                <a16:creationId xmlns:a16="http://schemas.microsoft.com/office/drawing/2014/main" id="{B3508983-366C-3E49-B1C3-60C32EDC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34" name="Rectangle 114">
            <a:extLst>
              <a:ext uri="{FF2B5EF4-FFF2-40B4-BE49-F238E27FC236}">
                <a16:creationId xmlns:a16="http://schemas.microsoft.com/office/drawing/2014/main" id="{2C4B9DD9-4BCF-F842-8447-AC439A215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1060450"/>
            <a:ext cx="531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235635" name="Rectangle 115">
            <a:extLst>
              <a:ext uri="{FF2B5EF4-FFF2-40B4-BE49-F238E27FC236}">
                <a16:creationId xmlns:a16="http://schemas.microsoft.com/office/drawing/2014/main" id="{481C8A6F-4891-854A-A839-B4A6C0A32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36" name="Rectangle 116">
            <a:extLst>
              <a:ext uri="{FF2B5EF4-FFF2-40B4-BE49-F238E27FC236}">
                <a16:creationId xmlns:a16="http://schemas.microsoft.com/office/drawing/2014/main" id="{F3A139EA-6824-0844-9450-D4166B9AA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37" name="Rectangle 117">
            <a:extLst>
              <a:ext uri="{FF2B5EF4-FFF2-40B4-BE49-F238E27FC236}">
                <a16:creationId xmlns:a16="http://schemas.microsoft.com/office/drawing/2014/main" id="{E751AACB-0E67-0B4C-AE34-A40E9BC7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38" name="Rectangle 118">
            <a:extLst>
              <a:ext uri="{FF2B5EF4-FFF2-40B4-BE49-F238E27FC236}">
                <a16:creationId xmlns:a16="http://schemas.microsoft.com/office/drawing/2014/main" id="{1C230089-07BE-8E42-BA50-BB22E831B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63" y="1060450"/>
            <a:ext cx="531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235639" name="Rectangle 119">
            <a:extLst>
              <a:ext uri="{FF2B5EF4-FFF2-40B4-BE49-F238E27FC236}">
                <a16:creationId xmlns:a16="http://schemas.microsoft.com/office/drawing/2014/main" id="{8D1F3CB2-B1E3-A740-BB5B-E1ACC7D14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679450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35640" name="Rectangle 120">
            <a:extLst>
              <a:ext uri="{FF2B5EF4-FFF2-40B4-BE49-F238E27FC236}">
                <a16:creationId xmlns:a16="http://schemas.microsoft.com/office/drawing/2014/main" id="{0F7A5418-8790-7D48-A7C6-8A37EF60E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6191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41" name="Rectangle 121">
            <a:extLst>
              <a:ext uri="{FF2B5EF4-FFF2-40B4-BE49-F238E27FC236}">
                <a16:creationId xmlns:a16="http://schemas.microsoft.com/office/drawing/2014/main" id="{A43BB61C-D473-CC4B-A319-D7866C3AC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69532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42" name="Rectangle 122">
            <a:extLst>
              <a:ext uri="{FF2B5EF4-FFF2-40B4-BE49-F238E27FC236}">
                <a16:creationId xmlns:a16="http://schemas.microsoft.com/office/drawing/2014/main" id="{CE122535-D80A-BE46-B21E-BDDD40B91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963" y="1060450"/>
            <a:ext cx="531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235643" name="Rectangle 123">
            <a:extLst>
              <a:ext uri="{FF2B5EF4-FFF2-40B4-BE49-F238E27FC236}">
                <a16:creationId xmlns:a16="http://schemas.microsoft.com/office/drawing/2014/main" id="{832491C5-2A8F-714D-805D-721341929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2355850"/>
            <a:ext cx="812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235644" name="Rectangle 124">
            <a:extLst>
              <a:ext uri="{FF2B5EF4-FFF2-40B4-BE49-F238E27FC236}">
                <a16:creationId xmlns:a16="http://schemas.microsoft.com/office/drawing/2014/main" id="{94944620-DD64-A34E-A82A-79B90A8FA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2355850"/>
            <a:ext cx="4413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235645" name="Rectangle 125">
            <a:extLst>
              <a:ext uri="{FF2B5EF4-FFF2-40B4-BE49-F238E27FC236}">
                <a16:creationId xmlns:a16="http://schemas.microsoft.com/office/drawing/2014/main" id="{B5F1F05D-B238-3B4C-8FC4-A0EEDCDD1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2355850"/>
            <a:ext cx="3968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lw</a:t>
            </a:r>
          </a:p>
        </p:txBody>
      </p:sp>
      <p:sp>
        <p:nvSpPr>
          <p:cNvPr id="235646" name="Rectangle 126">
            <a:extLst>
              <a:ext uri="{FF2B5EF4-FFF2-40B4-BE49-F238E27FC236}">
                <a16:creationId xmlns:a16="http://schemas.microsoft.com/office/drawing/2014/main" id="{C1AEDA3E-8C28-5B41-BFA4-047E5F9A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2355850"/>
            <a:ext cx="452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235647" name="Rectangle 127">
            <a:extLst>
              <a:ext uri="{FF2B5EF4-FFF2-40B4-BE49-F238E27FC236}">
                <a16:creationId xmlns:a16="http://schemas.microsoft.com/office/drawing/2014/main" id="{ADDA10FB-2813-9646-AA3A-A134642EC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355850"/>
            <a:ext cx="5413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235648" name="Rectangle 128">
            <a:extLst>
              <a:ext uri="{FF2B5EF4-FFF2-40B4-BE49-F238E27FC236}">
                <a16:creationId xmlns:a16="http://schemas.microsoft.com/office/drawing/2014/main" id="{08B47468-7ABD-3A4A-B535-1CDF6FA0B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2355850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235649" name="Arc 129">
            <a:extLst>
              <a:ext uri="{FF2B5EF4-FFF2-40B4-BE49-F238E27FC236}">
                <a16:creationId xmlns:a16="http://schemas.microsoft.com/office/drawing/2014/main" id="{419D1C57-BED1-014D-8BCD-745B6D5FCAE0}"/>
              </a:ext>
            </a:extLst>
          </p:cNvPr>
          <p:cNvSpPr>
            <a:spLocks/>
          </p:cNvSpPr>
          <p:nvPr/>
        </p:nvSpPr>
        <p:spPr bwMode="auto">
          <a:xfrm>
            <a:off x="6967538" y="2605088"/>
            <a:ext cx="573087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0" name="Arc 130">
            <a:extLst>
              <a:ext uri="{FF2B5EF4-FFF2-40B4-BE49-F238E27FC236}">
                <a16:creationId xmlns:a16="http://schemas.microsoft.com/office/drawing/2014/main" id="{BBA345AF-5CA9-9646-B88E-1E2E40F9DCEE}"/>
              </a:ext>
            </a:extLst>
          </p:cNvPr>
          <p:cNvSpPr>
            <a:spLocks/>
          </p:cNvSpPr>
          <p:nvPr/>
        </p:nvSpPr>
        <p:spPr bwMode="auto">
          <a:xfrm>
            <a:off x="6934200" y="2605088"/>
            <a:ext cx="149225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1" name="Line 131">
            <a:extLst>
              <a:ext uri="{FF2B5EF4-FFF2-40B4-BE49-F238E27FC236}">
                <a16:creationId xmlns:a16="http://schemas.microsoft.com/office/drawing/2014/main" id="{8CBDB2C4-8E45-2C44-A7BE-7F9D6195A2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819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2" name="Line 132">
            <a:extLst>
              <a:ext uri="{FF2B5EF4-FFF2-40B4-BE49-F238E27FC236}">
                <a16:creationId xmlns:a16="http://schemas.microsoft.com/office/drawing/2014/main" id="{C9662889-D3DA-A042-9AC3-9D8E7C6BF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9718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3" name="Line 133">
            <a:extLst>
              <a:ext uri="{FF2B5EF4-FFF2-40B4-BE49-F238E27FC236}">
                <a16:creationId xmlns:a16="http://schemas.microsoft.com/office/drawing/2014/main" id="{C3A0A2FB-C197-F34C-8F37-F86F12896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4" name="Line 134">
            <a:extLst>
              <a:ext uri="{FF2B5EF4-FFF2-40B4-BE49-F238E27FC236}">
                <a16:creationId xmlns:a16="http://schemas.microsoft.com/office/drawing/2014/main" id="{CF406FEE-8479-D142-8221-50C8DAF0C9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5" name="Line 135">
            <a:extLst>
              <a:ext uri="{FF2B5EF4-FFF2-40B4-BE49-F238E27FC236}">
                <a16:creationId xmlns:a16="http://schemas.microsoft.com/office/drawing/2014/main" id="{62B0C927-E17D-5247-AA39-BD88D4797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6" name="Line 136">
            <a:extLst>
              <a:ext uri="{FF2B5EF4-FFF2-40B4-BE49-F238E27FC236}">
                <a16:creationId xmlns:a16="http://schemas.microsoft.com/office/drawing/2014/main" id="{24416B8B-85DC-B54A-8A37-EE0227B32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7" name="Line 137">
            <a:extLst>
              <a:ext uri="{FF2B5EF4-FFF2-40B4-BE49-F238E27FC236}">
                <a16:creationId xmlns:a16="http://schemas.microsoft.com/office/drawing/2014/main" id="{628CD267-4A9A-CE46-AB67-16DCFF1DF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8" name="Line 138">
            <a:extLst>
              <a:ext uri="{FF2B5EF4-FFF2-40B4-BE49-F238E27FC236}">
                <a16:creationId xmlns:a16="http://schemas.microsoft.com/office/drawing/2014/main" id="{D1AEA057-7080-5A43-8424-5D717CBF5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451100"/>
            <a:ext cx="0" cy="401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9" name="Line 139">
            <a:extLst>
              <a:ext uri="{FF2B5EF4-FFF2-40B4-BE49-F238E27FC236}">
                <a16:creationId xmlns:a16="http://schemas.microsoft.com/office/drawing/2014/main" id="{71D08BE3-649B-1F4B-83EE-24FA35398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2667000"/>
            <a:ext cx="551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0" name="Line 140">
            <a:extLst>
              <a:ext uri="{FF2B5EF4-FFF2-40B4-BE49-F238E27FC236}">
                <a16:creationId xmlns:a16="http://schemas.microsoft.com/office/drawing/2014/main" id="{678AC01E-00D4-2D43-80ED-890D85743A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2819400"/>
            <a:ext cx="444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1" name="Line 141">
            <a:extLst>
              <a:ext uri="{FF2B5EF4-FFF2-40B4-BE49-F238E27FC236}">
                <a16:creationId xmlns:a16="http://schemas.microsoft.com/office/drawing/2014/main" id="{F78873E6-E289-6345-AD9E-87004D4187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2971800"/>
            <a:ext cx="337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2" name="Line 142">
            <a:extLst>
              <a:ext uri="{FF2B5EF4-FFF2-40B4-BE49-F238E27FC236}">
                <a16:creationId xmlns:a16="http://schemas.microsoft.com/office/drawing/2014/main" id="{06113B8D-D0A7-1742-90EC-32A1ADE29B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6670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3" name="Line 143">
            <a:extLst>
              <a:ext uri="{FF2B5EF4-FFF2-40B4-BE49-F238E27FC236}">
                <a16:creationId xmlns:a16="http://schemas.microsoft.com/office/drawing/2014/main" id="{A2C67E99-0CFC-7B43-9631-24080AF147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5388" y="2819400"/>
            <a:ext cx="1119187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4" name="Rectangle 144">
            <a:extLst>
              <a:ext uri="{FF2B5EF4-FFF2-40B4-BE49-F238E27FC236}">
                <a16:creationId xmlns:a16="http://schemas.microsoft.com/office/drawing/2014/main" id="{F4D4CCD1-1D73-334F-A26B-90D4686AA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650" y="2514600"/>
            <a:ext cx="1073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RegWrite</a:t>
            </a:r>
          </a:p>
        </p:txBody>
      </p:sp>
      <p:sp>
        <p:nvSpPr>
          <p:cNvPr id="235665" name="Oval 145">
            <a:extLst>
              <a:ext uri="{FF2B5EF4-FFF2-40B4-BE49-F238E27FC236}">
                <a16:creationId xmlns:a16="http://schemas.microsoft.com/office/drawing/2014/main" id="{79675438-49CC-F243-95D6-C0E13B99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97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66" name="Oval 146">
            <a:extLst>
              <a:ext uri="{FF2B5EF4-FFF2-40B4-BE49-F238E27FC236}">
                <a16:creationId xmlns:a16="http://schemas.microsoft.com/office/drawing/2014/main" id="{095DCE29-E7C4-9C4B-A79A-7478AA32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2749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67" name="Oval 147">
            <a:extLst>
              <a:ext uri="{FF2B5EF4-FFF2-40B4-BE49-F238E27FC236}">
                <a16:creationId xmlns:a16="http://schemas.microsoft.com/office/drawing/2014/main" id="{75E3129D-EA36-FC48-AE4A-343D541E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2901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668" name="Arc 148">
            <a:extLst>
              <a:ext uri="{FF2B5EF4-FFF2-40B4-BE49-F238E27FC236}">
                <a16:creationId xmlns:a16="http://schemas.microsoft.com/office/drawing/2014/main" id="{191C5221-8E73-8D4D-ACDD-6756AD265865}"/>
              </a:ext>
            </a:extLst>
          </p:cNvPr>
          <p:cNvSpPr>
            <a:spLocks/>
          </p:cNvSpPr>
          <p:nvPr/>
        </p:nvSpPr>
        <p:spPr bwMode="auto">
          <a:xfrm rot="10800000">
            <a:off x="6981825" y="2833688"/>
            <a:ext cx="563563" cy="2159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9" name="Arc 149">
            <a:extLst>
              <a:ext uri="{FF2B5EF4-FFF2-40B4-BE49-F238E27FC236}">
                <a16:creationId xmlns:a16="http://schemas.microsoft.com/office/drawing/2014/main" id="{A718D044-DB32-4E40-9382-3B51523F9AFE}"/>
              </a:ext>
            </a:extLst>
          </p:cNvPr>
          <p:cNvSpPr>
            <a:spLocks/>
          </p:cNvSpPr>
          <p:nvPr/>
        </p:nvSpPr>
        <p:spPr bwMode="auto">
          <a:xfrm rot="10800000">
            <a:off x="6948488" y="2833688"/>
            <a:ext cx="139700" cy="2159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0" name="Arc 150">
            <a:extLst>
              <a:ext uri="{FF2B5EF4-FFF2-40B4-BE49-F238E27FC236}">
                <a16:creationId xmlns:a16="http://schemas.microsoft.com/office/drawing/2014/main" id="{55F34E90-F106-BB44-9D42-DEE64AA763B7}"/>
              </a:ext>
            </a:extLst>
          </p:cNvPr>
          <p:cNvSpPr>
            <a:spLocks/>
          </p:cNvSpPr>
          <p:nvPr/>
        </p:nvSpPr>
        <p:spPr bwMode="auto">
          <a:xfrm>
            <a:off x="6967538" y="3214688"/>
            <a:ext cx="582612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1" name="Arc 151">
            <a:extLst>
              <a:ext uri="{FF2B5EF4-FFF2-40B4-BE49-F238E27FC236}">
                <a16:creationId xmlns:a16="http://schemas.microsoft.com/office/drawing/2014/main" id="{DD004BCC-3108-BB4B-B522-6A5C55197273}"/>
              </a:ext>
            </a:extLst>
          </p:cNvPr>
          <p:cNvSpPr>
            <a:spLocks/>
          </p:cNvSpPr>
          <p:nvPr/>
        </p:nvSpPr>
        <p:spPr bwMode="auto">
          <a:xfrm>
            <a:off x="6934200" y="3214688"/>
            <a:ext cx="153988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2" name="Line 152">
            <a:extLst>
              <a:ext uri="{FF2B5EF4-FFF2-40B4-BE49-F238E27FC236}">
                <a16:creationId xmlns:a16="http://schemas.microsoft.com/office/drawing/2014/main" id="{E593443E-FD24-C842-B26D-66035E4FA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429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3" name="Line 153">
            <a:extLst>
              <a:ext uri="{FF2B5EF4-FFF2-40B4-BE49-F238E27FC236}">
                <a16:creationId xmlns:a16="http://schemas.microsoft.com/office/drawing/2014/main" id="{0F5BEF66-2015-B843-B61B-F26AA230C9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5814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4" name="Line 154">
            <a:extLst>
              <a:ext uri="{FF2B5EF4-FFF2-40B4-BE49-F238E27FC236}">
                <a16:creationId xmlns:a16="http://schemas.microsoft.com/office/drawing/2014/main" id="{DE8D60AA-CBFE-A847-B95B-7A68C7AA9D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276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5" name="Arc 155">
            <a:extLst>
              <a:ext uri="{FF2B5EF4-FFF2-40B4-BE49-F238E27FC236}">
                <a16:creationId xmlns:a16="http://schemas.microsoft.com/office/drawing/2014/main" id="{74CF3B53-D43E-7745-964A-07DECA2982B2}"/>
              </a:ext>
            </a:extLst>
          </p:cNvPr>
          <p:cNvSpPr>
            <a:spLocks/>
          </p:cNvSpPr>
          <p:nvPr/>
        </p:nvSpPr>
        <p:spPr bwMode="auto">
          <a:xfrm rot="10800000">
            <a:off x="6991350" y="3443288"/>
            <a:ext cx="554038" cy="2159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6" name="Arc 156">
            <a:extLst>
              <a:ext uri="{FF2B5EF4-FFF2-40B4-BE49-F238E27FC236}">
                <a16:creationId xmlns:a16="http://schemas.microsoft.com/office/drawing/2014/main" id="{33C15BF3-3CC6-9448-A6E5-7BD6442882C6}"/>
              </a:ext>
            </a:extLst>
          </p:cNvPr>
          <p:cNvSpPr>
            <a:spLocks/>
          </p:cNvSpPr>
          <p:nvPr/>
        </p:nvSpPr>
        <p:spPr bwMode="auto">
          <a:xfrm rot="10800000">
            <a:off x="6948488" y="3443288"/>
            <a:ext cx="139700" cy="2159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7" name="Arc 157">
            <a:extLst>
              <a:ext uri="{FF2B5EF4-FFF2-40B4-BE49-F238E27FC236}">
                <a16:creationId xmlns:a16="http://schemas.microsoft.com/office/drawing/2014/main" id="{8B1A717F-B827-EF4D-A75A-E38881C9AF10}"/>
              </a:ext>
            </a:extLst>
          </p:cNvPr>
          <p:cNvSpPr>
            <a:spLocks/>
          </p:cNvSpPr>
          <p:nvPr/>
        </p:nvSpPr>
        <p:spPr bwMode="auto">
          <a:xfrm>
            <a:off x="6972300" y="5200650"/>
            <a:ext cx="573088" cy="215900"/>
          </a:xfrm>
          <a:custGeom>
            <a:avLst/>
            <a:gdLst>
              <a:gd name="T0" fmla="*/ 0 w 23191"/>
              <a:gd name="T1" fmla="*/ 2147483646 h 21600"/>
              <a:gd name="T2" fmla="*/ 2147483646 w 23191"/>
              <a:gd name="T3" fmla="*/ 2147483646 h 21600"/>
              <a:gd name="T4" fmla="*/ 2147483646 w 23191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191" h="21600" fill="none" extrusionOk="0">
                <a:moveTo>
                  <a:pt x="0" y="60"/>
                </a:moveTo>
                <a:cubicBezTo>
                  <a:pt x="536" y="20"/>
                  <a:pt x="1073" y="-1"/>
                  <a:pt x="1611" y="0"/>
                </a:cubicBezTo>
                <a:cubicBezTo>
                  <a:pt x="13176" y="0"/>
                  <a:pt x="22690" y="9110"/>
                  <a:pt x="23190" y="20665"/>
                </a:cubicBezTo>
              </a:path>
              <a:path w="23191" h="21600" stroke="0" extrusionOk="0">
                <a:moveTo>
                  <a:pt x="0" y="60"/>
                </a:moveTo>
                <a:cubicBezTo>
                  <a:pt x="536" y="20"/>
                  <a:pt x="1073" y="-1"/>
                  <a:pt x="1611" y="0"/>
                </a:cubicBezTo>
                <a:cubicBezTo>
                  <a:pt x="13176" y="0"/>
                  <a:pt x="22690" y="9110"/>
                  <a:pt x="23190" y="20665"/>
                </a:cubicBezTo>
                <a:lnTo>
                  <a:pt x="1611" y="21600"/>
                </a:lnTo>
                <a:lnTo>
                  <a:pt x="0" y="6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8" name="Arc 158">
            <a:extLst>
              <a:ext uri="{FF2B5EF4-FFF2-40B4-BE49-F238E27FC236}">
                <a16:creationId xmlns:a16="http://schemas.microsoft.com/office/drawing/2014/main" id="{F5E0796D-7D8B-5947-B65B-163311C5E016}"/>
              </a:ext>
            </a:extLst>
          </p:cNvPr>
          <p:cNvSpPr>
            <a:spLocks/>
          </p:cNvSpPr>
          <p:nvPr/>
        </p:nvSpPr>
        <p:spPr bwMode="auto">
          <a:xfrm>
            <a:off x="6934200" y="5195888"/>
            <a:ext cx="153988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9" name="Line 159">
            <a:extLst>
              <a:ext uri="{FF2B5EF4-FFF2-40B4-BE49-F238E27FC236}">
                <a16:creationId xmlns:a16="http://schemas.microsoft.com/office/drawing/2014/main" id="{400021E5-DD7E-2840-BEA6-FE3C012DD2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2900" y="5486400"/>
            <a:ext cx="3921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0" name="Line 160">
            <a:extLst>
              <a:ext uri="{FF2B5EF4-FFF2-40B4-BE49-F238E27FC236}">
                <a16:creationId xmlns:a16="http://schemas.microsoft.com/office/drawing/2014/main" id="{FA0CC8B0-4FAE-E94F-8299-F28A1E04C9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2900" y="5334000"/>
            <a:ext cx="373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1" name="Arc 161">
            <a:extLst>
              <a:ext uri="{FF2B5EF4-FFF2-40B4-BE49-F238E27FC236}">
                <a16:creationId xmlns:a16="http://schemas.microsoft.com/office/drawing/2014/main" id="{B7B337E4-D1CB-DB43-98DF-04A4D6CF9710}"/>
              </a:ext>
            </a:extLst>
          </p:cNvPr>
          <p:cNvSpPr>
            <a:spLocks/>
          </p:cNvSpPr>
          <p:nvPr/>
        </p:nvSpPr>
        <p:spPr bwMode="auto">
          <a:xfrm rot="10800000">
            <a:off x="6981825" y="5422900"/>
            <a:ext cx="563563" cy="215900"/>
          </a:xfrm>
          <a:custGeom>
            <a:avLst/>
            <a:gdLst>
              <a:gd name="T0" fmla="*/ 0 w 23358"/>
              <a:gd name="T1" fmla="*/ 2147483646 h 21600"/>
              <a:gd name="T2" fmla="*/ 2147483646 w 23358"/>
              <a:gd name="T3" fmla="*/ 2147483646 h 21600"/>
              <a:gd name="T4" fmla="*/ 2147483646 w 2335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358" h="21600" fill="none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22186" y="0"/>
                  <a:pt x="22773" y="23"/>
                  <a:pt x="23358" y="71"/>
                </a:cubicBezTo>
              </a:path>
              <a:path w="23358" h="21600" stroke="0" extrusionOk="0">
                <a:moveTo>
                  <a:pt x="0" y="21599"/>
                </a:moveTo>
                <a:cubicBezTo>
                  <a:pt x="0" y="9670"/>
                  <a:pt x="9670" y="0"/>
                  <a:pt x="21600" y="0"/>
                </a:cubicBezTo>
                <a:cubicBezTo>
                  <a:pt x="22186" y="0"/>
                  <a:pt x="22773" y="23"/>
                  <a:pt x="23358" y="71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2" name="Arc 162">
            <a:extLst>
              <a:ext uri="{FF2B5EF4-FFF2-40B4-BE49-F238E27FC236}">
                <a16:creationId xmlns:a16="http://schemas.microsoft.com/office/drawing/2014/main" id="{9305E47B-A555-D349-BB4B-BB981A31167D}"/>
              </a:ext>
            </a:extLst>
          </p:cNvPr>
          <p:cNvSpPr>
            <a:spLocks/>
          </p:cNvSpPr>
          <p:nvPr/>
        </p:nvSpPr>
        <p:spPr bwMode="auto">
          <a:xfrm rot="10800000">
            <a:off x="6948488" y="5424488"/>
            <a:ext cx="139700" cy="2159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3" name="Line 163">
            <a:extLst>
              <a:ext uri="{FF2B5EF4-FFF2-40B4-BE49-F238E27FC236}">
                <a16:creationId xmlns:a16="http://schemas.microsoft.com/office/drawing/2014/main" id="{DDCDEA6A-A70D-0A4B-956C-DF499D9E5B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4114800"/>
            <a:ext cx="543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4" name="Line 164">
            <a:extLst>
              <a:ext uri="{FF2B5EF4-FFF2-40B4-BE49-F238E27FC236}">
                <a16:creationId xmlns:a16="http://schemas.microsoft.com/office/drawing/2014/main" id="{569BF41F-5B3C-2B41-9FD1-13B825F932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3429000"/>
            <a:ext cx="1136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5" name="Rectangle 165">
            <a:extLst>
              <a:ext uri="{FF2B5EF4-FFF2-40B4-BE49-F238E27FC236}">
                <a16:creationId xmlns:a16="http://schemas.microsoft.com/office/drawing/2014/main" id="{81246DCF-54C0-D94C-AACF-0D4EE0930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3138488"/>
            <a:ext cx="1092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235686" name="Rectangle 166">
            <a:extLst>
              <a:ext uri="{FF2B5EF4-FFF2-40B4-BE49-F238E27FC236}">
                <a16:creationId xmlns:a16="http://schemas.microsoft.com/office/drawing/2014/main" id="{0B5E1DC6-50CE-DA43-B259-4D860FCB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3803650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235687" name="Line 167">
            <a:extLst>
              <a:ext uri="{FF2B5EF4-FFF2-40B4-BE49-F238E27FC236}">
                <a16:creationId xmlns:a16="http://schemas.microsoft.com/office/drawing/2014/main" id="{FB88789A-CA07-4B40-98C3-3B69C33E0B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4419600"/>
            <a:ext cx="436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8" name="Rectangle 168">
            <a:extLst>
              <a:ext uri="{FF2B5EF4-FFF2-40B4-BE49-F238E27FC236}">
                <a16:creationId xmlns:a16="http://schemas.microsoft.com/office/drawing/2014/main" id="{0DF7FE89-AA09-524D-B1A5-FDA621F0B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4108450"/>
            <a:ext cx="1154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MemWrite</a:t>
            </a:r>
          </a:p>
        </p:txBody>
      </p:sp>
      <p:sp>
        <p:nvSpPr>
          <p:cNvPr id="235689" name="Line 169">
            <a:extLst>
              <a:ext uri="{FF2B5EF4-FFF2-40B4-BE49-F238E27FC236}">
                <a16:creationId xmlns:a16="http://schemas.microsoft.com/office/drawing/2014/main" id="{A5642F19-CC17-C243-BFD6-2389F0B42D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4724400"/>
            <a:ext cx="330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0" name="Rectangle 170">
            <a:extLst>
              <a:ext uri="{FF2B5EF4-FFF2-40B4-BE49-F238E27FC236}">
                <a16:creationId xmlns:a16="http://schemas.microsoft.com/office/drawing/2014/main" id="{DB596091-6831-7341-8291-A101EE74D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4413250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235691" name="Line 171">
            <a:extLst>
              <a:ext uri="{FF2B5EF4-FFF2-40B4-BE49-F238E27FC236}">
                <a16:creationId xmlns:a16="http://schemas.microsoft.com/office/drawing/2014/main" id="{89950741-1624-0445-8840-F1561E670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5029200"/>
            <a:ext cx="223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2" name="Rectangle 172">
            <a:extLst>
              <a:ext uri="{FF2B5EF4-FFF2-40B4-BE49-F238E27FC236}">
                <a16:creationId xmlns:a16="http://schemas.microsoft.com/office/drawing/2014/main" id="{06140E99-BCE0-8F47-8256-E79852C44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4718050"/>
            <a:ext cx="7223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235693" name="Line 173">
            <a:extLst>
              <a:ext uri="{FF2B5EF4-FFF2-40B4-BE49-F238E27FC236}">
                <a16:creationId xmlns:a16="http://schemas.microsoft.com/office/drawing/2014/main" id="{D5F38930-BE8E-0F4E-B562-1AC4ABFB55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3810000"/>
            <a:ext cx="756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4" name="Rectangle 174">
            <a:extLst>
              <a:ext uri="{FF2B5EF4-FFF2-40B4-BE49-F238E27FC236}">
                <a16:creationId xmlns:a16="http://schemas.microsoft.com/office/drawing/2014/main" id="{2B59252E-334C-4840-9930-6371BF388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9363" y="3508375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235695" name="Line 175">
            <a:extLst>
              <a:ext uri="{FF2B5EF4-FFF2-40B4-BE49-F238E27FC236}">
                <a16:creationId xmlns:a16="http://schemas.microsoft.com/office/drawing/2014/main" id="{6D90127D-E07B-C34C-99D1-9B3430DBA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6975" y="5410200"/>
            <a:ext cx="1090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6" name="Rectangle 176">
            <a:extLst>
              <a:ext uri="{FF2B5EF4-FFF2-40B4-BE49-F238E27FC236}">
                <a16:creationId xmlns:a16="http://schemas.microsoft.com/office/drawing/2014/main" id="{B5344F1D-0E7A-4B4D-BB44-2EE35F1D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5099050"/>
            <a:ext cx="1092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235697" name="Line 177">
            <a:extLst>
              <a:ext uri="{FF2B5EF4-FFF2-40B4-BE49-F238E27FC236}">
                <a16:creationId xmlns:a16="http://schemas.microsoft.com/office/drawing/2014/main" id="{919BA949-0874-6D4E-A4B5-DE75A876FE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5791200"/>
            <a:ext cx="756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8" name="Rectangle 178">
            <a:extLst>
              <a:ext uri="{FF2B5EF4-FFF2-40B4-BE49-F238E27FC236}">
                <a16:creationId xmlns:a16="http://schemas.microsoft.com/office/drawing/2014/main" id="{228920CD-151E-E143-9303-BF83F74BD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5480050"/>
            <a:ext cx="1195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ALUop&lt;2&gt;</a:t>
            </a:r>
          </a:p>
        </p:txBody>
      </p:sp>
      <p:sp>
        <p:nvSpPr>
          <p:cNvPr id="235699" name="Line 179">
            <a:extLst>
              <a:ext uri="{FF2B5EF4-FFF2-40B4-BE49-F238E27FC236}">
                <a16:creationId xmlns:a16="http://schemas.microsoft.com/office/drawing/2014/main" id="{FF3ACEE3-80F1-564A-A4FB-FCC8997E34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60960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0" name="Rectangle 180">
            <a:extLst>
              <a:ext uri="{FF2B5EF4-FFF2-40B4-BE49-F238E27FC236}">
                <a16:creationId xmlns:a16="http://schemas.microsoft.com/office/drawing/2014/main" id="{A2FCE84A-70B9-C04C-8B9A-3B9A70515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5784850"/>
            <a:ext cx="1192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ALUop&lt;1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01" name="Line 181">
            <a:extLst>
              <a:ext uri="{FF2B5EF4-FFF2-40B4-BE49-F238E27FC236}">
                <a16:creationId xmlns:a16="http://schemas.microsoft.com/office/drawing/2014/main" id="{CB790E47-161D-EE44-85D7-E749BC5769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6400800"/>
            <a:ext cx="330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2" name="Rectangle 182">
            <a:extLst>
              <a:ext uri="{FF2B5EF4-FFF2-40B4-BE49-F238E27FC236}">
                <a16:creationId xmlns:a16="http://schemas.microsoft.com/office/drawing/2014/main" id="{C0F6DA76-E4E4-9147-9FFE-375E3ACC2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6089650"/>
            <a:ext cx="1192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ALUop&lt;0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03" name="Line 183">
            <a:extLst>
              <a:ext uri="{FF2B5EF4-FFF2-40B4-BE49-F238E27FC236}">
                <a16:creationId xmlns:a16="http://schemas.microsoft.com/office/drawing/2014/main" id="{9D1B1034-29E9-6449-8D8C-F2B61563B6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3276600"/>
            <a:ext cx="444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4" name="Line 184">
            <a:extLst>
              <a:ext uri="{FF2B5EF4-FFF2-40B4-BE49-F238E27FC236}">
                <a16:creationId xmlns:a16="http://schemas.microsoft.com/office/drawing/2014/main" id="{9CEE9BBD-3506-A44E-80B0-5CE502322B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3429000"/>
            <a:ext cx="345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5" name="Line 185">
            <a:extLst>
              <a:ext uri="{FF2B5EF4-FFF2-40B4-BE49-F238E27FC236}">
                <a16:creationId xmlns:a16="http://schemas.microsoft.com/office/drawing/2014/main" id="{69CCD772-2EF8-F948-BEA4-29A79456C6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3581400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6" name="Oval 186">
            <a:extLst>
              <a:ext uri="{FF2B5EF4-FFF2-40B4-BE49-F238E27FC236}">
                <a16:creationId xmlns:a16="http://schemas.microsoft.com/office/drawing/2014/main" id="{AAFA37AE-0656-0E45-8C53-343C30AB9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3206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07" name="Oval 187">
            <a:extLst>
              <a:ext uri="{FF2B5EF4-FFF2-40B4-BE49-F238E27FC236}">
                <a16:creationId xmlns:a16="http://schemas.microsoft.com/office/drawing/2014/main" id="{6021A745-550E-004F-BD72-C187F7CEE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3359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08" name="Oval 188">
            <a:extLst>
              <a:ext uri="{FF2B5EF4-FFF2-40B4-BE49-F238E27FC236}">
                <a16:creationId xmlns:a16="http://schemas.microsoft.com/office/drawing/2014/main" id="{EA31AF8D-372F-2B41-A808-1209DF08F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511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09" name="Oval 189">
            <a:extLst>
              <a:ext uri="{FF2B5EF4-FFF2-40B4-BE49-F238E27FC236}">
                <a16:creationId xmlns:a16="http://schemas.microsoft.com/office/drawing/2014/main" id="{6A7623FA-BF7C-F244-81B1-2AF810AA1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3740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0" name="Oval 190">
            <a:extLst>
              <a:ext uri="{FF2B5EF4-FFF2-40B4-BE49-F238E27FC236}">
                <a16:creationId xmlns:a16="http://schemas.microsoft.com/office/drawing/2014/main" id="{9C4FE944-A8FB-B746-A8CA-C493439E4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4044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1" name="Oval 191">
            <a:extLst>
              <a:ext uri="{FF2B5EF4-FFF2-40B4-BE49-F238E27FC236}">
                <a16:creationId xmlns:a16="http://schemas.microsoft.com/office/drawing/2014/main" id="{48F0B065-C3CE-1A42-83F2-B020E0D73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349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2" name="Oval 192">
            <a:extLst>
              <a:ext uri="{FF2B5EF4-FFF2-40B4-BE49-F238E27FC236}">
                <a16:creationId xmlns:a16="http://schemas.microsoft.com/office/drawing/2014/main" id="{FFA57E98-EBB7-094F-87F6-1EA321966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4654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3" name="Oval 193">
            <a:extLst>
              <a:ext uri="{FF2B5EF4-FFF2-40B4-BE49-F238E27FC236}">
                <a16:creationId xmlns:a16="http://schemas.microsoft.com/office/drawing/2014/main" id="{29E0C0F7-26DE-2349-A887-389F3DDFE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49593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4" name="Line 194">
            <a:extLst>
              <a:ext uri="{FF2B5EF4-FFF2-40B4-BE49-F238E27FC236}">
                <a16:creationId xmlns:a16="http://schemas.microsoft.com/office/drawing/2014/main" id="{342CC93D-6B4A-4F46-BCA7-71EFE365FC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5334000"/>
            <a:ext cx="345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15" name="Line 195">
            <a:extLst>
              <a:ext uri="{FF2B5EF4-FFF2-40B4-BE49-F238E27FC236}">
                <a16:creationId xmlns:a16="http://schemas.microsoft.com/office/drawing/2014/main" id="{C6F14BF7-C0CC-3B44-A3E1-CBE9755882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5486400"/>
            <a:ext cx="238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16" name="Oval 196">
            <a:extLst>
              <a:ext uri="{FF2B5EF4-FFF2-40B4-BE49-F238E27FC236}">
                <a16:creationId xmlns:a16="http://schemas.microsoft.com/office/drawing/2014/main" id="{49A241E8-F6D6-A64B-8E5C-27F393DE1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416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7" name="Oval 197">
            <a:extLst>
              <a:ext uri="{FF2B5EF4-FFF2-40B4-BE49-F238E27FC236}">
                <a16:creationId xmlns:a16="http://schemas.microsoft.com/office/drawing/2014/main" id="{A383A473-4487-644A-B561-10F0BEB26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5264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8" name="Oval 198">
            <a:extLst>
              <a:ext uri="{FF2B5EF4-FFF2-40B4-BE49-F238E27FC236}">
                <a16:creationId xmlns:a16="http://schemas.microsoft.com/office/drawing/2014/main" id="{69E40D09-55B5-E743-807D-6EA2E9CE2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57213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19" name="Oval 199">
            <a:extLst>
              <a:ext uri="{FF2B5EF4-FFF2-40B4-BE49-F238E27FC236}">
                <a16:creationId xmlns:a16="http://schemas.microsoft.com/office/drawing/2014/main" id="{64E7B439-0D4C-D04B-AA6A-ED83DCBE3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6026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20" name="Oval 200">
            <a:extLst>
              <a:ext uri="{FF2B5EF4-FFF2-40B4-BE49-F238E27FC236}">
                <a16:creationId xmlns:a16="http://schemas.microsoft.com/office/drawing/2014/main" id="{A6A59C49-7E03-3B48-8D55-DF2627652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6330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721" name="Text Box 201">
            <a:extLst>
              <a:ext uri="{FF2B5EF4-FFF2-40B4-BE49-F238E27FC236}">
                <a16:creationId xmlns:a16="http://schemas.microsoft.com/office/drawing/2014/main" id="{FF0D4C98-0438-0144-A417-D102E6DFD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863" y="6516688"/>
            <a:ext cx="14081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hlinkClick r:id="" action="ppaction://hlinkshowjump?jump=previousslide"/>
              </a:rPr>
              <a:t>BACK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0E0E6A97-5F2D-A140-8BA8-B87CB07B5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152400"/>
            <a:ext cx="78009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时序控制的描述</a:t>
            </a:r>
          </a:p>
        </p:txBody>
      </p:sp>
      <p:sp>
        <p:nvSpPr>
          <p:cNvPr id="237571" name="Rectangle 4">
            <a:extLst>
              <a:ext uri="{FF2B5EF4-FFF2-40B4-BE49-F238E27FC236}">
                <a16:creationId xmlns:a16="http://schemas.microsoft.com/office/drawing/2014/main" id="{2085D9CC-8712-1C41-AD4F-6E2F2BDB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1711325"/>
            <a:ext cx="3644900" cy="2654300"/>
          </a:xfrm>
          <a:prstGeom prst="rect">
            <a:avLst/>
          </a:prstGeom>
          <a:noFill/>
          <a:ln w="3810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37572" name="Group 5">
            <a:extLst>
              <a:ext uri="{FF2B5EF4-FFF2-40B4-BE49-F238E27FC236}">
                <a16:creationId xmlns:a16="http://schemas.microsoft.com/office/drawing/2014/main" id="{B4E9B26C-75D8-EA44-84EB-7DC588F56FBE}"/>
              </a:ext>
            </a:extLst>
          </p:cNvPr>
          <p:cNvGrpSpPr>
            <a:grpSpLocks/>
          </p:cNvGrpSpPr>
          <p:nvPr/>
        </p:nvGrpSpPr>
        <p:grpSpPr bwMode="auto">
          <a:xfrm>
            <a:off x="920750" y="4378325"/>
            <a:ext cx="1816100" cy="873125"/>
            <a:chOff x="580" y="2164"/>
            <a:chExt cx="1144" cy="568"/>
          </a:xfrm>
        </p:grpSpPr>
        <p:sp>
          <p:nvSpPr>
            <p:cNvPr id="237610" name="Rectangle 6">
              <a:extLst>
                <a:ext uri="{FF2B5EF4-FFF2-40B4-BE49-F238E27FC236}">
                  <a16:creationId xmlns:a16="http://schemas.microsoft.com/office/drawing/2014/main" id="{EDE0FFAE-FAC7-844E-8139-E71C7A057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439"/>
              <a:ext cx="650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Opcode</a:t>
              </a:r>
            </a:p>
          </p:txBody>
        </p:sp>
        <p:sp>
          <p:nvSpPr>
            <p:cNvPr id="237611" name="Rectangle 7">
              <a:extLst>
                <a:ext uri="{FF2B5EF4-FFF2-40B4-BE49-F238E27FC236}">
                  <a16:creationId xmlns:a16="http://schemas.microsoft.com/office/drawing/2014/main" id="{83054511-DAD0-D949-AF22-4B325698F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452"/>
              <a:ext cx="1144" cy="2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7612" name="Line 8">
              <a:extLst>
                <a:ext uri="{FF2B5EF4-FFF2-40B4-BE49-F238E27FC236}">
                  <a16:creationId xmlns:a16="http://schemas.microsoft.com/office/drawing/2014/main" id="{7ADF1C6A-6ECA-D548-B275-7DA8A4F59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613" name="Line 9">
              <a:extLst>
                <a:ext uri="{FF2B5EF4-FFF2-40B4-BE49-F238E27FC236}">
                  <a16:creationId xmlns:a16="http://schemas.microsoft.com/office/drawing/2014/main" id="{72593E25-83F9-0543-A0A0-33ECA755C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614" name="Line 10">
              <a:extLst>
                <a:ext uri="{FF2B5EF4-FFF2-40B4-BE49-F238E27FC236}">
                  <a16:creationId xmlns:a16="http://schemas.microsoft.com/office/drawing/2014/main" id="{78CF56F1-F006-3E49-BAEF-6887C2A62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615" name="Line 11">
              <a:extLst>
                <a:ext uri="{FF2B5EF4-FFF2-40B4-BE49-F238E27FC236}">
                  <a16:creationId xmlns:a16="http://schemas.microsoft.com/office/drawing/2014/main" id="{5074ECC9-0D5C-9E46-B921-14E75E3E9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616" name="Line 12">
              <a:extLst>
                <a:ext uri="{FF2B5EF4-FFF2-40B4-BE49-F238E27FC236}">
                  <a16:creationId xmlns:a16="http://schemas.microsoft.com/office/drawing/2014/main" id="{206CF76F-C797-8349-BAF4-DB280F88F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617" name="Line 13">
              <a:extLst>
                <a:ext uri="{FF2B5EF4-FFF2-40B4-BE49-F238E27FC236}">
                  <a16:creationId xmlns:a16="http://schemas.microsoft.com/office/drawing/2014/main" id="{1F56F918-E971-8142-991F-B64A5ACD0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164"/>
              <a:ext cx="0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573" name="Rectangle 14">
            <a:extLst>
              <a:ext uri="{FF2B5EF4-FFF2-40B4-BE49-F238E27FC236}">
                <a16:creationId xmlns:a16="http://schemas.microsoft.com/office/drawing/2014/main" id="{DEBE5F12-E36E-5747-B83D-58B38567A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4814888"/>
            <a:ext cx="13954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状态寄存器</a:t>
            </a:r>
          </a:p>
        </p:txBody>
      </p:sp>
      <p:sp>
        <p:nvSpPr>
          <p:cNvPr id="237574" name="Rectangle 15">
            <a:extLst>
              <a:ext uri="{FF2B5EF4-FFF2-40B4-BE49-F238E27FC236}">
                <a16:creationId xmlns:a16="http://schemas.microsoft.com/office/drawing/2014/main" id="{73558C64-C30B-1544-A9EC-202AC7CB2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75" y="4835525"/>
            <a:ext cx="15113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7575" name="Line 16">
            <a:extLst>
              <a:ext uri="{FF2B5EF4-FFF2-40B4-BE49-F238E27FC236}">
                <a16:creationId xmlns:a16="http://schemas.microsoft.com/office/drawing/2014/main" id="{7837271D-746E-E446-83AA-CC401520C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37832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6" name="Line 17">
            <a:extLst>
              <a:ext uri="{FF2B5EF4-FFF2-40B4-BE49-F238E27FC236}">
                <a16:creationId xmlns:a16="http://schemas.microsoft.com/office/drawing/2014/main" id="{6A2C2632-9DF3-2242-895A-2BA11655B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37832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7" name="Line 18">
            <a:extLst>
              <a:ext uri="{FF2B5EF4-FFF2-40B4-BE49-F238E27FC236}">
                <a16:creationId xmlns:a16="http://schemas.microsoft.com/office/drawing/2014/main" id="{B712E58A-F12E-F34F-A60E-F0BFDEEE2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37832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8" name="Line 19">
            <a:extLst>
              <a:ext uri="{FF2B5EF4-FFF2-40B4-BE49-F238E27FC236}">
                <a16:creationId xmlns:a16="http://schemas.microsoft.com/office/drawing/2014/main" id="{52794F2B-FDA2-D142-98C3-5AAE51371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378325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9" name="Rectangle 20">
            <a:extLst>
              <a:ext uri="{FF2B5EF4-FFF2-40B4-BE49-F238E27FC236}">
                <a16:creationId xmlns:a16="http://schemas.microsoft.com/office/drawing/2014/main" id="{C40421F4-EAB0-4C42-B61A-B93B38F51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3776663"/>
            <a:ext cx="9017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   输入</a:t>
            </a:r>
          </a:p>
        </p:txBody>
      </p:sp>
      <p:sp>
        <p:nvSpPr>
          <p:cNvPr id="237580" name="Rectangle 21">
            <a:extLst>
              <a:ext uri="{FF2B5EF4-FFF2-40B4-BE49-F238E27FC236}">
                <a16:creationId xmlns:a16="http://schemas.microsoft.com/office/drawing/2014/main" id="{CA87C65D-4E9D-AB45-9F40-8C2D82E1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388" y="2514600"/>
            <a:ext cx="8191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latin typeface="Times New Roman" panose="02020603050405020304" pitchFamily="18" charset="0"/>
                <a:ea typeface="黑体" panose="02010609060101010101" pitchFamily="49" charset="-122"/>
              </a:rPr>
              <a:t>输出</a:t>
            </a:r>
          </a:p>
        </p:txBody>
      </p:sp>
      <p:sp>
        <p:nvSpPr>
          <p:cNvPr id="237581" name="Rectangle 22">
            <a:extLst>
              <a:ext uri="{FF2B5EF4-FFF2-40B4-BE49-F238E27FC236}">
                <a16:creationId xmlns:a16="http://schemas.microsoft.com/office/drawing/2014/main" id="{A181F65C-522A-C242-A96F-C9ED18FC6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1990725"/>
            <a:ext cx="1604962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组合逻辑控制单元</a:t>
            </a:r>
          </a:p>
        </p:txBody>
      </p:sp>
      <p:sp>
        <p:nvSpPr>
          <p:cNvPr id="237582" name="Line 23">
            <a:extLst>
              <a:ext uri="{FF2B5EF4-FFF2-40B4-BE49-F238E27FC236}">
                <a16:creationId xmlns:a16="http://schemas.microsoft.com/office/drawing/2014/main" id="{6B248ADB-224F-504B-ACB9-701B73AC05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19335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3" name="Rectangle 24">
            <a:extLst>
              <a:ext uri="{FF2B5EF4-FFF2-40B4-BE49-F238E27FC236}">
                <a16:creationId xmlns:a16="http://schemas.microsoft.com/office/drawing/2014/main" id="{FF572332-02C3-FD4A-BE6D-282FD553E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2582863"/>
            <a:ext cx="1658937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Multicycle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Datapath</a:t>
            </a:r>
          </a:p>
        </p:txBody>
      </p:sp>
      <p:sp>
        <p:nvSpPr>
          <p:cNvPr id="237584" name="Line 25">
            <a:extLst>
              <a:ext uri="{FF2B5EF4-FFF2-40B4-BE49-F238E27FC236}">
                <a16:creationId xmlns:a16="http://schemas.microsoft.com/office/drawing/2014/main" id="{599952C2-491C-DA47-B2CB-82AC28BD3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0859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5" name="Line 26">
            <a:extLst>
              <a:ext uri="{FF2B5EF4-FFF2-40B4-BE49-F238E27FC236}">
                <a16:creationId xmlns:a16="http://schemas.microsoft.com/office/drawing/2014/main" id="{F1DB89F3-3D5B-5546-8379-91D8362BD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2383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6" name="Line 27">
            <a:extLst>
              <a:ext uri="{FF2B5EF4-FFF2-40B4-BE49-F238E27FC236}">
                <a16:creationId xmlns:a16="http://schemas.microsoft.com/office/drawing/2014/main" id="{A1DE01B9-3791-A648-BAD9-F51B2A4E9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3907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7" name="Line 28">
            <a:extLst>
              <a:ext uri="{FF2B5EF4-FFF2-40B4-BE49-F238E27FC236}">
                <a16:creationId xmlns:a16="http://schemas.microsoft.com/office/drawing/2014/main" id="{CE427B96-355A-A941-835F-1B4E000D0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5431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8" name="Line 29">
            <a:extLst>
              <a:ext uri="{FF2B5EF4-FFF2-40B4-BE49-F238E27FC236}">
                <a16:creationId xmlns:a16="http://schemas.microsoft.com/office/drawing/2014/main" id="{39990DAB-7120-2A43-9312-9C74E9CDC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6955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89" name="Line 30">
            <a:extLst>
              <a:ext uri="{FF2B5EF4-FFF2-40B4-BE49-F238E27FC236}">
                <a16:creationId xmlns:a16="http://schemas.microsoft.com/office/drawing/2014/main" id="{75AED023-AC34-2D4D-9149-2D8D870D5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28479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0" name="Line 31">
            <a:extLst>
              <a:ext uri="{FF2B5EF4-FFF2-40B4-BE49-F238E27FC236}">
                <a16:creationId xmlns:a16="http://schemas.microsoft.com/office/drawing/2014/main" id="{BA1C53E7-43EB-044B-BCAF-138A31B55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30003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1" name="Line 32">
            <a:extLst>
              <a:ext uri="{FF2B5EF4-FFF2-40B4-BE49-F238E27FC236}">
                <a16:creationId xmlns:a16="http://schemas.microsoft.com/office/drawing/2014/main" id="{951D06F0-4F7D-1844-BEF0-DF787296B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31527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2" name="Line 33">
            <a:extLst>
              <a:ext uri="{FF2B5EF4-FFF2-40B4-BE49-F238E27FC236}">
                <a16:creationId xmlns:a16="http://schemas.microsoft.com/office/drawing/2014/main" id="{B305B7F8-EAFD-DE4B-A122-3B96C801D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33051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3" name="Line 34">
            <a:extLst>
              <a:ext uri="{FF2B5EF4-FFF2-40B4-BE49-F238E27FC236}">
                <a16:creationId xmlns:a16="http://schemas.microsoft.com/office/drawing/2014/main" id="{D54C4191-6AD1-244E-9D2C-6AE515781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34575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4" name="Line 35">
            <a:extLst>
              <a:ext uri="{FF2B5EF4-FFF2-40B4-BE49-F238E27FC236}">
                <a16:creationId xmlns:a16="http://schemas.microsoft.com/office/drawing/2014/main" id="{761C7EDE-B026-CC4C-86E5-24BC3074F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350" y="3609975"/>
            <a:ext cx="1739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95" name="Freeform 36">
            <a:extLst>
              <a:ext uri="{FF2B5EF4-FFF2-40B4-BE49-F238E27FC236}">
                <a16:creationId xmlns:a16="http://schemas.microsoft.com/office/drawing/2014/main" id="{42470FC3-7BD8-AA48-92DB-02D65B6EAC40}"/>
              </a:ext>
            </a:extLst>
          </p:cNvPr>
          <p:cNvSpPr>
            <a:spLocks/>
          </p:cNvSpPr>
          <p:nvPr/>
        </p:nvSpPr>
        <p:spPr bwMode="auto">
          <a:xfrm>
            <a:off x="3733800" y="4067175"/>
            <a:ext cx="1449388" cy="1601788"/>
          </a:xfrm>
          <a:custGeom>
            <a:avLst/>
            <a:gdLst>
              <a:gd name="T0" fmla="*/ 0 w 913"/>
              <a:gd name="T1" fmla="*/ 2147483646 h 1009"/>
              <a:gd name="T2" fmla="*/ 0 w 913"/>
              <a:gd name="T3" fmla="*/ 2147483646 h 1009"/>
              <a:gd name="T4" fmla="*/ 2147483646 w 913"/>
              <a:gd name="T5" fmla="*/ 2147483646 h 1009"/>
              <a:gd name="T6" fmla="*/ 2147483646 w 913"/>
              <a:gd name="T7" fmla="*/ 0 h 1009"/>
              <a:gd name="T8" fmla="*/ 2147483646 w 913"/>
              <a:gd name="T9" fmla="*/ 0 h 1009"/>
              <a:gd name="T10" fmla="*/ 2147483646 w 913"/>
              <a:gd name="T11" fmla="*/ 0 h 1009"/>
              <a:gd name="T12" fmla="*/ 2147483646 w 913"/>
              <a:gd name="T13" fmla="*/ 0 h 1009"/>
              <a:gd name="T14" fmla="*/ 2147483646 w 913"/>
              <a:gd name="T15" fmla="*/ 0 h 100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13" h="1009">
                <a:moveTo>
                  <a:pt x="0" y="768"/>
                </a:moveTo>
                <a:lnTo>
                  <a:pt x="0" y="1008"/>
                </a:lnTo>
                <a:lnTo>
                  <a:pt x="912" y="1008"/>
                </a:lnTo>
                <a:lnTo>
                  <a:pt x="912" y="0"/>
                </a:lnTo>
                <a:lnTo>
                  <a:pt x="528" y="0"/>
                </a:lnTo>
              </a:path>
            </a:pathLst>
          </a:custGeom>
          <a:noFill/>
          <a:ln w="12700" cap="rnd" cmpd="sng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596" name="Freeform 37">
            <a:extLst>
              <a:ext uri="{FF2B5EF4-FFF2-40B4-BE49-F238E27FC236}">
                <a16:creationId xmlns:a16="http://schemas.microsoft.com/office/drawing/2014/main" id="{B45E27FA-F4DE-DD4B-BB6F-C94623058043}"/>
              </a:ext>
            </a:extLst>
          </p:cNvPr>
          <p:cNvSpPr>
            <a:spLocks/>
          </p:cNvSpPr>
          <p:nvPr/>
        </p:nvSpPr>
        <p:spPr bwMode="auto">
          <a:xfrm>
            <a:off x="3429000" y="3914775"/>
            <a:ext cx="2135188" cy="1982788"/>
          </a:xfrm>
          <a:custGeom>
            <a:avLst/>
            <a:gdLst>
              <a:gd name="T0" fmla="*/ 0 w 1345"/>
              <a:gd name="T1" fmla="*/ 2147483646 h 1249"/>
              <a:gd name="T2" fmla="*/ 0 w 1345"/>
              <a:gd name="T3" fmla="*/ 2147483646 h 1249"/>
              <a:gd name="T4" fmla="*/ 2147483646 w 1345"/>
              <a:gd name="T5" fmla="*/ 2147483646 h 1249"/>
              <a:gd name="T6" fmla="*/ 2147483646 w 1345"/>
              <a:gd name="T7" fmla="*/ 0 h 1249"/>
              <a:gd name="T8" fmla="*/ 2147483646 w 1345"/>
              <a:gd name="T9" fmla="*/ 0 h 12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45" h="1249">
                <a:moveTo>
                  <a:pt x="0" y="864"/>
                </a:moveTo>
                <a:lnTo>
                  <a:pt x="0" y="1248"/>
                </a:lnTo>
                <a:lnTo>
                  <a:pt x="1344" y="1248"/>
                </a:lnTo>
                <a:lnTo>
                  <a:pt x="1344" y="0"/>
                </a:lnTo>
                <a:lnTo>
                  <a:pt x="720" y="0"/>
                </a:lnTo>
              </a:path>
            </a:pathLst>
          </a:custGeom>
          <a:noFill/>
          <a:ln w="12700" cap="rnd" cmpd="sng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597" name="Freeform 38">
            <a:extLst>
              <a:ext uri="{FF2B5EF4-FFF2-40B4-BE49-F238E27FC236}">
                <a16:creationId xmlns:a16="http://schemas.microsoft.com/office/drawing/2014/main" id="{A1756B9B-FCB1-E94E-AF62-354843BFC283}"/>
              </a:ext>
            </a:extLst>
          </p:cNvPr>
          <p:cNvSpPr>
            <a:spLocks/>
          </p:cNvSpPr>
          <p:nvPr/>
        </p:nvSpPr>
        <p:spPr bwMode="auto">
          <a:xfrm>
            <a:off x="3124200" y="3762375"/>
            <a:ext cx="2744788" cy="2363788"/>
          </a:xfrm>
          <a:custGeom>
            <a:avLst/>
            <a:gdLst>
              <a:gd name="T0" fmla="*/ 0 w 1729"/>
              <a:gd name="T1" fmla="*/ 2147483646 h 1489"/>
              <a:gd name="T2" fmla="*/ 0 w 1729"/>
              <a:gd name="T3" fmla="*/ 2147483646 h 1489"/>
              <a:gd name="T4" fmla="*/ 2147483646 w 1729"/>
              <a:gd name="T5" fmla="*/ 2147483646 h 1489"/>
              <a:gd name="T6" fmla="*/ 2147483646 w 1729"/>
              <a:gd name="T7" fmla="*/ 0 h 1489"/>
              <a:gd name="T8" fmla="*/ 2147483646 w 1729"/>
              <a:gd name="T9" fmla="*/ 0 h 14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29" h="1489">
                <a:moveTo>
                  <a:pt x="0" y="960"/>
                </a:moveTo>
                <a:lnTo>
                  <a:pt x="0" y="1488"/>
                </a:lnTo>
                <a:lnTo>
                  <a:pt x="1728" y="1488"/>
                </a:lnTo>
                <a:lnTo>
                  <a:pt x="1728" y="0"/>
                </a:lnTo>
                <a:lnTo>
                  <a:pt x="912" y="0"/>
                </a:lnTo>
              </a:path>
            </a:pathLst>
          </a:custGeom>
          <a:noFill/>
          <a:ln w="12700" cap="rnd" cmpd="sng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598" name="Freeform 39">
            <a:extLst>
              <a:ext uri="{FF2B5EF4-FFF2-40B4-BE49-F238E27FC236}">
                <a16:creationId xmlns:a16="http://schemas.microsoft.com/office/drawing/2014/main" id="{97835854-DB20-0E46-AF96-8966DAD1D293}"/>
              </a:ext>
            </a:extLst>
          </p:cNvPr>
          <p:cNvSpPr>
            <a:spLocks/>
          </p:cNvSpPr>
          <p:nvPr/>
        </p:nvSpPr>
        <p:spPr bwMode="auto">
          <a:xfrm>
            <a:off x="4038600" y="4219575"/>
            <a:ext cx="839788" cy="1296988"/>
          </a:xfrm>
          <a:custGeom>
            <a:avLst/>
            <a:gdLst>
              <a:gd name="T0" fmla="*/ 0 w 529"/>
              <a:gd name="T1" fmla="*/ 2147483646 h 817"/>
              <a:gd name="T2" fmla="*/ 0 w 529"/>
              <a:gd name="T3" fmla="*/ 2147483646 h 817"/>
              <a:gd name="T4" fmla="*/ 2147483646 w 529"/>
              <a:gd name="T5" fmla="*/ 2147483646 h 817"/>
              <a:gd name="T6" fmla="*/ 2147483646 w 529"/>
              <a:gd name="T7" fmla="*/ 0 h 817"/>
              <a:gd name="T8" fmla="*/ 2147483646 w 529"/>
              <a:gd name="T9" fmla="*/ 0 h 8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29" h="817">
                <a:moveTo>
                  <a:pt x="0" y="672"/>
                </a:moveTo>
                <a:lnTo>
                  <a:pt x="0" y="816"/>
                </a:lnTo>
                <a:lnTo>
                  <a:pt x="528" y="816"/>
                </a:lnTo>
                <a:lnTo>
                  <a:pt x="528" y="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599" name="Rectangle 40">
            <a:extLst>
              <a:ext uri="{FF2B5EF4-FFF2-40B4-BE49-F238E27FC236}">
                <a16:creationId xmlns:a16="http://schemas.microsoft.com/office/drawing/2014/main" id="{D520C9D7-911C-8446-88DD-B44491F1F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5" y="1663700"/>
            <a:ext cx="1812925" cy="2119313"/>
          </a:xfrm>
          <a:prstGeom prst="rect">
            <a:avLst/>
          </a:prstGeom>
          <a:noFill/>
          <a:ln w="50800">
            <a:solidFill>
              <a:srgbClr val="FE9AA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9849" name="Rectangle 41">
            <a:extLst>
              <a:ext uri="{FF2B5EF4-FFF2-40B4-BE49-F238E27FC236}">
                <a16:creationId xmlns:a16="http://schemas.microsoft.com/office/drawing/2014/main" id="{0FA7269E-3A02-3B42-B72E-10E799220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5" y="3962400"/>
            <a:ext cx="2587625" cy="261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下一状态被看成和其他控制信号一样。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下一状态是当前状态和操作码的函数。</a:t>
            </a:r>
          </a:p>
          <a:p>
            <a:pPr>
              <a:spcBef>
                <a:spcPct val="4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每来一个时钟，当前状态变到下一个状态</a:t>
            </a:r>
          </a:p>
          <a:p>
            <a:pPr>
              <a:spcBef>
                <a:spcPct val="4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在不同状态下输出不同的控制信号。</a:t>
            </a:r>
          </a:p>
        </p:txBody>
      </p:sp>
      <p:sp>
        <p:nvSpPr>
          <p:cNvPr id="119850" name="Text Box 42">
            <a:extLst>
              <a:ext uri="{FF2B5EF4-FFF2-40B4-BE49-F238E27FC236}">
                <a16:creationId xmlns:a16="http://schemas.microsoft.com/office/drawing/2014/main" id="{EB95CC72-B491-B043-8A00-8140A3050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" y="6105525"/>
            <a:ext cx="33289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下一步目标：设计控制逻辑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control Logic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237602" name="Rectangle 43">
            <a:extLst>
              <a:ext uri="{FF2B5EF4-FFF2-40B4-BE49-F238E27FC236}">
                <a16:creationId xmlns:a16="http://schemas.microsoft.com/office/drawing/2014/main" id="{930A2849-7982-5B4A-8101-3A481C582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731838"/>
            <a:ext cx="887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0">
                <a:solidFill>
                  <a:schemeClr val="accent2"/>
                </a:solidFill>
                <a:ea typeface="黑体" panose="02010609060101010101" pitchFamily="49" charset="-122"/>
              </a:rPr>
              <a:t>   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由时钟、当前状态和操作码确定下一状态。不同状态输出不同控制信号值</a:t>
            </a:r>
          </a:p>
        </p:txBody>
      </p:sp>
      <p:sp>
        <p:nvSpPr>
          <p:cNvPr id="237603" name="Line 44">
            <a:extLst>
              <a:ext uri="{FF2B5EF4-FFF2-40B4-BE49-F238E27FC236}">
                <a16:creationId xmlns:a16="http://schemas.microsoft.com/office/drawing/2014/main" id="{AD1DD7C8-9F62-FD47-B5F3-EF801381E0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4813" y="5424488"/>
            <a:ext cx="1587" cy="2460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04" name="Oval 45">
            <a:extLst>
              <a:ext uri="{FF2B5EF4-FFF2-40B4-BE49-F238E27FC236}">
                <a16:creationId xmlns:a16="http://schemas.microsoft.com/office/drawing/2014/main" id="{047CA931-54F4-AB43-B7E9-4CC7635B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5299075"/>
            <a:ext cx="133350" cy="131763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7605" name="Text Box 47">
            <a:extLst>
              <a:ext uri="{FF2B5EF4-FFF2-40B4-BE49-F238E27FC236}">
                <a16:creationId xmlns:a16="http://schemas.microsoft.com/office/drawing/2014/main" id="{3F98EBCB-FDC0-E541-9133-94FBA731A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5567363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237606" name="Text Box 48">
            <a:extLst>
              <a:ext uri="{FF2B5EF4-FFF2-40B4-BE49-F238E27FC236}">
                <a16:creationId xmlns:a16="http://schemas.microsoft.com/office/drawing/2014/main" id="{ACB232C2-0EEC-5B42-8BA8-8D96BC7EE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538" y="3652838"/>
            <a:ext cx="6826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Next </a:t>
            </a:r>
          </a:p>
          <a:p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119857" name="Text Box 49">
            <a:extLst>
              <a:ext uri="{FF2B5EF4-FFF2-40B4-BE49-F238E27FC236}">
                <a16:creationId xmlns:a16="http://schemas.microsoft.com/office/drawing/2014/main" id="{7C8F1DB8-B969-1244-8CEE-2B0B29D74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1127125"/>
            <a:ext cx="7853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控制逻辑采用“摩尔机”方式，即：输出函数仅依赖于当前状态</a:t>
            </a:r>
          </a:p>
        </p:txBody>
      </p:sp>
      <p:sp>
        <p:nvSpPr>
          <p:cNvPr id="237608" name="AutoShape 50">
            <a:extLst>
              <a:ext uri="{FF2B5EF4-FFF2-40B4-BE49-F238E27FC236}">
                <a16:creationId xmlns:a16="http://schemas.microsoft.com/office/drawing/2014/main" id="{127AD636-AF3B-4241-BCB5-BA7D89CB138D}"/>
              </a:ext>
            </a:extLst>
          </p:cNvPr>
          <p:cNvSpPr>
            <a:spLocks/>
          </p:cNvSpPr>
          <p:nvPr/>
        </p:nvSpPr>
        <p:spPr bwMode="auto">
          <a:xfrm>
            <a:off x="4302125" y="1924050"/>
            <a:ext cx="174625" cy="1666875"/>
          </a:xfrm>
          <a:prstGeom prst="leftBrace">
            <a:avLst>
              <a:gd name="adj1" fmla="val 7954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7609" name="AutoShape 52">
            <a:extLst>
              <a:ext uri="{FF2B5EF4-FFF2-40B4-BE49-F238E27FC236}">
                <a16:creationId xmlns:a16="http://schemas.microsoft.com/office/drawing/2014/main" id="{CAFD672B-D24A-FB4A-AE2B-7F63546D45FF}"/>
              </a:ext>
            </a:extLst>
          </p:cNvPr>
          <p:cNvSpPr>
            <a:spLocks/>
          </p:cNvSpPr>
          <p:nvPr/>
        </p:nvSpPr>
        <p:spPr bwMode="auto">
          <a:xfrm rot="5400000">
            <a:off x="2586038" y="2817813"/>
            <a:ext cx="127000" cy="2800350"/>
          </a:xfrm>
          <a:prstGeom prst="leftBrace">
            <a:avLst>
              <a:gd name="adj1" fmla="val 18375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8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98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50" grpId="0"/>
      <p:bldP spid="1198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C5AEE03E-666D-E144-8198-852F56563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65100"/>
            <a:ext cx="74993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多周期控制器状态转换表</a:t>
            </a:r>
          </a:p>
        </p:txBody>
      </p:sp>
      <p:sp>
        <p:nvSpPr>
          <p:cNvPr id="121864" name="Text Box 8">
            <a:extLst>
              <a:ext uri="{FF2B5EF4-FFF2-40B4-BE49-F238E27FC236}">
                <a16:creationId xmlns:a16="http://schemas.microsoft.com/office/drawing/2014/main" id="{3A8C5B3F-3D5D-2641-BE81-391E2B56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088" y="6327775"/>
            <a:ext cx="5414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以上功能可以由</a:t>
            </a:r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电路来实现！</a:t>
            </a:r>
          </a:p>
        </p:txBody>
      </p:sp>
      <p:graphicFrame>
        <p:nvGraphicFramePr>
          <p:cNvPr id="122162" name="Group 306">
            <a:extLst>
              <a:ext uri="{FF2B5EF4-FFF2-40B4-BE49-F238E27FC236}">
                <a16:creationId xmlns:a16="http://schemas.microsoft.com/office/drawing/2014/main" id="{AF6E7D5B-6172-684A-8F6F-D69D3D1B256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781050"/>
          <a:ext cx="8636000" cy="5391154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1777146980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313046161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596575889"/>
                    </a:ext>
                  </a:extLst>
                </a:gridCol>
              </a:tblGrid>
              <a:tr h="633413">
                <a:tc>
                  <a:txBody>
                    <a:bodyPr/>
                    <a:lstStyle>
                      <a:lvl1pPr marL="203200" indent="63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635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当前状态</a:t>
                      </a:r>
                    </a:p>
                    <a:p>
                      <a:pPr marL="203200" marR="0" lvl="0" indent="635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63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635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指令操作码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下一状态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altLang="zh-CN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370537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State2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0  0  0  0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22561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State0 (IFetch)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0  0  0  1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270320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000100 (beq)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0  0  1  0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97043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000010 (jump)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0  0  1  1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368820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001101 (ori)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0  1  0  0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45042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State4 (OriExec)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0  1  0  1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75950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000000 (R-type)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0  1  1  0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79935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State6 (RExec)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0  1  1  1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654875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100011 (lw)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1  0  0  0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195135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 (ID/RFetch)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101011 (sw)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1  0  0  0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327933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State8 (MemAdr)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101011 (sw)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1  0  0  1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59482"/>
                  </a:ext>
                </a:extLst>
              </a:tr>
              <a:tr h="365125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State8 (MemAdr)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100011 (lw)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1  0  1  0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77107"/>
                  </a:ext>
                </a:extLst>
              </a:tr>
              <a:tr h="366713"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State10 (MemFetch)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03200" indent="-2032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685800" indent="-1905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2pPr>
                      <a:lvl3pPr marL="1257300" indent="-342900">
                        <a:spcBef>
                          <a:spcPct val="35000"/>
                        </a:spcBef>
                        <a:buSzPct val="100000"/>
                        <a:defRPr sz="1600" b="1">
                          <a:solidFill>
                            <a:srgbClr val="B7011F"/>
                          </a:solidFill>
                          <a:latin typeface="Arial" panose="020B0604020202020204" pitchFamily="34" charset="0"/>
                        </a:defRPr>
                      </a:lvl3pPr>
                      <a:lvl4pPr marL="17145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171700" indent="-3429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6289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30861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5433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4000500" indent="-342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203200" marR="0" lvl="0" indent="-203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1  0  1  1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765531"/>
                  </a:ext>
                </a:extLst>
              </a:tr>
            </a:tbl>
          </a:graphicData>
        </a:graphic>
      </p:graphicFrame>
      <p:sp>
        <p:nvSpPr>
          <p:cNvPr id="239682" name="Text Box 307">
            <a:extLst>
              <a:ext uri="{FF2B5EF4-FFF2-40B4-BE49-F238E27FC236}">
                <a16:creationId xmlns:a16="http://schemas.microsoft.com/office/drawing/2014/main" id="{8F9216EF-595A-6D4A-8822-F75BC632F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163513"/>
            <a:ext cx="33385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多周期处理器的有限状态机</a:t>
            </a:r>
            <a:endParaRPr lang="zh-CN" alt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E4CC4D3C-9B86-B54D-A4B1-6FA486E7E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203200"/>
            <a:ext cx="83439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用</a:t>
            </a:r>
            <a:r>
              <a:rPr lang="en-US" altLang="zh-CN">
                <a:ea typeface="宋体" panose="02010600030101010101" pitchFamily="2" charset="-122"/>
              </a:rPr>
              <a:t>PLA</a:t>
            </a:r>
            <a:r>
              <a:rPr lang="zh-CN" altLang="en-US">
                <a:ea typeface="宋体" panose="02010600030101010101" pitchFamily="2" charset="-122"/>
              </a:rPr>
              <a:t>电路实现的组合逻辑控制单元（硬布线方式）</a:t>
            </a:r>
          </a:p>
        </p:txBody>
      </p:sp>
      <p:sp>
        <p:nvSpPr>
          <p:cNvPr id="401413" name="Rectangle 5">
            <a:extLst>
              <a:ext uri="{FF2B5EF4-FFF2-40B4-BE49-F238E27FC236}">
                <a16:creationId xmlns:a16="http://schemas.microsoft.com/office/drawing/2014/main" id="{880F07E6-7108-2B4F-9401-BCF4B0C53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6030913"/>
            <a:ext cx="53625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左上角：由操作码和当前状态确定下一状态的电路</a:t>
            </a:r>
          </a:p>
          <a:p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右下角：由当前状态确定控制信号的电路</a:t>
            </a:r>
          </a:p>
        </p:txBody>
      </p:sp>
      <p:pic>
        <p:nvPicPr>
          <p:cNvPr id="241668" name="Picture 4">
            <a:extLst>
              <a:ext uri="{FF2B5EF4-FFF2-40B4-BE49-F238E27FC236}">
                <a16:creationId xmlns:a16="http://schemas.microsoft.com/office/drawing/2014/main" id="{D3C5DCBC-FFA2-7C4D-A3A0-CE72516E3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666750"/>
            <a:ext cx="8826500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1414" name="Text Box 6">
            <a:extLst>
              <a:ext uri="{FF2B5EF4-FFF2-40B4-BE49-F238E27FC236}">
                <a16:creationId xmlns:a16="http://schemas.microsoft.com/office/drawing/2014/main" id="{1A5C61F4-9A0C-0D49-9D94-F4EFC54B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6089650"/>
            <a:ext cx="292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你能找出图中的错误吗？</a:t>
            </a:r>
          </a:p>
          <a:p>
            <a:r>
              <a:rPr lang="zh-CN" altLang="en-US" sz="18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有三个点的位置不对！</a:t>
            </a:r>
          </a:p>
        </p:txBody>
      </p:sp>
      <p:grpSp>
        <p:nvGrpSpPr>
          <p:cNvPr id="401424" name="Group 16">
            <a:extLst>
              <a:ext uri="{FF2B5EF4-FFF2-40B4-BE49-F238E27FC236}">
                <a16:creationId xmlns:a16="http://schemas.microsoft.com/office/drawing/2014/main" id="{956451C9-7F12-6245-903F-E3AB549E8CDA}"/>
              </a:ext>
            </a:extLst>
          </p:cNvPr>
          <p:cNvGrpSpPr>
            <a:grpSpLocks/>
          </p:cNvGrpSpPr>
          <p:nvPr/>
        </p:nvGrpSpPr>
        <p:grpSpPr bwMode="auto">
          <a:xfrm>
            <a:off x="4064000" y="2552700"/>
            <a:ext cx="65088" cy="298450"/>
            <a:chOff x="2560" y="1608"/>
            <a:chExt cx="41" cy="188"/>
          </a:xfrm>
        </p:grpSpPr>
        <p:sp>
          <p:nvSpPr>
            <p:cNvPr id="241677" name="Oval 10">
              <a:extLst>
                <a:ext uri="{FF2B5EF4-FFF2-40B4-BE49-F238E27FC236}">
                  <a16:creationId xmlns:a16="http://schemas.microsoft.com/office/drawing/2014/main" id="{F66218E3-454E-3849-A9DA-0014CCB1C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" y="1608"/>
              <a:ext cx="40" cy="35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1678" name="Oval 13">
              <a:extLst>
                <a:ext uri="{FF2B5EF4-FFF2-40B4-BE49-F238E27FC236}">
                  <a16:creationId xmlns:a16="http://schemas.microsoft.com/office/drawing/2014/main" id="{6388888F-892C-0B4C-957B-AFE3FCCED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" y="1761"/>
              <a:ext cx="40" cy="35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401425" name="Group 17">
            <a:extLst>
              <a:ext uri="{FF2B5EF4-FFF2-40B4-BE49-F238E27FC236}">
                <a16:creationId xmlns:a16="http://schemas.microsoft.com/office/drawing/2014/main" id="{C3101DF6-77DE-EF4D-9DA4-7BC00404CA9B}"/>
              </a:ext>
            </a:extLst>
          </p:cNvPr>
          <p:cNvGrpSpPr>
            <a:grpSpLocks/>
          </p:cNvGrpSpPr>
          <p:nvPr/>
        </p:nvGrpSpPr>
        <p:grpSpPr bwMode="auto">
          <a:xfrm>
            <a:off x="4308475" y="2554288"/>
            <a:ext cx="74613" cy="298450"/>
            <a:chOff x="2714" y="1609"/>
            <a:chExt cx="47" cy="188"/>
          </a:xfrm>
        </p:grpSpPr>
        <p:sp>
          <p:nvSpPr>
            <p:cNvPr id="241675" name="Oval 11">
              <a:extLst>
                <a:ext uri="{FF2B5EF4-FFF2-40B4-BE49-F238E27FC236}">
                  <a16:creationId xmlns:a16="http://schemas.microsoft.com/office/drawing/2014/main" id="{91A7D713-0DAD-EF49-AAFF-3E479A607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1609"/>
              <a:ext cx="40" cy="35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1676" name="Oval 14">
              <a:extLst>
                <a:ext uri="{FF2B5EF4-FFF2-40B4-BE49-F238E27FC236}">
                  <a16:creationId xmlns:a16="http://schemas.microsoft.com/office/drawing/2014/main" id="{E5AE568E-21E2-D544-908B-0B8D20428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1762"/>
              <a:ext cx="40" cy="35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401426" name="Group 18">
            <a:extLst>
              <a:ext uri="{FF2B5EF4-FFF2-40B4-BE49-F238E27FC236}">
                <a16:creationId xmlns:a16="http://schemas.microsoft.com/office/drawing/2014/main" id="{B7BA6912-DBFC-DD48-B94A-E5BD30549967}"/>
              </a:ext>
            </a:extLst>
          </p:cNvPr>
          <p:cNvGrpSpPr>
            <a:grpSpLocks/>
          </p:cNvGrpSpPr>
          <p:nvPr/>
        </p:nvGrpSpPr>
        <p:grpSpPr bwMode="auto">
          <a:xfrm>
            <a:off x="6378575" y="2797175"/>
            <a:ext cx="65088" cy="323850"/>
            <a:chOff x="4018" y="1762"/>
            <a:chExt cx="41" cy="204"/>
          </a:xfrm>
        </p:grpSpPr>
        <p:sp>
          <p:nvSpPr>
            <p:cNvPr id="241673" name="Oval 12">
              <a:extLst>
                <a:ext uri="{FF2B5EF4-FFF2-40B4-BE49-F238E27FC236}">
                  <a16:creationId xmlns:a16="http://schemas.microsoft.com/office/drawing/2014/main" id="{DE970B83-D9C0-D842-A029-877DA58B8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1762"/>
              <a:ext cx="40" cy="35"/>
            </a:xfrm>
            <a:prstGeom prst="ellips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1674" name="Oval 15">
              <a:extLst>
                <a:ext uri="{FF2B5EF4-FFF2-40B4-BE49-F238E27FC236}">
                  <a16:creationId xmlns:a16="http://schemas.microsoft.com/office/drawing/2014/main" id="{575CA13F-470E-D24C-B509-6E677148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931"/>
              <a:ext cx="40" cy="35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Oval 2">
            <a:extLst>
              <a:ext uri="{FF2B5EF4-FFF2-40B4-BE49-F238E27FC236}">
                <a16:creationId xmlns:a16="http://schemas.microsoft.com/office/drawing/2014/main" id="{11C2FB7F-F282-5B42-8005-0548EF88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427788"/>
            <a:ext cx="103187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691" name="Oval 3">
            <a:extLst>
              <a:ext uri="{FF2B5EF4-FFF2-40B4-BE49-F238E27FC236}">
                <a16:creationId xmlns:a16="http://schemas.microsoft.com/office/drawing/2014/main" id="{CCD4B976-61CC-BE4B-8122-85D8E3A1A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42937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692" name="Line 4">
            <a:extLst>
              <a:ext uri="{FF2B5EF4-FFF2-40B4-BE49-F238E27FC236}">
                <a16:creationId xmlns:a16="http://schemas.microsoft.com/office/drawing/2014/main" id="{55CA03DD-D39B-814E-ADB5-B12B8AAF6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693" name="Rectangle 5">
            <a:extLst>
              <a:ext uri="{FF2B5EF4-FFF2-40B4-BE49-F238E27FC236}">
                <a16:creationId xmlns:a16="http://schemas.microsoft.com/office/drawing/2014/main" id="{57E45B2B-C95D-A740-9963-C2D96E60B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18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Op5</a:t>
            </a:r>
          </a:p>
        </p:txBody>
      </p:sp>
      <p:sp>
        <p:nvSpPr>
          <p:cNvPr id="242694" name="Rectangle 6">
            <a:extLst>
              <a:ext uri="{FF2B5EF4-FFF2-40B4-BE49-F238E27FC236}">
                <a16:creationId xmlns:a16="http://schemas.microsoft.com/office/drawing/2014/main" id="{7B3F716F-65C5-C64A-9E16-4F748598B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366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Op4</a:t>
            </a:r>
          </a:p>
        </p:txBody>
      </p:sp>
      <p:sp>
        <p:nvSpPr>
          <p:cNvPr id="242695" name="Rectangle 7">
            <a:extLst>
              <a:ext uri="{FF2B5EF4-FFF2-40B4-BE49-F238E27FC236}">
                <a16:creationId xmlns:a16="http://schemas.microsoft.com/office/drawing/2014/main" id="{493A6CF6-77AD-D948-A932-DA2534993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14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Op3</a:t>
            </a:r>
          </a:p>
        </p:txBody>
      </p:sp>
      <p:sp>
        <p:nvSpPr>
          <p:cNvPr id="242696" name="Rectangle 8">
            <a:extLst>
              <a:ext uri="{FF2B5EF4-FFF2-40B4-BE49-F238E27FC236}">
                <a16:creationId xmlns:a16="http://schemas.microsoft.com/office/drawing/2014/main" id="{B382EA3F-6CE9-7D4B-B34E-1BB36BFA9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462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Op2</a:t>
            </a:r>
          </a:p>
        </p:txBody>
      </p:sp>
      <p:sp>
        <p:nvSpPr>
          <p:cNvPr id="242697" name="Rectangle 9">
            <a:extLst>
              <a:ext uri="{FF2B5EF4-FFF2-40B4-BE49-F238E27FC236}">
                <a16:creationId xmlns:a16="http://schemas.microsoft.com/office/drawing/2014/main" id="{182C632D-CC10-1948-A5DE-133C96BA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383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Op1</a:t>
            </a:r>
          </a:p>
        </p:txBody>
      </p:sp>
      <p:sp>
        <p:nvSpPr>
          <p:cNvPr id="242698" name="Rectangle 10">
            <a:extLst>
              <a:ext uri="{FF2B5EF4-FFF2-40B4-BE49-F238E27FC236}">
                <a16:creationId xmlns:a16="http://schemas.microsoft.com/office/drawing/2014/main" id="{83AF39D7-448C-CF48-B483-D75A2D90A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23558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Op0</a:t>
            </a:r>
          </a:p>
        </p:txBody>
      </p:sp>
      <p:grpSp>
        <p:nvGrpSpPr>
          <p:cNvPr id="242699" name="Group 11">
            <a:extLst>
              <a:ext uri="{FF2B5EF4-FFF2-40B4-BE49-F238E27FC236}">
                <a16:creationId xmlns:a16="http://schemas.microsoft.com/office/drawing/2014/main" id="{A4848391-3320-D543-8F12-9EB63CE39D4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660650"/>
            <a:ext cx="422275" cy="1277938"/>
            <a:chOff x="135" y="2180"/>
            <a:chExt cx="266" cy="805"/>
          </a:xfrm>
        </p:grpSpPr>
        <p:sp>
          <p:nvSpPr>
            <p:cNvPr id="242983" name="Rectangle 12">
              <a:extLst>
                <a:ext uri="{FF2B5EF4-FFF2-40B4-BE49-F238E27FC236}">
                  <a16:creationId xmlns:a16="http://schemas.microsoft.com/office/drawing/2014/main" id="{5DF6D43F-DB54-AF4A-87C2-A5084B563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180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S3</a:t>
              </a:r>
            </a:p>
          </p:txBody>
        </p:sp>
        <p:sp>
          <p:nvSpPr>
            <p:cNvPr id="242984" name="Rectangle 13">
              <a:extLst>
                <a:ext uri="{FF2B5EF4-FFF2-40B4-BE49-F238E27FC236}">
                  <a16:creationId xmlns:a16="http://schemas.microsoft.com/office/drawing/2014/main" id="{2431EB6E-276A-B446-9909-80A77A269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372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</a:p>
          </p:txBody>
        </p:sp>
        <p:sp>
          <p:nvSpPr>
            <p:cNvPr id="242985" name="Rectangle 14">
              <a:extLst>
                <a:ext uri="{FF2B5EF4-FFF2-40B4-BE49-F238E27FC236}">
                  <a16:creationId xmlns:a16="http://schemas.microsoft.com/office/drawing/2014/main" id="{41A66B8A-9753-B14C-AEBD-11DDA070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564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</a:p>
          </p:txBody>
        </p:sp>
        <p:sp>
          <p:nvSpPr>
            <p:cNvPr id="242986" name="Rectangle 15">
              <a:extLst>
                <a:ext uri="{FF2B5EF4-FFF2-40B4-BE49-F238E27FC236}">
                  <a16:creationId xmlns:a16="http://schemas.microsoft.com/office/drawing/2014/main" id="{97F7F165-2155-5641-B2E0-383A3A5DF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756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S0</a:t>
              </a:r>
            </a:p>
          </p:txBody>
        </p:sp>
      </p:grpSp>
      <p:grpSp>
        <p:nvGrpSpPr>
          <p:cNvPr id="242700" name="Group 16">
            <a:extLst>
              <a:ext uri="{FF2B5EF4-FFF2-40B4-BE49-F238E27FC236}">
                <a16:creationId xmlns:a16="http://schemas.microsoft.com/office/drawing/2014/main" id="{5C766128-9860-6C45-9F73-6581DC42EFFE}"/>
              </a:ext>
            </a:extLst>
          </p:cNvPr>
          <p:cNvGrpSpPr>
            <a:grpSpLocks/>
          </p:cNvGrpSpPr>
          <p:nvPr/>
        </p:nvGrpSpPr>
        <p:grpSpPr bwMode="auto">
          <a:xfrm>
            <a:off x="8121650" y="4132263"/>
            <a:ext cx="587375" cy="1298575"/>
            <a:chOff x="5145" y="3170"/>
            <a:chExt cx="370" cy="818"/>
          </a:xfrm>
        </p:grpSpPr>
        <p:sp>
          <p:nvSpPr>
            <p:cNvPr id="242979" name="Rectangle 17">
              <a:extLst>
                <a:ext uri="{FF2B5EF4-FFF2-40B4-BE49-F238E27FC236}">
                  <a16:creationId xmlns:a16="http://schemas.microsoft.com/office/drawing/2014/main" id="{6FB16EA3-51DB-DA4C-A22A-37B041017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170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NS3</a:t>
              </a:r>
            </a:p>
          </p:txBody>
        </p:sp>
        <p:sp>
          <p:nvSpPr>
            <p:cNvPr id="242980" name="Rectangle 18">
              <a:extLst>
                <a:ext uri="{FF2B5EF4-FFF2-40B4-BE49-F238E27FC236}">
                  <a16:creationId xmlns:a16="http://schemas.microsoft.com/office/drawing/2014/main" id="{E6C42AE2-74A3-EB4E-A3DD-B9D0A9780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366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NS2</a:t>
              </a:r>
            </a:p>
          </p:txBody>
        </p:sp>
        <p:sp>
          <p:nvSpPr>
            <p:cNvPr id="242981" name="Rectangle 19">
              <a:extLst>
                <a:ext uri="{FF2B5EF4-FFF2-40B4-BE49-F238E27FC236}">
                  <a16:creationId xmlns:a16="http://schemas.microsoft.com/office/drawing/2014/main" id="{940DE63B-64E4-7D4F-932A-FC0D297A1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563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NS1</a:t>
              </a:r>
            </a:p>
          </p:txBody>
        </p:sp>
        <p:sp>
          <p:nvSpPr>
            <p:cNvPr id="242982" name="Rectangle 20">
              <a:extLst>
                <a:ext uri="{FF2B5EF4-FFF2-40B4-BE49-F238E27FC236}">
                  <a16:creationId xmlns:a16="http://schemas.microsoft.com/office/drawing/2014/main" id="{19DDC9CB-4A3B-AE48-9CBC-FA4DCFF2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759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NS0</a:t>
              </a:r>
            </a:p>
          </p:txBody>
        </p:sp>
      </p:grpSp>
      <p:grpSp>
        <p:nvGrpSpPr>
          <p:cNvPr id="242701" name="Group 21">
            <a:extLst>
              <a:ext uri="{FF2B5EF4-FFF2-40B4-BE49-F238E27FC236}">
                <a16:creationId xmlns:a16="http://schemas.microsoft.com/office/drawing/2014/main" id="{40E10138-AB04-714F-9AD1-47DCB3557CC5}"/>
              </a:ext>
            </a:extLst>
          </p:cNvPr>
          <p:cNvGrpSpPr>
            <a:grpSpLocks/>
          </p:cNvGrpSpPr>
          <p:nvPr/>
        </p:nvGrpSpPr>
        <p:grpSpPr bwMode="auto">
          <a:xfrm>
            <a:off x="1087438" y="952500"/>
            <a:ext cx="6632575" cy="2820988"/>
            <a:chOff x="685" y="600"/>
            <a:chExt cx="3986" cy="1777"/>
          </a:xfrm>
        </p:grpSpPr>
        <p:grpSp>
          <p:nvGrpSpPr>
            <p:cNvPr id="242932" name="Group 22">
              <a:extLst>
                <a:ext uri="{FF2B5EF4-FFF2-40B4-BE49-F238E27FC236}">
                  <a16:creationId xmlns:a16="http://schemas.microsoft.com/office/drawing/2014/main" id="{2D22507F-FE48-7043-8C29-3E0BBD785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600"/>
              <a:ext cx="3976" cy="145"/>
              <a:chOff x="532" y="1104"/>
              <a:chExt cx="3976" cy="145"/>
            </a:xfrm>
          </p:grpSpPr>
          <p:sp>
            <p:nvSpPr>
              <p:cNvPr id="242975" name="Line 23">
                <a:extLst>
                  <a:ext uri="{FF2B5EF4-FFF2-40B4-BE49-F238E27FC236}">
                    <a16:creationId xmlns:a16="http://schemas.microsoft.com/office/drawing/2014/main" id="{9DCA28DC-0B85-D64E-A668-CE3AF9B69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104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76" name="Freeform 24">
                <a:extLst>
                  <a:ext uri="{FF2B5EF4-FFF2-40B4-BE49-F238E27FC236}">
                    <a16:creationId xmlns:a16="http://schemas.microsoft.com/office/drawing/2014/main" id="{E06FD8FA-80B6-4542-938F-8E0AE7FD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104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77" name="Freeform 25">
                <a:extLst>
                  <a:ext uri="{FF2B5EF4-FFF2-40B4-BE49-F238E27FC236}">
                    <a16:creationId xmlns:a16="http://schemas.microsoft.com/office/drawing/2014/main" id="{AF02BB30-11F6-614B-858B-9FA8886BB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152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78" name="Oval 26">
                <a:extLst>
                  <a:ext uri="{FF2B5EF4-FFF2-40B4-BE49-F238E27FC236}">
                    <a16:creationId xmlns:a16="http://schemas.microsoft.com/office/drawing/2014/main" id="{30C8A1DE-CD48-1C48-ABF1-911F23900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178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3" name="Group 27">
              <a:extLst>
                <a:ext uri="{FF2B5EF4-FFF2-40B4-BE49-F238E27FC236}">
                  <a16:creationId xmlns:a16="http://schemas.microsoft.com/office/drawing/2014/main" id="{9B865345-2B1C-9640-9DCF-211E0EB85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786"/>
              <a:ext cx="3976" cy="145"/>
              <a:chOff x="532" y="1290"/>
              <a:chExt cx="3976" cy="145"/>
            </a:xfrm>
          </p:grpSpPr>
          <p:sp>
            <p:nvSpPr>
              <p:cNvPr id="242971" name="Line 28">
                <a:extLst>
                  <a:ext uri="{FF2B5EF4-FFF2-40B4-BE49-F238E27FC236}">
                    <a16:creationId xmlns:a16="http://schemas.microsoft.com/office/drawing/2014/main" id="{3B5254F3-ED9F-5646-AFC2-7C69D8460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290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72" name="Freeform 29">
                <a:extLst>
                  <a:ext uri="{FF2B5EF4-FFF2-40B4-BE49-F238E27FC236}">
                    <a16:creationId xmlns:a16="http://schemas.microsoft.com/office/drawing/2014/main" id="{2828DDB7-44A5-FF44-9388-443438FEC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290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73" name="Freeform 30">
                <a:extLst>
                  <a:ext uri="{FF2B5EF4-FFF2-40B4-BE49-F238E27FC236}">
                    <a16:creationId xmlns:a16="http://schemas.microsoft.com/office/drawing/2014/main" id="{AA80634C-A8BD-2643-92B5-070EF283D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338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74" name="Oval 31">
                <a:extLst>
                  <a:ext uri="{FF2B5EF4-FFF2-40B4-BE49-F238E27FC236}">
                    <a16:creationId xmlns:a16="http://schemas.microsoft.com/office/drawing/2014/main" id="{F8A040A9-C30F-EE4A-8B81-CAB4C244A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364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4" name="Group 32">
              <a:extLst>
                <a:ext uri="{FF2B5EF4-FFF2-40B4-BE49-F238E27FC236}">
                  <a16:creationId xmlns:a16="http://schemas.microsoft.com/office/drawing/2014/main" id="{C6F0C7C3-937D-5844-9E69-C5E7BD45C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972"/>
              <a:ext cx="3976" cy="145"/>
              <a:chOff x="532" y="1476"/>
              <a:chExt cx="3976" cy="145"/>
            </a:xfrm>
          </p:grpSpPr>
          <p:sp>
            <p:nvSpPr>
              <p:cNvPr id="242967" name="Line 33">
                <a:extLst>
                  <a:ext uri="{FF2B5EF4-FFF2-40B4-BE49-F238E27FC236}">
                    <a16:creationId xmlns:a16="http://schemas.microsoft.com/office/drawing/2014/main" id="{DD962639-120B-D44E-82C5-C37C159B0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476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68" name="Freeform 34">
                <a:extLst>
                  <a:ext uri="{FF2B5EF4-FFF2-40B4-BE49-F238E27FC236}">
                    <a16:creationId xmlns:a16="http://schemas.microsoft.com/office/drawing/2014/main" id="{D82EA380-FD88-9A44-82AC-F04F44578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476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69" name="Freeform 35">
                <a:extLst>
                  <a:ext uri="{FF2B5EF4-FFF2-40B4-BE49-F238E27FC236}">
                    <a16:creationId xmlns:a16="http://schemas.microsoft.com/office/drawing/2014/main" id="{5BDC8DBC-2A94-E34A-83A0-2BA4E6D7F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524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70" name="Oval 36">
                <a:extLst>
                  <a:ext uri="{FF2B5EF4-FFF2-40B4-BE49-F238E27FC236}">
                    <a16:creationId xmlns:a16="http://schemas.microsoft.com/office/drawing/2014/main" id="{95A25BFF-5B16-714D-820D-0386A796C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550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5" name="Group 37">
              <a:extLst>
                <a:ext uri="{FF2B5EF4-FFF2-40B4-BE49-F238E27FC236}">
                  <a16:creationId xmlns:a16="http://schemas.microsoft.com/office/drawing/2014/main" id="{72D2C73F-9F3E-0847-862D-2702043B9A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158"/>
              <a:ext cx="3976" cy="145"/>
              <a:chOff x="532" y="1662"/>
              <a:chExt cx="3976" cy="145"/>
            </a:xfrm>
          </p:grpSpPr>
          <p:sp>
            <p:nvSpPr>
              <p:cNvPr id="242963" name="Line 38">
                <a:extLst>
                  <a:ext uri="{FF2B5EF4-FFF2-40B4-BE49-F238E27FC236}">
                    <a16:creationId xmlns:a16="http://schemas.microsoft.com/office/drawing/2014/main" id="{6FCE2390-4D9E-FF4B-9917-E8843FDCD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662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64" name="Freeform 39">
                <a:extLst>
                  <a:ext uri="{FF2B5EF4-FFF2-40B4-BE49-F238E27FC236}">
                    <a16:creationId xmlns:a16="http://schemas.microsoft.com/office/drawing/2014/main" id="{D6FA5791-5E8C-7C4E-8F6F-CD26E5D23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662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65" name="Freeform 40">
                <a:extLst>
                  <a:ext uri="{FF2B5EF4-FFF2-40B4-BE49-F238E27FC236}">
                    <a16:creationId xmlns:a16="http://schemas.microsoft.com/office/drawing/2014/main" id="{9387198F-0D61-8947-B61C-9FA3B067E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710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66" name="Oval 41">
                <a:extLst>
                  <a:ext uri="{FF2B5EF4-FFF2-40B4-BE49-F238E27FC236}">
                    <a16:creationId xmlns:a16="http://schemas.microsoft.com/office/drawing/2014/main" id="{E7BEF4A1-EEE5-684C-973D-559BC05CC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736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6" name="Group 42">
              <a:extLst>
                <a:ext uri="{FF2B5EF4-FFF2-40B4-BE49-F238E27FC236}">
                  <a16:creationId xmlns:a16="http://schemas.microsoft.com/office/drawing/2014/main" id="{8AEE89D0-C2B6-874C-96A8-A319C68E3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344"/>
              <a:ext cx="3976" cy="145"/>
              <a:chOff x="532" y="1848"/>
              <a:chExt cx="3976" cy="145"/>
            </a:xfrm>
          </p:grpSpPr>
          <p:sp>
            <p:nvSpPr>
              <p:cNvPr id="242959" name="Line 43">
                <a:extLst>
                  <a:ext uri="{FF2B5EF4-FFF2-40B4-BE49-F238E27FC236}">
                    <a16:creationId xmlns:a16="http://schemas.microsoft.com/office/drawing/2014/main" id="{39A7C8DE-E298-9C4A-94DA-37DDDA0B1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848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60" name="Freeform 44">
                <a:extLst>
                  <a:ext uri="{FF2B5EF4-FFF2-40B4-BE49-F238E27FC236}">
                    <a16:creationId xmlns:a16="http://schemas.microsoft.com/office/drawing/2014/main" id="{0028F2C5-D772-6A43-9498-C5406CDE7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848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61" name="Freeform 45">
                <a:extLst>
                  <a:ext uri="{FF2B5EF4-FFF2-40B4-BE49-F238E27FC236}">
                    <a16:creationId xmlns:a16="http://schemas.microsoft.com/office/drawing/2014/main" id="{897225A3-BDD0-074C-A4F5-E43A0838B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896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62" name="Oval 46">
                <a:extLst>
                  <a:ext uri="{FF2B5EF4-FFF2-40B4-BE49-F238E27FC236}">
                    <a16:creationId xmlns:a16="http://schemas.microsoft.com/office/drawing/2014/main" id="{A9205330-0649-B94A-9F1E-170DD5773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922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7" name="Group 47">
              <a:extLst>
                <a:ext uri="{FF2B5EF4-FFF2-40B4-BE49-F238E27FC236}">
                  <a16:creationId xmlns:a16="http://schemas.microsoft.com/office/drawing/2014/main" id="{679C26C1-33E8-AC4D-A3ED-8445393D4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530"/>
              <a:ext cx="3976" cy="145"/>
              <a:chOff x="532" y="2034"/>
              <a:chExt cx="3976" cy="145"/>
            </a:xfrm>
          </p:grpSpPr>
          <p:sp>
            <p:nvSpPr>
              <p:cNvPr id="242955" name="Line 48">
                <a:extLst>
                  <a:ext uri="{FF2B5EF4-FFF2-40B4-BE49-F238E27FC236}">
                    <a16:creationId xmlns:a16="http://schemas.microsoft.com/office/drawing/2014/main" id="{B62747C9-C47F-0F41-B965-85CEB4C68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034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56" name="Freeform 49">
                <a:extLst>
                  <a:ext uri="{FF2B5EF4-FFF2-40B4-BE49-F238E27FC236}">
                    <a16:creationId xmlns:a16="http://schemas.microsoft.com/office/drawing/2014/main" id="{C749101A-25FD-2D49-8616-DD2B80E9E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034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57" name="Freeform 50">
                <a:extLst>
                  <a:ext uri="{FF2B5EF4-FFF2-40B4-BE49-F238E27FC236}">
                    <a16:creationId xmlns:a16="http://schemas.microsoft.com/office/drawing/2014/main" id="{02FDA06F-821B-B34E-BD7F-963CE909D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082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58" name="Oval 51">
                <a:extLst>
                  <a:ext uri="{FF2B5EF4-FFF2-40B4-BE49-F238E27FC236}">
                    <a16:creationId xmlns:a16="http://schemas.microsoft.com/office/drawing/2014/main" id="{E2C9101C-714D-DD40-8D67-A275CC56D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108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8" name="Group 52">
              <a:extLst>
                <a:ext uri="{FF2B5EF4-FFF2-40B4-BE49-F238E27FC236}">
                  <a16:creationId xmlns:a16="http://schemas.microsoft.com/office/drawing/2014/main" id="{8F7D3DEF-6951-0043-85EE-1935FAAFC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716"/>
              <a:ext cx="3976" cy="145"/>
              <a:chOff x="532" y="2220"/>
              <a:chExt cx="3976" cy="145"/>
            </a:xfrm>
          </p:grpSpPr>
          <p:sp>
            <p:nvSpPr>
              <p:cNvPr id="242951" name="Line 53">
                <a:extLst>
                  <a:ext uri="{FF2B5EF4-FFF2-40B4-BE49-F238E27FC236}">
                    <a16:creationId xmlns:a16="http://schemas.microsoft.com/office/drawing/2014/main" id="{47952BF2-02B0-DF40-8AD5-05A281946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220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52" name="Freeform 54">
                <a:extLst>
                  <a:ext uri="{FF2B5EF4-FFF2-40B4-BE49-F238E27FC236}">
                    <a16:creationId xmlns:a16="http://schemas.microsoft.com/office/drawing/2014/main" id="{5F9E7B34-4801-4D4D-90FD-A4F0E63C0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220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53" name="Freeform 55">
                <a:extLst>
                  <a:ext uri="{FF2B5EF4-FFF2-40B4-BE49-F238E27FC236}">
                    <a16:creationId xmlns:a16="http://schemas.microsoft.com/office/drawing/2014/main" id="{65F66DF2-9FEC-714B-95B6-7F04B97E1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268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54" name="Oval 56">
                <a:extLst>
                  <a:ext uri="{FF2B5EF4-FFF2-40B4-BE49-F238E27FC236}">
                    <a16:creationId xmlns:a16="http://schemas.microsoft.com/office/drawing/2014/main" id="{74377E7F-383D-5E43-90D9-6550C8760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294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39" name="Group 57">
              <a:extLst>
                <a:ext uri="{FF2B5EF4-FFF2-40B4-BE49-F238E27FC236}">
                  <a16:creationId xmlns:a16="http://schemas.microsoft.com/office/drawing/2014/main" id="{8F9C0FCD-28A3-9D47-A288-385A78A339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902"/>
              <a:ext cx="3976" cy="145"/>
              <a:chOff x="532" y="2406"/>
              <a:chExt cx="3976" cy="145"/>
            </a:xfrm>
          </p:grpSpPr>
          <p:sp>
            <p:nvSpPr>
              <p:cNvPr id="242947" name="Line 58">
                <a:extLst>
                  <a:ext uri="{FF2B5EF4-FFF2-40B4-BE49-F238E27FC236}">
                    <a16:creationId xmlns:a16="http://schemas.microsoft.com/office/drawing/2014/main" id="{2AF3D747-EDD2-7244-A32F-291359CEE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406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48" name="Freeform 59">
                <a:extLst>
                  <a:ext uri="{FF2B5EF4-FFF2-40B4-BE49-F238E27FC236}">
                    <a16:creationId xmlns:a16="http://schemas.microsoft.com/office/drawing/2014/main" id="{DD478102-6C7E-FA40-A8C3-50C8D410A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406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49" name="Freeform 60">
                <a:extLst>
                  <a:ext uri="{FF2B5EF4-FFF2-40B4-BE49-F238E27FC236}">
                    <a16:creationId xmlns:a16="http://schemas.microsoft.com/office/drawing/2014/main" id="{FE34C929-2843-0349-91BF-8CA4713D7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454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50" name="Oval 61">
                <a:extLst>
                  <a:ext uri="{FF2B5EF4-FFF2-40B4-BE49-F238E27FC236}">
                    <a16:creationId xmlns:a16="http://schemas.microsoft.com/office/drawing/2014/main" id="{183189C9-63EC-E447-9141-C5E3E84AC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480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2940" name="Group 62">
              <a:extLst>
                <a:ext uri="{FF2B5EF4-FFF2-40B4-BE49-F238E27FC236}">
                  <a16:creationId xmlns:a16="http://schemas.microsoft.com/office/drawing/2014/main" id="{86AB3AFA-0DF8-0143-A9B4-8CF35D1CF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2088"/>
              <a:ext cx="3976" cy="145"/>
              <a:chOff x="532" y="2592"/>
              <a:chExt cx="3976" cy="145"/>
            </a:xfrm>
          </p:grpSpPr>
          <p:sp>
            <p:nvSpPr>
              <p:cNvPr id="242943" name="Line 63">
                <a:extLst>
                  <a:ext uri="{FF2B5EF4-FFF2-40B4-BE49-F238E27FC236}">
                    <a16:creationId xmlns:a16="http://schemas.microsoft.com/office/drawing/2014/main" id="{49B33544-2B37-6B46-9636-775AC3F72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592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944" name="Freeform 64">
                <a:extLst>
                  <a:ext uri="{FF2B5EF4-FFF2-40B4-BE49-F238E27FC236}">
                    <a16:creationId xmlns:a16="http://schemas.microsoft.com/office/drawing/2014/main" id="{22168BDB-F6DB-C64E-80F8-359C712F1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92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45" name="Freeform 65">
                <a:extLst>
                  <a:ext uri="{FF2B5EF4-FFF2-40B4-BE49-F238E27FC236}">
                    <a16:creationId xmlns:a16="http://schemas.microsoft.com/office/drawing/2014/main" id="{AC247215-652B-FD41-9A94-3364A042C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640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946" name="Oval 66">
                <a:extLst>
                  <a:ext uri="{FF2B5EF4-FFF2-40B4-BE49-F238E27FC236}">
                    <a16:creationId xmlns:a16="http://schemas.microsoft.com/office/drawing/2014/main" id="{6E2ECECC-95D0-8142-B692-628D5D4B9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666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2941" name="Line 67">
              <a:extLst>
                <a:ext uri="{FF2B5EF4-FFF2-40B4-BE49-F238E27FC236}">
                  <a16:creationId xmlns:a16="http://schemas.microsoft.com/office/drawing/2014/main" id="{0EA0E8E6-F18C-6F4C-8D7A-46DCA5677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" y="2280"/>
              <a:ext cx="377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942" name="Freeform 68">
              <a:extLst>
                <a:ext uri="{FF2B5EF4-FFF2-40B4-BE49-F238E27FC236}">
                  <a16:creationId xmlns:a16="http://schemas.microsoft.com/office/drawing/2014/main" id="{7B300856-4994-1A4B-96EE-602A79E62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280"/>
              <a:ext cx="3770" cy="97"/>
            </a:xfrm>
            <a:custGeom>
              <a:avLst/>
              <a:gdLst>
                <a:gd name="T0" fmla="*/ 0 w 3770"/>
                <a:gd name="T1" fmla="*/ 0 h 97"/>
                <a:gd name="T2" fmla="*/ 0 w 3770"/>
                <a:gd name="T3" fmla="*/ 96 h 97"/>
                <a:gd name="T4" fmla="*/ 3769 w 3770"/>
                <a:gd name="T5" fmla="*/ 96 h 97"/>
                <a:gd name="T6" fmla="*/ 3769 w 3770"/>
                <a:gd name="T7" fmla="*/ 96 h 97"/>
                <a:gd name="T8" fmla="*/ 3769 w 3770"/>
                <a:gd name="T9" fmla="*/ 96 h 97"/>
                <a:gd name="T10" fmla="*/ 3769 w 3770"/>
                <a:gd name="T11" fmla="*/ 96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70" h="97">
                  <a:moveTo>
                    <a:pt x="0" y="0"/>
                  </a:moveTo>
                  <a:lnTo>
                    <a:pt x="0" y="96"/>
                  </a:lnTo>
                  <a:lnTo>
                    <a:pt x="3769" y="9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2702" name="Freeform 69">
            <a:extLst>
              <a:ext uri="{FF2B5EF4-FFF2-40B4-BE49-F238E27FC236}">
                <a16:creationId xmlns:a16="http://schemas.microsoft.com/office/drawing/2014/main" id="{DF9F0116-B2E3-2348-AD2D-FD5ACDAF73EB}"/>
              </a:ext>
            </a:extLst>
          </p:cNvPr>
          <p:cNvSpPr>
            <a:spLocks/>
          </p:cNvSpPr>
          <p:nvPr/>
        </p:nvSpPr>
        <p:spPr bwMode="auto">
          <a:xfrm>
            <a:off x="1639888" y="3695700"/>
            <a:ext cx="141287" cy="153988"/>
          </a:xfrm>
          <a:custGeom>
            <a:avLst/>
            <a:gdLst>
              <a:gd name="T0" fmla="*/ 0 w 89"/>
              <a:gd name="T1" fmla="*/ 0 h 97"/>
              <a:gd name="T2" fmla="*/ 0 w 89"/>
              <a:gd name="T3" fmla="*/ 2147483646 h 97"/>
              <a:gd name="T4" fmla="*/ 2147483646 w 89"/>
              <a:gd name="T5" fmla="*/ 2147483646 h 97"/>
              <a:gd name="T6" fmla="*/ 0 w 89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" h="97">
                <a:moveTo>
                  <a:pt x="0" y="0"/>
                </a:moveTo>
                <a:lnTo>
                  <a:pt x="0" y="96"/>
                </a:lnTo>
                <a:lnTo>
                  <a:pt x="88" y="4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03" name="Oval 70">
            <a:extLst>
              <a:ext uri="{FF2B5EF4-FFF2-40B4-BE49-F238E27FC236}">
                <a16:creationId xmlns:a16="http://schemas.microsoft.com/office/drawing/2014/main" id="{D4200633-7E85-424D-B0AE-20A34F607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736975"/>
            <a:ext cx="57150" cy="63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2704" name="Group 71">
            <a:extLst>
              <a:ext uri="{FF2B5EF4-FFF2-40B4-BE49-F238E27FC236}">
                <a16:creationId xmlns:a16="http://schemas.microsoft.com/office/drawing/2014/main" id="{208AA012-E713-9142-9B3D-5D9140342458}"/>
              </a:ext>
            </a:extLst>
          </p:cNvPr>
          <p:cNvGrpSpPr>
            <a:grpSpLocks/>
          </p:cNvGrpSpPr>
          <p:nvPr/>
        </p:nvGrpSpPr>
        <p:grpSpPr bwMode="auto">
          <a:xfrm>
            <a:off x="2247900" y="4406900"/>
            <a:ext cx="5816600" cy="914400"/>
            <a:chOff x="1494" y="2830"/>
            <a:chExt cx="3805" cy="576"/>
          </a:xfrm>
        </p:grpSpPr>
        <p:sp>
          <p:nvSpPr>
            <p:cNvPr id="242928" name="Line 72">
              <a:extLst>
                <a:ext uri="{FF2B5EF4-FFF2-40B4-BE49-F238E27FC236}">
                  <a16:creationId xmlns:a16="http://schemas.microsoft.com/office/drawing/2014/main" id="{A72DD48D-08C4-9A4E-9456-44B629412B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2830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929" name="Line 73">
              <a:extLst>
                <a:ext uri="{FF2B5EF4-FFF2-40B4-BE49-F238E27FC236}">
                  <a16:creationId xmlns:a16="http://schemas.microsoft.com/office/drawing/2014/main" id="{CD9094A9-E5C9-8A43-B872-AE1759684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022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930" name="Line 74">
              <a:extLst>
                <a:ext uri="{FF2B5EF4-FFF2-40B4-BE49-F238E27FC236}">
                  <a16:creationId xmlns:a16="http://schemas.microsoft.com/office/drawing/2014/main" id="{2997E62F-038D-E048-9D34-6FBEFCC45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214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931" name="Line 75">
              <a:extLst>
                <a:ext uri="{FF2B5EF4-FFF2-40B4-BE49-F238E27FC236}">
                  <a16:creationId xmlns:a16="http://schemas.microsoft.com/office/drawing/2014/main" id="{DADBF628-5FF0-0044-BF55-DF06E99EA9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406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2705" name="Line 76">
            <a:extLst>
              <a:ext uri="{FF2B5EF4-FFF2-40B4-BE49-F238E27FC236}">
                <a16:creationId xmlns:a16="http://schemas.microsoft.com/office/drawing/2014/main" id="{E95034E3-9BB4-5E42-BC1E-D85E7DEF5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06" name="Line 77">
            <a:extLst>
              <a:ext uri="{FF2B5EF4-FFF2-40B4-BE49-F238E27FC236}">
                <a16:creationId xmlns:a16="http://schemas.microsoft.com/office/drawing/2014/main" id="{397A914A-3459-A54E-8BF2-616F38734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1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07" name="Line 78">
            <a:extLst>
              <a:ext uri="{FF2B5EF4-FFF2-40B4-BE49-F238E27FC236}">
                <a16:creationId xmlns:a16="http://schemas.microsoft.com/office/drawing/2014/main" id="{8159243D-46DF-0940-8485-4F494146E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08" name="Line 79">
            <a:extLst>
              <a:ext uri="{FF2B5EF4-FFF2-40B4-BE49-F238E27FC236}">
                <a16:creationId xmlns:a16="http://schemas.microsoft.com/office/drawing/2014/main" id="{3E6D5673-1EE6-D949-A1D5-096FF6D75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9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09" name="Line 80">
            <a:extLst>
              <a:ext uri="{FF2B5EF4-FFF2-40B4-BE49-F238E27FC236}">
                <a16:creationId xmlns:a16="http://schemas.microsoft.com/office/drawing/2014/main" id="{772E004E-DBBE-5E4E-A907-02A808E9D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10" name="Line 81">
            <a:extLst>
              <a:ext uri="{FF2B5EF4-FFF2-40B4-BE49-F238E27FC236}">
                <a16:creationId xmlns:a16="http://schemas.microsoft.com/office/drawing/2014/main" id="{F2C79D97-A4C7-6A4A-98C1-8BC41285B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4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11" name="Line 82">
            <a:extLst>
              <a:ext uri="{FF2B5EF4-FFF2-40B4-BE49-F238E27FC236}">
                <a16:creationId xmlns:a16="http://schemas.microsoft.com/office/drawing/2014/main" id="{64F4816E-9E4D-E548-94B4-4D01CEAE3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8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12" name="Line 83">
            <a:extLst>
              <a:ext uri="{FF2B5EF4-FFF2-40B4-BE49-F238E27FC236}">
                <a16:creationId xmlns:a16="http://schemas.microsoft.com/office/drawing/2014/main" id="{531C13E6-55B1-2D48-A0CB-535B71037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2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13" name="Rectangle 84">
            <a:extLst>
              <a:ext uri="{FF2B5EF4-FFF2-40B4-BE49-F238E27FC236}">
                <a16:creationId xmlns:a16="http://schemas.microsoft.com/office/drawing/2014/main" id="{F44850A0-0FFC-C64A-9FFB-15EED669A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4532313"/>
            <a:ext cx="9969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0 = 0000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 = 0001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 = 0010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3 = 0011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 = 0100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 = 0101</a:t>
            </a:r>
          </a:p>
        </p:txBody>
      </p:sp>
      <p:sp>
        <p:nvSpPr>
          <p:cNvPr id="242714" name="Rectangle 85">
            <a:extLst>
              <a:ext uri="{FF2B5EF4-FFF2-40B4-BE49-F238E27FC236}">
                <a16:creationId xmlns:a16="http://schemas.microsoft.com/office/drawing/2014/main" id="{27B54545-331A-BA4B-A6C8-B57E5FC9E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4545013"/>
            <a:ext cx="11112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 = 0110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 = 0111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8 = 1000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9 = 1001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10 = 1010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11 = 1011</a:t>
            </a:r>
          </a:p>
        </p:txBody>
      </p:sp>
      <p:sp>
        <p:nvSpPr>
          <p:cNvPr id="242715" name="Rectangle 86">
            <a:extLst>
              <a:ext uri="{FF2B5EF4-FFF2-40B4-BE49-F238E27FC236}">
                <a16:creationId xmlns:a16="http://schemas.microsoft.com/office/drawing/2014/main" id="{D1ADB0D8-DB1D-694C-8A0A-6789037C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8" y="4565650"/>
            <a:ext cx="1922462" cy="170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16" name="Oval 87">
            <a:extLst>
              <a:ext uri="{FF2B5EF4-FFF2-40B4-BE49-F238E27FC236}">
                <a16:creationId xmlns:a16="http://schemas.microsoft.com/office/drawing/2014/main" id="{94B4CA3F-1497-D945-BA41-F388CE0DE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30924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17" name="Oval 88">
            <a:extLst>
              <a:ext uri="{FF2B5EF4-FFF2-40B4-BE49-F238E27FC236}">
                <a16:creationId xmlns:a16="http://schemas.microsoft.com/office/drawing/2014/main" id="{6B0CE3DC-B0E7-EB40-AD86-2E65F99FD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6622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18" name="Oval 89">
            <a:extLst>
              <a:ext uri="{FF2B5EF4-FFF2-40B4-BE49-F238E27FC236}">
                <a16:creationId xmlns:a16="http://schemas.microsoft.com/office/drawing/2014/main" id="{4EBC5CA0-0A0D-1949-9DEE-C8E37FD1D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19" name="Oval 90">
            <a:extLst>
              <a:ext uri="{FF2B5EF4-FFF2-40B4-BE49-F238E27FC236}">
                <a16:creationId xmlns:a16="http://schemas.microsoft.com/office/drawing/2014/main" id="{6B1C7610-9E3B-5948-8644-33DB07C11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419475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0" name="Oval 91">
            <a:extLst>
              <a:ext uri="{FF2B5EF4-FFF2-40B4-BE49-F238E27FC236}">
                <a16:creationId xmlns:a16="http://schemas.microsoft.com/office/drawing/2014/main" id="{05CE6149-D7B8-F94B-AFA2-EBF828E85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5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1" name="Oval 92">
            <a:extLst>
              <a:ext uri="{FF2B5EF4-FFF2-40B4-BE49-F238E27FC236}">
                <a16:creationId xmlns:a16="http://schemas.microsoft.com/office/drawing/2014/main" id="{64E5BD31-CA70-1A41-8523-2E8778F7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6733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2" name="Oval 93">
            <a:extLst>
              <a:ext uri="{FF2B5EF4-FFF2-40B4-BE49-F238E27FC236}">
                <a16:creationId xmlns:a16="http://schemas.microsoft.com/office/drawing/2014/main" id="{E37D99D7-913D-1547-8FD0-E18B6BB60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7211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2723" name="Group 94">
            <a:extLst>
              <a:ext uri="{FF2B5EF4-FFF2-40B4-BE49-F238E27FC236}">
                <a16:creationId xmlns:a16="http://schemas.microsoft.com/office/drawing/2014/main" id="{13CF5AAB-8792-254A-A7D2-240874441BA9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1033463"/>
            <a:ext cx="123825" cy="2647950"/>
            <a:chOff x="1812" y="651"/>
            <a:chExt cx="78" cy="1668"/>
          </a:xfrm>
        </p:grpSpPr>
        <p:sp>
          <p:nvSpPr>
            <p:cNvPr id="242918" name="Oval 95">
              <a:extLst>
                <a:ext uri="{FF2B5EF4-FFF2-40B4-BE49-F238E27FC236}">
                  <a16:creationId xmlns:a16="http://schemas.microsoft.com/office/drawing/2014/main" id="{6ADAC5A9-E819-8543-9D01-E1CFE42C3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9" name="Oval 96">
              <a:extLst>
                <a:ext uri="{FF2B5EF4-FFF2-40B4-BE49-F238E27FC236}">
                  <a16:creationId xmlns:a16="http://schemas.microsoft.com/office/drawing/2014/main" id="{3F1F6057-1A9F-2943-AE59-6CB502B26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0" name="Oval 97">
              <a:extLst>
                <a:ext uri="{FF2B5EF4-FFF2-40B4-BE49-F238E27FC236}">
                  <a16:creationId xmlns:a16="http://schemas.microsoft.com/office/drawing/2014/main" id="{13C4AA6A-B71E-6540-8AA6-62FF14B0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1" name="Oval 98">
              <a:extLst>
                <a:ext uri="{FF2B5EF4-FFF2-40B4-BE49-F238E27FC236}">
                  <a16:creationId xmlns:a16="http://schemas.microsoft.com/office/drawing/2014/main" id="{D4D62ADD-75A3-BC49-8E2A-408C2BD39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2" name="Oval 99">
              <a:extLst>
                <a:ext uri="{FF2B5EF4-FFF2-40B4-BE49-F238E27FC236}">
                  <a16:creationId xmlns:a16="http://schemas.microsoft.com/office/drawing/2014/main" id="{7F1DB8BD-B315-D941-80C3-CE1C7E988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3" name="Oval 100">
              <a:extLst>
                <a:ext uri="{FF2B5EF4-FFF2-40B4-BE49-F238E27FC236}">
                  <a16:creationId xmlns:a16="http://schemas.microsoft.com/office/drawing/2014/main" id="{8AE6835F-353C-974B-93FF-0BE19547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400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4" name="Oval 101">
              <a:extLst>
                <a:ext uri="{FF2B5EF4-FFF2-40B4-BE49-F238E27FC236}">
                  <a16:creationId xmlns:a16="http://schemas.microsoft.com/office/drawing/2014/main" id="{101B9DA1-04A7-2B42-902D-FCAE3A2E9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5" name="Oval 102">
              <a:extLst>
                <a:ext uri="{FF2B5EF4-FFF2-40B4-BE49-F238E27FC236}">
                  <a16:creationId xmlns:a16="http://schemas.microsoft.com/office/drawing/2014/main" id="{57305195-F9DE-4E4B-B9C0-6E2849DB1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6" name="Oval 103">
              <a:extLst>
                <a:ext uri="{FF2B5EF4-FFF2-40B4-BE49-F238E27FC236}">
                  <a16:creationId xmlns:a16="http://schemas.microsoft.com/office/drawing/2014/main" id="{3E318A22-822D-0641-AFB0-3F6644641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27" name="Oval 104">
              <a:extLst>
                <a:ext uri="{FF2B5EF4-FFF2-40B4-BE49-F238E27FC236}">
                  <a16:creationId xmlns:a16="http://schemas.microsoft.com/office/drawing/2014/main" id="{382221F3-A76B-EF4C-A0EC-691A5C042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42724" name="Group 105">
            <a:extLst>
              <a:ext uri="{FF2B5EF4-FFF2-40B4-BE49-F238E27FC236}">
                <a16:creationId xmlns:a16="http://schemas.microsoft.com/office/drawing/2014/main" id="{1CA3011C-5BFB-E54B-A456-22C16A3EC8C2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1041400"/>
            <a:ext cx="111125" cy="2640013"/>
            <a:chOff x="1975" y="656"/>
            <a:chExt cx="70" cy="1663"/>
          </a:xfrm>
        </p:grpSpPr>
        <p:sp>
          <p:nvSpPr>
            <p:cNvPr id="242908" name="Oval 106">
              <a:extLst>
                <a:ext uri="{FF2B5EF4-FFF2-40B4-BE49-F238E27FC236}">
                  <a16:creationId xmlns:a16="http://schemas.microsoft.com/office/drawing/2014/main" id="{FA84B600-2C58-EF47-9BE4-8D52F128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9" name="Oval 107">
              <a:extLst>
                <a:ext uri="{FF2B5EF4-FFF2-40B4-BE49-F238E27FC236}">
                  <a16:creationId xmlns:a16="http://schemas.microsoft.com/office/drawing/2014/main" id="{BE579124-1791-6A4B-A5F4-FBC094A87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0" name="Oval 108">
              <a:extLst>
                <a:ext uri="{FF2B5EF4-FFF2-40B4-BE49-F238E27FC236}">
                  <a16:creationId xmlns:a16="http://schemas.microsoft.com/office/drawing/2014/main" id="{FD687BEE-4800-ED47-8182-B4CF21B26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1" name="Oval 109">
              <a:extLst>
                <a:ext uri="{FF2B5EF4-FFF2-40B4-BE49-F238E27FC236}">
                  <a16:creationId xmlns:a16="http://schemas.microsoft.com/office/drawing/2014/main" id="{4211D607-17D8-2542-AA41-D280C4BE4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2" name="Oval 110">
              <a:extLst>
                <a:ext uri="{FF2B5EF4-FFF2-40B4-BE49-F238E27FC236}">
                  <a16:creationId xmlns:a16="http://schemas.microsoft.com/office/drawing/2014/main" id="{13D3C186-526F-AF4A-A084-9C7C78A56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50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3" name="Oval 111">
              <a:extLst>
                <a:ext uri="{FF2B5EF4-FFF2-40B4-BE49-F238E27FC236}">
                  <a16:creationId xmlns:a16="http://schemas.microsoft.com/office/drawing/2014/main" id="{661E20D5-E86A-4047-BA11-F0EAD4462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4" name="Oval 112">
              <a:extLst>
                <a:ext uri="{FF2B5EF4-FFF2-40B4-BE49-F238E27FC236}">
                  <a16:creationId xmlns:a16="http://schemas.microsoft.com/office/drawing/2014/main" id="{FBCFE678-DE8D-D142-A983-F7645482C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5" name="Oval 113">
              <a:extLst>
                <a:ext uri="{FF2B5EF4-FFF2-40B4-BE49-F238E27FC236}">
                  <a16:creationId xmlns:a16="http://schemas.microsoft.com/office/drawing/2014/main" id="{66CD366C-E042-E044-82E6-1BE894A9E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945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6" name="Oval 114">
              <a:extLst>
                <a:ext uri="{FF2B5EF4-FFF2-40B4-BE49-F238E27FC236}">
                  <a16:creationId xmlns:a16="http://schemas.microsoft.com/office/drawing/2014/main" id="{02D9FA2A-CE40-5947-8E6E-C833DAC96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84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17" name="Oval 115">
              <a:extLst>
                <a:ext uri="{FF2B5EF4-FFF2-40B4-BE49-F238E27FC236}">
                  <a16:creationId xmlns:a16="http://schemas.microsoft.com/office/drawing/2014/main" id="{ED61A205-553F-B645-AC43-B52185716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65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42725" name="Group 116">
            <a:extLst>
              <a:ext uri="{FF2B5EF4-FFF2-40B4-BE49-F238E27FC236}">
                <a16:creationId xmlns:a16="http://schemas.microsoft.com/office/drawing/2014/main" id="{5F2F6602-717D-4E47-8310-11269C0DA2B3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1033463"/>
            <a:ext cx="365125" cy="2635250"/>
            <a:chOff x="2124" y="659"/>
            <a:chExt cx="230" cy="1660"/>
          </a:xfrm>
        </p:grpSpPr>
        <p:sp>
          <p:nvSpPr>
            <p:cNvPr id="242888" name="Oval 117">
              <a:extLst>
                <a:ext uri="{FF2B5EF4-FFF2-40B4-BE49-F238E27FC236}">
                  <a16:creationId xmlns:a16="http://schemas.microsoft.com/office/drawing/2014/main" id="{37F160AB-804B-4D41-B1E5-6D67F79C2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9" name="Oval 118">
              <a:extLst>
                <a:ext uri="{FF2B5EF4-FFF2-40B4-BE49-F238E27FC236}">
                  <a16:creationId xmlns:a16="http://schemas.microsoft.com/office/drawing/2014/main" id="{1542133C-FFB0-CE43-BFEC-B65F55867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0" name="Oval 119">
              <a:extLst>
                <a:ext uri="{FF2B5EF4-FFF2-40B4-BE49-F238E27FC236}">
                  <a16:creationId xmlns:a16="http://schemas.microsoft.com/office/drawing/2014/main" id="{8D57912F-72C7-244A-9465-314D06905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1" name="Oval 120">
              <a:extLst>
                <a:ext uri="{FF2B5EF4-FFF2-40B4-BE49-F238E27FC236}">
                  <a16:creationId xmlns:a16="http://schemas.microsoft.com/office/drawing/2014/main" id="{06A14EAF-C244-A848-BC24-267D269CF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2" name="Oval 121">
              <a:extLst>
                <a:ext uri="{FF2B5EF4-FFF2-40B4-BE49-F238E27FC236}">
                  <a16:creationId xmlns:a16="http://schemas.microsoft.com/office/drawing/2014/main" id="{4E44B8D2-6A39-1242-999E-F4DF5B1DC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3" name="Oval 122">
              <a:extLst>
                <a:ext uri="{FF2B5EF4-FFF2-40B4-BE49-F238E27FC236}">
                  <a16:creationId xmlns:a16="http://schemas.microsoft.com/office/drawing/2014/main" id="{B07FE8F3-DEC7-0748-B931-F4DD625B1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4" name="Oval 123">
              <a:extLst>
                <a:ext uri="{FF2B5EF4-FFF2-40B4-BE49-F238E27FC236}">
                  <a16:creationId xmlns:a16="http://schemas.microsoft.com/office/drawing/2014/main" id="{E976FE3F-7441-E643-9802-80D39C43E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5" name="Oval 124">
              <a:extLst>
                <a:ext uri="{FF2B5EF4-FFF2-40B4-BE49-F238E27FC236}">
                  <a16:creationId xmlns:a16="http://schemas.microsoft.com/office/drawing/2014/main" id="{ADAAA3C3-3EE3-0744-8012-799997758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6" name="Oval 125">
              <a:extLst>
                <a:ext uri="{FF2B5EF4-FFF2-40B4-BE49-F238E27FC236}">
                  <a16:creationId xmlns:a16="http://schemas.microsoft.com/office/drawing/2014/main" id="{5121F763-374B-AA49-A1C4-2521375BC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7" name="Oval 126">
              <a:extLst>
                <a:ext uri="{FF2B5EF4-FFF2-40B4-BE49-F238E27FC236}">
                  <a16:creationId xmlns:a16="http://schemas.microsoft.com/office/drawing/2014/main" id="{0BE7AFAC-AB80-1D47-8408-1206FAD94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400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8" name="Oval 127">
              <a:extLst>
                <a:ext uri="{FF2B5EF4-FFF2-40B4-BE49-F238E27FC236}">
                  <a16:creationId xmlns:a16="http://schemas.microsoft.com/office/drawing/2014/main" id="{4D0AC409-AE9A-C443-8163-C1C73436F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12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99" name="Oval 128">
              <a:extLst>
                <a:ext uri="{FF2B5EF4-FFF2-40B4-BE49-F238E27FC236}">
                  <a16:creationId xmlns:a16="http://schemas.microsoft.com/office/drawing/2014/main" id="{A0897B0D-7CCC-5E4A-95F6-7D65D9B7A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0" name="Oval 129">
              <a:extLst>
                <a:ext uri="{FF2B5EF4-FFF2-40B4-BE49-F238E27FC236}">
                  <a16:creationId xmlns:a16="http://schemas.microsoft.com/office/drawing/2014/main" id="{5633E0FB-7258-1442-BE9B-DBE3ECCD0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1" name="Oval 130">
              <a:extLst>
                <a:ext uri="{FF2B5EF4-FFF2-40B4-BE49-F238E27FC236}">
                  <a16:creationId xmlns:a16="http://schemas.microsoft.com/office/drawing/2014/main" id="{B5796A0B-07FD-8F42-8285-CB87CEB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6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2" name="Oval 131">
              <a:extLst>
                <a:ext uri="{FF2B5EF4-FFF2-40B4-BE49-F238E27FC236}">
                  <a16:creationId xmlns:a16="http://schemas.microsoft.com/office/drawing/2014/main" id="{06C6D901-532E-2D48-9360-328A3BDCE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3" name="Oval 132">
              <a:extLst>
                <a:ext uri="{FF2B5EF4-FFF2-40B4-BE49-F238E27FC236}">
                  <a16:creationId xmlns:a16="http://schemas.microsoft.com/office/drawing/2014/main" id="{B1DF3D29-37A3-B149-8485-32038B759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4" name="Oval 133">
              <a:extLst>
                <a:ext uri="{FF2B5EF4-FFF2-40B4-BE49-F238E27FC236}">
                  <a16:creationId xmlns:a16="http://schemas.microsoft.com/office/drawing/2014/main" id="{37AF71DA-C8E0-9544-BC8F-503CF94A5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5" name="Oval 134">
              <a:extLst>
                <a:ext uri="{FF2B5EF4-FFF2-40B4-BE49-F238E27FC236}">
                  <a16:creationId xmlns:a16="http://schemas.microsoft.com/office/drawing/2014/main" id="{0EB4D51B-42B3-8747-80A1-E97040079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4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6" name="Oval 135">
              <a:extLst>
                <a:ext uri="{FF2B5EF4-FFF2-40B4-BE49-F238E27FC236}">
                  <a16:creationId xmlns:a16="http://schemas.microsoft.com/office/drawing/2014/main" id="{1ABF7081-2B4F-F848-9DBD-44B49219E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907" name="Oval 136">
              <a:extLst>
                <a:ext uri="{FF2B5EF4-FFF2-40B4-BE49-F238E27FC236}">
                  <a16:creationId xmlns:a16="http://schemas.microsoft.com/office/drawing/2014/main" id="{F16567E5-1D57-5E40-8519-CFE0566E8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6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2726" name="Oval 137">
            <a:extLst>
              <a:ext uri="{FF2B5EF4-FFF2-40B4-BE49-F238E27FC236}">
                <a16:creationId xmlns:a16="http://schemas.microsoft.com/office/drawing/2014/main" id="{B7487EE0-FA45-FA4B-B33D-C2CCC672E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23749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7" name="Oval 138">
            <a:extLst>
              <a:ext uri="{FF2B5EF4-FFF2-40B4-BE49-F238E27FC236}">
                <a16:creationId xmlns:a16="http://schemas.microsoft.com/office/drawing/2014/main" id="{0441F5F4-68E2-3946-8C9C-3DAD6339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2078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8" name="Oval 139">
            <a:extLst>
              <a:ext uri="{FF2B5EF4-FFF2-40B4-BE49-F238E27FC236}">
                <a16:creationId xmlns:a16="http://schemas.microsoft.com/office/drawing/2014/main" id="{C85969F3-FF2C-5547-A883-D6AB13C08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19256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29" name="Oval 140">
            <a:extLst>
              <a:ext uri="{FF2B5EF4-FFF2-40B4-BE49-F238E27FC236}">
                <a16:creationId xmlns:a16="http://schemas.microsoft.com/office/drawing/2014/main" id="{134225EA-8217-8A41-8EE8-DC601758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6367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0" name="Oval 141">
            <a:extLst>
              <a:ext uri="{FF2B5EF4-FFF2-40B4-BE49-F238E27FC236}">
                <a16:creationId xmlns:a16="http://schemas.microsoft.com/office/drawing/2014/main" id="{C70CA894-EDCB-4840-8188-D7BCC6F6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13509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1" name="Oval 142">
            <a:extLst>
              <a:ext uri="{FF2B5EF4-FFF2-40B4-BE49-F238E27FC236}">
                <a16:creationId xmlns:a16="http://schemas.microsoft.com/office/drawing/2014/main" id="{DCEB1C4F-202D-7C44-A02E-B70AED65C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901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2" name="Oval 143">
            <a:extLst>
              <a:ext uri="{FF2B5EF4-FFF2-40B4-BE49-F238E27FC236}">
                <a16:creationId xmlns:a16="http://schemas.microsoft.com/office/drawing/2014/main" id="{DEE7D11F-7272-834C-853B-192A35F67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3669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3" name="Oval 144">
            <a:extLst>
              <a:ext uri="{FF2B5EF4-FFF2-40B4-BE49-F238E27FC236}">
                <a16:creationId xmlns:a16="http://schemas.microsoft.com/office/drawing/2014/main" id="{EE3D7225-A396-D940-93D9-FFA38E568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078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4" name="Oval 145">
            <a:extLst>
              <a:ext uri="{FF2B5EF4-FFF2-40B4-BE49-F238E27FC236}">
                <a16:creationId xmlns:a16="http://schemas.microsoft.com/office/drawing/2014/main" id="{F4D5B4A4-7642-2D46-A914-BB4C18D5D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19256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5" name="Oval 146">
            <a:extLst>
              <a:ext uri="{FF2B5EF4-FFF2-40B4-BE49-F238E27FC236}">
                <a16:creationId xmlns:a16="http://schemas.microsoft.com/office/drawing/2014/main" id="{39F09230-D3A6-3447-9144-BBAF8336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14938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6" name="Oval 147">
            <a:extLst>
              <a:ext uri="{FF2B5EF4-FFF2-40B4-BE49-F238E27FC236}">
                <a16:creationId xmlns:a16="http://schemas.microsoft.com/office/drawing/2014/main" id="{CD688DA4-2E74-E04D-8B60-3C2B57D8A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13382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37" name="Oval 148">
            <a:extLst>
              <a:ext uri="{FF2B5EF4-FFF2-40B4-BE49-F238E27FC236}">
                <a16:creationId xmlns:a16="http://schemas.microsoft.com/office/drawing/2014/main" id="{45333D41-71DD-3044-A534-A740BCC04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901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2738" name="Group 149">
            <a:extLst>
              <a:ext uri="{FF2B5EF4-FFF2-40B4-BE49-F238E27FC236}">
                <a16:creationId xmlns:a16="http://schemas.microsoft.com/office/drawing/2014/main" id="{D6AB2392-559E-024F-B9E8-5D3E8F165CE0}"/>
              </a:ext>
            </a:extLst>
          </p:cNvPr>
          <p:cNvGrpSpPr>
            <a:grpSpLocks/>
          </p:cNvGrpSpPr>
          <p:nvPr/>
        </p:nvGrpSpPr>
        <p:grpSpPr bwMode="auto">
          <a:xfrm>
            <a:off x="3376613" y="901700"/>
            <a:ext cx="382587" cy="3559175"/>
            <a:chOff x="1487" y="568"/>
            <a:chExt cx="241" cy="2242"/>
          </a:xfrm>
        </p:grpSpPr>
        <p:sp>
          <p:nvSpPr>
            <p:cNvPr id="242866" name="Oval 150">
              <a:extLst>
                <a:ext uri="{FF2B5EF4-FFF2-40B4-BE49-F238E27FC236}">
                  <a16:creationId xmlns:a16="http://schemas.microsoft.com/office/drawing/2014/main" id="{9553E10A-7857-BF49-B6AB-949519BBB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67" name="Oval 151">
              <a:extLst>
                <a:ext uri="{FF2B5EF4-FFF2-40B4-BE49-F238E27FC236}">
                  <a16:creationId xmlns:a16="http://schemas.microsoft.com/office/drawing/2014/main" id="{3792BAC8-478B-F040-BA10-945A181C7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68" name="Oval 152">
              <a:extLst>
                <a:ext uri="{FF2B5EF4-FFF2-40B4-BE49-F238E27FC236}">
                  <a16:creationId xmlns:a16="http://schemas.microsoft.com/office/drawing/2014/main" id="{9142FDB8-6C00-DE4A-804C-217DE8E4C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69" name="Oval 153">
              <a:extLst>
                <a:ext uri="{FF2B5EF4-FFF2-40B4-BE49-F238E27FC236}">
                  <a16:creationId xmlns:a16="http://schemas.microsoft.com/office/drawing/2014/main" id="{FBD57EEE-2B9C-7545-A5F3-05EF00FB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0" name="Oval 154">
              <a:extLst>
                <a:ext uri="{FF2B5EF4-FFF2-40B4-BE49-F238E27FC236}">
                  <a16:creationId xmlns:a16="http://schemas.microsoft.com/office/drawing/2014/main" id="{70060FBE-E7A0-4742-92FD-099432401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1" name="Oval 155">
              <a:extLst>
                <a:ext uri="{FF2B5EF4-FFF2-40B4-BE49-F238E27FC236}">
                  <a16:creationId xmlns:a16="http://schemas.microsoft.com/office/drawing/2014/main" id="{5973D3C6-1E75-F646-9731-361D81F20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2" name="Oval 156">
              <a:extLst>
                <a:ext uri="{FF2B5EF4-FFF2-40B4-BE49-F238E27FC236}">
                  <a16:creationId xmlns:a16="http://schemas.microsoft.com/office/drawing/2014/main" id="{9890EEA4-D7BB-1742-B7F5-ACD3E4682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3" name="Oval 157">
              <a:extLst>
                <a:ext uri="{FF2B5EF4-FFF2-40B4-BE49-F238E27FC236}">
                  <a16:creationId xmlns:a16="http://schemas.microsoft.com/office/drawing/2014/main" id="{7F54C7AB-DFA0-C844-B841-8AAABFAB6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4" name="Oval 158">
              <a:extLst>
                <a:ext uri="{FF2B5EF4-FFF2-40B4-BE49-F238E27FC236}">
                  <a16:creationId xmlns:a16="http://schemas.microsoft.com/office/drawing/2014/main" id="{8E2B7436-BC87-5943-8BD5-0E353B195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49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5" name="Oval 159">
              <a:extLst>
                <a:ext uri="{FF2B5EF4-FFF2-40B4-BE49-F238E27FC236}">
                  <a16:creationId xmlns:a16="http://schemas.microsoft.com/office/drawing/2014/main" id="{3AEC5379-DDE3-C047-ACCA-1FAC5C117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6" name="Oval 160">
              <a:extLst>
                <a:ext uri="{FF2B5EF4-FFF2-40B4-BE49-F238E27FC236}">
                  <a16:creationId xmlns:a16="http://schemas.microsoft.com/office/drawing/2014/main" id="{DFD48CF7-2B6A-1444-84CE-6CF2833A9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7" name="Oval 161">
              <a:extLst>
                <a:ext uri="{FF2B5EF4-FFF2-40B4-BE49-F238E27FC236}">
                  <a16:creationId xmlns:a16="http://schemas.microsoft.com/office/drawing/2014/main" id="{D0C16B3D-6593-0E4F-8ADA-91D69DA97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8" name="Oval 162">
              <a:extLst>
                <a:ext uri="{FF2B5EF4-FFF2-40B4-BE49-F238E27FC236}">
                  <a16:creationId xmlns:a16="http://schemas.microsoft.com/office/drawing/2014/main" id="{7B7070D3-B503-9541-ACB4-78D5055B9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79" name="Oval 163">
              <a:extLst>
                <a:ext uri="{FF2B5EF4-FFF2-40B4-BE49-F238E27FC236}">
                  <a16:creationId xmlns:a16="http://schemas.microsoft.com/office/drawing/2014/main" id="{DF1F4073-1DC2-2246-A5C1-CDE8DF430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5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0" name="Oval 164">
              <a:extLst>
                <a:ext uri="{FF2B5EF4-FFF2-40B4-BE49-F238E27FC236}">
                  <a16:creationId xmlns:a16="http://schemas.microsoft.com/office/drawing/2014/main" id="{538C9F60-8DBA-BC40-83B3-9ED6054B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49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1" name="Oval 165">
              <a:extLst>
                <a:ext uri="{FF2B5EF4-FFF2-40B4-BE49-F238E27FC236}">
                  <a16:creationId xmlns:a16="http://schemas.microsoft.com/office/drawing/2014/main" id="{945257B1-1ECC-604E-9721-1DAADB4DF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2" name="Oval 166">
              <a:extLst>
                <a:ext uri="{FF2B5EF4-FFF2-40B4-BE49-F238E27FC236}">
                  <a16:creationId xmlns:a16="http://schemas.microsoft.com/office/drawing/2014/main" id="{B4C4E138-603E-2B41-99B4-D09BBE0F0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3" name="Oval 167">
              <a:extLst>
                <a:ext uri="{FF2B5EF4-FFF2-40B4-BE49-F238E27FC236}">
                  <a16:creationId xmlns:a16="http://schemas.microsoft.com/office/drawing/2014/main" id="{BB536EDB-098E-7E43-B118-B38D8831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" y="94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4" name="Oval 168">
              <a:extLst>
                <a:ext uri="{FF2B5EF4-FFF2-40B4-BE49-F238E27FC236}">
                  <a16:creationId xmlns:a16="http://schemas.microsoft.com/office/drawing/2014/main" id="{BF11FF1D-8B64-944A-AD6D-929799B01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0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5" name="Oval 169">
              <a:extLst>
                <a:ext uri="{FF2B5EF4-FFF2-40B4-BE49-F238E27FC236}">
                  <a16:creationId xmlns:a16="http://schemas.microsoft.com/office/drawing/2014/main" id="{0D0DCD50-1122-6247-A603-AF6F794CC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0" y="5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6" name="Oval 170">
              <a:extLst>
                <a:ext uri="{FF2B5EF4-FFF2-40B4-BE49-F238E27FC236}">
                  <a16:creationId xmlns:a16="http://schemas.microsoft.com/office/drawing/2014/main" id="{59CED0B4-6D83-E341-AB42-B2020590B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2739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87" name="Oval 171">
              <a:extLst>
                <a:ext uri="{FF2B5EF4-FFF2-40B4-BE49-F238E27FC236}">
                  <a16:creationId xmlns:a16="http://schemas.microsoft.com/office/drawing/2014/main" id="{96D22134-7477-CA40-A752-596A45553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" y="2736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2739" name="Oval 172">
            <a:extLst>
              <a:ext uri="{FF2B5EF4-FFF2-40B4-BE49-F238E27FC236}">
                <a16:creationId xmlns:a16="http://schemas.microsoft.com/office/drawing/2014/main" id="{429CDEE4-2530-6A42-B6C5-83FC26EBD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49434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0" name="Oval 173">
            <a:extLst>
              <a:ext uri="{FF2B5EF4-FFF2-40B4-BE49-F238E27FC236}">
                <a16:creationId xmlns:a16="http://schemas.microsoft.com/office/drawing/2014/main" id="{A4D03FBA-4A6F-1948-8E90-361C15034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4659313"/>
            <a:ext cx="103188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1" name="Oval 174">
            <a:extLst>
              <a:ext uri="{FF2B5EF4-FFF2-40B4-BE49-F238E27FC236}">
                <a16:creationId xmlns:a16="http://schemas.microsoft.com/office/drawing/2014/main" id="{478DDB24-C69B-5B41-9714-CD90D86E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660900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2" name="Oval 175">
            <a:extLst>
              <a:ext uri="{FF2B5EF4-FFF2-40B4-BE49-F238E27FC236}">
                <a16:creationId xmlns:a16="http://schemas.microsoft.com/office/drawing/2014/main" id="{5CFFC688-01A9-F248-BE0C-C56A6DCE1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138" y="4954588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3" name="Oval 176">
            <a:extLst>
              <a:ext uri="{FF2B5EF4-FFF2-40B4-BE49-F238E27FC236}">
                <a16:creationId xmlns:a16="http://schemas.microsoft.com/office/drawing/2014/main" id="{23299B1E-318A-C049-81A1-6E2826D93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49688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4" name="Oval 177">
            <a:extLst>
              <a:ext uri="{FF2B5EF4-FFF2-40B4-BE49-F238E27FC236}">
                <a16:creationId xmlns:a16="http://schemas.microsoft.com/office/drawing/2014/main" id="{4BF33218-832D-124A-8537-682234963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52609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5" name="Oval 178">
            <a:extLst>
              <a:ext uri="{FF2B5EF4-FFF2-40B4-BE49-F238E27FC236}">
                <a16:creationId xmlns:a16="http://schemas.microsoft.com/office/drawing/2014/main" id="{6FE12B9E-CE8E-674D-BDEB-6945BB172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4967288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6" name="Oval 179">
            <a:extLst>
              <a:ext uri="{FF2B5EF4-FFF2-40B4-BE49-F238E27FC236}">
                <a16:creationId xmlns:a16="http://schemas.microsoft.com/office/drawing/2014/main" id="{06993286-BCA4-9F4E-B428-92EA31B09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43434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7" name="Oval 180">
            <a:extLst>
              <a:ext uri="{FF2B5EF4-FFF2-40B4-BE49-F238E27FC236}">
                <a16:creationId xmlns:a16="http://schemas.microsoft.com/office/drawing/2014/main" id="{B6875A81-0609-8744-B2F0-3516CA54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52705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8" name="Oval 181">
            <a:extLst>
              <a:ext uri="{FF2B5EF4-FFF2-40B4-BE49-F238E27FC236}">
                <a16:creationId xmlns:a16="http://schemas.microsoft.com/office/drawing/2014/main" id="{CCABAB84-92A1-8A43-B8CC-B2B6CFA94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349750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49" name="Text Box 182">
            <a:extLst>
              <a:ext uri="{FF2B5EF4-FFF2-40B4-BE49-F238E27FC236}">
                <a16:creationId xmlns:a16="http://schemas.microsoft.com/office/drawing/2014/main" id="{DFC3201E-D105-E94D-838D-07A8F6219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541338"/>
            <a:ext cx="39481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beq j ori R lw sw lw sw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42750" name="Group 183">
            <a:extLst>
              <a:ext uri="{FF2B5EF4-FFF2-40B4-BE49-F238E27FC236}">
                <a16:creationId xmlns:a16="http://schemas.microsoft.com/office/drawing/2014/main" id="{B77E4461-1FB1-5A48-AFEA-615B88AF2627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5657850"/>
            <a:ext cx="5827712" cy="841375"/>
            <a:chOff x="1409" y="3618"/>
            <a:chExt cx="3805" cy="576"/>
          </a:xfrm>
        </p:grpSpPr>
        <p:sp>
          <p:nvSpPr>
            <p:cNvPr id="242862" name="Line 184">
              <a:extLst>
                <a:ext uri="{FF2B5EF4-FFF2-40B4-BE49-F238E27FC236}">
                  <a16:creationId xmlns:a16="http://schemas.microsoft.com/office/drawing/2014/main" id="{D34076A4-053A-9F48-8968-02FD2E838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3618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863" name="Line 185">
              <a:extLst>
                <a:ext uri="{FF2B5EF4-FFF2-40B4-BE49-F238E27FC236}">
                  <a16:creationId xmlns:a16="http://schemas.microsoft.com/office/drawing/2014/main" id="{40AF0182-200D-3D44-8A2F-BF813CEEB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3810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864" name="Line 186">
              <a:extLst>
                <a:ext uri="{FF2B5EF4-FFF2-40B4-BE49-F238E27FC236}">
                  <a16:creationId xmlns:a16="http://schemas.microsoft.com/office/drawing/2014/main" id="{B407343D-7904-234E-8766-0D42BA044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4002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865" name="Line 187">
              <a:extLst>
                <a:ext uri="{FF2B5EF4-FFF2-40B4-BE49-F238E27FC236}">
                  <a16:creationId xmlns:a16="http://schemas.microsoft.com/office/drawing/2014/main" id="{65E46434-C267-AD4B-9557-ECF8D4A59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4194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2751" name="Rectangle 188">
            <a:extLst>
              <a:ext uri="{FF2B5EF4-FFF2-40B4-BE49-F238E27FC236}">
                <a16:creationId xmlns:a16="http://schemas.microsoft.com/office/drawing/2014/main" id="{7C8EAFA4-B3A6-3E4F-AE78-0CA522B60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448300"/>
            <a:ext cx="815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42752" name="Rectangle 189">
            <a:extLst>
              <a:ext uri="{FF2B5EF4-FFF2-40B4-BE49-F238E27FC236}">
                <a16:creationId xmlns:a16="http://schemas.microsoft.com/office/drawing/2014/main" id="{E11B98DB-32CA-FD4A-A94F-FF3F69F60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705475"/>
            <a:ext cx="7143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IorD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2753" name="Rectangle 190">
            <a:extLst>
              <a:ext uri="{FF2B5EF4-FFF2-40B4-BE49-F238E27FC236}">
                <a16:creationId xmlns:a16="http://schemas.microsoft.com/office/drawing/2014/main" id="{AE913972-EF99-314F-A0B0-0A5C870D0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875338"/>
            <a:ext cx="687388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242754" name="Rectangle 191">
            <a:extLst>
              <a:ext uri="{FF2B5EF4-FFF2-40B4-BE49-F238E27FC236}">
                <a16:creationId xmlns:a16="http://schemas.microsoft.com/office/drawing/2014/main" id="{2EE69648-986A-1043-9D69-2B7712099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5" y="6246813"/>
            <a:ext cx="9366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242755" name="Line 192">
            <a:extLst>
              <a:ext uri="{FF2B5EF4-FFF2-40B4-BE49-F238E27FC236}">
                <a16:creationId xmlns:a16="http://schemas.microsoft.com/office/drawing/2014/main" id="{D9A10D19-BE08-3442-A469-F7DC2FD09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7763" y="54800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56" name="Line 193">
            <a:extLst>
              <a:ext uri="{FF2B5EF4-FFF2-40B4-BE49-F238E27FC236}">
                <a16:creationId xmlns:a16="http://schemas.microsoft.com/office/drawing/2014/main" id="{E0911C56-EE9C-934E-AD42-F0D70332B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800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57" name="Line 194">
            <a:extLst>
              <a:ext uri="{FF2B5EF4-FFF2-40B4-BE49-F238E27FC236}">
                <a16:creationId xmlns:a16="http://schemas.microsoft.com/office/drawing/2014/main" id="{1EE4042E-29B2-DD4B-903F-0625887A4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288" y="5487988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58" name="Line 195">
            <a:extLst>
              <a:ext uri="{FF2B5EF4-FFF2-40B4-BE49-F238E27FC236}">
                <a16:creationId xmlns:a16="http://schemas.microsoft.com/office/drawing/2014/main" id="{12FB314F-8DD1-104B-86D1-F4AFEB767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5638" y="5476875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59" name="Line 196">
            <a:extLst>
              <a:ext uri="{FF2B5EF4-FFF2-40B4-BE49-F238E27FC236}">
                <a16:creationId xmlns:a16="http://schemas.microsoft.com/office/drawing/2014/main" id="{31519805-4D10-4341-86CB-7EA323DC3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60" name="Line 197">
            <a:extLst>
              <a:ext uri="{FF2B5EF4-FFF2-40B4-BE49-F238E27FC236}">
                <a16:creationId xmlns:a16="http://schemas.microsoft.com/office/drawing/2014/main" id="{31774509-16D2-B140-8D8D-9B4FE55558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61" name="Line 198">
            <a:extLst>
              <a:ext uri="{FF2B5EF4-FFF2-40B4-BE49-F238E27FC236}">
                <a16:creationId xmlns:a16="http://schemas.microsoft.com/office/drawing/2014/main" id="{A293E3B7-75A6-BE41-B496-BC8B21EED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54927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62" name="Line 199">
            <a:extLst>
              <a:ext uri="{FF2B5EF4-FFF2-40B4-BE49-F238E27FC236}">
                <a16:creationId xmlns:a16="http://schemas.microsoft.com/office/drawing/2014/main" id="{ED089DE2-C044-A341-B4C6-413B17B51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5763" y="5456238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63" name="Line 200">
            <a:extLst>
              <a:ext uri="{FF2B5EF4-FFF2-40B4-BE49-F238E27FC236}">
                <a16:creationId xmlns:a16="http://schemas.microsoft.com/office/drawing/2014/main" id="{2FD2303C-5570-7745-825A-61FCD2650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64" name="Line 201">
            <a:extLst>
              <a:ext uri="{FF2B5EF4-FFF2-40B4-BE49-F238E27FC236}">
                <a16:creationId xmlns:a16="http://schemas.microsoft.com/office/drawing/2014/main" id="{58AAD192-3854-3447-BED0-0656A1E52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65" name="Line 202">
            <a:extLst>
              <a:ext uri="{FF2B5EF4-FFF2-40B4-BE49-F238E27FC236}">
                <a16:creationId xmlns:a16="http://schemas.microsoft.com/office/drawing/2014/main" id="{1C295B6B-E9F2-5A4F-AEFF-6B85C3AD1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9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2766" name="Group 203">
            <a:extLst>
              <a:ext uri="{FF2B5EF4-FFF2-40B4-BE49-F238E27FC236}">
                <a16:creationId xmlns:a16="http://schemas.microsoft.com/office/drawing/2014/main" id="{74AB134F-D1E2-5D4B-B66E-0DD79A27B509}"/>
              </a:ext>
            </a:extLst>
          </p:cNvPr>
          <p:cNvGrpSpPr>
            <a:grpSpLocks/>
          </p:cNvGrpSpPr>
          <p:nvPr/>
        </p:nvGrpSpPr>
        <p:grpSpPr bwMode="auto">
          <a:xfrm>
            <a:off x="5443538" y="2805113"/>
            <a:ext cx="122237" cy="2568575"/>
            <a:chOff x="2925" y="1767"/>
            <a:chExt cx="77" cy="1618"/>
          </a:xfrm>
        </p:grpSpPr>
        <p:sp>
          <p:nvSpPr>
            <p:cNvPr id="242856" name="Oval 204">
              <a:extLst>
                <a:ext uri="{FF2B5EF4-FFF2-40B4-BE49-F238E27FC236}">
                  <a16:creationId xmlns:a16="http://schemas.microsoft.com/office/drawing/2014/main" id="{43D1616E-D5F9-C146-AB80-226F17888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14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7" name="Oval 205">
              <a:extLst>
                <a:ext uri="{FF2B5EF4-FFF2-40B4-BE49-F238E27FC236}">
                  <a16:creationId xmlns:a16="http://schemas.microsoft.com/office/drawing/2014/main" id="{394A35A5-054E-EE4D-99CF-2DC701A89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186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8" name="Oval 206">
              <a:extLst>
                <a:ext uri="{FF2B5EF4-FFF2-40B4-BE49-F238E27FC236}">
                  <a16:creationId xmlns:a16="http://schemas.microsoft.com/office/drawing/2014/main" id="{26003D7E-F45C-184C-A4F8-D476B1DA3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9" name="Oval 207">
              <a:extLst>
                <a:ext uri="{FF2B5EF4-FFF2-40B4-BE49-F238E27FC236}">
                  <a16:creationId xmlns:a16="http://schemas.microsoft.com/office/drawing/2014/main" id="{D8590827-7412-684A-A248-D3CD8179C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234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60" name="Oval 208">
              <a:extLst>
                <a:ext uri="{FF2B5EF4-FFF2-40B4-BE49-F238E27FC236}">
                  <a16:creationId xmlns:a16="http://schemas.microsoft.com/office/drawing/2014/main" id="{E79C0A8C-DF9B-DA41-AB80-A73B1A531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3314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61" name="Oval 209">
              <a:extLst>
                <a:ext uri="{FF2B5EF4-FFF2-40B4-BE49-F238E27FC236}">
                  <a16:creationId xmlns:a16="http://schemas.microsoft.com/office/drawing/2014/main" id="{CA876266-AC72-1B4E-BA58-0D4868D50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936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2767" name="Line 210">
            <a:extLst>
              <a:ext uri="{FF2B5EF4-FFF2-40B4-BE49-F238E27FC236}">
                <a16:creationId xmlns:a16="http://schemas.microsoft.com/office/drawing/2014/main" id="{3AF7F663-A0B4-4B4B-8342-F929082BB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3763" y="5464175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2768" name="Group 211">
            <a:extLst>
              <a:ext uri="{FF2B5EF4-FFF2-40B4-BE49-F238E27FC236}">
                <a16:creationId xmlns:a16="http://schemas.microsoft.com/office/drawing/2014/main" id="{5875A95A-5ECA-334D-9682-2486E5300013}"/>
              </a:ext>
            </a:extLst>
          </p:cNvPr>
          <p:cNvGrpSpPr>
            <a:grpSpLocks/>
          </p:cNvGrpSpPr>
          <p:nvPr/>
        </p:nvGrpSpPr>
        <p:grpSpPr bwMode="auto">
          <a:xfrm>
            <a:off x="5984875" y="2792413"/>
            <a:ext cx="107950" cy="3835400"/>
            <a:chOff x="3098" y="1767"/>
            <a:chExt cx="68" cy="2416"/>
          </a:xfrm>
        </p:grpSpPr>
        <p:sp>
          <p:nvSpPr>
            <p:cNvPr id="242848" name="Oval 212">
              <a:extLst>
                <a:ext uri="{FF2B5EF4-FFF2-40B4-BE49-F238E27FC236}">
                  <a16:creationId xmlns:a16="http://schemas.microsoft.com/office/drawing/2014/main" id="{0A27FBB6-7D07-E744-A9F9-DAD4D30D2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06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49" name="Oval 213">
              <a:extLst>
                <a:ext uri="{FF2B5EF4-FFF2-40B4-BE49-F238E27FC236}">
                  <a16:creationId xmlns:a16="http://schemas.microsoft.com/office/drawing/2014/main" id="{BFA9A29A-A982-5A42-9CC9-7E025BE0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8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0" name="Oval 214">
              <a:extLst>
                <a:ext uri="{FF2B5EF4-FFF2-40B4-BE49-F238E27FC236}">
                  <a16:creationId xmlns:a16="http://schemas.microsoft.com/office/drawing/2014/main" id="{3EB52D8E-32BD-1A4C-A389-5ECF5B718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1" name="Oval 215">
              <a:extLst>
                <a:ext uri="{FF2B5EF4-FFF2-40B4-BE49-F238E27FC236}">
                  <a16:creationId xmlns:a16="http://schemas.microsoft.com/office/drawing/2014/main" id="{BF5F6855-C179-0C45-8811-51A7C2AF6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344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2" name="Oval 216">
              <a:extLst>
                <a:ext uri="{FF2B5EF4-FFF2-40B4-BE49-F238E27FC236}">
                  <a16:creationId xmlns:a16="http://schemas.microsoft.com/office/drawing/2014/main" id="{61D5E6C9-CF74-544A-B683-C6E04169E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2928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3" name="Oval 217">
              <a:extLst>
                <a:ext uri="{FF2B5EF4-FFF2-40B4-BE49-F238E27FC236}">
                  <a16:creationId xmlns:a16="http://schemas.microsoft.com/office/drawing/2014/main" id="{8E1728EE-5D34-544A-AE66-379E824F8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3115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4" name="Oval 218">
              <a:extLst>
                <a:ext uri="{FF2B5EF4-FFF2-40B4-BE49-F238E27FC236}">
                  <a16:creationId xmlns:a16="http://schemas.microsoft.com/office/drawing/2014/main" id="{1C13A2AB-2171-5B47-B72C-F1FA57088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3312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2855" name="Line 219">
              <a:extLst>
                <a:ext uri="{FF2B5EF4-FFF2-40B4-BE49-F238E27FC236}">
                  <a16:creationId xmlns:a16="http://schemas.microsoft.com/office/drawing/2014/main" id="{B6C2D974-90E1-8C48-8036-75862E4E1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442"/>
              <a:ext cx="0" cy="7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2769" name="Line 220">
            <a:extLst>
              <a:ext uri="{FF2B5EF4-FFF2-40B4-BE49-F238E27FC236}">
                <a16:creationId xmlns:a16="http://schemas.microsoft.com/office/drawing/2014/main" id="{722E22DB-7C18-C042-AE9B-CD689D691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988" y="54721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70" name="Line 221">
            <a:extLst>
              <a:ext uri="{FF2B5EF4-FFF2-40B4-BE49-F238E27FC236}">
                <a16:creationId xmlns:a16="http://schemas.microsoft.com/office/drawing/2014/main" id="{6CEAB59C-5119-D447-AFF7-EED5F9381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8620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71" name="Oval 222">
            <a:extLst>
              <a:ext uri="{FF2B5EF4-FFF2-40B4-BE49-F238E27FC236}">
                <a16:creationId xmlns:a16="http://schemas.microsoft.com/office/drawing/2014/main" id="{845F027D-79DE-7544-BE93-C810199E8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7242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2" name="Oval 223">
            <a:extLst>
              <a:ext uri="{FF2B5EF4-FFF2-40B4-BE49-F238E27FC236}">
                <a16:creationId xmlns:a16="http://schemas.microsoft.com/office/drawing/2014/main" id="{CD3FD0D0-6AF2-A644-AA7F-938AD2370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4194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3" name="Oval 224">
            <a:extLst>
              <a:ext uri="{FF2B5EF4-FFF2-40B4-BE49-F238E27FC236}">
                <a16:creationId xmlns:a16="http://schemas.microsoft.com/office/drawing/2014/main" id="{9740172F-77A2-D14A-9469-2F3BDE3D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1226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4" name="Oval 225">
            <a:extLst>
              <a:ext uri="{FF2B5EF4-FFF2-40B4-BE49-F238E27FC236}">
                <a16:creationId xmlns:a16="http://schemas.microsoft.com/office/drawing/2014/main" id="{B3CD357C-95F9-9849-9CFA-663A721F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8178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5" name="Oval 226">
            <a:extLst>
              <a:ext uri="{FF2B5EF4-FFF2-40B4-BE49-F238E27FC236}">
                <a16:creationId xmlns:a16="http://schemas.microsoft.com/office/drawing/2014/main" id="{FE7613D5-8161-3849-A2BD-7545689DE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5273675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6" name="Line 227">
            <a:extLst>
              <a:ext uri="{FF2B5EF4-FFF2-40B4-BE49-F238E27FC236}">
                <a16:creationId xmlns:a16="http://schemas.microsoft.com/office/drawing/2014/main" id="{34FDD908-CE4C-934F-844A-1869506EC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77" name="Oval 228">
            <a:extLst>
              <a:ext uri="{FF2B5EF4-FFF2-40B4-BE49-F238E27FC236}">
                <a16:creationId xmlns:a16="http://schemas.microsoft.com/office/drawing/2014/main" id="{73512CE1-AE8F-B54C-9F49-9989889C7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559752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8" name="Oval 229">
            <a:extLst>
              <a:ext uri="{FF2B5EF4-FFF2-40B4-BE49-F238E27FC236}">
                <a16:creationId xmlns:a16="http://schemas.microsoft.com/office/drawing/2014/main" id="{7C5C2E90-D50D-9E49-819F-813B76F9D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2718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79" name="Oval 230">
            <a:extLst>
              <a:ext uri="{FF2B5EF4-FFF2-40B4-BE49-F238E27FC236}">
                <a16:creationId xmlns:a16="http://schemas.microsoft.com/office/drawing/2014/main" id="{0406473B-5DAF-5643-AA74-F8AB9B64C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0" name="Oval 231">
            <a:extLst>
              <a:ext uri="{FF2B5EF4-FFF2-40B4-BE49-F238E27FC236}">
                <a16:creationId xmlns:a16="http://schemas.microsoft.com/office/drawing/2014/main" id="{566D2878-ACDB-804E-AFA2-CADD4340E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670175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1" name="Oval 232">
            <a:extLst>
              <a:ext uri="{FF2B5EF4-FFF2-40B4-BE49-F238E27FC236}">
                <a16:creationId xmlns:a16="http://schemas.microsoft.com/office/drawing/2014/main" id="{7285C19E-3905-A846-B2CC-157660BF0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7211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2" name="Oval 233">
            <a:extLst>
              <a:ext uri="{FF2B5EF4-FFF2-40B4-BE49-F238E27FC236}">
                <a16:creationId xmlns:a16="http://schemas.microsoft.com/office/drawing/2014/main" id="{5322A1EA-24D7-6D44-B1A7-A888DECC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4348163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3" name="Oval 234">
            <a:extLst>
              <a:ext uri="{FF2B5EF4-FFF2-40B4-BE49-F238E27FC236}">
                <a16:creationId xmlns:a16="http://schemas.microsoft.com/office/drawing/2014/main" id="{E100EAD3-E0CF-9B4F-8ACD-D95C9E290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957763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4" name="Oval 235">
            <a:extLst>
              <a:ext uri="{FF2B5EF4-FFF2-40B4-BE49-F238E27FC236}">
                <a16:creationId xmlns:a16="http://schemas.microsoft.com/office/drawing/2014/main" id="{A0F9453B-98AD-EB46-8C13-230C9DE4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52705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5" name="Oval 236">
            <a:extLst>
              <a:ext uri="{FF2B5EF4-FFF2-40B4-BE49-F238E27FC236}">
                <a16:creationId xmlns:a16="http://schemas.microsoft.com/office/drawing/2014/main" id="{5D42B0BD-8569-0A4B-8FC0-AFAFFE283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5861050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6" name="Oval 237">
            <a:extLst>
              <a:ext uri="{FF2B5EF4-FFF2-40B4-BE49-F238E27FC236}">
                <a16:creationId xmlns:a16="http://schemas.microsoft.com/office/drawing/2014/main" id="{4FABF3F0-5002-A342-B540-B8429B1D9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25" y="5600700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7" name="Oval 238">
            <a:extLst>
              <a:ext uri="{FF2B5EF4-FFF2-40B4-BE49-F238E27FC236}">
                <a16:creationId xmlns:a16="http://schemas.microsoft.com/office/drawing/2014/main" id="{FF1217C4-8D1B-D742-A304-E858B3321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7084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88" name="Text Box 239">
            <a:extLst>
              <a:ext uri="{FF2B5EF4-FFF2-40B4-BE49-F238E27FC236}">
                <a16:creationId xmlns:a16="http://schemas.microsoft.com/office/drawing/2014/main" id="{40574AF8-246D-E149-9797-8715C3045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738" y="3832225"/>
            <a:ext cx="5719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1    1   1   1   1   1   8   8   0   1   2   3    4   5   6   7   8   9   10  11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2789" name="Text Box 240">
            <a:extLst>
              <a:ext uri="{FF2B5EF4-FFF2-40B4-BE49-F238E27FC236}">
                <a16:creationId xmlns:a16="http://schemas.microsoft.com/office/drawing/2014/main" id="{515D846C-8202-4D44-9C04-63934D2D0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3848100"/>
            <a:ext cx="1141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当前状态</a:t>
            </a:r>
          </a:p>
        </p:txBody>
      </p:sp>
      <p:sp>
        <p:nvSpPr>
          <p:cNvPr id="242790" name="Line 241">
            <a:extLst>
              <a:ext uri="{FF2B5EF4-FFF2-40B4-BE49-F238E27FC236}">
                <a16:creationId xmlns:a16="http://schemas.microsoft.com/office/drawing/2014/main" id="{668890FB-6861-9647-A1DE-F45FF4D8F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0068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91" name="Line 242">
            <a:extLst>
              <a:ext uri="{FF2B5EF4-FFF2-40B4-BE49-F238E27FC236}">
                <a16:creationId xmlns:a16="http://schemas.microsoft.com/office/drawing/2014/main" id="{4197DB1E-2632-B740-BC48-82C70331A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92" name="Line 243">
            <a:extLst>
              <a:ext uri="{FF2B5EF4-FFF2-40B4-BE49-F238E27FC236}">
                <a16:creationId xmlns:a16="http://schemas.microsoft.com/office/drawing/2014/main" id="{0F2E0B77-9763-2D4C-B3C9-C53AB2994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93" name="Line 244">
            <a:extLst>
              <a:ext uri="{FF2B5EF4-FFF2-40B4-BE49-F238E27FC236}">
                <a16:creationId xmlns:a16="http://schemas.microsoft.com/office/drawing/2014/main" id="{406A198F-D089-AE41-98DC-83D466D1A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794" name="Oval 245">
            <a:extLst>
              <a:ext uri="{FF2B5EF4-FFF2-40B4-BE49-F238E27FC236}">
                <a16:creationId xmlns:a16="http://schemas.microsoft.com/office/drawing/2014/main" id="{151E4DB8-8E65-3E43-B2B8-7BDF9CABA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95" name="Oval 246">
            <a:extLst>
              <a:ext uri="{FF2B5EF4-FFF2-40B4-BE49-F238E27FC236}">
                <a16:creationId xmlns:a16="http://schemas.microsoft.com/office/drawing/2014/main" id="{CD3BF61B-DDC3-0C4F-8C3B-E4BC7BDF6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9575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96" name="Oval 247">
            <a:extLst>
              <a:ext uri="{FF2B5EF4-FFF2-40B4-BE49-F238E27FC236}">
                <a16:creationId xmlns:a16="http://schemas.microsoft.com/office/drawing/2014/main" id="{9759AF5A-D068-694A-8ADA-5C536A75C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27876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97" name="Oval 248">
            <a:extLst>
              <a:ext uri="{FF2B5EF4-FFF2-40B4-BE49-F238E27FC236}">
                <a16:creationId xmlns:a16="http://schemas.microsoft.com/office/drawing/2014/main" id="{5A5984C6-A6F9-3247-A975-4248A810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35496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798" name="Line 249">
            <a:extLst>
              <a:ext uri="{FF2B5EF4-FFF2-40B4-BE49-F238E27FC236}">
                <a16:creationId xmlns:a16="http://schemas.microsoft.com/office/drawing/2014/main" id="{0630F344-09B7-D040-B02F-423D28ACE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8975" y="54530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799" name="Line 250">
            <a:extLst>
              <a:ext uri="{FF2B5EF4-FFF2-40B4-BE49-F238E27FC236}">
                <a16:creationId xmlns:a16="http://schemas.microsoft.com/office/drawing/2014/main" id="{6CCEFE8D-B769-2E45-892C-F0FB598F5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613" y="54530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00" name="Line 251">
            <a:extLst>
              <a:ext uri="{FF2B5EF4-FFF2-40B4-BE49-F238E27FC236}">
                <a16:creationId xmlns:a16="http://schemas.microsoft.com/office/drawing/2014/main" id="{4B60D9A9-3036-6441-8951-52E03CE29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54610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01" name="Line 252">
            <a:extLst>
              <a:ext uri="{FF2B5EF4-FFF2-40B4-BE49-F238E27FC236}">
                <a16:creationId xmlns:a16="http://schemas.microsoft.com/office/drawing/2014/main" id="{EE5C7751-9BCF-AF4C-8DB6-E7F063EC5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02" name="Line 253">
            <a:extLst>
              <a:ext uri="{FF2B5EF4-FFF2-40B4-BE49-F238E27FC236}">
                <a16:creationId xmlns:a16="http://schemas.microsoft.com/office/drawing/2014/main" id="{BE293D6F-70C1-3E43-B2BB-EE851048D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54737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03" name="Line 254">
            <a:extLst>
              <a:ext uri="{FF2B5EF4-FFF2-40B4-BE49-F238E27FC236}">
                <a16:creationId xmlns:a16="http://schemas.microsoft.com/office/drawing/2014/main" id="{6E604DA3-DB01-5A49-99D2-0B8B584AB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03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04" name="Line 255">
            <a:extLst>
              <a:ext uri="{FF2B5EF4-FFF2-40B4-BE49-F238E27FC236}">
                <a16:creationId xmlns:a16="http://schemas.microsoft.com/office/drawing/2014/main" id="{7C19A868-EAE3-2047-A38F-C05DD3565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0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05" name="Line 256">
            <a:extLst>
              <a:ext uri="{FF2B5EF4-FFF2-40B4-BE49-F238E27FC236}">
                <a16:creationId xmlns:a16="http://schemas.microsoft.com/office/drawing/2014/main" id="{9590C2D8-3A3F-AB45-98A9-4824621BA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37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06" name="Oval 257">
            <a:extLst>
              <a:ext uri="{FF2B5EF4-FFF2-40B4-BE49-F238E27FC236}">
                <a16:creationId xmlns:a16="http://schemas.microsoft.com/office/drawing/2014/main" id="{4F37AFD8-7C09-5348-90E4-EB7CADE30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34131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07" name="Oval 258">
            <a:extLst>
              <a:ext uri="{FF2B5EF4-FFF2-40B4-BE49-F238E27FC236}">
                <a16:creationId xmlns:a16="http://schemas.microsoft.com/office/drawing/2014/main" id="{694D513C-D586-144E-AE39-38F620C1D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30797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08" name="Oval 259">
            <a:extLst>
              <a:ext uri="{FF2B5EF4-FFF2-40B4-BE49-F238E27FC236}">
                <a16:creationId xmlns:a16="http://schemas.microsoft.com/office/drawing/2014/main" id="{171FCC1B-6BFB-8A44-BBE4-549433B76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6590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09" name="Oval 260">
            <a:extLst>
              <a:ext uri="{FF2B5EF4-FFF2-40B4-BE49-F238E27FC236}">
                <a16:creationId xmlns:a16="http://schemas.microsoft.com/office/drawing/2014/main" id="{B7C9E61A-E701-0C4A-8A28-5F896401D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37274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0" name="Oval 261">
            <a:extLst>
              <a:ext uri="{FF2B5EF4-FFF2-40B4-BE49-F238E27FC236}">
                <a16:creationId xmlns:a16="http://schemas.microsoft.com/office/drawing/2014/main" id="{995EDBDD-6D27-C444-81E4-751BB25E3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1" name="Oval 262">
            <a:extLst>
              <a:ext uri="{FF2B5EF4-FFF2-40B4-BE49-F238E27FC236}">
                <a16:creationId xmlns:a16="http://schemas.microsoft.com/office/drawing/2014/main" id="{9CF373B4-D98B-AF4A-BFC2-D3F80053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0972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2" name="Oval 263">
            <a:extLst>
              <a:ext uri="{FF2B5EF4-FFF2-40B4-BE49-F238E27FC236}">
                <a16:creationId xmlns:a16="http://schemas.microsoft.com/office/drawing/2014/main" id="{EEEC3907-EFB0-1F4C-86E5-C88C2E12D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26416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3" name="Oval 264">
            <a:extLst>
              <a:ext uri="{FF2B5EF4-FFF2-40B4-BE49-F238E27FC236}">
                <a16:creationId xmlns:a16="http://schemas.microsoft.com/office/drawing/2014/main" id="{4DC4956D-EE2D-C34D-B7E3-8E1C739C7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35639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4" name="Oval 265">
            <a:extLst>
              <a:ext uri="{FF2B5EF4-FFF2-40B4-BE49-F238E27FC236}">
                <a16:creationId xmlns:a16="http://schemas.microsoft.com/office/drawing/2014/main" id="{AECDA788-4C5E-F149-A459-35FC02A4B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32734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5" name="Oval 266">
            <a:extLst>
              <a:ext uri="{FF2B5EF4-FFF2-40B4-BE49-F238E27FC236}">
                <a16:creationId xmlns:a16="http://schemas.microsoft.com/office/drawing/2014/main" id="{8F5BCDD9-FE07-4C4B-8FC0-C550BDDFB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31115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6" name="Oval 267">
            <a:extLst>
              <a:ext uri="{FF2B5EF4-FFF2-40B4-BE49-F238E27FC236}">
                <a16:creationId xmlns:a16="http://schemas.microsoft.com/office/drawing/2014/main" id="{F499137C-01AF-4A41-B0BB-459AB283D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26717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7" name="Oval 268">
            <a:extLst>
              <a:ext uri="{FF2B5EF4-FFF2-40B4-BE49-F238E27FC236}">
                <a16:creationId xmlns:a16="http://schemas.microsoft.com/office/drawing/2014/main" id="{9F3A35E7-D4C3-DE49-BAD8-C404B1FDE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5607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18" name="Line 269">
            <a:extLst>
              <a:ext uri="{FF2B5EF4-FFF2-40B4-BE49-F238E27FC236}">
                <a16:creationId xmlns:a16="http://schemas.microsoft.com/office/drawing/2014/main" id="{B2278AF5-3A41-7A4E-8CB0-3CA8F9CE0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550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19" name="Line 270">
            <a:extLst>
              <a:ext uri="{FF2B5EF4-FFF2-40B4-BE49-F238E27FC236}">
                <a16:creationId xmlns:a16="http://schemas.microsoft.com/office/drawing/2014/main" id="{C6BA8082-615B-B340-BDBF-D654A0D3D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3775" y="54737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20" name="Line 271">
            <a:extLst>
              <a:ext uri="{FF2B5EF4-FFF2-40B4-BE49-F238E27FC236}">
                <a16:creationId xmlns:a16="http://schemas.microsoft.com/office/drawing/2014/main" id="{A74EA976-769D-F042-B1F0-7694B220A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8636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21" name="Oval 272">
            <a:extLst>
              <a:ext uri="{FF2B5EF4-FFF2-40B4-BE49-F238E27FC236}">
                <a16:creationId xmlns:a16="http://schemas.microsoft.com/office/drawing/2014/main" id="{015A3A3E-F0CB-8542-AF9A-E312DF92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5607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2" name="Oval 273">
            <a:extLst>
              <a:ext uri="{FF2B5EF4-FFF2-40B4-BE49-F238E27FC236}">
                <a16:creationId xmlns:a16="http://schemas.microsoft.com/office/drawing/2014/main" id="{68053CC7-2B14-B643-9C7B-AD36FCE4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2464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3" name="Oval 274">
            <a:extLst>
              <a:ext uri="{FF2B5EF4-FFF2-40B4-BE49-F238E27FC236}">
                <a16:creationId xmlns:a16="http://schemas.microsoft.com/office/drawing/2014/main" id="{7B396342-5086-0D4F-ABB9-7F82F0F46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967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4" name="Oval 275">
            <a:extLst>
              <a:ext uri="{FF2B5EF4-FFF2-40B4-BE49-F238E27FC236}">
                <a16:creationId xmlns:a16="http://schemas.microsoft.com/office/drawing/2014/main" id="{9CE17871-1B8E-2744-8019-8414E618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8194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5" name="Line 276">
            <a:extLst>
              <a:ext uri="{FF2B5EF4-FFF2-40B4-BE49-F238E27FC236}">
                <a16:creationId xmlns:a16="http://schemas.microsoft.com/office/drawing/2014/main" id="{4F523841-287C-A443-A0BD-4FF384D98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9075" y="54864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26" name="Oval 277">
            <a:extLst>
              <a:ext uri="{FF2B5EF4-FFF2-40B4-BE49-F238E27FC236}">
                <a16:creationId xmlns:a16="http://schemas.microsoft.com/office/drawing/2014/main" id="{9094137D-339A-F84A-B0E1-1913FC9C2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5862638"/>
            <a:ext cx="103188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7" name="Oval 278">
            <a:extLst>
              <a:ext uri="{FF2B5EF4-FFF2-40B4-BE49-F238E27FC236}">
                <a16:creationId xmlns:a16="http://schemas.microsoft.com/office/drawing/2014/main" id="{7B762D41-1D20-5F4E-BE5C-43479E0F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588327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8" name="Oval 279">
            <a:extLst>
              <a:ext uri="{FF2B5EF4-FFF2-40B4-BE49-F238E27FC236}">
                <a16:creationId xmlns:a16="http://schemas.microsoft.com/office/drawing/2014/main" id="{0EDD0A33-A4B1-264C-B5E5-835009CE9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5868988"/>
            <a:ext cx="103187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29" name="Rectangle 280">
            <a:extLst>
              <a:ext uri="{FF2B5EF4-FFF2-40B4-BE49-F238E27FC236}">
                <a16:creationId xmlns:a16="http://schemas.microsoft.com/office/drawing/2014/main" id="{6D677834-A5F9-3B4E-BD44-6C14BC95C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5" y="640715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242830" name="Rectangle 281">
            <a:extLst>
              <a:ext uri="{FF2B5EF4-FFF2-40B4-BE49-F238E27FC236}">
                <a16:creationId xmlns:a16="http://schemas.microsoft.com/office/drawing/2014/main" id="{9A2FB087-4567-9E48-9719-17C482D4F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869950"/>
            <a:ext cx="13652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R=   000000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beq=000100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lw=  100011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sw=  101011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ori= 001011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j=    000010</a:t>
            </a:r>
          </a:p>
        </p:txBody>
      </p:sp>
      <p:sp>
        <p:nvSpPr>
          <p:cNvPr id="242831" name="Rectangle 282">
            <a:extLst>
              <a:ext uri="{FF2B5EF4-FFF2-40B4-BE49-F238E27FC236}">
                <a16:creationId xmlns:a16="http://schemas.microsoft.com/office/drawing/2014/main" id="{BF283E66-3EA7-4344-B769-F5AE82538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100" y="901700"/>
            <a:ext cx="1276350" cy="1708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2" name="Oval 283">
            <a:extLst>
              <a:ext uri="{FF2B5EF4-FFF2-40B4-BE49-F238E27FC236}">
                <a16:creationId xmlns:a16="http://schemas.microsoft.com/office/drawing/2014/main" id="{0B4F876B-DBD5-D140-BD28-CA675B2AB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2575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3" name="Oval 284">
            <a:extLst>
              <a:ext uri="{FF2B5EF4-FFF2-40B4-BE49-F238E27FC236}">
                <a16:creationId xmlns:a16="http://schemas.microsoft.com/office/drawing/2014/main" id="{267EEDB0-0F9B-2640-9404-CD819AC0B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4" name="Oval 285">
            <a:extLst>
              <a:ext uri="{FF2B5EF4-FFF2-40B4-BE49-F238E27FC236}">
                <a16:creationId xmlns:a16="http://schemas.microsoft.com/office/drawing/2014/main" id="{2928A56D-D998-E444-A8D9-B6C5C3C25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28067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5" name="Oval 286">
            <a:extLst>
              <a:ext uri="{FF2B5EF4-FFF2-40B4-BE49-F238E27FC236}">
                <a16:creationId xmlns:a16="http://schemas.microsoft.com/office/drawing/2014/main" id="{8CCF3896-0A9F-FA41-ADD1-109DDBD94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7147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6" name="Oval 287">
            <a:extLst>
              <a:ext uri="{FF2B5EF4-FFF2-40B4-BE49-F238E27FC236}">
                <a16:creationId xmlns:a16="http://schemas.microsoft.com/office/drawing/2014/main" id="{22B2E764-3842-3B46-BF56-73A4BC4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2607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7" name="Oval 288">
            <a:extLst>
              <a:ext uri="{FF2B5EF4-FFF2-40B4-BE49-F238E27FC236}">
                <a16:creationId xmlns:a16="http://schemas.microsoft.com/office/drawing/2014/main" id="{183D5074-3910-C649-9599-F635B9B1C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0940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8" name="Oval 289">
            <a:extLst>
              <a:ext uri="{FF2B5EF4-FFF2-40B4-BE49-F238E27FC236}">
                <a16:creationId xmlns:a16="http://schemas.microsoft.com/office/drawing/2014/main" id="{A0F9E8DC-1250-884A-BBCE-8A4A790BD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8067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39" name="Oval 290">
            <a:extLst>
              <a:ext uri="{FF2B5EF4-FFF2-40B4-BE49-F238E27FC236}">
                <a16:creationId xmlns:a16="http://schemas.microsoft.com/office/drawing/2014/main" id="{CD219D98-EDAE-CE49-B74C-99CA3B41D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57028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0" name="Oval 291">
            <a:extLst>
              <a:ext uri="{FF2B5EF4-FFF2-40B4-BE49-F238E27FC236}">
                <a16:creationId xmlns:a16="http://schemas.microsoft.com/office/drawing/2014/main" id="{57136D91-13A1-584F-A2BD-A561DE542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5734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1" name="Oval 292">
            <a:extLst>
              <a:ext uri="{FF2B5EF4-FFF2-40B4-BE49-F238E27FC236}">
                <a16:creationId xmlns:a16="http://schemas.microsoft.com/office/drawing/2014/main" id="{14DBCA5D-A28D-304A-84FF-241924F44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4083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2" name="Oval 293">
            <a:extLst>
              <a:ext uri="{FF2B5EF4-FFF2-40B4-BE49-F238E27FC236}">
                <a16:creationId xmlns:a16="http://schemas.microsoft.com/office/drawing/2014/main" id="{D5BC0E9F-E8D0-2244-A94C-F81F1988B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1115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3" name="Oval 294">
            <a:extLst>
              <a:ext uri="{FF2B5EF4-FFF2-40B4-BE49-F238E27FC236}">
                <a16:creationId xmlns:a16="http://schemas.microsoft.com/office/drawing/2014/main" id="{1EEEE977-3433-4142-B7F6-7C3B3EEDB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2806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4" name="Rectangle 295">
            <a:extLst>
              <a:ext uri="{FF2B5EF4-FFF2-40B4-BE49-F238E27FC236}">
                <a16:creationId xmlns:a16="http://schemas.microsoft.com/office/drawing/2014/main" id="{912EACD4-B5A6-EC48-A4F5-74D167314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514600"/>
            <a:ext cx="3233737" cy="4140200"/>
          </a:xfrm>
          <a:prstGeom prst="rect">
            <a:avLst/>
          </a:prstGeom>
          <a:solidFill>
            <a:srgbClr val="CC99FF">
              <a:alpha val="3098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5" name="Line 296">
            <a:extLst>
              <a:ext uri="{FF2B5EF4-FFF2-40B4-BE49-F238E27FC236}">
                <a16:creationId xmlns:a16="http://schemas.microsoft.com/office/drawing/2014/main" id="{566EA1C6-E6E7-3D41-AF63-D7A4BAC2F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6" name="Rectangle 297">
            <a:extLst>
              <a:ext uri="{FF2B5EF4-FFF2-40B4-BE49-F238E27FC236}">
                <a16:creationId xmlns:a16="http://schemas.microsoft.com/office/drawing/2014/main" id="{083F278F-462E-E148-AA9B-40F81EFF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877888"/>
            <a:ext cx="2332038" cy="4597400"/>
          </a:xfrm>
          <a:prstGeom prst="rect">
            <a:avLst/>
          </a:prstGeom>
          <a:solidFill>
            <a:srgbClr val="CC99FF">
              <a:alpha val="3098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2847" name="Rectangle 298">
            <a:extLst>
              <a:ext uri="{FF2B5EF4-FFF2-40B4-BE49-F238E27FC236}">
                <a16:creationId xmlns:a16="http://schemas.microsoft.com/office/drawing/2014/main" id="{D7EF8C48-839A-FA4B-9DE3-6EB52015A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8286750" cy="368300"/>
          </a:xfrm>
        </p:spPr>
        <p:txBody>
          <a:bodyPr/>
          <a:lstStyle/>
          <a:p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用</a:t>
            </a:r>
            <a:r>
              <a:rPr lang="en-US" altLang="zh-CN" sz="2400">
                <a:solidFill>
                  <a:schemeClr val="accent1"/>
                </a:solidFill>
                <a:ea typeface="宋体" panose="02010600030101010101" pitchFamily="2" charset="-122"/>
              </a:rPr>
              <a:t>PLA</a:t>
            </a:r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电路实现的组合逻辑控制单元（另一种布局方式）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BCD5FCD0-00B8-3848-A95A-AC7E7B94B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34734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第四讲小结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05B0F7ED-C9C4-3642-A1EA-9F2167305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6388" y="666750"/>
            <a:ext cx="8499475" cy="5827713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和多周期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的成本比较：</a:t>
            </a:r>
          </a:p>
          <a:p>
            <a:pPr lvl="1"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单周期下功能部件不能重复使用；而多周期下可重复使用，比单周期省</a:t>
            </a:r>
          </a:p>
          <a:p>
            <a:pPr lvl="1"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单周期指令执行结果直接保存在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Regfile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；而多周期下需加一些临时寄存器保存中间结果，比单周期费</a:t>
            </a:r>
          </a:p>
          <a:p>
            <a:pPr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和多周期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的性能比较：</a:t>
            </a:r>
          </a:p>
          <a:p>
            <a:pPr lvl="1"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，但时钟周期为最长的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指令执行时间</a:t>
            </a:r>
          </a:p>
          <a:p>
            <a:pPr lvl="1"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是多少？时钟周期多长？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假定程序中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22%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11%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49%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16%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2%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Jump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。每个状态需要一个时钟周期，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为多少？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分析如下：每种指令所需的时钟周期数为：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Jump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CPI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计算如下：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CPI=CPU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时钟周期数 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指令数 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l-GR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Σ</a:t>
            </a:r>
            <a:r>
              <a:rPr lang="zh-CN" altLang="el-GR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（指令数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baseline="-25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x CPI </a:t>
            </a:r>
            <a:r>
              <a:rPr lang="en-US" altLang="zh-CN" baseline="-25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l-GR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 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指令数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		                 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el-GR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Σ</a:t>
            </a:r>
            <a:r>
              <a:rPr lang="zh-CN" altLang="el-GR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（指令数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baseline="-25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/ 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指令数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l-GR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zh-CN" altLang="el-GR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CPI </a:t>
            </a:r>
            <a:r>
              <a:rPr lang="en-US" altLang="zh-CN" baseline="-25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CPI = 0.22x5+0.11x4+0.49x4+0.16x3+0.02x3 = 4.04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假设单周期时钟宽度为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，则多周期时钟周期约为单周期的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1/5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，所以，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多周期的总体时间约：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4.04x1/5=0.8</a:t>
            </a: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；而单周期总体时间为：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1x1=1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由此看出：多周期比单周期效率高！</a:t>
            </a:r>
            <a:endParaRPr lang="zh-CN" altLang="el-GR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1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1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1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21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21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1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215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215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215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2184129606</TotalTime>
  <Pages>40</Pages>
  <Words>5702</Words>
  <Application>Microsoft Macintosh PowerPoint</Application>
  <PresentationFormat>全屏显示(4:3)</PresentationFormat>
  <Paragraphs>2021</Paragraphs>
  <Slides>38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黑体</vt:lpstr>
      <vt:lpstr>微软雅黑</vt:lpstr>
      <vt:lpstr>Arial</vt:lpstr>
      <vt:lpstr>Times New Roman</vt:lpstr>
      <vt:lpstr>Wingdings</vt:lpstr>
      <vt:lpstr>lecture1</vt:lpstr>
      <vt:lpstr>第四讲 多周期处理器的设计</vt:lpstr>
      <vt:lpstr>Drawback of Single Cycle Processor</vt:lpstr>
      <vt:lpstr>回顾（单周期处理器）： Load 指令执行过程</vt:lpstr>
      <vt:lpstr>回顾（单周期处理器）：lw指令执行时间为时钟周期</vt:lpstr>
      <vt:lpstr>多周期处理器的实现思想</vt:lpstr>
      <vt:lpstr>多周期数据通路</vt:lpstr>
      <vt:lpstr>Load指令各阶段分析</vt:lpstr>
      <vt:lpstr>多周期数据通路</vt:lpstr>
      <vt:lpstr>寄存器堆和存储器的写定时（ Ideal vs. Reality）</vt:lpstr>
      <vt:lpstr>竞争（race）问题 </vt:lpstr>
      <vt:lpstr>如何在多周期通路中避免“race”问题</vt:lpstr>
      <vt:lpstr>取指周期（取指令、计算下地址）开始时</vt:lpstr>
      <vt:lpstr>取指周期结束时</vt:lpstr>
      <vt:lpstr>考察整个取指周期（第一个周期）</vt:lpstr>
      <vt:lpstr>寄存器取 / 指令译码周期（第二个周期）</vt:lpstr>
      <vt:lpstr>PowerPoint 演示文稿</vt:lpstr>
      <vt:lpstr>寄存器取 / 指令译码周期（第二个周期）</vt:lpstr>
      <vt:lpstr>Branch指令执行并完成周期（第三个周期）</vt:lpstr>
      <vt:lpstr>寄存器取 / 指令译码周期（第二个周期）</vt:lpstr>
      <vt:lpstr>R-type指令的执行周期（第三个周期）</vt:lpstr>
      <vt:lpstr>R-type完成周期（第四个周期）</vt:lpstr>
      <vt:lpstr>PowerPoint 演示文稿</vt:lpstr>
      <vt:lpstr>Ori 指令执行周期（第三个周期）</vt:lpstr>
      <vt:lpstr>Ori 指令完成周期（第四个周期）</vt:lpstr>
      <vt:lpstr>PowerPoint 演示文稿</vt:lpstr>
      <vt:lpstr>lw/sw内存地址计算周期（第三个周期）</vt:lpstr>
      <vt:lpstr>sw指令存数周期（第四周期）</vt:lpstr>
      <vt:lpstr>lw指令取数周期（第四周期）</vt:lpstr>
      <vt:lpstr>lw指令回写周期（第五周期）</vt:lpstr>
      <vt:lpstr>完成前述6条指令的完整多周期数据通路</vt:lpstr>
      <vt:lpstr>状态转换图</vt:lpstr>
      <vt:lpstr>多周期控制器的实现</vt:lpstr>
      <vt:lpstr>复习：单周期数据通路（The Main Control）</vt:lpstr>
      <vt:lpstr>时序控制的描述</vt:lpstr>
      <vt:lpstr>多周期控制器状态转换表</vt:lpstr>
      <vt:lpstr>用PLA电路实现的组合逻辑控制单元（硬布线方式）</vt:lpstr>
      <vt:lpstr>用PLA电路实现的组合逻辑控制单元（另一种布局方式）</vt:lpstr>
      <vt:lpstr>第四讲小结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Multiple Cycle Processor</dc:subject>
  <dc:creator>CFYUAN</dc:creator>
  <cp:keywords/>
  <dc:description/>
  <cp:lastModifiedBy>Sen Liu</cp:lastModifiedBy>
  <cp:revision>1338</cp:revision>
  <cp:lastPrinted>1998-02-02T13:15:44Z</cp:lastPrinted>
  <dcterms:created xsi:type="dcterms:W3CDTF">1996-09-09T11:33:30Z</dcterms:created>
  <dcterms:modified xsi:type="dcterms:W3CDTF">2024-05-06T04:28:14Z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