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06" r:id="rId2"/>
    <p:sldId id="371" r:id="rId3"/>
    <p:sldId id="373" r:id="rId4"/>
    <p:sldId id="374" r:id="rId5"/>
    <p:sldId id="375" r:id="rId6"/>
    <p:sldId id="376" r:id="rId7"/>
    <p:sldId id="377" r:id="rId8"/>
    <p:sldId id="378" r:id="rId9"/>
    <p:sldId id="495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498" r:id="rId19"/>
    <p:sldId id="388" r:id="rId20"/>
    <p:sldId id="392" r:id="rId21"/>
    <p:sldId id="393" r:id="rId22"/>
    <p:sldId id="394" r:id="rId23"/>
    <p:sldId id="395" r:id="rId24"/>
    <p:sldId id="396" r:id="rId25"/>
    <p:sldId id="450" r:id="rId26"/>
    <p:sldId id="481" r:id="rId27"/>
    <p:sldId id="451" r:id="rId28"/>
    <p:sldId id="452" r:id="rId29"/>
    <p:sldId id="407" r:id="rId30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94" autoAdjust="0"/>
    <p:restoredTop sz="81470" autoAdjust="0"/>
  </p:normalViewPr>
  <p:slideViewPr>
    <p:cSldViewPr snapToGrid="0">
      <p:cViewPr varScale="1">
        <p:scale>
          <a:sx n="82" d="100"/>
          <a:sy n="82" d="100"/>
        </p:scale>
        <p:origin x="63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17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530" y="-72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A4F5BA-9A5E-6D40-9DF3-AE09CA8F7E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3A2F36-25E0-D64C-AACC-6C17C7F4CB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9656846B-9872-CE41-893E-10A9EC2A3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758ECC59-BDD4-1E46-B9CE-D016B3137B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5A9238B8-505A-DB48-8402-2ADDB8744A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3F2317EE-BE4D-D54F-835A-AB1D1CD233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C3F8760-5F86-0344-B326-12F8BB82E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AFFD8A25-7CD3-6240-B8CA-D655FD56D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4F21B2C-82E8-7340-A6FB-091CA9A0F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57DEEA3C-5162-4047-B30F-B4AE78AE51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E1593D41-0570-D940-8028-EFE19022F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b="1" dirty="0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207BE67A-0A0B-F447-ABEE-D246D3B55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CB33730D-BB78-354F-BEA4-79BE0B0AE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E332BD5E-B152-794B-B882-9D33F48C28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F7C42F0F-4F6B-B64A-AD44-A9417D497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29C2F5D5-6FD2-264A-8939-3AD2E8A56C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>
            <a:extLst>
              <a:ext uri="{FF2B5EF4-FFF2-40B4-BE49-F238E27FC236}">
                <a16:creationId xmlns:a16="http://schemas.microsoft.com/office/drawing/2014/main" id="{090A3AD8-D0F7-F941-9870-1ACD26999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3" name="备注占位符 2">
            <a:extLst>
              <a:ext uri="{FF2B5EF4-FFF2-40B4-BE49-F238E27FC236}">
                <a16:creationId xmlns:a16="http://schemas.microsoft.com/office/drawing/2014/main" id="{6EE302D5-7A71-B442-8CA0-C5932CAC4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058" tIns="46695" rIns="95058" bIns="46695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995CDFCA-2445-B740-A3B5-11375AEB0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EFC32B3E-2805-214B-B057-B3DD5E25D7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F527732-0633-6248-B769-B125CD442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02AA53AE-F1D7-C648-8C24-8BB5DEDD67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F84A4AB6-8AAC-334B-8E62-E9691B101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77CBD9D9-964F-3647-AFC6-5F0BFDF453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173CB58E-93CF-5146-9DBA-844C50C72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58DB6562-0BFC-7E4A-94CC-E00053F4C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0516F9D2-A62E-EF40-BCCC-CA3F76781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b="1" dirty="0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668E5AF2-B71F-FA47-852A-78A24FF635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5B5CE366-B671-BB4B-B61C-C5AB5B900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5869E1F8-2984-464F-BD04-300D8DFEE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0207D9B5-4BB2-1C47-B589-75F5A2AB4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8EC10E74-6DE1-E345-B8B0-8BDA9F0EF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950BB30E-081D-B14B-88CA-FE009340D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5DB2D3E1-8052-5845-B8A3-C09244AC76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1135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48BD36AB-7A09-2D4B-A4CC-2CB7B6485F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E91DCEAB-52C3-684E-9465-B60869FA4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166A4E13-BDC8-8345-B8BC-3DE4C4E927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7E7D24B4-90EF-6D48-9EC0-BE74ECBFD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995D438B-7BC7-7243-B3E1-2749888D0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C2AA8587-257C-C147-9FBD-71969FBB0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DCDC81F9-DC21-CB49-96D5-43D2BB10D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E65E02F9-F62A-0B44-8D8D-74CAE32C5A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A0C4FB5D-D14C-FE4A-9294-182193BC9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C03BD923-1D20-F246-892D-2F3DBC147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78529282-0072-F444-B9D9-AECBB6C97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264025"/>
            <a:ext cx="624840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46" tIns="49489" rIns="100746" bIns="49489"/>
          <a:lstStyle/>
          <a:p>
            <a:endParaRPr lang="en-US" altLang="zh-CN" dirty="0"/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9B1186C6-423C-A04A-8449-87992FDB0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44525"/>
            <a:ext cx="4598988" cy="3449638"/>
          </a:xfr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85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580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9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949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4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27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038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4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4645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561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7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203200"/>
            <a:ext cx="2060575" cy="32750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203200"/>
            <a:ext cx="6029325" cy="32750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11280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7250" y="1295400"/>
            <a:ext cx="4019550" cy="1014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7250" y="2462213"/>
            <a:ext cx="4019550" cy="101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312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95300" y="1295400"/>
            <a:ext cx="8191500" cy="21828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0667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8D1772-028C-7F4F-AF0D-622CE6ED9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3200"/>
            <a:ext cx="7499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F6EA149F-8210-1F42-A477-DF33EAA0D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7CA66598-929D-E048-97EC-97BDE98A566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596900"/>
            <a:ext cx="865187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 kern="1200">
          <a:solidFill>
            <a:srgbClr val="A500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DA74D2FC-F773-B543-A487-C6E2F340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6100" y="165100"/>
            <a:ext cx="541972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第三讲 单周期控制器的设计 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D8299393-15C5-9E4B-808A-EF013C665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075" y="1042988"/>
            <a:ext cx="8655050" cy="5873750"/>
          </a:xfrm>
        </p:spPr>
        <p:txBody>
          <a:bodyPr/>
          <a:lstStyle/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考察每条指令在数据通路中的执行过程和涉及到的控制信号的取值</a:t>
            </a: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公共操作：取指令和计算下址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指令（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add / sub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立即数指令 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ori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访存指令（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lw / sw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分支指令 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beq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跳转指令 （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汇总各指令的控制信号取值</a:t>
            </a:r>
          </a:p>
          <a:p>
            <a:pPr lvl="1"/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分两类控制信号：直接送往数据通路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送往局部控制单元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操作对应的控制信号与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字段之间的关系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局部控制单元</a:t>
            </a:r>
          </a:p>
          <a:p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设计主控制单元</a:t>
            </a:r>
          </a:p>
          <a:p>
            <a:endParaRPr lang="zh-CN" altLang="en-US" sz="2200">
              <a:ea typeface="黑体" panose="02010609060101010101" pitchFamily="49" charset="-122"/>
            </a:endParaRPr>
          </a:p>
        </p:txBody>
      </p:sp>
      <p:sp>
        <p:nvSpPr>
          <p:cNvPr id="121860" name="Text Box 4">
            <a:extLst>
              <a:ext uri="{FF2B5EF4-FFF2-40B4-BE49-F238E27FC236}">
                <a16:creationId xmlns:a16="http://schemas.microsoft.com/office/drawing/2014/main" id="{074DB3AD-2E74-C147-BCDB-E18FF9A74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0888" y="612775"/>
            <a:ext cx="1973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 要 内 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BDEB3B98-466B-9146-AA4E-E7BC6A2DC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6613" y="207963"/>
            <a:ext cx="6472237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The Big Picture: Where are We Now? 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9004828-5CC8-B04B-A52C-4DADA89EC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939800"/>
            <a:ext cx="8191500" cy="255428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Five Classic Components of a Computer</a:t>
            </a: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9EAD7791-0803-7247-9085-E61D4D497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1968500"/>
            <a:ext cx="1270000" cy="736600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412FFF22-328E-1B4D-A7FE-46A13C8FB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201863"/>
            <a:ext cx="993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黑体" panose="02010609060101010101" pitchFamily="49" charset="-122"/>
              </a:rPr>
              <a:t>Control</a:t>
            </a:r>
          </a:p>
        </p:txBody>
      </p:sp>
      <p:grpSp>
        <p:nvGrpSpPr>
          <p:cNvPr id="122886" name="Group 6">
            <a:extLst>
              <a:ext uri="{FF2B5EF4-FFF2-40B4-BE49-F238E27FC236}">
                <a16:creationId xmlns:a16="http://schemas.microsoft.com/office/drawing/2014/main" id="{4C9B80B1-8294-1748-B04E-6394B41FE5E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882900"/>
            <a:ext cx="1284288" cy="736600"/>
            <a:chOff x="1016" y="2072"/>
            <a:chExt cx="809" cy="464"/>
          </a:xfrm>
        </p:grpSpPr>
        <p:sp>
          <p:nvSpPr>
            <p:cNvPr id="122897" name="Rectangle 7">
              <a:extLst>
                <a:ext uri="{FF2B5EF4-FFF2-40B4-BE49-F238E27FC236}">
                  <a16:creationId xmlns:a16="http://schemas.microsoft.com/office/drawing/2014/main" id="{2EA96D72-3973-4640-AA5D-C8B67C556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2072"/>
              <a:ext cx="800" cy="4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2898" name="Rectangle 8">
              <a:extLst>
                <a:ext uri="{FF2B5EF4-FFF2-40B4-BE49-F238E27FC236}">
                  <a16:creationId xmlns:a16="http://schemas.microsoft.com/office/drawing/2014/main" id="{7E9C7424-74B9-BD4B-AFFA-AFB819E83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2193"/>
              <a:ext cx="7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Datapath</a:t>
              </a:r>
            </a:p>
          </p:txBody>
        </p:sp>
      </p:grpSp>
      <p:sp>
        <p:nvSpPr>
          <p:cNvPr id="122887" name="Rectangle 9">
            <a:extLst>
              <a:ext uri="{FF2B5EF4-FFF2-40B4-BE49-F238E27FC236}">
                <a16:creationId xmlns:a16="http://schemas.microsoft.com/office/drawing/2014/main" id="{C9D8FB3E-5C7A-2349-94D5-F298F2CFD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100" y="1587500"/>
            <a:ext cx="1041400" cy="218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888" name="Rectangle 10">
            <a:extLst>
              <a:ext uri="{FF2B5EF4-FFF2-40B4-BE49-F238E27FC236}">
                <a16:creationId xmlns:a16="http://schemas.microsoft.com/office/drawing/2014/main" id="{975B04D5-BBB0-0F4A-9AB2-82D15A27B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938" y="2439988"/>
            <a:ext cx="1057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22889" name="Rectangle 11">
            <a:extLst>
              <a:ext uri="{FF2B5EF4-FFF2-40B4-BE49-F238E27FC236}">
                <a16:creationId xmlns:a16="http://schemas.microsoft.com/office/drawing/2014/main" id="{B0F498A4-FB7C-9340-84AB-D0EFACCE4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587500"/>
            <a:ext cx="1574800" cy="218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890" name="Rectangle 12">
            <a:extLst>
              <a:ext uri="{FF2B5EF4-FFF2-40B4-BE49-F238E27FC236}">
                <a16:creationId xmlns:a16="http://schemas.microsoft.com/office/drawing/2014/main" id="{B6686DDD-FE9D-B848-BDB5-1A734C3FE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413" y="1574800"/>
            <a:ext cx="1298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Processor</a:t>
            </a:r>
          </a:p>
        </p:txBody>
      </p:sp>
      <p:sp>
        <p:nvSpPr>
          <p:cNvPr id="122891" name="Rectangle 13">
            <a:extLst>
              <a:ext uri="{FF2B5EF4-FFF2-40B4-BE49-F238E27FC236}">
                <a16:creationId xmlns:a16="http://schemas.microsoft.com/office/drawing/2014/main" id="{4614E8F7-2EC9-6A49-8B0C-679104DFF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1587500"/>
            <a:ext cx="1041400" cy="889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892" name="Rectangle 14">
            <a:extLst>
              <a:ext uri="{FF2B5EF4-FFF2-40B4-BE49-F238E27FC236}">
                <a16:creationId xmlns:a16="http://schemas.microsoft.com/office/drawing/2014/main" id="{1371C91D-242C-994A-AB23-5E786861E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763" y="1879600"/>
            <a:ext cx="739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Input</a:t>
            </a:r>
          </a:p>
        </p:txBody>
      </p:sp>
      <p:sp>
        <p:nvSpPr>
          <p:cNvPr id="122893" name="Rectangle 15">
            <a:extLst>
              <a:ext uri="{FF2B5EF4-FFF2-40B4-BE49-F238E27FC236}">
                <a16:creationId xmlns:a16="http://schemas.microsoft.com/office/drawing/2014/main" id="{1750CB0C-F6CE-8942-BBD6-74ED8899C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2882900"/>
            <a:ext cx="1041400" cy="889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894" name="Rectangle 16">
            <a:extLst>
              <a:ext uri="{FF2B5EF4-FFF2-40B4-BE49-F238E27FC236}">
                <a16:creationId xmlns:a16="http://schemas.microsoft.com/office/drawing/2014/main" id="{A8A6DE19-1568-824F-9C96-F8AD37C38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3175000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Output</a:t>
            </a:r>
          </a:p>
        </p:txBody>
      </p:sp>
      <p:sp>
        <p:nvSpPr>
          <p:cNvPr id="241681" name="Rectangle 17">
            <a:extLst>
              <a:ext uri="{FF2B5EF4-FFF2-40B4-BE49-F238E27FC236}">
                <a16:creationId xmlns:a16="http://schemas.microsoft.com/office/drawing/2014/main" id="{EA10366D-18EF-E544-A0E9-A0A9805F9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3979863"/>
            <a:ext cx="551815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100000"/>
              </a:spcBef>
              <a:buSzPct val="100000"/>
              <a:buFontTx/>
              <a:buChar char="°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下一个目标：设计单周期数据通路的控制器。</a:t>
            </a:r>
          </a:p>
        </p:txBody>
      </p:sp>
      <p:sp>
        <p:nvSpPr>
          <p:cNvPr id="241682" name="Rectangle 18">
            <a:extLst>
              <a:ext uri="{FF2B5EF4-FFF2-40B4-BE49-F238E27FC236}">
                <a16:creationId xmlns:a16="http://schemas.microsoft.com/office/drawing/2014/main" id="{E978DAA7-BA7E-A74F-8443-854BC05B9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4375150"/>
            <a:ext cx="8570912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设计方法：</a:t>
            </a:r>
          </a:p>
          <a:p>
            <a:pPr>
              <a:lnSpc>
                <a:spcPct val="130000"/>
              </a:lnSpc>
              <a:buFontTx/>
              <a:buAutoNum type="arabicParenR"/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根据每条指令的功能，分析控制信号的取值，并在表中列出。</a:t>
            </a:r>
          </a:p>
          <a:p>
            <a:pPr>
              <a:lnSpc>
                <a:spcPct val="130000"/>
              </a:lnSpc>
              <a:buFontTx/>
              <a:buAutoNum type="arabicParenR"/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根据列出的指令和控制信号的关系，写出每个控制信号的逻辑表达式。</a:t>
            </a:r>
          </a:p>
          <a:p>
            <a:pPr lvl="2">
              <a:lnSpc>
                <a:spcPct val="130000"/>
              </a:lnSpc>
            </a:pPr>
            <a:endParaRPr lang="zh-CN" altLang="en-US" sz="20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1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1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1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82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9D3B65C-C3A9-134F-974F-75E3FCC69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177800"/>
            <a:ext cx="805497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Add / Sub</a:t>
            </a:r>
            <a:r>
              <a:rPr lang="zh-CN" altLang="en-US">
                <a:ea typeface="宋体" panose="02010600030101010101" pitchFamily="2" charset="-122"/>
              </a:rPr>
              <a:t>操作开始时取指部件中的动作</a:t>
            </a:r>
          </a:p>
        </p:txBody>
      </p:sp>
      <p:sp>
        <p:nvSpPr>
          <p:cNvPr id="124931" name="Line 3">
            <a:extLst>
              <a:ext uri="{FF2B5EF4-FFF2-40B4-BE49-F238E27FC236}">
                <a16:creationId xmlns:a16="http://schemas.microsoft.com/office/drawing/2014/main" id="{D4CA0247-8C7D-0643-86DE-D6D08F6E4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0" y="3581400"/>
            <a:ext cx="863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2" name="Line 4">
            <a:extLst>
              <a:ext uri="{FF2B5EF4-FFF2-40B4-BE49-F238E27FC236}">
                <a16:creationId xmlns:a16="http://schemas.microsoft.com/office/drawing/2014/main" id="{28FDCF83-944B-C440-9B1C-78BD3A3AA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35163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DB9B76DB-644B-3844-97A8-CC30BF3F0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6512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4934" name="Line 6">
            <a:extLst>
              <a:ext uri="{FF2B5EF4-FFF2-40B4-BE49-F238E27FC236}">
                <a16:creationId xmlns:a16="http://schemas.microsoft.com/office/drawing/2014/main" id="{E1F22ECA-0388-6447-AC57-7B92C7256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0700" y="38100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5" name="Line 7">
            <a:extLst>
              <a:ext uri="{FF2B5EF4-FFF2-40B4-BE49-F238E27FC236}">
                <a16:creationId xmlns:a16="http://schemas.microsoft.com/office/drawing/2014/main" id="{C1323661-A315-DB45-85A8-81B175BC6E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3740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6" name="Rectangle 8">
            <a:extLst>
              <a:ext uri="{FF2B5EF4-FFF2-40B4-BE49-F238E27FC236}">
                <a16:creationId xmlns:a16="http://schemas.microsoft.com/office/drawing/2014/main" id="{B4511E93-D8B3-6345-B86B-A84839B21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3914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4937" name="Rectangle 9">
            <a:extLst>
              <a:ext uri="{FF2B5EF4-FFF2-40B4-BE49-F238E27FC236}">
                <a16:creationId xmlns:a16="http://schemas.microsoft.com/office/drawing/2014/main" id="{B70C564E-0F1C-E741-A8A1-40F241D4FFE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50281" y="5104607"/>
            <a:ext cx="1031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SignExt</a:t>
            </a:r>
          </a:p>
        </p:txBody>
      </p:sp>
      <p:sp>
        <p:nvSpPr>
          <p:cNvPr id="124938" name="Line 10">
            <a:extLst>
              <a:ext uri="{FF2B5EF4-FFF2-40B4-BE49-F238E27FC236}">
                <a16:creationId xmlns:a16="http://schemas.microsoft.com/office/drawing/2014/main" id="{4FD1E858-77DE-FB4A-AF17-08B5B4ACC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464343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9" name="Rectangle 11">
            <a:extLst>
              <a:ext uri="{FF2B5EF4-FFF2-40B4-BE49-F238E27FC236}">
                <a16:creationId xmlns:a16="http://schemas.microsoft.com/office/drawing/2014/main" id="{44444B62-A63A-4F46-B3C2-A0B0725AB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4754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4940" name="Line 12">
            <a:extLst>
              <a:ext uri="{FF2B5EF4-FFF2-40B4-BE49-F238E27FC236}">
                <a16:creationId xmlns:a16="http://schemas.microsoft.com/office/drawing/2014/main" id="{AA8D393C-D4E9-E045-BC61-117657F602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4578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1" name="Line 13">
            <a:extLst>
              <a:ext uri="{FF2B5EF4-FFF2-40B4-BE49-F238E27FC236}">
                <a16:creationId xmlns:a16="http://schemas.microsoft.com/office/drawing/2014/main" id="{156F0F95-F27C-324B-8FA4-2D62277CB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53340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2" name="Line 14">
            <a:extLst>
              <a:ext uri="{FF2B5EF4-FFF2-40B4-BE49-F238E27FC236}">
                <a16:creationId xmlns:a16="http://schemas.microsoft.com/office/drawing/2014/main" id="{0415569C-F55D-B440-90A4-5616FB306E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84400" y="5251450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3" name="Rectangle 15">
            <a:extLst>
              <a:ext uri="{FF2B5EF4-FFF2-40B4-BE49-F238E27FC236}">
                <a16:creationId xmlns:a16="http://schemas.microsoft.com/office/drawing/2014/main" id="{E32EF37C-C702-7D48-8E28-74E82C34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013" y="49847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24944" name="Rectangle 16">
            <a:extLst>
              <a:ext uri="{FF2B5EF4-FFF2-40B4-BE49-F238E27FC236}">
                <a16:creationId xmlns:a16="http://schemas.microsoft.com/office/drawing/2014/main" id="{9425C7BF-1E2D-5648-BB77-6CA5D7770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413" y="5145088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24945" name="Line 17">
            <a:extLst>
              <a:ext uri="{FF2B5EF4-FFF2-40B4-BE49-F238E27FC236}">
                <a16:creationId xmlns:a16="http://schemas.microsoft.com/office/drawing/2014/main" id="{49F471C5-EAF6-AE42-A181-F10702A53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444976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6" name="Rectangle 18">
            <a:extLst>
              <a:ext uri="{FF2B5EF4-FFF2-40B4-BE49-F238E27FC236}">
                <a16:creationId xmlns:a16="http://schemas.microsoft.com/office/drawing/2014/main" id="{27D9F472-77BD-A74D-8B12-187BBFFB7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133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24947" name="Group 19">
            <a:extLst>
              <a:ext uri="{FF2B5EF4-FFF2-40B4-BE49-F238E27FC236}">
                <a16:creationId xmlns:a16="http://schemas.microsoft.com/office/drawing/2014/main" id="{31714D24-BA93-754B-A46A-F35B804734F2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3563938"/>
            <a:ext cx="376237" cy="1325562"/>
            <a:chOff x="2979" y="2245"/>
            <a:chExt cx="237" cy="835"/>
          </a:xfrm>
        </p:grpSpPr>
        <p:grpSp>
          <p:nvGrpSpPr>
            <p:cNvPr id="125053" name="Group 20">
              <a:extLst>
                <a:ext uri="{FF2B5EF4-FFF2-40B4-BE49-F238E27FC236}">
                  <a16:creationId xmlns:a16="http://schemas.microsoft.com/office/drawing/2014/main" id="{6383C1E6-F8A9-3D44-B830-D778BD43E1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245"/>
              <a:ext cx="192" cy="835"/>
              <a:chOff x="3024" y="2245"/>
              <a:chExt cx="192" cy="835"/>
            </a:xfrm>
          </p:grpSpPr>
          <p:sp>
            <p:nvSpPr>
              <p:cNvPr id="125057" name="Line 21">
                <a:extLst>
                  <a:ext uri="{FF2B5EF4-FFF2-40B4-BE49-F238E27FC236}">
                    <a16:creationId xmlns:a16="http://schemas.microsoft.com/office/drawing/2014/main" id="{2B39EFFC-BD3C-1544-BB1C-9DD1D6AA1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245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58" name="Line 22">
                <a:extLst>
                  <a:ext uri="{FF2B5EF4-FFF2-40B4-BE49-F238E27FC236}">
                    <a16:creationId xmlns:a16="http://schemas.microsoft.com/office/drawing/2014/main" id="{8AF6BC76-2583-3048-A0EC-C06FA1981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2245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59" name="Line 23">
                <a:extLst>
                  <a:ext uri="{FF2B5EF4-FFF2-40B4-BE49-F238E27FC236}">
                    <a16:creationId xmlns:a16="http://schemas.microsoft.com/office/drawing/2014/main" id="{3FD11A4A-EE9C-AB42-970F-838728FA0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2" y="2953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60" name="Line 24">
                <a:extLst>
                  <a:ext uri="{FF2B5EF4-FFF2-40B4-BE49-F238E27FC236}">
                    <a16:creationId xmlns:a16="http://schemas.microsoft.com/office/drawing/2014/main" id="{AB3779DC-2E3B-8E46-ACEC-19AC30423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356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5054" name="Rectangle 25">
              <a:extLst>
                <a:ext uri="{FF2B5EF4-FFF2-40B4-BE49-F238E27FC236}">
                  <a16:creationId xmlns:a16="http://schemas.microsoft.com/office/drawing/2014/main" id="{6D12BA86-A97C-1C4F-91AA-6BEF9C4F747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93" y="2566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25055" name="Rectangle 26">
              <a:extLst>
                <a:ext uri="{FF2B5EF4-FFF2-40B4-BE49-F238E27FC236}">
                  <a16:creationId xmlns:a16="http://schemas.microsoft.com/office/drawing/2014/main" id="{4862A29C-6D8F-A743-8C63-F24D15A94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32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25056" name="Rectangle 27">
              <a:extLst>
                <a:ext uri="{FF2B5EF4-FFF2-40B4-BE49-F238E27FC236}">
                  <a16:creationId xmlns:a16="http://schemas.microsoft.com/office/drawing/2014/main" id="{AE73E001-7113-7C40-8823-1514924FD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79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4948" name="Group 28">
            <a:extLst>
              <a:ext uri="{FF2B5EF4-FFF2-40B4-BE49-F238E27FC236}">
                <a16:creationId xmlns:a16="http://schemas.microsoft.com/office/drawing/2014/main" id="{507A77E1-CC2E-E546-AD90-21179E86C3C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449638"/>
            <a:ext cx="476250" cy="1157287"/>
            <a:chOff x="1632" y="2173"/>
            <a:chExt cx="300" cy="729"/>
          </a:xfrm>
        </p:grpSpPr>
        <p:grpSp>
          <p:nvGrpSpPr>
            <p:cNvPr id="125043" name="Group 29">
              <a:extLst>
                <a:ext uri="{FF2B5EF4-FFF2-40B4-BE49-F238E27FC236}">
                  <a16:creationId xmlns:a16="http://schemas.microsoft.com/office/drawing/2014/main" id="{AACD6BEB-DEF8-344B-B51E-8958F392E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173"/>
              <a:ext cx="288" cy="729"/>
              <a:chOff x="1632" y="2173"/>
              <a:chExt cx="288" cy="729"/>
            </a:xfrm>
          </p:grpSpPr>
          <p:sp>
            <p:nvSpPr>
              <p:cNvPr id="125045" name="Line 30">
                <a:extLst>
                  <a:ext uri="{FF2B5EF4-FFF2-40B4-BE49-F238E27FC236}">
                    <a16:creationId xmlns:a16="http://schemas.microsoft.com/office/drawing/2014/main" id="{48F1EF99-C637-FD47-B441-ECE7831299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73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6" name="Line 31">
                <a:extLst>
                  <a:ext uri="{FF2B5EF4-FFF2-40B4-BE49-F238E27FC236}">
                    <a16:creationId xmlns:a16="http://schemas.microsoft.com/office/drawing/2014/main" id="{CC44BD8B-6586-984E-A10A-EBC4F6125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173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7" name="Line 32">
                <a:extLst>
                  <a:ext uri="{FF2B5EF4-FFF2-40B4-BE49-F238E27FC236}">
                    <a16:creationId xmlns:a16="http://schemas.microsoft.com/office/drawing/2014/main" id="{9405B225-DA4F-1A42-8484-3706E8F71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355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8" name="Line 33">
                <a:extLst>
                  <a:ext uri="{FF2B5EF4-FFF2-40B4-BE49-F238E27FC236}">
                    <a16:creationId xmlns:a16="http://schemas.microsoft.com/office/drawing/2014/main" id="{4E54231E-C567-AF44-8E74-620165CEF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44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9" name="Line 34">
                <a:extLst>
                  <a:ext uri="{FF2B5EF4-FFF2-40B4-BE49-F238E27FC236}">
                    <a16:creationId xmlns:a16="http://schemas.microsoft.com/office/drawing/2014/main" id="{A6375F86-EDBC-0742-B6D5-228B6C7EC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355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50" name="Line 35">
                <a:extLst>
                  <a:ext uri="{FF2B5EF4-FFF2-40B4-BE49-F238E27FC236}">
                    <a16:creationId xmlns:a16="http://schemas.microsoft.com/office/drawing/2014/main" id="{3CF3A151-D96C-FC44-A271-2C21EE281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613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51" name="Line 36">
                <a:extLst>
                  <a:ext uri="{FF2B5EF4-FFF2-40B4-BE49-F238E27FC236}">
                    <a16:creationId xmlns:a16="http://schemas.microsoft.com/office/drawing/2014/main" id="{A4FD5EC3-ADB3-2746-8D72-5A2DC393D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20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52" name="Line 37">
                <a:extLst>
                  <a:ext uri="{FF2B5EF4-FFF2-40B4-BE49-F238E27FC236}">
                    <a16:creationId xmlns:a16="http://schemas.microsoft.com/office/drawing/2014/main" id="{74BA679B-46EF-B147-9F8E-919FEEE36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704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5044" name="Rectangle 38">
              <a:extLst>
                <a:ext uri="{FF2B5EF4-FFF2-40B4-BE49-F238E27FC236}">
                  <a16:creationId xmlns:a16="http://schemas.microsoft.com/office/drawing/2014/main" id="{80D428CB-1E39-6041-935E-E3ECAEBABD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53" y="2460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24949" name="Rectangle 39">
            <a:extLst>
              <a:ext uri="{FF2B5EF4-FFF2-40B4-BE49-F238E27FC236}">
                <a16:creationId xmlns:a16="http://schemas.microsoft.com/office/drawing/2014/main" id="{375377EC-477D-1447-84EA-D6D756322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41148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“1”</a:t>
            </a:r>
          </a:p>
        </p:txBody>
      </p:sp>
      <p:sp>
        <p:nvSpPr>
          <p:cNvPr id="124950" name="Rectangle 40">
            <a:extLst>
              <a:ext uri="{FF2B5EF4-FFF2-40B4-BE49-F238E27FC236}">
                <a16:creationId xmlns:a16="http://schemas.microsoft.com/office/drawing/2014/main" id="{E74FBDA5-F8BB-3144-AB57-C66099BC9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300" y="2984500"/>
            <a:ext cx="2794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4951" name="Rectangle 41">
            <a:extLst>
              <a:ext uri="{FF2B5EF4-FFF2-40B4-BE49-F238E27FC236}">
                <a16:creationId xmlns:a16="http://schemas.microsoft.com/office/drawing/2014/main" id="{D592850A-D5A6-324B-B09A-B194AB1642C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40631" y="3512344"/>
            <a:ext cx="498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PC</a:t>
            </a:r>
          </a:p>
        </p:txBody>
      </p:sp>
      <p:grpSp>
        <p:nvGrpSpPr>
          <p:cNvPr id="124952" name="Group 42">
            <a:extLst>
              <a:ext uri="{FF2B5EF4-FFF2-40B4-BE49-F238E27FC236}">
                <a16:creationId xmlns:a16="http://schemas.microsoft.com/office/drawing/2014/main" id="{C263F258-0539-3D41-8ECA-43AEF46C650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059238"/>
            <a:ext cx="476250" cy="1157287"/>
            <a:chOff x="2304" y="2557"/>
            <a:chExt cx="300" cy="729"/>
          </a:xfrm>
        </p:grpSpPr>
        <p:grpSp>
          <p:nvGrpSpPr>
            <p:cNvPr id="125033" name="Group 43">
              <a:extLst>
                <a:ext uri="{FF2B5EF4-FFF2-40B4-BE49-F238E27FC236}">
                  <a16:creationId xmlns:a16="http://schemas.microsoft.com/office/drawing/2014/main" id="{50955EDA-1412-3844-94D6-87138432A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557"/>
              <a:ext cx="288" cy="729"/>
              <a:chOff x="2304" y="2557"/>
              <a:chExt cx="288" cy="729"/>
            </a:xfrm>
          </p:grpSpPr>
          <p:sp>
            <p:nvSpPr>
              <p:cNvPr id="125035" name="Line 44">
                <a:extLst>
                  <a:ext uri="{FF2B5EF4-FFF2-40B4-BE49-F238E27FC236}">
                    <a16:creationId xmlns:a16="http://schemas.microsoft.com/office/drawing/2014/main" id="{09D50A5B-6412-6644-AD8A-6040AA8F8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55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36" name="Line 45">
                <a:extLst>
                  <a:ext uri="{FF2B5EF4-FFF2-40B4-BE49-F238E27FC236}">
                    <a16:creationId xmlns:a16="http://schemas.microsoft.com/office/drawing/2014/main" id="{DF54A17A-6908-0D4B-9A8D-BE05E343C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557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37" name="Line 46">
                <a:extLst>
                  <a:ext uri="{FF2B5EF4-FFF2-40B4-BE49-F238E27FC236}">
                    <a16:creationId xmlns:a16="http://schemas.microsoft.com/office/drawing/2014/main" id="{844F7CA9-354B-5A41-B701-8200880D9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739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38" name="Line 47">
                <a:extLst>
                  <a:ext uri="{FF2B5EF4-FFF2-40B4-BE49-F238E27FC236}">
                    <a16:creationId xmlns:a16="http://schemas.microsoft.com/office/drawing/2014/main" id="{F02EDB3D-6D5E-C848-A4D2-56D5D9A454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1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39" name="Line 48">
                <a:extLst>
                  <a:ext uri="{FF2B5EF4-FFF2-40B4-BE49-F238E27FC236}">
                    <a16:creationId xmlns:a16="http://schemas.microsoft.com/office/drawing/2014/main" id="{59D4B5BC-7120-AD4D-8788-6DB48F9AD1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739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0" name="Line 49">
                <a:extLst>
                  <a:ext uri="{FF2B5EF4-FFF2-40B4-BE49-F238E27FC236}">
                    <a16:creationId xmlns:a16="http://schemas.microsoft.com/office/drawing/2014/main" id="{6F37560F-993B-A546-B791-04834A813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2997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1" name="Line 50">
                <a:extLst>
                  <a:ext uri="{FF2B5EF4-FFF2-40B4-BE49-F238E27FC236}">
                    <a16:creationId xmlns:a16="http://schemas.microsoft.com/office/drawing/2014/main" id="{155CCFB5-5116-4941-80C9-F72395399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104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42" name="Line 51">
                <a:extLst>
                  <a:ext uri="{FF2B5EF4-FFF2-40B4-BE49-F238E27FC236}">
                    <a16:creationId xmlns:a16="http://schemas.microsoft.com/office/drawing/2014/main" id="{BB4DA606-BEDE-104C-B1B2-2E370AD22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3088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5034" name="Rectangle 52">
              <a:extLst>
                <a:ext uri="{FF2B5EF4-FFF2-40B4-BE49-F238E27FC236}">
                  <a16:creationId xmlns:a16="http://schemas.microsoft.com/office/drawing/2014/main" id="{8A65F8AD-3D99-A449-A8CB-89076147A5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5" y="2844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24953" name="Line 53">
            <a:extLst>
              <a:ext uri="{FF2B5EF4-FFF2-40B4-BE49-F238E27FC236}">
                <a16:creationId xmlns:a16="http://schemas.microsoft.com/office/drawing/2014/main" id="{F34FE220-B8C2-CB4A-971E-910C34479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0" y="510063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4" name="Rectangle 54">
            <a:extLst>
              <a:ext uri="{FF2B5EF4-FFF2-40B4-BE49-F238E27FC236}">
                <a16:creationId xmlns:a16="http://schemas.microsoft.com/office/drawing/2014/main" id="{F98BDB35-1895-E649-9405-EE91C952C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5135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4955" name="Line 55">
            <a:extLst>
              <a:ext uri="{FF2B5EF4-FFF2-40B4-BE49-F238E27FC236}">
                <a16:creationId xmlns:a16="http://schemas.microsoft.com/office/drawing/2014/main" id="{F8D26349-DC86-7641-8EF0-3D2ED0578A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4050" y="5035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4956" name="Group 56">
            <a:extLst>
              <a:ext uri="{FF2B5EF4-FFF2-40B4-BE49-F238E27FC236}">
                <a16:creationId xmlns:a16="http://schemas.microsoft.com/office/drawing/2014/main" id="{D9C717C8-9AE7-0140-A6B6-D28E05EB0636}"/>
              </a:ext>
            </a:extLst>
          </p:cNvPr>
          <p:cNvGrpSpPr>
            <a:grpSpLocks/>
          </p:cNvGrpSpPr>
          <p:nvPr/>
        </p:nvGrpSpPr>
        <p:grpSpPr bwMode="auto">
          <a:xfrm>
            <a:off x="4799013" y="5087938"/>
            <a:ext cx="385762" cy="385762"/>
            <a:chOff x="3023" y="3205"/>
            <a:chExt cx="243" cy="243"/>
          </a:xfrm>
        </p:grpSpPr>
        <p:sp>
          <p:nvSpPr>
            <p:cNvPr id="125028" name="Arc 57">
              <a:extLst>
                <a:ext uri="{FF2B5EF4-FFF2-40B4-BE49-F238E27FC236}">
                  <a16:creationId xmlns:a16="http://schemas.microsoft.com/office/drawing/2014/main" id="{FA8B380C-B03D-6E4B-B987-BEA16750DF4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35" y="3193"/>
              <a:ext cx="91" cy="1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29" name="Arc 58">
              <a:extLst>
                <a:ext uri="{FF2B5EF4-FFF2-40B4-BE49-F238E27FC236}">
                  <a16:creationId xmlns:a16="http://schemas.microsoft.com/office/drawing/2014/main" id="{163ACB0D-91EB-284C-B7DE-3179665E28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63" y="3193"/>
              <a:ext cx="91" cy="115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599" fill="none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</a:path>
                <a:path w="21599" h="21599" stroke="0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  <a:lnTo>
                    <a:pt x="21599" y="21599"/>
                  </a:lnTo>
                  <a:lnTo>
                    <a:pt x="-1" y="2141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30" name="Line 59">
              <a:extLst>
                <a:ext uri="{FF2B5EF4-FFF2-40B4-BE49-F238E27FC236}">
                  <a16:creationId xmlns:a16="http://schemas.microsoft.com/office/drawing/2014/main" id="{A192B6B8-0534-F84F-A6F5-626FDFA4D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31" name="Line 60">
              <a:extLst>
                <a:ext uri="{FF2B5EF4-FFF2-40B4-BE49-F238E27FC236}">
                  <a16:creationId xmlns:a16="http://schemas.microsoft.com/office/drawing/2014/main" id="{A1CB4135-34BA-6145-9BE4-D31CD0EE6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44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32" name="Line 61">
              <a:extLst>
                <a:ext uri="{FF2B5EF4-FFF2-40B4-BE49-F238E27FC236}">
                  <a16:creationId xmlns:a16="http://schemas.microsoft.com/office/drawing/2014/main" id="{59909CFC-F52A-144D-93EC-5AC0B0D17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957" name="Line 62">
            <a:extLst>
              <a:ext uri="{FF2B5EF4-FFF2-40B4-BE49-F238E27FC236}">
                <a16:creationId xmlns:a16="http://schemas.microsoft.com/office/drawing/2014/main" id="{77E65F30-D3A0-5E48-9C48-223D6BED61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4789488"/>
            <a:ext cx="0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8" name="Line 63">
            <a:extLst>
              <a:ext uri="{FF2B5EF4-FFF2-40B4-BE49-F238E27FC236}">
                <a16:creationId xmlns:a16="http://schemas.microsoft.com/office/drawing/2014/main" id="{D3763484-00C3-3844-993C-31FECF240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499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9" name="Line 64">
            <a:extLst>
              <a:ext uri="{FF2B5EF4-FFF2-40B4-BE49-F238E27FC236}">
                <a16:creationId xmlns:a16="http://schemas.microsoft.com/office/drawing/2014/main" id="{B641EF9D-9550-4D4D-8CC5-943EECA45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4991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0" name="Line 65">
            <a:extLst>
              <a:ext uri="{FF2B5EF4-FFF2-40B4-BE49-F238E27FC236}">
                <a16:creationId xmlns:a16="http://schemas.microsoft.com/office/drawing/2014/main" id="{CCFF0C64-9AAD-9A43-B570-7F666CAE2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429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1" name="Line 66">
            <a:extLst>
              <a:ext uri="{FF2B5EF4-FFF2-40B4-BE49-F238E27FC236}">
                <a16:creationId xmlns:a16="http://schemas.microsoft.com/office/drawing/2014/main" id="{1B3CCA1E-6FD0-1847-A92B-231C3AD55F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892300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2" name="Line 67">
            <a:extLst>
              <a:ext uri="{FF2B5EF4-FFF2-40B4-BE49-F238E27FC236}">
                <a16:creationId xmlns:a16="http://schemas.microsoft.com/office/drawing/2014/main" id="{342C6BAF-0A4E-444E-84F8-1C33B7DC69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1905000"/>
            <a:ext cx="566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3" name="Line 68">
            <a:extLst>
              <a:ext uri="{FF2B5EF4-FFF2-40B4-BE49-F238E27FC236}">
                <a16:creationId xmlns:a16="http://schemas.microsoft.com/office/drawing/2014/main" id="{1CBDD9B6-2577-5B41-8453-E17E2C023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917700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4" name="Line 69">
            <a:extLst>
              <a:ext uri="{FF2B5EF4-FFF2-40B4-BE49-F238E27FC236}">
                <a16:creationId xmlns:a16="http://schemas.microsoft.com/office/drawing/2014/main" id="{967F4F78-BF1C-AF47-8032-2F83230B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3581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5" name="Line 70">
            <a:extLst>
              <a:ext uri="{FF2B5EF4-FFF2-40B4-BE49-F238E27FC236}">
                <a16:creationId xmlns:a16="http://schemas.microsoft.com/office/drawing/2014/main" id="{2B7D22BC-4B24-354C-B60B-812376A69A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835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6" name="Rectangle 71">
            <a:extLst>
              <a:ext uri="{FF2B5EF4-FFF2-40B4-BE49-F238E27FC236}">
                <a16:creationId xmlns:a16="http://schemas.microsoft.com/office/drawing/2014/main" id="{74AC975C-85E4-A745-B628-F55AD8E9E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9335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245832" name="Rectangle 72">
            <a:extLst>
              <a:ext uri="{FF2B5EF4-FFF2-40B4-BE49-F238E27FC236}">
                <a16:creationId xmlns:a16="http://schemas.microsoft.com/office/drawing/2014/main" id="{0B397C3C-6D74-DF47-8E57-771EED3A9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5743575"/>
            <a:ext cx="2155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previous</a:t>
            </a:r>
          </a:p>
        </p:txBody>
      </p:sp>
      <p:sp>
        <p:nvSpPr>
          <p:cNvPr id="245833" name="Rectangle 73">
            <a:extLst>
              <a:ext uri="{FF2B5EF4-FFF2-40B4-BE49-F238E27FC236}">
                <a16:creationId xmlns:a16="http://schemas.microsoft.com/office/drawing/2014/main" id="{37D0DCA1-B4F4-0B4C-A3F3-CEAAB07C1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5762625"/>
            <a:ext cx="18764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2"/>
                </a:solidFill>
                <a:ea typeface="宋体" panose="02010600030101010101" pitchFamily="2" charset="-122"/>
              </a:rPr>
              <a:t>Zero =</a:t>
            </a:r>
            <a:r>
              <a:rPr lang="en-US" altLang="zh-CN" u="sng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2"/>
                </a:solidFill>
                <a:ea typeface="宋体" panose="02010600030101010101" pitchFamily="2" charset="-122"/>
              </a:rPr>
              <a:t>previous</a:t>
            </a:r>
          </a:p>
        </p:txBody>
      </p:sp>
      <p:sp>
        <p:nvSpPr>
          <p:cNvPr id="124969" name="Line 74">
            <a:extLst>
              <a:ext uri="{FF2B5EF4-FFF2-40B4-BE49-F238E27FC236}">
                <a16:creationId xmlns:a16="http://schemas.microsoft.com/office/drawing/2014/main" id="{50CC5713-EF4A-C143-B68F-838BD9305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2590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0" name="Rectangle 75">
            <a:extLst>
              <a:ext uri="{FF2B5EF4-FFF2-40B4-BE49-F238E27FC236}">
                <a16:creationId xmlns:a16="http://schemas.microsoft.com/office/drawing/2014/main" id="{05E66E8F-56D7-2144-912A-84582D519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590800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“00”</a:t>
            </a:r>
          </a:p>
        </p:txBody>
      </p:sp>
      <p:sp>
        <p:nvSpPr>
          <p:cNvPr id="124971" name="Rectangle 76">
            <a:extLst>
              <a:ext uri="{FF2B5EF4-FFF2-40B4-BE49-F238E27FC236}">
                <a16:creationId xmlns:a16="http://schemas.microsoft.com/office/drawing/2014/main" id="{D0BC9399-AA32-124A-AE84-5134278D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2146300"/>
            <a:ext cx="1355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4972" name="Rectangle 77">
            <a:extLst>
              <a:ext uri="{FF2B5EF4-FFF2-40B4-BE49-F238E27FC236}">
                <a16:creationId xmlns:a16="http://schemas.microsoft.com/office/drawing/2014/main" id="{5F938E9F-F861-4542-BDD8-8458856DA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133600"/>
            <a:ext cx="1419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Addr&lt;31:2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4973" name="Rectangle 78">
            <a:extLst>
              <a:ext uri="{FF2B5EF4-FFF2-40B4-BE49-F238E27FC236}">
                <a16:creationId xmlns:a16="http://schemas.microsoft.com/office/drawing/2014/main" id="{CE0A58DF-6405-9440-B30B-287F335E0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819400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24974" name="Rectangle 79">
            <a:extLst>
              <a:ext uri="{FF2B5EF4-FFF2-40B4-BE49-F238E27FC236}">
                <a16:creationId xmlns:a16="http://schemas.microsoft.com/office/drawing/2014/main" id="{1710F06B-F517-C34C-81D7-75CE62349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438400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4975" name="Line 80">
            <a:extLst>
              <a:ext uri="{FF2B5EF4-FFF2-40B4-BE49-F238E27FC236}">
                <a16:creationId xmlns:a16="http://schemas.microsoft.com/office/drawing/2014/main" id="{7822A769-FC07-9643-9667-2B0DD5AA0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441700"/>
            <a:ext cx="0" cy="723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6" name="Line 81">
            <a:extLst>
              <a:ext uri="{FF2B5EF4-FFF2-40B4-BE49-F238E27FC236}">
                <a16:creationId xmlns:a16="http://schemas.microsoft.com/office/drawing/2014/main" id="{013F0B84-3BE9-0647-8E7F-18372628D3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380365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7" name="Rectangle 82">
            <a:extLst>
              <a:ext uri="{FF2B5EF4-FFF2-40B4-BE49-F238E27FC236}">
                <a16:creationId xmlns:a16="http://schemas.microsoft.com/office/drawing/2014/main" id="{E323E6AA-5F4B-7040-93AA-BC485AB1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3657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24978" name="Line 83">
            <a:extLst>
              <a:ext uri="{FF2B5EF4-FFF2-40B4-BE49-F238E27FC236}">
                <a16:creationId xmlns:a16="http://schemas.microsoft.com/office/drawing/2014/main" id="{BE637CC2-E5DE-AB48-8396-1E06DF983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1910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9" name="Line 84">
            <a:extLst>
              <a:ext uri="{FF2B5EF4-FFF2-40B4-BE49-F238E27FC236}">
                <a16:creationId xmlns:a16="http://schemas.microsoft.com/office/drawing/2014/main" id="{6D01CB16-6E8C-0D4A-A200-A09FA946A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797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4980" name="Group 85">
            <a:extLst>
              <a:ext uri="{FF2B5EF4-FFF2-40B4-BE49-F238E27FC236}">
                <a16:creationId xmlns:a16="http://schemas.microsoft.com/office/drawing/2014/main" id="{982A6851-68E3-954E-98DB-12D22A0FFEB3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649538"/>
            <a:ext cx="376237" cy="1325562"/>
            <a:chOff x="3651" y="1669"/>
            <a:chExt cx="237" cy="835"/>
          </a:xfrm>
        </p:grpSpPr>
        <p:grpSp>
          <p:nvGrpSpPr>
            <p:cNvPr id="125020" name="Group 86">
              <a:extLst>
                <a:ext uri="{FF2B5EF4-FFF2-40B4-BE49-F238E27FC236}">
                  <a16:creationId xmlns:a16="http://schemas.microsoft.com/office/drawing/2014/main" id="{F43DB7F9-58D9-2B4A-852A-AABECCAEF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669"/>
              <a:ext cx="192" cy="835"/>
              <a:chOff x="3696" y="1669"/>
              <a:chExt cx="192" cy="835"/>
            </a:xfrm>
          </p:grpSpPr>
          <p:sp>
            <p:nvSpPr>
              <p:cNvPr id="125024" name="Line 87">
                <a:extLst>
                  <a:ext uri="{FF2B5EF4-FFF2-40B4-BE49-F238E27FC236}">
                    <a16:creationId xmlns:a16="http://schemas.microsoft.com/office/drawing/2014/main" id="{CBABD95F-C4D6-6242-9981-C0101481A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669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25" name="Line 88">
                <a:extLst>
                  <a:ext uri="{FF2B5EF4-FFF2-40B4-BE49-F238E27FC236}">
                    <a16:creationId xmlns:a16="http://schemas.microsoft.com/office/drawing/2014/main" id="{CA403F02-7317-224F-B3A4-56A89B852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1669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26" name="Line 89">
                <a:extLst>
                  <a:ext uri="{FF2B5EF4-FFF2-40B4-BE49-F238E27FC236}">
                    <a16:creationId xmlns:a16="http://schemas.microsoft.com/office/drawing/2014/main" id="{96A62E90-8ECC-1947-9823-11A5CA4B5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4" y="2377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027" name="Line 90">
                <a:extLst>
                  <a:ext uri="{FF2B5EF4-FFF2-40B4-BE49-F238E27FC236}">
                    <a16:creationId xmlns:a16="http://schemas.microsoft.com/office/drawing/2014/main" id="{D853D064-7DF7-C645-AD15-84F878C87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780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5021" name="Rectangle 91">
              <a:extLst>
                <a:ext uri="{FF2B5EF4-FFF2-40B4-BE49-F238E27FC236}">
                  <a16:creationId xmlns:a16="http://schemas.microsoft.com/office/drawing/2014/main" id="{C7C28F9F-A54D-8942-99D7-D1AC007916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5" y="1990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25022" name="Rectangle 92">
              <a:extLst>
                <a:ext uri="{FF2B5EF4-FFF2-40B4-BE49-F238E27FC236}">
                  <a16:creationId xmlns:a16="http://schemas.microsoft.com/office/drawing/2014/main" id="{3BC15772-96BF-C542-98E8-D8EFDF517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74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5023" name="Rectangle 93">
              <a:extLst>
                <a:ext uri="{FF2B5EF4-FFF2-40B4-BE49-F238E27FC236}">
                  <a16:creationId xmlns:a16="http://schemas.microsoft.com/office/drawing/2014/main" id="{5B50E952-F4DE-7F41-B240-D6202406A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21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24981" name="Line 94">
            <a:extLst>
              <a:ext uri="{FF2B5EF4-FFF2-40B4-BE49-F238E27FC236}">
                <a16:creationId xmlns:a16="http://schemas.microsoft.com/office/drawing/2014/main" id="{2787C23B-4040-D84E-AC34-231BC66EE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4100" y="31242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2" name="Line 95">
            <a:extLst>
              <a:ext uri="{FF2B5EF4-FFF2-40B4-BE49-F238E27FC236}">
                <a16:creationId xmlns:a16="http://schemas.microsoft.com/office/drawing/2014/main" id="{3F22EB15-77CF-7F4D-964B-338AFF6956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30591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3" name="Rectangle 96">
            <a:extLst>
              <a:ext uri="{FF2B5EF4-FFF2-40B4-BE49-F238E27FC236}">
                <a16:creationId xmlns:a16="http://schemas.microsoft.com/office/drawing/2014/main" id="{BDF0C603-0EFA-EA49-A316-1DA691C09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1178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24984" name="Line 97">
            <a:extLst>
              <a:ext uri="{FF2B5EF4-FFF2-40B4-BE49-F238E27FC236}">
                <a16:creationId xmlns:a16="http://schemas.microsoft.com/office/drawing/2014/main" id="{F4898957-A59C-C343-8862-B90BDFC91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6670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5" name="Line 98">
            <a:extLst>
              <a:ext uri="{FF2B5EF4-FFF2-40B4-BE49-F238E27FC236}">
                <a16:creationId xmlns:a16="http://schemas.microsoft.com/office/drawing/2014/main" id="{A92ADAA6-01B4-7E40-8B8F-61A72B9AE2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26019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6" name="Rectangle 99">
            <a:extLst>
              <a:ext uri="{FF2B5EF4-FFF2-40B4-BE49-F238E27FC236}">
                <a16:creationId xmlns:a16="http://schemas.microsoft.com/office/drawing/2014/main" id="{329C16A4-74FA-A14F-AAA6-A3A4FAEE7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26606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24987" name="Rectangle 100">
            <a:extLst>
              <a:ext uri="{FF2B5EF4-FFF2-40B4-BE49-F238E27FC236}">
                <a16:creationId xmlns:a16="http://schemas.microsoft.com/office/drawing/2014/main" id="{856ED3B1-823A-9640-91F6-616D1661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13" y="2336800"/>
            <a:ext cx="1349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PC&lt;31:28&gt;</a:t>
            </a:r>
          </a:p>
        </p:txBody>
      </p:sp>
      <p:sp>
        <p:nvSpPr>
          <p:cNvPr id="124988" name="Rectangle 101">
            <a:extLst>
              <a:ext uri="{FF2B5EF4-FFF2-40B4-BE49-F238E27FC236}">
                <a16:creationId xmlns:a16="http://schemas.microsoft.com/office/drawing/2014/main" id="{E650DA4A-B928-D541-BD29-9ADC9EB94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2717800"/>
            <a:ext cx="879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Target</a:t>
            </a:r>
          </a:p>
        </p:txBody>
      </p:sp>
      <p:sp>
        <p:nvSpPr>
          <p:cNvPr id="124989" name="Line 102">
            <a:extLst>
              <a:ext uri="{FF2B5EF4-FFF2-40B4-BE49-F238E27FC236}">
                <a16:creationId xmlns:a16="http://schemas.microsoft.com/office/drawing/2014/main" id="{FCB0FC76-7EFB-4D49-A82C-6D3C7CC77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6797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0" name="Line 103">
            <a:extLst>
              <a:ext uri="{FF2B5EF4-FFF2-40B4-BE49-F238E27FC236}">
                <a16:creationId xmlns:a16="http://schemas.microsoft.com/office/drawing/2014/main" id="{66A866B1-865C-6B48-9E2C-7A196974F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895600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1" name="Line 104">
            <a:extLst>
              <a:ext uri="{FF2B5EF4-FFF2-40B4-BE49-F238E27FC236}">
                <a16:creationId xmlns:a16="http://schemas.microsoft.com/office/drawing/2014/main" id="{F1F0F103-C78D-CE43-8F19-DEFE719FC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2900" y="37338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2" name="Line 105">
            <a:extLst>
              <a:ext uri="{FF2B5EF4-FFF2-40B4-BE49-F238E27FC236}">
                <a16:creationId xmlns:a16="http://schemas.microsoft.com/office/drawing/2014/main" id="{341E014B-4F53-4749-B81C-2D8667AF3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100" y="41910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3" name="Line 106">
            <a:extLst>
              <a:ext uri="{FF2B5EF4-FFF2-40B4-BE49-F238E27FC236}">
                <a16:creationId xmlns:a16="http://schemas.microsoft.com/office/drawing/2014/main" id="{13F1C0B1-F09D-4445-8ECA-5F32E4DBB2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3721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4" name="Line 107">
            <a:extLst>
              <a:ext uri="{FF2B5EF4-FFF2-40B4-BE49-F238E27FC236}">
                <a16:creationId xmlns:a16="http://schemas.microsoft.com/office/drawing/2014/main" id="{36BAC0A7-21F4-4B45-8A34-1207E70685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28257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5" name="Rectangle 108">
            <a:extLst>
              <a:ext uri="{FF2B5EF4-FFF2-40B4-BE49-F238E27FC236}">
                <a16:creationId xmlns:a16="http://schemas.microsoft.com/office/drawing/2014/main" id="{09208493-1027-EF42-997F-49202C1E9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29241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4996" name="Rectangle 109">
            <a:extLst>
              <a:ext uri="{FF2B5EF4-FFF2-40B4-BE49-F238E27FC236}">
                <a16:creationId xmlns:a16="http://schemas.microsoft.com/office/drawing/2014/main" id="{DBF6433C-9344-E74F-9B1D-0EF5BA261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713" y="698500"/>
            <a:ext cx="8191500" cy="7747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取指令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 Instruction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M[PC]</a:t>
            </a:r>
          </a:p>
          <a:p>
            <a:pPr lvl="1"/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所有指令都相同</a:t>
            </a:r>
          </a:p>
        </p:txBody>
      </p:sp>
      <p:sp>
        <p:nvSpPr>
          <p:cNvPr id="124997" name="Line 110">
            <a:extLst>
              <a:ext uri="{FF2B5EF4-FFF2-40B4-BE49-F238E27FC236}">
                <a16:creationId xmlns:a16="http://schemas.microsoft.com/office/drawing/2014/main" id="{10FF0E2A-ACE9-4546-AA17-112A299AD8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3873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1" name="Rectangle 111">
            <a:extLst>
              <a:ext uri="{FF2B5EF4-FFF2-40B4-BE49-F238E27FC236}">
                <a16:creationId xmlns:a16="http://schemas.microsoft.com/office/drawing/2014/main" id="{FA5C18CF-A085-014C-972C-18CB48387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4292600"/>
            <a:ext cx="20034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 = previous</a:t>
            </a:r>
          </a:p>
        </p:txBody>
      </p:sp>
      <p:sp>
        <p:nvSpPr>
          <p:cNvPr id="124999" name="Rectangle 112">
            <a:extLst>
              <a:ext uri="{FF2B5EF4-FFF2-40B4-BE49-F238E27FC236}">
                <a16:creationId xmlns:a16="http://schemas.microsoft.com/office/drawing/2014/main" id="{FED05326-6E28-7548-8A8B-1AC4E65C1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54102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5000" name="Rectangle 113">
            <a:extLst>
              <a:ext uri="{FF2B5EF4-FFF2-40B4-BE49-F238E27FC236}">
                <a16:creationId xmlns:a16="http://schemas.microsoft.com/office/drawing/2014/main" id="{2FD2A988-5599-FC43-8327-7B6E764B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488" y="4076700"/>
            <a:ext cx="20685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5001" name="Line 114">
            <a:extLst>
              <a:ext uri="{FF2B5EF4-FFF2-40B4-BE49-F238E27FC236}">
                <a16:creationId xmlns:a16="http://schemas.microsoft.com/office/drawing/2014/main" id="{86F51E4F-7324-C64E-9F13-6264245DBB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9050" y="2216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002" name="Rectangle 115">
            <a:extLst>
              <a:ext uri="{FF2B5EF4-FFF2-40B4-BE49-F238E27FC236}">
                <a16:creationId xmlns:a16="http://schemas.microsoft.com/office/drawing/2014/main" id="{83695470-2966-BE4A-90A8-141CAACBC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3145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25003" name="Rectangle 116">
            <a:extLst>
              <a:ext uri="{FF2B5EF4-FFF2-40B4-BE49-F238E27FC236}">
                <a16:creationId xmlns:a16="http://schemas.microsoft.com/office/drawing/2014/main" id="{C4C34469-F123-B342-B30F-1D078ABFE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2984500"/>
            <a:ext cx="13811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Instr&lt;25:0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grpSp>
        <p:nvGrpSpPr>
          <p:cNvPr id="245877" name="Group 117">
            <a:extLst>
              <a:ext uri="{FF2B5EF4-FFF2-40B4-BE49-F238E27FC236}">
                <a16:creationId xmlns:a16="http://schemas.microsoft.com/office/drawing/2014/main" id="{BB3AE970-BC66-5F45-9D3C-CA88054F04C9}"/>
              </a:ext>
            </a:extLst>
          </p:cNvPr>
          <p:cNvGrpSpPr>
            <a:grpSpLocks/>
          </p:cNvGrpSpPr>
          <p:nvPr/>
        </p:nvGrpSpPr>
        <p:grpSpPr bwMode="auto">
          <a:xfrm>
            <a:off x="1671638" y="2260600"/>
            <a:ext cx="5465762" cy="1346200"/>
            <a:chOff x="1053" y="1424"/>
            <a:chExt cx="3443" cy="848"/>
          </a:xfrm>
        </p:grpSpPr>
        <p:sp>
          <p:nvSpPr>
            <p:cNvPr id="125017" name="Line 118">
              <a:extLst>
                <a:ext uri="{FF2B5EF4-FFF2-40B4-BE49-F238E27FC236}">
                  <a16:creationId xmlns:a16="http://schemas.microsoft.com/office/drawing/2014/main" id="{688954F7-156D-374E-AAE1-0629F119E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424"/>
              <a:ext cx="0" cy="848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18" name="Line 119">
              <a:extLst>
                <a:ext uri="{FF2B5EF4-FFF2-40B4-BE49-F238E27FC236}">
                  <a16:creationId xmlns:a16="http://schemas.microsoft.com/office/drawing/2014/main" id="{B3E7360C-98B9-6E4C-9BE4-E95E82BF9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1440"/>
              <a:ext cx="328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19" name="Line 120">
              <a:extLst>
                <a:ext uri="{FF2B5EF4-FFF2-40B4-BE49-F238E27FC236}">
                  <a16:creationId xmlns:a16="http://schemas.microsoft.com/office/drawing/2014/main" id="{291A38D4-24A7-2E44-BBCE-52B147AA1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3" y="2256"/>
              <a:ext cx="151" cy="1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5005" name="Oval 121">
            <a:extLst>
              <a:ext uri="{FF2B5EF4-FFF2-40B4-BE49-F238E27FC236}">
                <a16:creationId xmlns:a16="http://schemas.microsoft.com/office/drawing/2014/main" id="{699C72FA-A5EC-824A-8089-ECBCEB637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4203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5006" name="Line 122">
            <a:extLst>
              <a:ext uri="{FF2B5EF4-FFF2-40B4-BE49-F238E27FC236}">
                <a16:creationId xmlns:a16="http://schemas.microsoft.com/office/drawing/2014/main" id="{4E9584B0-A10F-894F-A5D5-29D5CEF2A8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356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007" name="Rectangle 123">
            <a:extLst>
              <a:ext uri="{FF2B5EF4-FFF2-40B4-BE49-F238E27FC236}">
                <a16:creationId xmlns:a16="http://schemas.microsoft.com/office/drawing/2014/main" id="{7CE0153C-F1C3-F848-91E5-5A48EE505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7244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grpSp>
        <p:nvGrpSpPr>
          <p:cNvPr id="245884" name="Group 124">
            <a:extLst>
              <a:ext uri="{FF2B5EF4-FFF2-40B4-BE49-F238E27FC236}">
                <a16:creationId xmlns:a16="http://schemas.microsoft.com/office/drawing/2014/main" id="{B8E58B57-26FB-9746-A75C-32F679F3FBC8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4749800"/>
            <a:ext cx="609600" cy="355600"/>
            <a:chOff x="600" y="2992"/>
            <a:chExt cx="384" cy="224"/>
          </a:xfrm>
        </p:grpSpPr>
        <p:sp>
          <p:nvSpPr>
            <p:cNvPr id="125014" name="Line 125">
              <a:extLst>
                <a:ext uri="{FF2B5EF4-FFF2-40B4-BE49-F238E27FC236}">
                  <a16:creationId xmlns:a16="http://schemas.microsoft.com/office/drawing/2014/main" id="{7FEA7AC6-7181-4D47-8888-4B4695B51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" y="2992"/>
              <a:ext cx="2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15" name="Line 126">
              <a:extLst>
                <a:ext uri="{FF2B5EF4-FFF2-40B4-BE49-F238E27FC236}">
                  <a16:creationId xmlns:a16="http://schemas.microsoft.com/office/drawing/2014/main" id="{5E5CD925-9018-9A49-B76D-A996E8A3A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0" y="2992"/>
              <a:ext cx="0" cy="2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016" name="Line 127">
              <a:extLst>
                <a:ext uri="{FF2B5EF4-FFF2-40B4-BE49-F238E27FC236}">
                  <a16:creationId xmlns:a16="http://schemas.microsoft.com/office/drawing/2014/main" id="{C602A577-0886-0844-AE3F-ACCA06462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3208"/>
              <a:ext cx="18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888" name="Text Box 128">
            <a:extLst>
              <a:ext uri="{FF2B5EF4-FFF2-40B4-BE49-F238E27FC236}">
                <a16:creationId xmlns:a16="http://schemas.microsoft.com/office/drawing/2014/main" id="{FDF51704-2D8A-624E-8BED-5712907DD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538" y="595313"/>
            <a:ext cx="4932362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新指令还没有取出译码，所以控制信号的值还是原来指令的旧值。</a:t>
            </a:r>
          </a:p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新指令还没有执行，所以标志也为旧值。</a:t>
            </a:r>
          </a:p>
        </p:txBody>
      </p:sp>
      <p:sp>
        <p:nvSpPr>
          <p:cNvPr id="245889" name="Text Box 129">
            <a:extLst>
              <a:ext uri="{FF2B5EF4-FFF2-40B4-BE49-F238E27FC236}">
                <a16:creationId xmlns:a16="http://schemas.microsoft.com/office/drawing/2014/main" id="{EBA2347A-1EDE-A842-A42E-445C9B9E2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711700"/>
            <a:ext cx="3505200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取出指令的第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31-26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位作为操作码首先被译码。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op=000000, 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则为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90" name="Text Box 130">
            <a:extLst>
              <a:ext uri="{FF2B5EF4-FFF2-40B4-BE49-F238E27FC236}">
                <a16:creationId xmlns:a16="http://schemas.microsoft.com/office/drawing/2014/main" id="{1CC5DB5D-4692-B741-BC73-8AE46CFE7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5816600"/>
            <a:ext cx="24907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取指部件由旧控制信号控制，会不会有问题？</a:t>
            </a:r>
          </a:p>
        </p:txBody>
      </p:sp>
      <p:sp>
        <p:nvSpPr>
          <p:cNvPr id="245891" name="Text Box 131">
            <a:extLst>
              <a:ext uri="{FF2B5EF4-FFF2-40B4-BE49-F238E27FC236}">
                <a16:creationId xmlns:a16="http://schemas.microsoft.com/office/drawing/2014/main" id="{73B4D750-6CB1-8A43-8326-1BD8056B9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6419850"/>
            <a:ext cx="21764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没有问题！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en-US" altLang="zh-CN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245892" name="Text Box 132">
            <a:extLst>
              <a:ext uri="{FF2B5EF4-FFF2-40B4-BE49-F238E27FC236}">
                <a16:creationId xmlns:a16="http://schemas.microsoft.com/office/drawing/2014/main" id="{E45EC2F0-D47F-3545-9C2D-10A7B98FB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413" y="6173788"/>
            <a:ext cx="5776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因为在下个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到来之前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输入端的值不会写入，只要保证下个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来之前能产生正确的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即可！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8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5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2" grpId="0"/>
      <p:bldP spid="245833" grpId="0"/>
      <p:bldP spid="245871" grpId="0"/>
      <p:bldP spid="245890" grpId="0"/>
      <p:bldP spid="245891" grpId="0" animBg="1"/>
      <p:bldP spid="2458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8" name="Group 2">
            <a:extLst>
              <a:ext uri="{FF2B5EF4-FFF2-40B4-BE49-F238E27FC236}">
                <a16:creationId xmlns:a16="http://schemas.microsoft.com/office/drawing/2014/main" id="{35D66AEE-F184-864A-A132-736EBE0F4AD3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2895600"/>
            <a:ext cx="850900" cy="758825"/>
            <a:chOff x="664" y="1824"/>
            <a:chExt cx="536" cy="478"/>
          </a:xfrm>
        </p:grpSpPr>
        <p:sp>
          <p:nvSpPr>
            <p:cNvPr id="127180" name="Line 3">
              <a:extLst>
                <a:ext uri="{FF2B5EF4-FFF2-40B4-BE49-F238E27FC236}">
                  <a16:creationId xmlns:a16="http://schemas.microsoft.com/office/drawing/2014/main" id="{76836E9D-02D8-3144-9DB2-6EE0A503C3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152"/>
              <a:ext cx="0" cy="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81" name="Line 4">
              <a:extLst>
                <a:ext uri="{FF2B5EF4-FFF2-40B4-BE49-F238E27FC236}">
                  <a16:creationId xmlns:a16="http://schemas.microsoft.com/office/drawing/2014/main" id="{B4553384-9A42-BE46-8A9A-4C52B6438E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" y="1824"/>
              <a:ext cx="3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979" name="Rectangle 5">
            <a:extLst>
              <a:ext uri="{FF2B5EF4-FFF2-40B4-BE49-F238E27FC236}">
                <a16:creationId xmlns:a16="http://schemas.microsoft.com/office/drawing/2014/main" id="{AC4DFE64-36BE-4E4D-8F5F-475162A17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177800"/>
            <a:ext cx="71913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指令译码后</a:t>
            </a:r>
            <a:r>
              <a:rPr lang="en-US" altLang="zh-CN">
                <a:ea typeface="宋体" panose="02010600030101010101" pitchFamily="2" charset="-122"/>
              </a:rPr>
              <a:t>R</a:t>
            </a:r>
            <a:r>
              <a:rPr lang="zh-CN" altLang="en-US">
                <a:ea typeface="宋体" panose="02010600030101010101" pitchFamily="2" charset="-122"/>
              </a:rPr>
              <a:t>型指令（</a:t>
            </a:r>
            <a:r>
              <a:rPr lang="en-US" altLang="zh-CN">
                <a:ea typeface="宋体" panose="02010600030101010101" pitchFamily="2" charset="-122"/>
              </a:rPr>
              <a:t>Add / Sub</a:t>
            </a:r>
            <a:r>
              <a:rPr lang="zh-CN" altLang="en-US">
                <a:ea typeface="宋体" panose="02010600030101010101" pitchFamily="2" charset="-122"/>
              </a:rPr>
              <a:t>）操作过程</a:t>
            </a:r>
          </a:p>
        </p:txBody>
      </p:sp>
      <p:grpSp>
        <p:nvGrpSpPr>
          <p:cNvPr id="126980" name="Group 6">
            <a:extLst>
              <a:ext uri="{FF2B5EF4-FFF2-40B4-BE49-F238E27FC236}">
                <a16:creationId xmlns:a16="http://schemas.microsoft.com/office/drawing/2014/main" id="{99C861EF-53C9-8042-8531-96A710FE6E25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127172" name="Line 7">
              <a:extLst>
                <a:ext uri="{FF2B5EF4-FFF2-40B4-BE49-F238E27FC236}">
                  <a16:creationId xmlns:a16="http://schemas.microsoft.com/office/drawing/2014/main" id="{AAAACC45-231B-1046-AE0E-3EBEE2E52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3" name="Line 8">
              <a:extLst>
                <a:ext uri="{FF2B5EF4-FFF2-40B4-BE49-F238E27FC236}">
                  <a16:creationId xmlns:a16="http://schemas.microsoft.com/office/drawing/2014/main" id="{4AA89431-49DD-804C-AF6A-CC4BB030F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4" name="Line 9">
              <a:extLst>
                <a:ext uri="{FF2B5EF4-FFF2-40B4-BE49-F238E27FC236}">
                  <a16:creationId xmlns:a16="http://schemas.microsoft.com/office/drawing/2014/main" id="{1AE08231-9765-5247-9DC8-AB93C797C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5" name="Line 10">
              <a:extLst>
                <a:ext uri="{FF2B5EF4-FFF2-40B4-BE49-F238E27FC236}">
                  <a16:creationId xmlns:a16="http://schemas.microsoft.com/office/drawing/2014/main" id="{B90B7D18-B5BD-E547-93F3-5944F0ECE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6" name="Line 11">
              <a:extLst>
                <a:ext uri="{FF2B5EF4-FFF2-40B4-BE49-F238E27FC236}">
                  <a16:creationId xmlns:a16="http://schemas.microsoft.com/office/drawing/2014/main" id="{7200FA73-F9D8-4B43-B544-7ADF96AA3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7" name="Line 12">
              <a:extLst>
                <a:ext uri="{FF2B5EF4-FFF2-40B4-BE49-F238E27FC236}">
                  <a16:creationId xmlns:a16="http://schemas.microsoft.com/office/drawing/2014/main" id="{0141EF92-6541-1E4C-9591-9BFA962BF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8" name="Line 13">
              <a:extLst>
                <a:ext uri="{FF2B5EF4-FFF2-40B4-BE49-F238E27FC236}">
                  <a16:creationId xmlns:a16="http://schemas.microsoft.com/office/drawing/2014/main" id="{B10CB850-799B-674E-B131-C09BC96A5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9" name="Line 14">
              <a:extLst>
                <a:ext uri="{FF2B5EF4-FFF2-40B4-BE49-F238E27FC236}">
                  <a16:creationId xmlns:a16="http://schemas.microsoft.com/office/drawing/2014/main" id="{D3F41A92-B720-0B45-A9FE-1899FA3729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981" name="Line 15">
            <a:extLst>
              <a:ext uri="{FF2B5EF4-FFF2-40B4-BE49-F238E27FC236}">
                <a16:creationId xmlns:a16="http://schemas.microsoft.com/office/drawing/2014/main" id="{EAC1C7ED-7CE6-CD4C-B18D-D8054838AA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210050"/>
            <a:ext cx="2336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82" name="Line 16">
            <a:extLst>
              <a:ext uri="{FF2B5EF4-FFF2-40B4-BE49-F238E27FC236}">
                <a16:creationId xmlns:a16="http://schemas.microsoft.com/office/drawing/2014/main" id="{67D53D5A-7FFE-E046-A2C4-710C24B0BA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83" name="Rectangle 17">
            <a:extLst>
              <a:ext uri="{FF2B5EF4-FFF2-40B4-BE49-F238E27FC236}">
                <a16:creationId xmlns:a16="http://schemas.microsoft.com/office/drawing/2014/main" id="{898693E5-3EEF-8F4B-B9DD-AEF20B0CD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6984" name="Line 18">
            <a:extLst>
              <a:ext uri="{FF2B5EF4-FFF2-40B4-BE49-F238E27FC236}">
                <a16:creationId xmlns:a16="http://schemas.microsoft.com/office/drawing/2014/main" id="{5738880C-DC64-794E-9AF1-3F7092353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9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85" name="Rectangle 19">
            <a:extLst>
              <a:ext uri="{FF2B5EF4-FFF2-40B4-BE49-F238E27FC236}">
                <a16:creationId xmlns:a16="http://schemas.microsoft.com/office/drawing/2014/main" id="{B8B41F18-0345-974F-9B78-8FED450CB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775" y="2868613"/>
            <a:ext cx="15970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Add or Sub</a:t>
            </a:r>
          </a:p>
        </p:txBody>
      </p:sp>
      <p:sp>
        <p:nvSpPr>
          <p:cNvPr id="126986" name="Rectangle 20">
            <a:extLst>
              <a:ext uri="{FF2B5EF4-FFF2-40B4-BE49-F238E27FC236}">
                <a16:creationId xmlns:a16="http://schemas.microsoft.com/office/drawing/2014/main" id="{8EFCCD5F-F1DB-0F4F-8C3F-8AB91483B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43592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26987" name="Rectangle 21">
            <a:extLst>
              <a:ext uri="{FF2B5EF4-FFF2-40B4-BE49-F238E27FC236}">
                <a16:creationId xmlns:a16="http://schemas.microsoft.com/office/drawing/2014/main" id="{ED1D48AC-629B-A044-B487-69366AB9F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busW</a:t>
            </a:r>
          </a:p>
        </p:txBody>
      </p:sp>
      <p:sp>
        <p:nvSpPr>
          <p:cNvPr id="126988" name="Rectangle 22">
            <a:extLst>
              <a:ext uri="{FF2B5EF4-FFF2-40B4-BE49-F238E27FC236}">
                <a16:creationId xmlns:a16="http://schemas.microsoft.com/office/drawing/2014/main" id="{E6AD6147-3D1B-9A40-B8CC-ED2001DD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6989" name="Line 23">
            <a:extLst>
              <a:ext uri="{FF2B5EF4-FFF2-40B4-BE49-F238E27FC236}">
                <a16:creationId xmlns:a16="http://schemas.microsoft.com/office/drawing/2014/main" id="{148AC1E0-51BB-3041-BB11-EBA384788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0" name="Line 24">
            <a:extLst>
              <a:ext uri="{FF2B5EF4-FFF2-40B4-BE49-F238E27FC236}">
                <a16:creationId xmlns:a16="http://schemas.microsoft.com/office/drawing/2014/main" id="{61F3BFDE-8AE8-A545-B0B7-866BF4D44E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1" name="Oval 25">
            <a:extLst>
              <a:ext uri="{FF2B5EF4-FFF2-40B4-BE49-F238E27FC236}">
                <a16:creationId xmlns:a16="http://schemas.microsoft.com/office/drawing/2014/main" id="{AA9023DE-2A90-BE48-B5AB-0DAFA5AD1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6992" name="Rectangle 26">
            <a:extLst>
              <a:ext uri="{FF2B5EF4-FFF2-40B4-BE49-F238E27FC236}">
                <a16:creationId xmlns:a16="http://schemas.microsoft.com/office/drawing/2014/main" id="{880D1B98-D64B-D246-AB13-F8C472782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3140075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26993" name="Line 27">
            <a:extLst>
              <a:ext uri="{FF2B5EF4-FFF2-40B4-BE49-F238E27FC236}">
                <a16:creationId xmlns:a16="http://schemas.microsoft.com/office/drawing/2014/main" id="{C75CF9C0-56A3-FA4A-B620-3588E02FD2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4140200"/>
            <a:ext cx="1041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4" name="Line 28">
            <a:extLst>
              <a:ext uri="{FF2B5EF4-FFF2-40B4-BE49-F238E27FC236}">
                <a16:creationId xmlns:a16="http://schemas.microsoft.com/office/drawing/2014/main" id="{9169DE35-FBB3-7A4A-BEBB-A2F4E2801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5" name="Rectangle 29">
            <a:extLst>
              <a:ext uri="{FF2B5EF4-FFF2-40B4-BE49-F238E27FC236}">
                <a16:creationId xmlns:a16="http://schemas.microsoft.com/office/drawing/2014/main" id="{7ADD2475-9B89-BC49-9C6A-725170C59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1370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6996" name="Line 30">
            <a:extLst>
              <a:ext uri="{FF2B5EF4-FFF2-40B4-BE49-F238E27FC236}">
                <a16:creationId xmlns:a16="http://schemas.microsoft.com/office/drawing/2014/main" id="{B6747CA3-938E-8E46-B062-BA423C5D2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3784600"/>
            <a:ext cx="177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7" name="Line 31">
            <a:extLst>
              <a:ext uri="{FF2B5EF4-FFF2-40B4-BE49-F238E27FC236}">
                <a16:creationId xmlns:a16="http://schemas.microsoft.com/office/drawing/2014/main" id="{69E94DC8-79D4-A54B-8DC1-91AAC5C2D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998" name="Rectangle 32">
            <a:extLst>
              <a:ext uri="{FF2B5EF4-FFF2-40B4-BE49-F238E27FC236}">
                <a16:creationId xmlns:a16="http://schemas.microsoft.com/office/drawing/2014/main" id="{B503FF51-42F2-B94A-BC2B-134978A16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6999" name="Rectangle 33">
            <a:extLst>
              <a:ext uri="{FF2B5EF4-FFF2-40B4-BE49-F238E27FC236}">
                <a16:creationId xmlns:a16="http://schemas.microsoft.com/office/drawing/2014/main" id="{AFDAACA3-7B91-2F4E-AF72-2764EB5D0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39566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busA</a:t>
            </a:r>
          </a:p>
        </p:txBody>
      </p:sp>
      <p:sp>
        <p:nvSpPr>
          <p:cNvPr id="127000" name="Line 34">
            <a:extLst>
              <a:ext uri="{FF2B5EF4-FFF2-40B4-BE49-F238E27FC236}">
                <a16:creationId xmlns:a16="http://schemas.microsoft.com/office/drawing/2014/main" id="{AAAC1F85-6A1C-6B41-BDD2-87D558565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4484688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1" name="Line 35">
            <a:extLst>
              <a:ext uri="{FF2B5EF4-FFF2-40B4-BE49-F238E27FC236}">
                <a16:creationId xmlns:a16="http://schemas.microsoft.com/office/drawing/2014/main" id="{3C73D234-5EE5-D141-AB95-F58E0611F5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2" name="Rectangle 36">
            <a:extLst>
              <a:ext uri="{FF2B5EF4-FFF2-40B4-BE49-F238E27FC236}">
                <a16:creationId xmlns:a16="http://schemas.microsoft.com/office/drawing/2014/main" id="{D1144CE2-1068-194E-8D43-3BA838EF8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7003" name="Rectangle 37">
            <a:extLst>
              <a:ext uri="{FF2B5EF4-FFF2-40B4-BE49-F238E27FC236}">
                <a16:creationId xmlns:a16="http://schemas.microsoft.com/office/drawing/2014/main" id="{9034955D-F198-764C-839A-16D8E40F8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1084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busB</a:t>
            </a:r>
          </a:p>
        </p:txBody>
      </p:sp>
      <p:sp>
        <p:nvSpPr>
          <p:cNvPr id="127004" name="Line 38">
            <a:extLst>
              <a:ext uri="{FF2B5EF4-FFF2-40B4-BE49-F238E27FC236}">
                <a16:creationId xmlns:a16="http://schemas.microsoft.com/office/drawing/2014/main" id="{8674F849-AB64-0547-AFA2-48C262078A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5" name="Line 39">
            <a:extLst>
              <a:ext uri="{FF2B5EF4-FFF2-40B4-BE49-F238E27FC236}">
                <a16:creationId xmlns:a16="http://schemas.microsoft.com/office/drawing/2014/main" id="{4C16AA3F-2341-D148-9A7F-CF5CC66D0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6" name="Line 40">
            <a:extLst>
              <a:ext uri="{FF2B5EF4-FFF2-40B4-BE49-F238E27FC236}">
                <a16:creationId xmlns:a16="http://schemas.microsoft.com/office/drawing/2014/main" id="{16F60504-C14D-6A41-BB94-357FA9FBB7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7" name="Rectangle 41">
            <a:extLst>
              <a:ext uri="{FF2B5EF4-FFF2-40B4-BE49-F238E27FC236}">
                <a16:creationId xmlns:a16="http://schemas.microsoft.com/office/drawing/2014/main" id="{5CA5F9E1-B8AC-F446-A662-629636A26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127008" name="Line 42">
            <a:extLst>
              <a:ext uri="{FF2B5EF4-FFF2-40B4-BE49-F238E27FC236}">
                <a16:creationId xmlns:a16="http://schemas.microsoft.com/office/drawing/2014/main" id="{CD71F17D-37C6-7940-BE31-1D635D008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28950"/>
            <a:ext cx="0" cy="5873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9" name="Line 43">
            <a:extLst>
              <a:ext uri="{FF2B5EF4-FFF2-40B4-BE49-F238E27FC236}">
                <a16:creationId xmlns:a16="http://schemas.microsoft.com/office/drawing/2014/main" id="{59573194-A76B-8C49-8A60-2CC1C43FB6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0" name="Rectangle 44">
            <a:extLst>
              <a:ext uri="{FF2B5EF4-FFF2-40B4-BE49-F238E27FC236}">
                <a16:creationId xmlns:a16="http://schemas.microsoft.com/office/drawing/2014/main" id="{9C27C4CA-5083-624A-B44D-26CDB3432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5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127011" name="Line 45">
            <a:extLst>
              <a:ext uri="{FF2B5EF4-FFF2-40B4-BE49-F238E27FC236}">
                <a16:creationId xmlns:a16="http://schemas.microsoft.com/office/drawing/2014/main" id="{D3DC7C8E-91E8-0C4C-9958-1EA0E26AF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2" name="Line 46">
            <a:extLst>
              <a:ext uri="{FF2B5EF4-FFF2-40B4-BE49-F238E27FC236}">
                <a16:creationId xmlns:a16="http://schemas.microsoft.com/office/drawing/2014/main" id="{58EFD43E-6A8A-B14A-A6E5-D06D4ED4ED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3" name="Rectangle 47">
            <a:extLst>
              <a:ext uri="{FF2B5EF4-FFF2-40B4-BE49-F238E27FC236}">
                <a16:creationId xmlns:a16="http://schemas.microsoft.com/office/drawing/2014/main" id="{24B56C92-6FAB-FD4D-8F16-F9172A1FB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5</a:t>
            </a:r>
          </a:p>
        </p:txBody>
      </p:sp>
      <p:sp>
        <p:nvSpPr>
          <p:cNvPr id="127014" name="Rectangle 48">
            <a:extLst>
              <a:ext uri="{FF2B5EF4-FFF2-40B4-BE49-F238E27FC236}">
                <a16:creationId xmlns:a16="http://schemas.microsoft.com/office/drawing/2014/main" id="{5D20216F-882D-674C-A12E-C09FE708A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27015" name="Rectangle 49">
            <a:extLst>
              <a:ext uri="{FF2B5EF4-FFF2-40B4-BE49-F238E27FC236}">
                <a16:creationId xmlns:a16="http://schemas.microsoft.com/office/drawing/2014/main" id="{963C5D0A-E628-BC41-8ED8-7AA1EFC7F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27016" name="Rectangle 50">
            <a:extLst>
              <a:ext uri="{FF2B5EF4-FFF2-40B4-BE49-F238E27FC236}">
                <a16:creationId xmlns:a16="http://schemas.microsoft.com/office/drawing/2014/main" id="{FDE6F357-5ECB-F24E-B571-B1A532BC1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27017" name="Rectangle 51">
            <a:extLst>
              <a:ext uri="{FF2B5EF4-FFF2-40B4-BE49-F238E27FC236}">
                <a16:creationId xmlns:a16="http://schemas.microsoft.com/office/drawing/2014/main" id="{50EFBE59-958C-E94A-B982-B4FAD8F97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黑体" panose="02010609060101010101" pitchFamily="49" charset="-122"/>
              </a:rPr>
              <a:t>32-</a:t>
            </a:r>
            <a:r>
              <a:rPr lang="en-US" altLang="zh-CN" sz="1800">
                <a:ea typeface="黑体" panose="02010609060101010101" pitchFamily="49" charset="-122"/>
              </a:rPr>
              <a:t>bit</a:t>
            </a:r>
          </a:p>
          <a:p>
            <a:r>
              <a:rPr lang="en-US" altLang="zh-CN" sz="1800">
                <a:ea typeface="黑体" panose="02010609060101010101" pitchFamily="49" charset="-122"/>
              </a:rPr>
              <a:t>Registers</a:t>
            </a:r>
          </a:p>
        </p:txBody>
      </p:sp>
      <p:sp>
        <p:nvSpPr>
          <p:cNvPr id="127018" name="Line 52">
            <a:extLst>
              <a:ext uri="{FF2B5EF4-FFF2-40B4-BE49-F238E27FC236}">
                <a16:creationId xmlns:a16="http://schemas.microsoft.com/office/drawing/2014/main" id="{AD4476C1-0B0C-2344-82C4-C234AF6C61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6172200"/>
            <a:ext cx="782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9" name="Line 53">
            <a:extLst>
              <a:ext uri="{FF2B5EF4-FFF2-40B4-BE49-F238E27FC236}">
                <a16:creationId xmlns:a16="http://schemas.microsoft.com/office/drawing/2014/main" id="{B741946E-CA03-0547-A9BC-0F97A4F9E7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14800"/>
            <a:ext cx="0" cy="2082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0" name="Rectangle 54">
            <a:extLst>
              <a:ext uri="{FF2B5EF4-FFF2-40B4-BE49-F238E27FC236}">
                <a16:creationId xmlns:a16="http://schemas.microsoft.com/office/drawing/2014/main" id="{7EBB607D-9091-7448-94F2-905F559A1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00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Rs</a:t>
            </a:r>
          </a:p>
        </p:txBody>
      </p:sp>
      <p:sp>
        <p:nvSpPr>
          <p:cNvPr id="127021" name="Rectangle 55">
            <a:extLst>
              <a:ext uri="{FF2B5EF4-FFF2-40B4-BE49-F238E27FC236}">
                <a16:creationId xmlns:a16="http://schemas.microsoft.com/office/drawing/2014/main" id="{640D7C44-CC78-0040-973E-D47D3F8CE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6061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Rt</a:t>
            </a:r>
          </a:p>
        </p:txBody>
      </p:sp>
      <p:grpSp>
        <p:nvGrpSpPr>
          <p:cNvPr id="127022" name="Group 56">
            <a:extLst>
              <a:ext uri="{FF2B5EF4-FFF2-40B4-BE49-F238E27FC236}">
                <a16:creationId xmlns:a16="http://schemas.microsoft.com/office/drawing/2014/main" id="{36F380F9-0080-A144-A146-1A87123E7332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127168" name="Line 57">
              <a:extLst>
                <a:ext uri="{FF2B5EF4-FFF2-40B4-BE49-F238E27FC236}">
                  <a16:creationId xmlns:a16="http://schemas.microsoft.com/office/drawing/2014/main" id="{8A5DC17C-560A-1647-A4F6-51A630FCB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9" name="Line 58">
              <a:extLst>
                <a:ext uri="{FF2B5EF4-FFF2-40B4-BE49-F238E27FC236}">
                  <a16:creationId xmlns:a16="http://schemas.microsoft.com/office/drawing/2014/main" id="{2395B89D-93EC-0549-8487-A73DF6C93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0" name="Line 59">
              <a:extLst>
                <a:ext uri="{FF2B5EF4-FFF2-40B4-BE49-F238E27FC236}">
                  <a16:creationId xmlns:a16="http://schemas.microsoft.com/office/drawing/2014/main" id="{6B19F952-0299-514A-A02D-182DA9BA2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71" name="Line 60">
              <a:extLst>
                <a:ext uri="{FF2B5EF4-FFF2-40B4-BE49-F238E27FC236}">
                  <a16:creationId xmlns:a16="http://schemas.microsoft.com/office/drawing/2014/main" id="{A5FA3F45-939A-6245-9E40-5BC0BA501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7023" name="Group 61">
            <a:extLst>
              <a:ext uri="{FF2B5EF4-FFF2-40B4-BE49-F238E27FC236}">
                <a16:creationId xmlns:a16="http://schemas.microsoft.com/office/drawing/2014/main" id="{217FC278-22ED-EB43-B13E-4610A77253DC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754313"/>
            <a:ext cx="1168400" cy="284162"/>
            <a:chOff x="928" y="1735"/>
            <a:chExt cx="736" cy="179"/>
          </a:xfrm>
        </p:grpSpPr>
        <p:sp>
          <p:nvSpPr>
            <p:cNvPr id="127164" name="Line 62">
              <a:extLst>
                <a:ext uri="{FF2B5EF4-FFF2-40B4-BE49-F238E27FC236}">
                  <a16:creationId xmlns:a16="http://schemas.microsoft.com/office/drawing/2014/main" id="{8CD6CF32-2F36-4A49-B34F-5F62CF7FA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5" name="Line 63">
              <a:extLst>
                <a:ext uri="{FF2B5EF4-FFF2-40B4-BE49-F238E27FC236}">
                  <a16:creationId xmlns:a16="http://schemas.microsoft.com/office/drawing/2014/main" id="{C3CE51BE-9139-3B4A-A377-92F78C17E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6" name="Line 64">
              <a:extLst>
                <a:ext uri="{FF2B5EF4-FFF2-40B4-BE49-F238E27FC236}">
                  <a16:creationId xmlns:a16="http://schemas.microsoft.com/office/drawing/2014/main" id="{2B65BCFE-BEF2-2B45-978B-ED50ED756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7" name="Line 65">
              <a:extLst>
                <a:ext uri="{FF2B5EF4-FFF2-40B4-BE49-F238E27FC236}">
                  <a16:creationId xmlns:a16="http://schemas.microsoft.com/office/drawing/2014/main" id="{91BC36D3-DC84-454A-9FE4-51548E100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24" name="Rectangle 66">
            <a:extLst>
              <a:ext uri="{FF2B5EF4-FFF2-40B4-BE49-F238E27FC236}">
                <a16:creationId xmlns:a16="http://schemas.microsoft.com/office/drawing/2014/main" id="{04AEA353-D6BC-E842-A9DE-45B8165F2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0003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黑体" panose="02010609060101010101" pitchFamily="49" charset="-122"/>
              </a:rPr>
              <a:t>Rt</a:t>
            </a:r>
          </a:p>
        </p:txBody>
      </p:sp>
      <p:sp>
        <p:nvSpPr>
          <p:cNvPr id="127025" name="Line 67">
            <a:extLst>
              <a:ext uri="{FF2B5EF4-FFF2-40B4-BE49-F238E27FC236}">
                <a16:creationId xmlns:a16="http://schemas.microsoft.com/office/drawing/2014/main" id="{CD888404-E87F-C440-B629-21B1E41CE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6" name="Line 68">
            <a:extLst>
              <a:ext uri="{FF2B5EF4-FFF2-40B4-BE49-F238E27FC236}">
                <a16:creationId xmlns:a16="http://schemas.microsoft.com/office/drawing/2014/main" id="{15B89989-F9A3-1647-B1FB-D5397119A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30475"/>
            <a:ext cx="0" cy="16351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7" name="Rectangle 69">
            <a:extLst>
              <a:ext uri="{FF2B5EF4-FFF2-40B4-BE49-F238E27FC236}">
                <a16:creationId xmlns:a16="http://schemas.microsoft.com/office/drawing/2014/main" id="{9B2C3F08-6D03-4C49-8355-00EE21E05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36061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Rd</a:t>
            </a:r>
          </a:p>
        </p:txBody>
      </p:sp>
      <p:grpSp>
        <p:nvGrpSpPr>
          <p:cNvPr id="247878" name="Group 70">
            <a:extLst>
              <a:ext uri="{FF2B5EF4-FFF2-40B4-BE49-F238E27FC236}">
                <a16:creationId xmlns:a16="http://schemas.microsoft.com/office/drawing/2014/main" id="{C7932F1D-F8D5-0140-B010-C4E25543DFD1}"/>
              </a:ext>
            </a:extLst>
          </p:cNvPr>
          <p:cNvGrpSpPr>
            <a:grpSpLocks/>
          </p:cNvGrpSpPr>
          <p:nvPr/>
        </p:nvGrpSpPr>
        <p:grpSpPr bwMode="auto">
          <a:xfrm>
            <a:off x="1054100" y="2895600"/>
            <a:ext cx="850900" cy="758825"/>
            <a:chOff x="664" y="1824"/>
            <a:chExt cx="536" cy="478"/>
          </a:xfrm>
        </p:grpSpPr>
        <p:sp>
          <p:nvSpPr>
            <p:cNvPr id="127162" name="Line 71">
              <a:extLst>
                <a:ext uri="{FF2B5EF4-FFF2-40B4-BE49-F238E27FC236}">
                  <a16:creationId xmlns:a16="http://schemas.microsoft.com/office/drawing/2014/main" id="{676C3300-8420-164B-B333-CBFA86CAD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152"/>
              <a:ext cx="0" cy="1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3" name="Line 72">
              <a:extLst>
                <a:ext uri="{FF2B5EF4-FFF2-40B4-BE49-F238E27FC236}">
                  <a16:creationId xmlns:a16="http://schemas.microsoft.com/office/drawing/2014/main" id="{F437B7FA-F4A2-6C4B-902D-B833EC4CD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" y="1824"/>
              <a:ext cx="35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29" name="Rectangle 73">
            <a:extLst>
              <a:ext uri="{FF2B5EF4-FFF2-40B4-BE49-F238E27FC236}">
                <a16:creationId xmlns:a16="http://schemas.microsoft.com/office/drawing/2014/main" id="{0478D1B4-606F-7E4B-97BD-B7C49EDCD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540000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27030" name="Rectangle 74">
            <a:extLst>
              <a:ext uri="{FF2B5EF4-FFF2-40B4-BE49-F238E27FC236}">
                <a16:creationId xmlns:a16="http://schemas.microsoft.com/office/drawing/2014/main" id="{20C14FD3-0844-C14E-8C92-358D568C9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7031" name="Rectangle 75">
            <a:extLst>
              <a:ext uri="{FF2B5EF4-FFF2-40B4-BE49-F238E27FC236}">
                <a16:creationId xmlns:a16="http://schemas.microsoft.com/office/drawing/2014/main" id="{ED11267C-BC3B-EF4F-8059-B9369EC232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12281" y="519826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Ext</a:t>
            </a:r>
          </a:p>
        </p:txBody>
      </p:sp>
      <p:sp>
        <p:nvSpPr>
          <p:cNvPr id="127032" name="Rectangle 76">
            <a:extLst>
              <a:ext uri="{FF2B5EF4-FFF2-40B4-BE49-F238E27FC236}">
                <a16:creationId xmlns:a16="http://schemas.microsoft.com/office/drawing/2014/main" id="{62E675AF-DF4F-0E4A-A9A6-3C18126FF5C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6204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27033" name="Rectangle 77">
            <a:extLst>
              <a:ext uri="{FF2B5EF4-FFF2-40B4-BE49-F238E27FC236}">
                <a16:creationId xmlns:a16="http://schemas.microsoft.com/office/drawing/2014/main" id="{606A4C81-18A1-9D49-8E17-43CFBB28D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00338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Mux</a:t>
            </a:r>
          </a:p>
        </p:txBody>
      </p:sp>
      <p:sp>
        <p:nvSpPr>
          <p:cNvPr id="127034" name="Line 78">
            <a:extLst>
              <a:ext uri="{FF2B5EF4-FFF2-40B4-BE49-F238E27FC236}">
                <a16:creationId xmlns:a16="http://schemas.microsoft.com/office/drawing/2014/main" id="{C72534BF-E274-0E48-863D-04FC293DB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52768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35" name="Rectangle 79">
            <a:extLst>
              <a:ext uri="{FF2B5EF4-FFF2-40B4-BE49-F238E27FC236}">
                <a16:creationId xmlns:a16="http://schemas.microsoft.com/office/drawing/2014/main" id="{5D64AFB0-DDB2-D242-A18E-450A38A4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7036" name="Line 80">
            <a:extLst>
              <a:ext uri="{FF2B5EF4-FFF2-40B4-BE49-F238E27FC236}">
                <a16:creationId xmlns:a16="http://schemas.microsoft.com/office/drawing/2014/main" id="{3D9F1C4C-BEF6-2E41-833D-27CC09EC45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37" name="Line 81">
            <a:extLst>
              <a:ext uri="{FF2B5EF4-FFF2-40B4-BE49-F238E27FC236}">
                <a16:creationId xmlns:a16="http://schemas.microsoft.com/office/drawing/2014/main" id="{1FD3B1A3-8543-0B44-8B46-C1EA5B043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54181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38" name="Line 82">
            <a:extLst>
              <a:ext uri="{FF2B5EF4-FFF2-40B4-BE49-F238E27FC236}">
                <a16:creationId xmlns:a16="http://schemas.microsoft.com/office/drawing/2014/main" id="{0FE1D416-EA20-5140-83E1-5F071ECFA7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39" name="Rectangle 83">
            <a:extLst>
              <a:ext uri="{FF2B5EF4-FFF2-40B4-BE49-F238E27FC236}">
                <a16:creationId xmlns:a16="http://schemas.microsoft.com/office/drawing/2014/main" id="{D3E31A9E-E4D7-8A4D-BE28-2BFDD7997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127040" name="Rectangle 84">
            <a:extLst>
              <a:ext uri="{FF2B5EF4-FFF2-40B4-BE49-F238E27FC236}">
                <a16:creationId xmlns:a16="http://schemas.microsoft.com/office/drawing/2014/main" id="{74EC2EBA-9A61-5B45-A2FD-419BD28B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526097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imm16</a:t>
            </a:r>
          </a:p>
        </p:txBody>
      </p:sp>
      <p:sp>
        <p:nvSpPr>
          <p:cNvPr id="127041" name="Line 85">
            <a:extLst>
              <a:ext uri="{FF2B5EF4-FFF2-40B4-BE49-F238E27FC236}">
                <a16:creationId xmlns:a16="http://schemas.microsoft.com/office/drawing/2014/main" id="{F8AE1B5E-3187-4048-A6FD-889DBB3212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2" name="Rectangle 86">
            <a:extLst>
              <a:ext uri="{FF2B5EF4-FFF2-40B4-BE49-F238E27FC236}">
                <a16:creationId xmlns:a16="http://schemas.microsoft.com/office/drawing/2014/main" id="{DFADBAB9-C6D9-264A-893E-E2054AE4D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781675"/>
            <a:ext cx="1393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27043" name="Line 87">
            <a:extLst>
              <a:ext uri="{FF2B5EF4-FFF2-40B4-BE49-F238E27FC236}">
                <a16:creationId xmlns:a16="http://schemas.microsoft.com/office/drawing/2014/main" id="{43DAC15D-D458-5A48-9A8D-8C9BAB0DD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200" y="4637088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4" name="Line 88">
            <a:extLst>
              <a:ext uri="{FF2B5EF4-FFF2-40B4-BE49-F238E27FC236}">
                <a16:creationId xmlns:a16="http://schemas.microsoft.com/office/drawing/2014/main" id="{CA1D5F28-51A9-4348-8AF3-30252F00A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19613"/>
            <a:ext cx="0" cy="1627187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5" name="Line 89">
            <a:extLst>
              <a:ext uri="{FF2B5EF4-FFF2-40B4-BE49-F238E27FC236}">
                <a16:creationId xmlns:a16="http://schemas.microsoft.com/office/drawing/2014/main" id="{9AFE4073-A6D0-3B42-B806-7555886A1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6" name="Rectangle 90">
            <a:extLst>
              <a:ext uri="{FF2B5EF4-FFF2-40B4-BE49-F238E27FC236}">
                <a16:creationId xmlns:a16="http://schemas.microsoft.com/office/drawing/2014/main" id="{854BC94F-7906-FB4B-B0EA-DF8ECC3D5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6191250"/>
            <a:ext cx="1228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x</a:t>
            </a:r>
          </a:p>
        </p:txBody>
      </p:sp>
      <p:grpSp>
        <p:nvGrpSpPr>
          <p:cNvPr id="127047" name="Group 91">
            <a:extLst>
              <a:ext uri="{FF2B5EF4-FFF2-40B4-BE49-F238E27FC236}">
                <a16:creationId xmlns:a16="http://schemas.microsoft.com/office/drawing/2014/main" id="{9680CE02-C4A9-7240-8790-1FF6705DE900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127158" name="Line 92">
              <a:extLst>
                <a:ext uri="{FF2B5EF4-FFF2-40B4-BE49-F238E27FC236}">
                  <a16:creationId xmlns:a16="http://schemas.microsoft.com/office/drawing/2014/main" id="{8BBFB3EC-26BC-7349-A9E0-4325EB6BE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59" name="Line 93">
              <a:extLst>
                <a:ext uri="{FF2B5EF4-FFF2-40B4-BE49-F238E27FC236}">
                  <a16:creationId xmlns:a16="http://schemas.microsoft.com/office/drawing/2014/main" id="{D13AF017-9CE9-5D42-982D-169765763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0" name="Line 94">
              <a:extLst>
                <a:ext uri="{FF2B5EF4-FFF2-40B4-BE49-F238E27FC236}">
                  <a16:creationId xmlns:a16="http://schemas.microsoft.com/office/drawing/2014/main" id="{CC7D4D2C-34BF-194B-A85F-814016BE1E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61" name="Line 95">
              <a:extLst>
                <a:ext uri="{FF2B5EF4-FFF2-40B4-BE49-F238E27FC236}">
                  <a16:creationId xmlns:a16="http://schemas.microsoft.com/office/drawing/2014/main" id="{D7798CC4-4354-5B43-8F82-D5520CE93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48" name="Rectangle 96">
            <a:extLst>
              <a:ext uri="{FF2B5EF4-FFF2-40B4-BE49-F238E27FC236}">
                <a16:creationId xmlns:a16="http://schemas.microsoft.com/office/drawing/2014/main" id="{5411CE4F-996F-214B-93DB-A4080DF42E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475957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Mux</a:t>
            </a:r>
          </a:p>
        </p:txBody>
      </p:sp>
      <p:sp>
        <p:nvSpPr>
          <p:cNvPr id="127049" name="Line 97">
            <a:extLst>
              <a:ext uri="{FF2B5EF4-FFF2-40B4-BE49-F238E27FC236}">
                <a16:creationId xmlns:a16="http://schemas.microsoft.com/office/drawing/2014/main" id="{BB736AAA-14A4-FF4C-A955-059B03C584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0" name="Rectangle 98">
            <a:extLst>
              <a:ext uri="{FF2B5EF4-FFF2-40B4-BE49-F238E27FC236}">
                <a16:creationId xmlns:a16="http://schemas.microsoft.com/office/drawing/2014/main" id="{F711091A-72AD-1243-B60F-DD45B40C3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3284538"/>
            <a:ext cx="17367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MemtoReg = 0</a:t>
            </a:r>
          </a:p>
        </p:txBody>
      </p:sp>
      <p:sp>
        <p:nvSpPr>
          <p:cNvPr id="127051" name="Line 99">
            <a:extLst>
              <a:ext uri="{FF2B5EF4-FFF2-40B4-BE49-F238E27FC236}">
                <a16:creationId xmlns:a16="http://schemas.microsoft.com/office/drawing/2014/main" id="{1B31E3CB-E4F4-3740-92C3-267F73901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2600" y="4494213"/>
            <a:ext cx="406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2" name="Rectangle 100">
            <a:extLst>
              <a:ext uri="{FF2B5EF4-FFF2-40B4-BE49-F238E27FC236}">
                <a16:creationId xmlns:a16="http://schemas.microsoft.com/office/drawing/2014/main" id="{41397AD9-4A2C-5040-8588-74DEC57CE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7053" name="Line 101">
            <a:extLst>
              <a:ext uri="{FF2B5EF4-FFF2-40B4-BE49-F238E27FC236}">
                <a16:creationId xmlns:a16="http://schemas.microsoft.com/office/drawing/2014/main" id="{3CE274D5-BE9D-7C46-A00F-CCAF678299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4" name="Rectangle 102">
            <a:extLst>
              <a:ext uri="{FF2B5EF4-FFF2-40B4-BE49-F238E27FC236}">
                <a16:creationId xmlns:a16="http://schemas.microsoft.com/office/drawing/2014/main" id="{A816A140-6E1F-3D43-8735-4F0DD55A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5657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27055" name="Rectangle 103">
            <a:extLst>
              <a:ext uri="{FF2B5EF4-FFF2-40B4-BE49-F238E27FC236}">
                <a16:creationId xmlns:a16="http://schemas.microsoft.com/office/drawing/2014/main" id="{55E9D88F-5560-544F-8310-8AF00C4DB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8813" y="5060950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Data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黑体" panose="02010609060101010101" pitchFamily="49" charset="-122"/>
              </a:rPr>
              <a:t>In</a:t>
            </a:r>
          </a:p>
        </p:txBody>
      </p:sp>
      <p:sp>
        <p:nvSpPr>
          <p:cNvPr id="127056" name="Line 104">
            <a:extLst>
              <a:ext uri="{FF2B5EF4-FFF2-40B4-BE49-F238E27FC236}">
                <a16:creationId xmlns:a16="http://schemas.microsoft.com/office/drawing/2014/main" id="{75D01CD5-7A99-E644-81C1-A28E06845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7" name="Line 105">
            <a:extLst>
              <a:ext uri="{FF2B5EF4-FFF2-40B4-BE49-F238E27FC236}">
                <a16:creationId xmlns:a16="http://schemas.microsoft.com/office/drawing/2014/main" id="{00A97701-0C1B-A04B-A58A-91054F98FB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8" name="Oval 106">
            <a:extLst>
              <a:ext uri="{FF2B5EF4-FFF2-40B4-BE49-F238E27FC236}">
                <a16:creationId xmlns:a16="http://schemas.microsoft.com/office/drawing/2014/main" id="{F56A8594-3F05-1542-9D41-565D2A088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7059" name="Rectangle 107">
            <a:extLst>
              <a:ext uri="{FF2B5EF4-FFF2-40B4-BE49-F238E27FC236}">
                <a16:creationId xmlns:a16="http://schemas.microsoft.com/office/drawing/2014/main" id="{800A4C4A-6DC3-5745-A84B-D1D1F7C80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WrEn</a:t>
            </a:r>
          </a:p>
        </p:txBody>
      </p:sp>
      <p:sp>
        <p:nvSpPr>
          <p:cNvPr id="127060" name="Line 108">
            <a:extLst>
              <a:ext uri="{FF2B5EF4-FFF2-40B4-BE49-F238E27FC236}">
                <a16:creationId xmlns:a16="http://schemas.microsoft.com/office/drawing/2014/main" id="{7B290472-D1F7-C74D-BE0D-187E02A1F2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06253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1" name="Line 109">
            <a:extLst>
              <a:ext uri="{FF2B5EF4-FFF2-40B4-BE49-F238E27FC236}">
                <a16:creationId xmlns:a16="http://schemas.microsoft.com/office/drawing/2014/main" id="{1C4AC063-4B11-D547-B613-63D0A088C3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9990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2" name="Rectangle 110">
            <a:extLst>
              <a:ext uri="{FF2B5EF4-FFF2-40B4-BE49-F238E27FC236}">
                <a16:creationId xmlns:a16="http://schemas.microsoft.com/office/drawing/2014/main" id="{C65C0A75-F6B1-2346-A677-2A7A820D4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1308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7063" name="Line 111">
            <a:extLst>
              <a:ext uri="{FF2B5EF4-FFF2-40B4-BE49-F238E27FC236}">
                <a16:creationId xmlns:a16="http://schemas.microsoft.com/office/drawing/2014/main" id="{1452EDF7-314F-8843-B030-012286987E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4" name="Line 112">
            <a:extLst>
              <a:ext uri="{FF2B5EF4-FFF2-40B4-BE49-F238E27FC236}">
                <a16:creationId xmlns:a16="http://schemas.microsoft.com/office/drawing/2014/main" id="{4BA4FFBF-4762-B54F-A2E4-FDA40DFD1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22750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5" name="Rectangle 113">
            <a:extLst>
              <a:ext uri="{FF2B5EF4-FFF2-40B4-BE49-F238E27FC236}">
                <a16:creationId xmlns:a16="http://schemas.microsoft.com/office/drawing/2014/main" id="{C7B221ED-E802-6544-8C3C-4D4EF7455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Adr</a:t>
            </a:r>
          </a:p>
        </p:txBody>
      </p:sp>
      <p:sp>
        <p:nvSpPr>
          <p:cNvPr id="127066" name="Rectangle 114">
            <a:extLst>
              <a:ext uri="{FF2B5EF4-FFF2-40B4-BE49-F238E27FC236}">
                <a16:creationId xmlns:a16="http://schemas.microsoft.com/office/drawing/2014/main" id="{B8E53823-EB93-7744-8357-FB776AD0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202238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黑体" panose="02010609060101010101" pitchFamily="49" charset="-122"/>
              </a:rPr>
              <a:t>Data</a:t>
            </a:r>
          </a:p>
          <a:p>
            <a:pPr algn="ctr"/>
            <a:r>
              <a:rPr lang="en-US" altLang="zh-CN" sz="1800">
                <a:ea typeface="黑体" panose="02010609060101010101" pitchFamily="49" charset="-122"/>
              </a:rPr>
              <a:t>Memory</a:t>
            </a:r>
          </a:p>
        </p:txBody>
      </p:sp>
      <p:sp>
        <p:nvSpPr>
          <p:cNvPr id="127067" name="Line 115">
            <a:extLst>
              <a:ext uri="{FF2B5EF4-FFF2-40B4-BE49-F238E27FC236}">
                <a16:creationId xmlns:a16="http://schemas.microsoft.com/office/drawing/2014/main" id="{D1BDC7A5-7D38-F242-A4BF-7DDC3F464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0133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8" name="Line 116">
            <a:extLst>
              <a:ext uri="{FF2B5EF4-FFF2-40B4-BE49-F238E27FC236}">
                <a16:creationId xmlns:a16="http://schemas.microsoft.com/office/drawing/2014/main" id="{FD2D5EB6-9CA3-0149-9FDB-0F2816731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41900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9" name="Line 117">
            <a:extLst>
              <a:ext uri="{FF2B5EF4-FFF2-40B4-BE49-F238E27FC236}">
                <a16:creationId xmlns:a16="http://schemas.microsoft.com/office/drawing/2014/main" id="{F262A8AF-A896-784A-8300-EFB0F56802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4895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0" name="Line 118">
            <a:extLst>
              <a:ext uri="{FF2B5EF4-FFF2-40B4-BE49-F238E27FC236}">
                <a16:creationId xmlns:a16="http://schemas.microsoft.com/office/drawing/2014/main" id="{D9E83EA7-0B3F-8942-9CC9-5E422CCCEF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9482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1" name="Rectangle 119">
            <a:extLst>
              <a:ext uri="{FF2B5EF4-FFF2-40B4-BE49-F238E27FC236}">
                <a16:creationId xmlns:a16="http://schemas.microsoft.com/office/drawing/2014/main" id="{7B52DEE0-7F5D-9C4C-BED5-6A0C85CFA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6497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7072" name="Rectangle 120">
            <a:extLst>
              <a:ext uri="{FF2B5EF4-FFF2-40B4-BE49-F238E27FC236}">
                <a16:creationId xmlns:a16="http://schemas.microsoft.com/office/drawing/2014/main" id="{1273A2A2-EEBD-9F40-B602-F7E34D95E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13138"/>
            <a:ext cx="1381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27073" name="Line 121">
            <a:extLst>
              <a:ext uri="{FF2B5EF4-FFF2-40B4-BE49-F238E27FC236}">
                <a16:creationId xmlns:a16="http://schemas.microsoft.com/office/drawing/2014/main" id="{5FEF6AA6-4CE2-9149-A9B0-4B18B426B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085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4" name="Line 122">
            <a:extLst>
              <a:ext uri="{FF2B5EF4-FFF2-40B4-BE49-F238E27FC236}">
                <a16:creationId xmlns:a16="http://schemas.microsoft.com/office/drawing/2014/main" id="{4E1CDD94-2864-D246-8407-E2116A1EC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54600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5" name="Rectangle 123">
            <a:extLst>
              <a:ext uri="{FF2B5EF4-FFF2-40B4-BE49-F238E27FC236}">
                <a16:creationId xmlns:a16="http://schemas.microsoft.com/office/drawing/2014/main" id="{9C2E0796-3FF4-C649-99A6-D07868980A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0727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27076" name="Rectangle 124">
            <a:extLst>
              <a:ext uri="{FF2B5EF4-FFF2-40B4-BE49-F238E27FC236}">
                <a16:creationId xmlns:a16="http://schemas.microsoft.com/office/drawing/2014/main" id="{C6DC4B37-A26D-6F40-A348-A105DF16D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993900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7077" name="Line 125">
            <a:extLst>
              <a:ext uri="{FF2B5EF4-FFF2-40B4-BE49-F238E27FC236}">
                <a16:creationId xmlns:a16="http://schemas.microsoft.com/office/drawing/2014/main" id="{10562725-15F5-F44E-851C-68D31F9605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7495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8" name="Line 126">
            <a:extLst>
              <a:ext uri="{FF2B5EF4-FFF2-40B4-BE49-F238E27FC236}">
                <a16:creationId xmlns:a16="http://schemas.microsoft.com/office/drawing/2014/main" id="{566F8DC5-323C-BA40-BC0F-94BC1CDB9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7713" y="2616200"/>
            <a:ext cx="306387" cy="119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9" name="Line 127">
            <a:extLst>
              <a:ext uri="{FF2B5EF4-FFF2-40B4-BE49-F238E27FC236}">
                <a16:creationId xmlns:a16="http://schemas.microsoft.com/office/drawing/2014/main" id="{B0C42CBF-BB5A-D14D-89B3-D3CF77B5DE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7193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0" name="Oval 128">
            <a:extLst>
              <a:ext uri="{FF2B5EF4-FFF2-40B4-BE49-F238E27FC236}">
                <a16:creationId xmlns:a16="http://schemas.microsoft.com/office/drawing/2014/main" id="{C5152660-3670-0343-8483-B222F4E29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6797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7081" name="Rectangle 129">
            <a:extLst>
              <a:ext uri="{FF2B5EF4-FFF2-40B4-BE49-F238E27FC236}">
                <a16:creationId xmlns:a16="http://schemas.microsoft.com/office/drawing/2014/main" id="{E7F13B69-77DF-8147-8C1D-2E5B8F42B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078038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黑体" panose="02010609060101010101" pitchFamily="49" charset="-122"/>
              </a:rPr>
              <a:t>Instruction</a:t>
            </a:r>
          </a:p>
          <a:p>
            <a:pPr algn="ctr"/>
            <a:r>
              <a:rPr lang="en-US" altLang="zh-CN" sz="1800">
                <a:ea typeface="黑体" panose="02010609060101010101" pitchFamily="49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黑体" panose="02010609060101010101" pitchFamily="49" charset="-122"/>
              </a:rPr>
              <a:t>Unit</a:t>
            </a:r>
          </a:p>
        </p:txBody>
      </p:sp>
      <p:sp>
        <p:nvSpPr>
          <p:cNvPr id="127082" name="Rectangle 130">
            <a:extLst>
              <a:ext uri="{FF2B5EF4-FFF2-40B4-BE49-F238E27FC236}">
                <a16:creationId xmlns:a16="http://schemas.microsoft.com/office/drawing/2014/main" id="{B5FE9E46-3D52-0F4E-9594-7F3C5961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5304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27083" name="Line 131">
            <a:extLst>
              <a:ext uri="{FF2B5EF4-FFF2-40B4-BE49-F238E27FC236}">
                <a16:creationId xmlns:a16="http://schemas.microsoft.com/office/drawing/2014/main" id="{1322A6CA-B231-4647-B300-526CC07CAA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82900"/>
            <a:ext cx="0" cy="116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4" name="Line 132">
            <a:extLst>
              <a:ext uri="{FF2B5EF4-FFF2-40B4-BE49-F238E27FC236}">
                <a16:creationId xmlns:a16="http://schemas.microsoft.com/office/drawing/2014/main" id="{A2E2786E-3A9C-4E47-A81D-C6D1DF0F2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038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5" name="Rectangle 133">
            <a:extLst>
              <a:ext uri="{FF2B5EF4-FFF2-40B4-BE49-F238E27FC236}">
                <a16:creationId xmlns:a16="http://schemas.microsoft.com/office/drawing/2014/main" id="{8FD6A76F-929D-FD4F-8106-3F72687A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50520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27086" name="Line 134">
            <a:extLst>
              <a:ext uri="{FF2B5EF4-FFF2-40B4-BE49-F238E27FC236}">
                <a16:creationId xmlns:a16="http://schemas.microsoft.com/office/drawing/2014/main" id="{8D2EB8F3-67CE-5345-ADBD-5C6EDF0A1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25" y="2120900"/>
            <a:ext cx="2530475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7" name="Rectangle 135">
            <a:extLst>
              <a:ext uri="{FF2B5EF4-FFF2-40B4-BE49-F238E27FC236}">
                <a16:creationId xmlns:a16="http://schemas.microsoft.com/office/drawing/2014/main" id="{BA0865F1-20E9-FA42-9FAD-4928A6FE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74466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7088" name="Line 136">
            <a:extLst>
              <a:ext uri="{FF2B5EF4-FFF2-40B4-BE49-F238E27FC236}">
                <a16:creationId xmlns:a16="http://schemas.microsoft.com/office/drawing/2014/main" id="{7B92A5AC-1496-FB49-A33C-252F7A4ACF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43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9" name="Line 137">
            <a:extLst>
              <a:ext uri="{FF2B5EF4-FFF2-40B4-BE49-F238E27FC236}">
                <a16:creationId xmlns:a16="http://schemas.microsoft.com/office/drawing/2014/main" id="{9EDDCC54-E78B-DA49-8D0F-8CC4072C6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133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90" name="Rectangle 138">
            <a:extLst>
              <a:ext uri="{FF2B5EF4-FFF2-40B4-BE49-F238E27FC236}">
                <a16:creationId xmlns:a16="http://schemas.microsoft.com/office/drawing/2014/main" id="{049D85EB-F72C-9D42-A0A9-E7D9C102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2225675"/>
            <a:ext cx="1177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 = 0</a:t>
            </a:r>
          </a:p>
        </p:txBody>
      </p:sp>
      <p:sp>
        <p:nvSpPr>
          <p:cNvPr id="127091" name="Rectangle 139">
            <a:extLst>
              <a:ext uri="{FF2B5EF4-FFF2-40B4-BE49-F238E27FC236}">
                <a16:creationId xmlns:a16="http://schemas.microsoft.com/office/drawing/2014/main" id="{0EF6DAA0-36CD-1B4E-A79F-99FA35887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1844675"/>
            <a:ext cx="1343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27092" name="Rectangle 140">
            <a:extLst>
              <a:ext uri="{FF2B5EF4-FFF2-40B4-BE49-F238E27FC236}">
                <a16:creationId xmlns:a16="http://schemas.microsoft.com/office/drawing/2014/main" id="{C1A787AC-EA6A-6540-AE47-25F5B0ECB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5240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R[rd]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R[rs]  + / -  R[rt]</a:t>
            </a:r>
          </a:p>
        </p:txBody>
      </p:sp>
      <p:sp>
        <p:nvSpPr>
          <p:cNvPr id="127093" name="Rectangle 141">
            <a:extLst>
              <a:ext uri="{FF2B5EF4-FFF2-40B4-BE49-F238E27FC236}">
                <a16:creationId xmlns:a16="http://schemas.microsoft.com/office/drawing/2014/main" id="{4EE67F3A-FAD6-694B-9512-E9792BC6F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7094" name="Rectangle 142">
            <a:extLst>
              <a:ext uri="{FF2B5EF4-FFF2-40B4-BE49-F238E27FC236}">
                <a16:creationId xmlns:a16="http://schemas.microsoft.com/office/drawing/2014/main" id="{747E36F9-1FFB-C548-BE99-82B02CCEF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7095" name="Rectangle 143">
            <a:extLst>
              <a:ext uri="{FF2B5EF4-FFF2-40B4-BE49-F238E27FC236}">
                <a16:creationId xmlns:a16="http://schemas.microsoft.com/office/drawing/2014/main" id="{52B10980-5C07-1042-8BC7-B89E570AC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7096" name="Rectangle 144">
            <a:extLst>
              <a:ext uri="{FF2B5EF4-FFF2-40B4-BE49-F238E27FC236}">
                <a16:creationId xmlns:a16="http://schemas.microsoft.com/office/drawing/2014/main" id="{42B2F71D-7B3A-9948-9468-1233199D3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7097" name="Rectangle 145">
            <a:extLst>
              <a:ext uri="{FF2B5EF4-FFF2-40B4-BE49-F238E27FC236}">
                <a16:creationId xmlns:a16="http://schemas.microsoft.com/office/drawing/2014/main" id="{83A03A91-8AB8-5E48-8101-B1803E770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27098" name="Rectangle 146">
            <a:extLst>
              <a:ext uri="{FF2B5EF4-FFF2-40B4-BE49-F238E27FC236}">
                <a16:creationId xmlns:a16="http://schemas.microsoft.com/office/drawing/2014/main" id="{69FA1C33-8A54-1448-8572-1714503D8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7099" name="Line 147">
            <a:extLst>
              <a:ext uri="{FF2B5EF4-FFF2-40B4-BE49-F238E27FC236}">
                <a16:creationId xmlns:a16="http://schemas.microsoft.com/office/drawing/2014/main" id="{D4D25719-3FE1-5546-B997-563AF674B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100" name="Rectangle 148">
            <a:extLst>
              <a:ext uri="{FF2B5EF4-FFF2-40B4-BE49-F238E27FC236}">
                <a16:creationId xmlns:a16="http://schemas.microsoft.com/office/drawing/2014/main" id="{782C4685-5BE5-A04D-B73E-0491F054C5E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&lt;21:25&gt;</a:t>
            </a:r>
          </a:p>
        </p:txBody>
      </p:sp>
      <p:sp>
        <p:nvSpPr>
          <p:cNvPr id="127101" name="Rectangle 149">
            <a:extLst>
              <a:ext uri="{FF2B5EF4-FFF2-40B4-BE49-F238E27FC236}">
                <a16:creationId xmlns:a16="http://schemas.microsoft.com/office/drawing/2014/main" id="{261E4E0E-0848-014C-9B51-0F6E768910A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&lt;16:20&gt;</a:t>
            </a:r>
          </a:p>
        </p:txBody>
      </p:sp>
      <p:sp>
        <p:nvSpPr>
          <p:cNvPr id="127102" name="Rectangle 150">
            <a:extLst>
              <a:ext uri="{FF2B5EF4-FFF2-40B4-BE49-F238E27FC236}">
                <a16:creationId xmlns:a16="http://schemas.microsoft.com/office/drawing/2014/main" id="{14EDB666-0BB7-F548-A651-BA343F8BE3A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&lt;11:15&gt;</a:t>
            </a:r>
          </a:p>
        </p:txBody>
      </p:sp>
      <p:sp>
        <p:nvSpPr>
          <p:cNvPr id="127103" name="Rectangle 151">
            <a:extLst>
              <a:ext uri="{FF2B5EF4-FFF2-40B4-BE49-F238E27FC236}">
                <a16:creationId xmlns:a16="http://schemas.microsoft.com/office/drawing/2014/main" id="{C9BC1BF9-72C8-A143-9C3A-890332E7900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412207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&lt;0:15&gt;</a:t>
            </a:r>
          </a:p>
        </p:txBody>
      </p:sp>
      <p:sp>
        <p:nvSpPr>
          <p:cNvPr id="127104" name="Line 152">
            <a:extLst>
              <a:ext uri="{FF2B5EF4-FFF2-40B4-BE49-F238E27FC236}">
                <a16:creationId xmlns:a16="http://schemas.microsoft.com/office/drawing/2014/main" id="{5A102B98-C079-DA42-9368-798BA51AE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105" name="Line 153">
            <a:extLst>
              <a:ext uri="{FF2B5EF4-FFF2-40B4-BE49-F238E27FC236}">
                <a16:creationId xmlns:a16="http://schemas.microsoft.com/office/drawing/2014/main" id="{6F402C6F-493A-0D46-BAA0-4D1E6E750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106" name="Line 154">
            <a:extLst>
              <a:ext uri="{FF2B5EF4-FFF2-40B4-BE49-F238E27FC236}">
                <a16:creationId xmlns:a16="http://schemas.microsoft.com/office/drawing/2014/main" id="{A6E17DA4-E77C-E342-BFDD-5C4FAFBA1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107" name="Rectangle 155">
            <a:extLst>
              <a:ext uri="{FF2B5EF4-FFF2-40B4-BE49-F238E27FC236}">
                <a16:creationId xmlns:a16="http://schemas.microsoft.com/office/drawing/2014/main" id="{8D51824F-F5C6-9340-95BA-4DDB5D39C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9718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Imm16</a:t>
            </a:r>
          </a:p>
        </p:txBody>
      </p:sp>
      <p:sp>
        <p:nvSpPr>
          <p:cNvPr id="127108" name="Rectangle 156">
            <a:extLst>
              <a:ext uri="{FF2B5EF4-FFF2-40B4-BE49-F238E27FC236}">
                <a16:creationId xmlns:a16="http://schemas.microsoft.com/office/drawing/2014/main" id="{575D9EAA-84E8-0741-9B3F-1A7A6C13A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9718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Rd</a:t>
            </a:r>
          </a:p>
        </p:txBody>
      </p:sp>
      <p:sp>
        <p:nvSpPr>
          <p:cNvPr id="127109" name="Rectangle 157">
            <a:extLst>
              <a:ext uri="{FF2B5EF4-FFF2-40B4-BE49-F238E27FC236}">
                <a16:creationId xmlns:a16="http://schemas.microsoft.com/office/drawing/2014/main" id="{642D4055-59D8-DC42-A2DE-D17A291C0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18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Rt</a:t>
            </a:r>
          </a:p>
        </p:txBody>
      </p:sp>
      <p:sp>
        <p:nvSpPr>
          <p:cNvPr id="127110" name="Rectangle 158">
            <a:extLst>
              <a:ext uri="{FF2B5EF4-FFF2-40B4-BE49-F238E27FC236}">
                <a16:creationId xmlns:a16="http://schemas.microsoft.com/office/drawing/2014/main" id="{B355BE7C-B66D-5446-9912-1C5CCBE0F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718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Rs</a:t>
            </a:r>
          </a:p>
        </p:txBody>
      </p:sp>
      <p:grpSp>
        <p:nvGrpSpPr>
          <p:cNvPr id="127111" name="Group 159">
            <a:extLst>
              <a:ext uri="{FF2B5EF4-FFF2-40B4-BE49-F238E27FC236}">
                <a16:creationId xmlns:a16="http://schemas.microsoft.com/office/drawing/2014/main" id="{19968117-C7BE-0642-8D9D-A0E836034DB8}"/>
              </a:ext>
            </a:extLst>
          </p:cNvPr>
          <p:cNvGrpSpPr>
            <a:grpSpLocks/>
          </p:cNvGrpSpPr>
          <p:nvPr/>
        </p:nvGrpSpPr>
        <p:grpSpPr bwMode="auto">
          <a:xfrm>
            <a:off x="1509713" y="609600"/>
            <a:ext cx="6327775" cy="668338"/>
            <a:chOff x="951" y="384"/>
            <a:chExt cx="3986" cy="421"/>
          </a:xfrm>
        </p:grpSpPr>
        <p:sp>
          <p:nvSpPr>
            <p:cNvPr id="127132" name="Rectangle 160">
              <a:extLst>
                <a:ext uri="{FF2B5EF4-FFF2-40B4-BE49-F238E27FC236}">
                  <a16:creationId xmlns:a16="http://schemas.microsoft.com/office/drawing/2014/main" id="{86D9BDD6-C103-C946-8C2D-830450D44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584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27133" name="Group 161">
              <a:extLst>
                <a:ext uri="{FF2B5EF4-FFF2-40B4-BE49-F238E27FC236}">
                  <a16:creationId xmlns:a16="http://schemas.microsoft.com/office/drawing/2014/main" id="{10DC93F4-9CAB-B040-B45F-ED8C6578B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2" y="576"/>
              <a:ext cx="664" cy="229"/>
              <a:chOff x="1012" y="576"/>
              <a:chExt cx="664" cy="229"/>
            </a:xfrm>
          </p:grpSpPr>
          <p:sp>
            <p:nvSpPr>
              <p:cNvPr id="127156" name="Rectangle 162">
                <a:extLst>
                  <a:ext uri="{FF2B5EF4-FFF2-40B4-BE49-F238E27FC236}">
                    <a16:creationId xmlns:a16="http://schemas.microsoft.com/office/drawing/2014/main" id="{C73E0976-75F5-8549-8D18-AA57AF404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" y="58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7157" name="Rectangle 163">
                <a:extLst>
                  <a:ext uri="{FF2B5EF4-FFF2-40B4-BE49-F238E27FC236}">
                    <a16:creationId xmlns:a16="http://schemas.microsoft.com/office/drawing/2014/main" id="{65007043-5C5A-A64E-92EA-85D75A92A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" y="576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黑体" panose="02010609060101010101" pitchFamily="49" charset="-122"/>
                  </a:rPr>
                  <a:t>op</a:t>
                </a:r>
              </a:p>
            </p:txBody>
          </p:sp>
        </p:grpSp>
        <p:grpSp>
          <p:nvGrpSpPr>
            <p:cNvPr id="127134" name="Group 164">
              <a:extLst>
                <a:ext uri="{FF2B5EF4-FFF2-40B4-BE49-F238E27FC236}">
                  <a16:creationId xmlns:a16="http://schemas.microsoft.com/office/drawing/2014/main" id="{999F95CF-5B98-894B-8458-E1BCA920F9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4" y="576"/>
              <a:ext cx="616" cy="229"/>
              <a:chOff x="1684" y="576"/>
              <a:chExt cx="616" cy="229"/>
            </a:xfrm>
          </p:grpSpPr>
          <p:sp>
            <p:nvSpPr>
              <p:cNvPr id="127154" name="Rectangle 165">
                <a:extLst>
                  <a:ext uri="{FF2B5EF4-FFF2-40B4-BE49-F238E27FC236}">
                    <a16:creationId xmlns:a16="http://schemas.microsoft.com/office/drawing/2014/main" id="{646EACAD-431A-474E-B6C7-B353C5670D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4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7155" name="Rectangle 166">
                <a:extLst>
                  <a:ext uri="{FF2B5EF4-FFF2-40B4-BE49-F238E27FC236}">
                    <a16:creationId xmlns:a16="http://schemas.microsoft.com/office/drawing/2014/main" id="{E2EA5968-5624-954F-8FE1-61F12757A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576"/>
                <a:ext cx="25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黑体" panose="02010609060101010101" pitchFamily="49" charset="-122"/>
                  </a:rPr>
                  <a:t>rs</a:t>
                </a:r>
              </a:p>
            </p:txBody>
          </p:sp>
        </p:grpSp>
        <p:grpSp>
          <p:nvGrpSpPr>
            <p:cNvPr id="127135" name="Group 167">
              <a:extLst>
                <a:ext uri="{FF2B5EF4-FFF2-40B4-BE49-F238E27FC236}">
                  <a16:creationId xmlns:a16="http://schemas.microsoft.com/office/drawing/2014/main" id="{C348B37F-7B93-1D4C-AF49-B96CD6FC9E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8" y="576"/>
              <a:ext cx="616" cy="229"/>
              <a:chOff x="2308" y="576"/>
              <a:chExt cx="616" cy="229"/>
            </a:xfrm>
          </p:grpSpPr>
          <p:sp>
            <p:nvSpPr>
              <p:cNvPr id="127152" name="Rectangle 168">
                <a:extLst>
                  <a:ext uri="{FF2B5EF4-FFF2-40B4-BE49-F238E27FC236}">
                    <a16:creationId xmlns:a16="http://schemas.microsoft.com/office/drawing/2014/main" id="{1551298A-55C1-E04A-A428-2041294B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8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7153" name="Rectangle 169">
                <a:extLst>
                  <a:ext uri="{FF2B5EF4-FFF2-40B4-BE49-F238E27FC236}">
                    <a16:creationId xmlns:a16="http://schemas.microsoft.com/office/drawing/2014/main" id="{560D162F-A8CF-5148-A062-D1E567CF4C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7" y="576"/>
                <a:ext cx="21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黑体" panose="02010609060101010101" pitchFamily="49" charset="-122"/>
                  </a:rPr>
                  <a:t>rt</a:t>
                </a:r>
              </a:p>
            </p:txBody>
          </p:sp>
        </p:grpSp>
        <p:grpSp>
          <p:nvGrpSpPr>
            <p:cNvPr id="127136" name="Group 170">
              <a:extLst>
                <a:ext uri="{FF2B5EF4-FFF2-40B4-BE49-F238E27FC236}">
                  <a16:creationId xmlns:a16="http://schemas.microsoft.com/office/drawing/2014/main" id="{6CA0C722-D8D3-D049-B8F0-AE304D059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2" y="576"/>
              <a:ext cx="616" cy="229"/>
              <a:chOff x="2932" y="576"/>
              <a:chExt cx="616" cy="229"/>
            </a:xfrm>
          </p:grpSpPr>
          <p:sp>
            <p:nvSpPr>
              <p:cNvPr id="127150" name="Rectangle 171">
                <a:extLst>
                  <a:ext uri="{FF2B5EF4-FFF2-40B4-BE49-F238E27FC236}">
                    <a16:creationId xmlns:a16="http://schemas.microsoft.com/office/drawing/2014/main" id="{E36E0609-B806-BE44-87A3-B7639B042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7151" name="Rectangle 172">
                <a:extLst>
                  <a:ext uri="{FF2B5EF4-FFF2-40B4-BE49-F238E27FC236}">
                    <a16:creationId xmlns:a16="http://schemas.microsoft.com/office/drawing/2014/main" id="{7C9581E9-64F9-8946-9376-C0CA3FD51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1" y="576"/>
                <a:ext cx="25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黑体" panose="02010609060101010101" pitchFamily="49" charset="-122"/>
                  </a:rPr>
                  <a:t>rd</a:t>
                </a:r>
              </a:p>
            </p:txBody>
          </p:sp>
        </p:grpSp>
        <p:grpSp>
          <p:nvGrpSpPr>
            <p:cNvPr id="127137" name="Group 173">
              <a:extLst>
                <a:ext uri="{FF2B5EF4-FFF2-40B4-BE49-F238E27FC236}">
                  <a16:creationId xmlns:a16="http://schemas.microsoft.com/office/drawing/2014/main" id="{F100E96B-91D7-FF4E-80AA-484056C72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6" y="576"/>
              <a:ext cx="621" cy="229"/>
              <a:chOff x="3556" y="576"/>
              <a:chExt cx="621" cy="229"/>
            </a:xfrm>
          </p:grpSpPr>
          <p:sp>
            <p:nvSpPr>
              <p:cNvPr id="127148" name="Rectangle 174">
                <a:extLst>
                  <a:ext uri="{FF2B5EF4-FFF2-40B4-BE49-F238E27FC236}">
                    <a16:creationId xmlns:a16="http://schemas.microsoft.com/office/drawing/2014/main" id="{ECBE1BA2-AB96-4B4D-B69A-34E0AB51E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" y="580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7149" name="Rectangle 175">
                <a:extLst>
                  <a:ext uri="{FF2B5EF4-FFF2-40B4-BE49-F238E27FC236}">
                    <a16:creationId xmlns:a16="http://schemas.microsoft.com/office/drawing/2014/main" id="{4E1584A3-8A3B-9D4A-9CE4-8BF520462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9" y="576"/>
                <a:ext cx="53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黑体" panose="02010609060101010101" pitchFamily="49" charset="-122"/>
                  </a:rPr>
                  <a:t>shamt</a:t>
                </a:r>
              </a:p>
            </p:txBody>
          </p:sp>
        </p:grpSp>
        <p:grpSp>
          <p:nvGrpSpPr>
            <p:cNvPr id="127138" name="Group 176">
              <a:extLst>
                <a:ext uri="{FF2B5EF4-FFF2-40B4-BE49-F238E27FC236}">
                  <a16:creationId xmlns:a16="http://schemas.microsoft.com/office/drawing/2014/main" id="{34B97B43-4B90-C14F-88C2-421A82AEE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0" y="576"/>
              <a:ext cx="664" cy="229"/>
              <a:chOff x="4180" y="576"/>
              <a:chExt cx="664" cy="229"/>
            </a:xfrm>
          </p:grpSpPr>
          <p:sp>
            <p:nvSpPr>
              <p:cNvPr id="127146" name="Rectangle 177">
                <a:extLst>
                  <a:ext uri="{FF2B5EF4-FFF2-40B4-BE49-F238E27FC236}">
                    <a16:creationId xmlns:a16="http://schemas.microsoft.com/office/drawing/2014/main" id="{F9B16A65-71C8-1144-B72F-79B1B5446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580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27147" name="Rectangle 178">
                <a:extLst>
                  <a:ext uri="{FF2B5EF4-FFF2-40B4-BE49-F238E27FC236}">
                    <a16:creationId xmlns:a16="http://schemas.microsoft.com/office/drawing/2014/main" id="{C68B59C7-AB55-A947-AB03-F44E9E10D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576"/>
                <a:ext cx="41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黑体" panose="02010609060101010101" pitchFamily="49" charset="-122"/>
                  </a:rPr>
                  <a:t>func</a:t>
                </a:r>
              </a:p>
            </p:txBody>
          </p:sp>
        </p:grpSp>
        <p:sp>
          <p:nvSpPr>
            <p:cNvPr id="127139" name="Rectangle 179">
              <a:extLst>
                <a:ext uri="{FF2B5EF4-FFF2-40B4-BE49-F238E27FC236}">
                  <a16:creationId xmlns:a16="http://schemas.microsoft.com/office/drawing/2014/main" id="{5F2809AB-183B-BB46-A1BA-3251EAB3A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384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127140" name="Rectangle 180">
              <a:extLst>
                <a:ext uri="{FF2B5EF4-FFF2-40B4-BE49-F238E27FC236}">
                  <a16:creationId xmlns:a16="http://schemas.microsoft.com/office/drawing/2014/main" id="{C9988ECB-A9CC-294E-8294-9B3533BE7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384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6</a:t>
              </a:r>
            </a:p>
          </p:txBody>
        </p:sp>
        <p:sp>
          <p:nvSpPr>
            <p:cNvPr id="127141" name="Rectangle 181">
              <a:extLst>
                <a:ext uri="{FF2B5EF4-FFF2-40B4-BE49-F238E27FC236}">
                  <a16:creationId xmlns:a16="http://schemas.microsoft.com/office/drawing/2014/main" id="{17156AC3-4A08-0A46-B57E-D0D53562F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11</a:t>
              </a:r>
            </a:p>
          </p:txBody>
        </p:sp>
        <p:sp>
          <p:nvSpPr>
            <p:cNvPr id="127142" name="Rectangle 182">
              <a:extLst>
                <a:ext uri="{FF2B5EF4-FFF2-40B4-BE49-F238E27FC236}">
                  <a16:creationId xmlns:a16="http://schemas.microsoft.com/office/drawing/2014/main" id="{26169799-0CA6-7B43-B89A-907EFBA27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16</a:t>
              </a:r>
            </a:p>
          </p:txBody>
        </p:sp>
        <p:sp>
          <p:nvSpPr>
            <p:cNvPr id="127143" name="Rectangle 183">
              <a:extLst>
                <a:ext uri="{FF2B5EF4-FFF2-40B4-BE49-F238E27FC236}">
                  <a16:creationId xmlns:a16="http://schemas.microsoft.com/office/drawing/2014/main" id="{C48E49A0-39B7-A444-9B6E-EE7B26D75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21</a:t>
              </a:r>
            </a:p>
          </p:txBody>
        </p:sp>
        <p:sp>
          <p:nvSpPr>
            <p:cNvPr id="127144" name="Rectangle 184">
              <a:extLst>
                <a:ext uri="{FF2B5EF4-FFF2-40B4-BE49-F238E27FC236}">
                  <a16:creationId xmlns:a16="http://schemas.microsoft.com/office/drawing/2014/main" id="{0C8085BA-34C1-A54D-996B-9B60999E3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26</a:t>
              </a:r>
            </a:p>
          </p:txBody>
        </p:sp>
        <p:sp>
          <p:nvSpPr>
            <p:cNvPr id="127145" name="Rectangle 185">
              <a:extLst>
                <a:ext uri="{FF2B5EF4-FFF2-40B4-BE49-F238E27FC236}">
                  <a16:creationId xmlns:a16="http://schemas.microsoft.com/office/drawing/2014/main" id="{3161FEC4-DBC0-7A4A-B9C7-5DCC27048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黑体" panose="02010609060101010101" pitchFamily="49" charset="-122"/>
                </a:rPr>
                <a:t>31</a:t>
              </a:r>
            </a:p>
          </p:txBody>
        </p:sp>
      </p:grpSp>
      <p:grpSp>
        <p:nvGrpSpPr>
          <p:cNvPr id="247994" name="Group 186">
            <a:extLst>
              <a:ext uri="{FF2B5EF4-FFF2-40B4-BE49-F238E27FC236}">
                <a16:creationId xmlns:a16="http://schemas.microsoft.com/office/drawing/2014/main" id="{0B038158-EFF7-1D44-ACE5-812D0DD8FE75}"/>
              </a:ext>
            </a:extLst>
          </p:cNvPr>
          <p:cNvGrpSpPr>
            <a:grpSpLocks/>
          </p:cNvGrpSpPr>
          <p:nvPr/>
        </p:nvGrpSpPr>
        <p:grpSpPr bwMode="auto">
          <a:xfrm>
            <a:off x="2605088" y="3235325"/>
            <a:ext cx="442912" cy="382588"/>
            <a:chOff x="1641" y="2038"/>
            <a:chExt cx="279" cy="241"/>
          </a:xfrm>
        </p:grpSpPr>
        <p:sp>
          <p:nvSpPr>
            <p:cNvPr id="127130" name="Line 187">
              <a:extLst>
                <a:ext uri="{FF2B5EF4-FFF2-40B4-BE49-F238E27FC236}">
                  <a16:creationId xmlns:a16="http://schemas.microsoft.com/office/drawing/2014/main" id="{39D15B48-C650-7E4D-9541-BC16D217F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1" y="2038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31" name="Line 188">
              <a:extLst>
                <a:ext uri="{FF2B5EF4-FFF2-40B4-BE49-F238E27FC236}">
                  <a16:creationId xmlns:a16="http://schemas.microsoft.com/office/drawing/2014/main" id="{CEBCF6A4-1D6B-3C4F-8A15-8DABD59C4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043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7997" name="Group 189">
            <a:extLst>
              <a:ext uri="{FF2B5EF4-FFF2-40B4-BE49-F238E27FC236}">
                <a16:creationId xmlns:a16="http://schemas.microsoft.com/office/drawing/2014/main" id="{23AA9CDB-CC34-CC46-9CB2-2674793BC678}"/>
              </a:ext>
            </a:extLst>
          </p:cNvPr>
          <p:cNvGrpSpPr>
            <a:grpSpLocks/>
          </p:cNvGrpSpPr>
          <p:nvPr/>
        </p:nvGrpSpPr>
        <p:grpSpPr bwMode="auto">
          <a:xfrm>
            <a:off x="3221038" y="3797300"/>
            <a:ext cx="1793875" cy="698500"/>
            <a:chOff x="2029" y="2382"/>
            <a:chExt cx="1130" cy="440"/>
          </a:xfrm>
        </p:grpSpPr>
        <p:sp>
          <p:nvSpPr>
            <p:cNvPr id="127128" name="Line 190">
              <a:extLst>
                <a:ext uri="{FF2B5EF4-FFF2-40B4-BE49-F238E27FC236}">
                  <a16:creationId xmlns:a16="http://schemas.microsoft.com/office/drawing/2014/main" id="{AD4C7520-0362-CB4E-86A2-CFAE35542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9" y="2382"/>
              <a:ext cx="112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29" name="Line 191">
              <a:extLst>
                <a:ext uri="{FF2B5EF4-FFF2-40B4-BE49-F238E27FC236}">
                  <a16:creationId xmlns:a16="http://schemas.microsoft.com/office/drawing/2014/main" id="{A879730A-BEC6-1E46-A59E-F5C847E60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822"/>
              <a:ext cx="59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8000" name="Line 192">
            <a:extLst>
              <a:ext uri="{FF2B5EF4-FFF2-40B4-BE49-F238E27FC236}">
                <a16:creationId xmlns:a16="http://schemas.microsoft.com/office/drawing/2014/main" id="{32FA9A85-2A50-D941-BD32-1972EB540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0725" y="4632325"/>
            <a:ext cx="4826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001" name="Line 193">
            <a:extLst>
              <a:ext uri="{FF2B5EF4-FFF2-40B4-BE49-F238E27FC236}">
                <a16:creationId xmlns:a16="http://schemas.microsoft.com/office/drawing/2014/main" id="{37474FC9-5917-C44C-9531-A242F182C7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6238" y="4205288"/>
            <a:ext cx="23368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8002" name="Group 194">
            <a:extLst>
              <a:ext uri="{FF2B5EF4-FFF2-40B4-BE49-F238E27FC236}">
                <a16:creationId xmlns:a16="http://schemas.microsoft.com/office/drawing/2014/main" id="{6DB06718-C097-6C41-A2A5-D8F0E2B02ED8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4124325"/>
            <a:ext cx="7823200" cy="2082800"/>
            <a:chOff x="461" y="2607"/>
            <a:chExt cx="4928" cy="1312"/>
          </a:xfrm>
        </p:grpSpPr>
        <p:sp>
          <p:nvSpPr>
            <p:cNvPr id="127123" name="Line 195">
              <a:extLst>
                <a:ext uri="{FF2B5EF4-FFF2-40B4-BE49-F238E27FC236}">
                  <a16:creationId xmlns:a16="http://schemas.microsoft.com/office/drawing/2014/main" id="{20851F27-C019-C14F-89D0-4DB27B873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1" y="2837"/>
              <a:ext cx="2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24" name="Line 196">
              <a:extLst>
                <a:ext uri="{FF2B5EF4-FFF2-40B4-BE49-F238E27FC236}">
                  <a16:creationId xmlns:a16="http://schemas.microsoft.com/office/drawing/2014/main" id="{F629F9FD-3AEB-7340-8A9F-72210F55D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3" y="2853"/>
              <a:ext cx="0" cy="102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25" name="Line 197">
              <a:extLst>
                <a:ext uri="{FF2B5EF4-FFF2-40B4-BE49-F238E27FC236}">
                  <a16:creationId xmlns:a16="http://schemas.microsoft.com/office/drawing/2014/main" id="{398B82C7-84E7-AB47-989D-3836B975D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" y="3894"/>
              <a:ext cx="4928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26" name="Line 198">
              <a:extLst>
                <a:ext uri="{FF2B5EF4-FFF2-40B4-BE49-F238E27FC236}">
                  <a16:creationId xmlns:a16="http://schemas.microsoft.com/office/drawing/2014/main" id="{2D80EB48-6879-7C4B-ADC5-B53108E566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" y="2607"/>
              <a:ext cx="0" cy="1312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27" name="Line 199">
              <a:extLst>
                <a:ext uri="{FF2B5EF4-FFF2-40B4-BE49-F238E27FC236}">
                  <a16:creationId xmlns:a16="http://schemas.microsoft.com/office/drawing/2014/main" id="{313C1C88-79F8-4345-86F0-0AB65BE71E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" y="2614"/>
              <a:ext cx="6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8008" name="Line 200">
            <a:extLst>
              <a:ext uri="{FF2B5EF4-FFF2-40B4-BE49-F238E27FC236}">
                <a16:creationId xmlns:a16="http://schemas.microsoft.com/office/drawing/2014/main" id="{68BDE426-69B9-6C48-8701-0C31EF4A4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284538"/>
            <a:ext cx="0" cy="482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009" name="Line 201">
            <a:extLst>
              <a:ext uri="{FF2B5EF4-FFF2-40B4-BE49-F238E27FC236}">
                <a16:creationId xmlns:a16="http://schemas.microsoft.com/office/drawing/2014/main" id="{85F59B5E-1BB9-3040-B84A-430C856E6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8638" y="5356225"/>
            <a:ext cx="0" cy="40005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010" name="Line 202">
            <a:extLst>
              <a:ext uri="{FF2B5EF4-FFF2-40B4-BE49-F238E27FC236}">
                <a16:creationId xmlns:a16="http://schemas.microsoft.com/office/drawing/2014/main" id="{B843236B-8DAE-FA43-8E95-0E49E603BE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0038" y="3554413"/>
            <a:ext cx="0" cy="45085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8011" name="Group 203">
            <a:extLst>
              <a:ext uri="{FF2B5EF4-FFF2-40B4-BE49-F238E27FC236}">
                <a16:creationId xmlns:a16="http://schemas.microsoft.com/office/drawing/2014/main" id="{0973E209-27F5-6A46-8092-924F0C90B460}"/>
              </a:ext>
            </a:extLst>
          </p:cNvPr>
          <p:cNvGrpSpPr>
            <a:grpSpLocks/>
          </p:cNvGrpSpPr>
          <p:nvPr/>
        </p:nvGrpSpPr>
        <p:grpSpPr bwMode="auto">
          <a:xfrm>
            <a:off x="1762125" y="2540000"/>
            <a:ext cx="442913" cy="1085850"/>
            <a:chOff x="1110" y="1600"/>
            <a:chExt cx="279" cy="684"/>
          </a:xfrm>
        </p:grpSpPr>
        <p:sp>
          <p:nvSpPr>
            <p:cNvPr id="127121" name="Line 204">
              <a:extLst>
                <a:ext uri="{FF2B5EF4-FFF2-40B4-BE49-F238E27FC236}">
                  <a16:creationId xmlns:a16="http://schemas.microsoft.com/office/drawing/2014/main" id="{E1B89972-1DD4-FE49-ACFA-30C7E94D5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1600"/>
              <a:ext cx="0" cy="103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122" name="Line 205">
              <a:extLst>
                <a:ext uri="{FF2B5EF4-FFF2-40B4-BE49-F238E27FC236}">
                  <a16:creationId xmlns:a16="http://schemas.microsoft.com/office/drawing/2014/main" id="{2D0A2767-4D7E-924C-B29F-B2667971B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1914"/>
              <a:ext cx="0" cy="37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47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79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47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79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48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80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4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4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4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24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4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4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4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26" name="Group 2">
            <a:extLst>
              <a:ext uri="{FF2B5EF4-FFF2-40B4-BE49-F238E27FC236}">
                <a16:creationId xmlns:a16="http://schemas.microsoft.com/office/drawing/2014/main" id="{62FBFF99-A97B-5F4E-AB8C-077483C7CA78}"/>
              </a:ext>
            </a:extLst>
          </p:cNvPr>
          <p:cNvGrpSpPr>
            <a:grpSpLocks/>
          </p:cNvGrpSpPr>
          <p:nvPr/>
        </p:nvGrpSpPr>
        <p:grpSpPr bwMode="auto">
          <a:xfrm>
            <a:off x="736600" y="1693863"/>
            <a:ext cx="5689600" cy="2598737"/>
            <a:chOff x="537" y="1265"/>
            <a:chExt cx="3584" cy="1637"/>
          </a:xfrm>
        </p:grpSpPr>
        <p:sp>
          <p:nvSpPr>
            <p:cNvPr id="129153" name="Line 3">
              <a:extLst>
                <a:ext uri="{FF2B5EF4-FFF2-40B4-BE49-F238E27FC236}">
                  <a16:creationId xmlns:a16="http://schemas.microsoft.com/office/drawing/2014/main" id="{7046C76A-CE31-FA4F-A148-6D396DF70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2" y="2428"/>
              <a:ext cx="0" cy="32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54" name="Line 4">
              <a:extLst>
                <a:ext uri="{FF2B5EF4-FFF2-40B4-BE49-F238E27FC236}">
                  <a16:creationId xmlns:a16="http://schemas.microsoft.com/office/drawing/2014/main" id="{F30AE33B-2127-964F-AF5B-3D7F29C2E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2419"/>
              <a:ext cx="54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55" name="Line 5">
              <a:extLst>
                <a:ext uri="{FF2B5EF4-FFF2-40B4-BE49-F238E27FC236}">
                  <a16:creationId xmlns:a16="http://schemas.microsoft.com/office/drawing/2014/main" id="{1A0E8F2B-E6EB-F443-BA4C-16B942504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9" y="2490"/>
              <a:ext cx="1072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56" name="Line 6">
              <a:extLst>
                <a:ext uri="{FF2B5EF4-FFF2-40B4-BE49-F238E27FC236}">
                  <a16:creationId xmlns:a16="http://schemas.microsoft.com/office/drawing/2014/main" id="{541D20F6-C7B2-C747-9B74-93A0B673D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5" y="2902"/>
              <a:ext cx="30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57" name="Line 7">
              <a:extLst>
                <a:ext uri="{FF2B5EF4-FFF2-40B4-BE49-F238E27FC236}">
                  <a16:creationId xmlns:a16="http://schemas.microsoft.com/office/drawing/2014/main" id="{13BD7D4F-A8F9-B948-8418-96B4D8DAA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442"/>
              <a:ext cx="256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58" name="Line 8">
              <a:extLst>
                <a:ext uri="{FF2B5EF4-FFF2-40B4-BE49-F238E27FC236}">
                  <a16:creationId xmlns:a16="http://schemas.microsoft.com/office/drawing/2014/main" id="{1AC5F2F0-082D-7947-AA58-FE1F6626F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5" y="2730"/>
              <a:ext cx="160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9159" name="Group 9">
              <a:extLst>
                <a:ext uri="{FF2B5EF4-FFF2-40B4-BE49-F238E27FC236}">
                  <a16:creationId xmlns:a16="http://schemas.microsoft.com/office/drawing/2014/main" id="{E27BA2C6-70AC-D048-A8F0-7E1CEF046F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" y="1265"/>
              <a:ext cx="3584" cy="1072"/>
              <a:chOff x="464" y="1184"/>
              <a:chExt cx="3584" cy="1072"/>
            </a:xfrm>
          </p:grpSpPr>
          <p:sp>
            <p:nvSpPr>
              <p:cNvPr id="129160" name="Line 10">
                <a:extLst>
                  <a:ext uri="{FF2B5EF4-FFF2-40B4-BE49-F238E27FC236}">
                    <a16:creationId xmlns:a16="http://schemas.microsoft.com/office/drawing/2014/main" id="{4711F7E1-C23D-494E-A49B-DF4A492AE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4" y="2160"/>
                <a:ext cx="112" cy="0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29161" name="Group 11">
                <a:extLst>
                  <a:ext uri="{FF2B5EF4-FFF2-40B4-BE49-F238E27FC236}">
                    <a16:creationId xmlns:a16="http://schemas.microsoft.com/office/drawing/2014/main" id="{6B4832A4-BEA1-2844-95B3-0C26B4576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" y="1184"/>
                <a:ext cx="3584" cy="1072"/>
                <a:chOff x="464" y="1184"/>
                <a:chExt cx="3584" cy="1072"/>
              </a:xfrm>
            </p:grpSpPr>
            <p:sp>
              <p:nvSpPr>
                <p:cNvPr id="129162" name="Line 12">
                  <a:extLst>
                    <a:ext uri="{FF2B5EF4-FFF2-40B4-BE49-F238E27FC236}">
                      <a16:creationId xmlns:a16="http://schemas.microsoft.com/office/drawing/2014/main" id="{28F6EE0A-1D92-E445-B9F5-9A26886B9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32" y="1184"/>
                  <a:ext cx="0" cy="992"/>
                </a:xfrm>
                <a:prstGeom prst="line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163" name="Line 13">
                  <a:extLst>
                    <a:ext uri="{FF2B5EF4-FFF2-40B4-BE49-F238E27FC236}">
                      <a16:creationId xmlns:a16="http://schemas.microsoft.com/office/drawing/2014/main" id="{5EF63AB5-DC92-ED45-AB3F-6DBBC13930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4" y="1200"/>
                  <a:ext cx="3584" cy="0"/>
                </a:xfrm>
                <a:prstGeom prst="line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164" name="Line 14">
                  <a:extLst>
                    <a:ext uri="{FF2B5EF4-FFF2-40B4-BE49-F238E27FC236}">
                      <a16:creationId xmlns:a16="http://schemas.microsoft.com/office/drawing/2014/main" id="{7D27DF05-E4C7-4C42-8BF4-AB6770DBD5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1216"/>
                  <a:ext cx="0" cy="1024"/>
                </a:xfrm>
                <a:prstGeom prst="line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9165" name="Line 15">
                  <a:extLst>
                    <a:ext uri="{FF2B5EF4-FFF2-40B4-BE49-F238E27FC236}">
                      <a16:creationId xmlns:a16="http://schemas.microsoft.com/office/drawing/2014/main" id="{1C23CA0A-9E1D-3F4C-9501-34AE2EB89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" y="2256"/>
                  <a:ext cx="352" cy="0"/>
                </a:xfrm>
                <a:prstGeom prst="line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29027" name="Rectangle 16">
            <a:extLst>
              <a:ext uri="{FF2B5EF4-FFF2-40B4-BE49-F238E27FC236}">
                <a16:creationId xmlns:a16="http://schemas.microsoft.com/office/drawing/2014/main" id="{A6DF10CA-F391-3A40-8E71-FDD4D436F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12482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</a:t>
            </a:r>
            <a:r>
              <a:rPr lang="zh-CN" altLang="en-US">
                <a:ea typeface="宋体" panose="02010600030101010101" pitchFamily="2" charset="-122"/>
              </a:rPr>
              <a:t>型指令（</a:t>
            </a:r>
            <a:r>
              <a:rPr lang="en-US" altLang="zh-CN">
                <a:ea typeface="宋体" panose="02010600030101010101" pitchFamily="2" charset="-122"/>
              </a:rPr>
              <a:t>Add /Sub</a:t>
            </a:r>
            <a:r>
              <a:rPr lang="zh-CN" altLang="en-US">
                <a:ea typeface="宋体" panose="02010600030101010101" pitchFamily="2" charset="-122"/>
              </a:rPr>
              <a:t>）最后阶段取指部件中的动作</a:t>
            </a:r>
          </a:p>
        </p:txBody>
      </p:sp>
      <p:sp>
        <p:nvSpPr>
          <p:cNvPr id="129028" name="Line 17">
            <a:extLst>
              <a:ext uri="{FF2B5EF4-FFF2-40B4-BE49-F238E27FC236}">
                <a16:creationId xmlns:a16="http://schemas.microsoft.com/office/drawing/2014/main" id="{DC8050E8-72B1-424D-90F0-F5B4BF8BF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33385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Rectangle 18">
            <a:extLst>
              <a:ext uri="{FF2B5EF4-FFF2-40B4-BE49-F238E27FC236}">
                <a16:creationId xmlns:a16="http://schemas.microsoft.com/office/drawing/2014/main" id="{91C6ADAA-FF67-7B46-B2DA-DB11E11C8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734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249875" name="Line 19">
            <a:extLst>
              <a:ext uri="{FF2B5EF4-FFF2-40B4-BE49-F238E27FC236}">
                <a16:creationId xmlns:a16="http://schemas.microsoft.com/office/drawing/2014/main" id="{692FB5C1-0592-674D-A0F2-79567AF96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975" y="3632200"/>
            <a:ext cx="17018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1" name="Line 20">
            <a:extLst>
              <a:ext uri="{FF2B5EF4-FFF2-40B4-BE49-F238E27FC236}">
                <a16:creationId xmlns:a16="http://schemas.microsoft.com/office/drawing/2014/main" id="{B1389F9B-528E-C24D-803E-2FA6AB9BD8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5623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2" name="Rectangle 21">
            <a:extLst>
              <a:ext uri="{FF2B5EF4-FFF2-40B4-BE49-F238E27FC236}">
                <a16:creationId xmlns:a16="http://schemas.microsoft.com/office/drawing/2014/main" id="{D1573476-F9BA-DF42-A62F-A0730785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13" y="37369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129033" name="Rectangle 22">
            <a:extLst>
              <a:ext uri="{FF2B5EF4-FFF2-40B4-BE49-F238E27FC236}">
                <a16:creationId xmlns:a16="http://schemas.microsoft.com/office/drawing/2014/main" id="{6CB45107-6D70-774F-BF28-F2ACA3C203B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50281" y="5003007"/>
            <a:ext cx="1031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SignExt</a:t>
            </a:r>
          </a:p>
        </p:txBody>
      </p:sp>
      <p:sp>
        <p:nvSpPr>
          <p:cNvPr id="129034" name="Line 23">
            <a:extLst>
              <a:ext uri="{FF2B5EF4-FFF2-40B4-BE49-F238E27FC236}">
                <a16:creationId xmlns:a16="http://schemas.microsoft.com/office/drawing/2014/main" id="{9093362D-7001-774E-A01F-0E568C987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446563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5" name="Rectangle 24">
            <a:extLst>
              <a:ext uri="{FF2B5EF4-FFF2-40B4-BE49-F238E27FC236}">
                <a16:creationId xmlns:a16="http://schemas.microsoft.com/office/drawing/2014/main" id="{27A218DB-5408-2F4B-8D5A-89E6A216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45767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129036" name="Line 25">
            <a:extLst>
              <a:ext uri="{FF2B5EF4-FFF2-40B4-BE49-F238E27FC236}">
                <a16:creationId xmlns:a16="http://schemas.microsoft.com/office/drawing/2014/main" id="{42586809-BDEB-354F-AC9F-DB032B4DA6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4400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7" name="Line 26">
            <a:extLst>
              <a:ext uri="{FF2B5EF4-FFF2-40B4-BE49-F238E27FC236}">
                <a16:creationId xmlns:a16="http://schemas.microsoft.com/office/drawing/2014/main" id="{8F1A9102-9072-434E-8B34-E29B196C8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51562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8" name="Line 27">
            <a:extLst>
              <a:ext uri="{FF2B5EF4-FFF2-40B4-BE49-F238E27FC236}">
                <a16:creationId xmlns:a16="http://schemas.microsoft.com/office/drawing/2014/main" id="{5E5E81B6-D5FF-FE40-B564-B09E7295B5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7250" y="5073650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9" name="Rectangle 28">
            <a:extLst>
              <a:ext uri="{FF2B5EF4-FFF2-40B4-BE49-F238E27FC236}">
                <a16:creationId xmlns:a16="http://schemas.microsoft.com/office/drawing/2014/main" id="{AE965BD9-42AF-0843-AEC4-7B19A916B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413" y="47958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129040" name="Rectangle 29">
            <a:extLst>
              <a:ext uri="{FF2B5EF4-FFF2-40B4-BE49-F238E27FC236}">
                <a16:creationId xmlns:a16="http://schemas.microsoft.com/office/drawing/2014/main" id="{5084163D-9DBF-8049-8680-90A114124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4941888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imm16</a:t>
            </a:r>
          </a:p>
        </p:txBody>
      </p:sp>
      <p:sp>
        <p:nvSpPr>
          <p:cNvPr id="129041" name="Rectangle 30">
            <a:extLst>
              <a:ext uri="{FF2B5EF4-FFF2-40B4-BE49-F238E27FC236}">
                <a16:creationId xmlns:a16="http://schemas.microsoft.com/office/drawing/2014/main" id="{BB09436C-41C2-8D41-B142-0238B24E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635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29042" name="Group 31">
            <a:extLst>
              <a:ext uri="{FF2B5EF4-FFF2-40B4-BE49-F238E27FC236}">
                <a16:creationId xmlns:a16="http://schemas.microsoft.com/office/drawing/2014/main" id="{37DD5681-863C-AD4C-BF9D-C63235BC0F09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3386138"/>
            <a:ext cx="376237" cy="1325562"/>
            <a:chOff x="2979" y="2245"/>
            <a:chExt cx="237" cy="835"/>
          </a:xfrm>
        </p:grpSpPr>
        <p:grpSp>
          <p:nvGrpSpPr>
            <p:cNvPr id="129145" name="Group 32">
              <a:extLst>
                <a:ext uri="{FF2B5EF4-FFF2-40B4-BE49-F238E27FC236}">
                  <a16:creationId xmlns:a16="http://schemas.microsoft.com/office/drawing/2014/main" id="{A84BBC8F-A2D6-6641-A36C-2171C5DC9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245"/>
              <a:ext cx="192" cy="835"/>
              <a:chOff x="3024" y="2245"/>
              <a:chExt cx="192" cy="835"/>
            </a:xfrm>
          </p:grpSpPr>
          <p:sp>
            <p:nvSpPr>
              <p:cNvPr id="129149" name="Line 33">
                <a:extLst>
                  <a:ext uri="{FF2B5EF4-FFF2-40B4-BE49-F238E27FC236}">
                    <a16:creationId xmlns:a16="http://schemas.microsoft.com/office/drawing/2014/main" id="{09B70DC7-9E75-1E4E-ACE2-E4B55028D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245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50" name="Line 34">
                <a:extLst>
                  <a:ext uri="{FF2B5EF4-FFF2-40B4-BE49-F238E27FC236}">
                    <a16:creationId xmlns:a16="http://schemas.microsoft.com/office/drawing/2014/main" id="{6E642746-1927-8245-9251-0ECF40A63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2245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51" name="Line 35">
                <a:extLst>
                  <a:ext uri="{FF2B5EF4-FFF2-40B4-BE49-F238E27FC236}">
                    <a16:creationId xmlns:a16="http://schemas.microsoft.com/office/drawing/2014/main" id="{0A822F0F-A756-E142-8D44-F41A4743C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2" y="2953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52" name="Line 36">
                <a:extLst>
                  <a:ext uri="{FF2B5EF4-FFF2-40B4-BE49-F238E27FC236}">
                    <a16:creationId xmlns:a16="http://schemas.microsoft.com/office/drawing/2014/main" id="{2027CA6F-B04D-7841-9C8B-8A9C3A686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356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9146" name="Rectangle 37">
              <a:extLst>
                <a:ext uri="{FF2B5EF4-FFF2-40B4-BE49-F238E27FC236}">
                  <a16:creationId xmlns:a16="http://schemas.microsoft.com/office/drawing/2014/main" id="{D8933654-2692-3D48-B177-A41FF61227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93" y="2566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黑体" panose="02010609060101010101" pitchFamily="49" charset="-122"/>
                </a:rPr>
                <a:t>Mux</a:t>
              </a:r>
            </a:p>
          </p:txBody>
        </p:sp>
        <p:sp>
          <p:nvSpPr>
            <p:cNvPr id="129147" name="Rectangle 38">
              <a:extLst>
                <a:ext uri="{FF2B5EF4-FFF2-40B4-BE49-F238E27FC236}">
                  <a16:creationId xmlns:a16="http://schemas.microsoft.com/office/drawing/2014/main" id="{FAF5FAA2-9BCB-FF4C-A290-AF0EB128A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32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29148" name="Rectangle 39">
              <a:extLst>
                <a:ext uri="{FF2B5EF4-FFF2-40B4-BE49-F238E27FC236}">
                  <a16:creationId xmlns:a16="http://schemas.microsoft.com/office/drawing/2014/main" id="{8717B842-4A6D-0B45-B324-DD00D37A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79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29043" name="Group 40">
            <a:extLst>
              <a:ext uri="{FF2B5EF4-FFF2-40B4-BE49-F238E27FC236}">
                <a16:creationId xmlns:a16="http://schemas.microsoft.com/office/drawing/2014/main" id="{B41A9E7D-1C47-0244-9958-60C5A8EB4DF9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271838"/>
            <a:ext cx="476250" cy="1157287"/>
            <a:chOff x="1632" y="2173"/>
            <a:chExt cx="300" cy="729"/>
          </a:xfrm>
        </p:grpSpPr>
        <p:grpSp>
          <p:nvGrpSpPr>
            <p:cNvPr id="129135" name="Group 41">
              <a:extLst>
                <a:ext uri="{FF2B5EF4-FFF2-40B4-BE49-F238E27FC236}">
                  <a16:creationId xmlns:a16="http://schemas.microsoft.com/office/drawing/2014/main" id="{694F1B4C-A6AA-BB45-A981-F89FC495C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173"/>
              <a:ext cx="288" cy="729"/>
              <a:chOff x="1632" y="2173"/>
              <a:chExt cx="288" cy="729"/>
            </a:xfrm>
          </p:grpSpPr>
          <p:sp>
            <p:nvSpPr>
              <p:cNvPr id="129137" name="Line 42">
                <a:extLst>
                  <a:ext uri="{FF2B5EF4-FFF2-40B4-BE49-F238E27FC236}">
                    <a16:creationId xmlns:a16="http://schemas.microsoft.com/office/drawing/2014/main" id="{041930EC-6CA8-3948-B624-11A6F29AE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73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38" name="Line 43">
                <a:extLst>
                  <a:ext uri="{FF2B5EF4-FFF2-40B4-BE49-F238E27FC236}">
                    <a16:creationId xmlns:a16="http://schemas.microsoft.com/office/drawing/2014/main" id="{BAE521A3-4487-1041-BEBE-E409B00FC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173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39" name="Line 44">
                <a:extLst>
                  <a:ext uri="{FF2B5EF4-FFF2-40B4-BE49-F238E27FC236}">
                    <a16:creationId xmlns:a16="http://schemas.microsoft.com/office/drawing/2014/main" id="{6E5FD062-A1E2-CF4E-A4A6-9327B1FAB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355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40" name="Line 45">
                <a:extLst>
                  <a:ext uri="{FF2B5EF4-FFF2-40B4-BE49-F238E27FC236}">
                    <a16:creationId xmlns:a16="http://schemas.microsoft.com/office/drawing/2014/main" id="{A975E51B-5C42-4A46-8AD1-C706D95CE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44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41" name="Line 46">
                <a:extLst>
                  <a:ext uri="{FF2B5EF4-FFF2-40B4-BE49-F238E27FC236}">
                    <a16:creationId xmlns:a16="http://schemas.microsoft.com/office/drawing/2014/main" id="{1E12CFBD-C049-FA40-B6D8-8B2570CE4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355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42" name="Line 47">
                <a:extLst>
                  <a:ext uri="{FF2B5EF4-FFF2-40B4-BE49-F238E27FC236}">
                    <a16:creationId xmlns:a16="http://schemas.microsoft.com/office/drawing/2014/main" id="{FDFC6333-5204-7E44-8EFE-44071C945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613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43" name="Line 48">
                <a:extLst>
                  <a:ext uri="{FF2B5EF4-FFF2-40B4-BE49-F238E27FC236}">
                    <a16:creationId xmlns:a16="http://schemas.microsoft.com/office/drawing/2014/main" id="{9B76B146-A647-8848-A61A-F76B9CBC3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20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44" name="Line 49">
                <a:extLst>
                  <a:ext uri="{FF2B5EF4-FFF2-40B4-BE49-F238E27FC236}">
                    <a16:creationId xmlns:a16="http://schemas.microsoft.com/office/drawing/2014/main" id="{82C9C1D8-FF34-534F-81C4-210070FC6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704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9136" name="Rectangle 50">
              <a:extLst>
                <a:ext uri="{FF2B5EF4-FFF2-40B4-BE49-F238E27FC236}">
                  <a16:creationId xmlns:a16="http://schemas.microsoft.com/office/drawing/2014/main" id="{69412D30-2887-5E48-9EE5-5E1B7647C3A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53" y="2460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黑体" panose="02010609060101010101" pitchFamily="49" charset="-122"/>
                </a:rPr>
                <a:t>Adder</a:t>
              </a:r>
            </a:p>
          </p:txBody>
        </p:sp>
      </p:grpSp>
      <p:sp>
        <p:nvSpPr>
          <p:cNvPr id="129044" name="Rectangle 51">
            <a:extLst>
              <a:ext uri="{FF2B5EF4-FFF2-40B4-BE49-F238E27FC236}">
                <a16:creationId xmlns:a16="http://schemas.microsoft.com/office/drawing/2014/main" id="{F84BC287-7E61-3345-8CF1-C840C0DA6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9370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“1”</a:t>
            </a:r>
          </a:p>
        </p:txBody>
      </p:sp>
      <p:grpSp>
        <p:nvGrpSpPr>
          <p:cNvPr id="129045" name="Group 52">
            <a:extLst>
              <a:ext uri="{FF2B5EF4-FFF2-40B4-BE49-F238E27FC236}">
                <a16:creationId xmlns:a16="http://schemas.microsoft.com/office/drawing/2014/main" id="{44F17F1B-8264-BA45-B5C9-2C705ED1ABB4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2806700"/>
            <a:ext cx="585788" cy="2103438"/>
            <a:chOff x="824" y="1880"/>
            <a:chExt cx="369" cy="1325"/>
          </a:xfrm>
        </p:grpSpPr>
        <p:sp>
          <p:nvSpPr>
            <p:cNvPr id="129130" name="Rectangle 53">
              <a:extLst>
                <a:ext uri="{FF2B5EF4-FFF2-40B4-BE49-F238E27FC236}">
                  <a16:creationId xmlns:a16="http://schemas.microsoft.com/office/drawing/2014/main" id="{6AD9B08E-2C30-724E-A0D6-AE61C0CE4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880"/>
              <a:ext cx="176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9131" name="Oval 54">
              <a:extLst>
                <a:ext uri="{FF2B5EF4-FFF2-40B4-BE49-F238E27FC236}">
                  <a16:creationId xmlns:a16="http://schemas.microsoft.com/office/drawing/2014/main" id="{CF0F3C10-D740-634F-885E-A7EADE1B2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64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9132" name="Line 55">
              <a:extLst>
                <a:ext uri="{FF2B5EF4-FFF2-40B4-BE49-F238E27FC236}">
                  <a16:creationId xmlns:a16="http://schemas.microsoft.com/office/drawing/2014/main" id="{DE276C8F-85DA-F947-8CF3-37EA6655F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74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33" name="Rectangle 56">
              <a:extLst>
                <a:ext uri="{FF2B5EF4-FFF2-40B4-BE49-F238E27FC236}">
                  <a16:creationId xmlns:a16="http://schemas.microsoft.com/office/drawing/2014/main" id="{E4684065-39A3-8B46-9F64-62243FAB23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2" y="2212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黑体" panose="02010609060101010101" pitchFamily="49" charset="-122"/>
                </a:rPr>
                <a:t>PC</a:t>
              </a:r>
            </a:p>
          </p:txBody>
        </p:sp>
        <p:sp>
          <p:nvSpPr>
            <p:cNvPr id="129134" name="Rectangle 57">
              <a:extLst>
                <a:ext uri="{FF2B5EF4-FFF2-40B4-BE49-F238E27FC236}">
                  <a16:creationId xmlns:a16="http://schemas.microsoft.com/office/drawing/2014/main" id="{8B5FAB0A-C5B7-5B4D-B673-F45B6AB64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2976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A50021"/>
                  </a:solidFill>
                  <a:ea typeface="黑体" panose="02010609060101010101" pitchFamily="49" charset="-122"/>
                </a:rPr>
                <a:t>Clk</a:t>
              </a:r>
            </a:p>
          </p:txBody>
        </p:sp>
      </p:grpSp>
      <p:grpSp>
        <p:nvGrpSpPr>
          <p:cNvPr id="129046" name="Group 58">
            <a:extLst>
              <a:ext uri="{FF2B5EF4-FFF2-40B4-BE49-F238E27FC236}">
                <a16:creationId xmlns:a16="http://schemas.microsoft.com/office/drawing/2014/main" id="{128FA69E-F36A-E848-AF99-29017456CEE0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881438"/>
            <a:ext cx="476250" cy="1157287"/>
            <a:chOff x="2304" y="2557"/>
            <a:chExt cx="300" cy="729"/>
          </a:xfrm>
        </p:grpSpPr>
        <p:grpSp>
          <p:nvGrpSpPr>
            <p:cNvPr id="129120" name="Group 59">
              <a:extLst>
                <a:ext uri="{FF2B5EF4-FFF2-40B4-BE49-F238E27FC236}">
                  <a16:creationId xmlns:a16="http://schemas.microsoft.com/office/drawing/2014/main" id="{2A60DD52-6C1F-C441-96D4-CCA28297F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557"/>
              <a:ext cx="288" cy="729"/>
              <a:chOff x="2304" y="2557"/>
              <a:chExt cx="288" cy="729"/>
            </a:xfrm>
          </p:grpSpPr>
          <p:sp>
            <p:nvSpPr>
              <p:cNvPr id="129122" name="Line 60">
                <a:extLst>
                  <a:ext uri="{FF2B5EF4-FFF2-40B4-BE49-F238E27FC236}">
                    <a16:creationId xmlns:a16="http://schemas.microsoft.com/office/drawing/2014/main" id="{AE2FA176-7DE9-6848-A727-8D44E4F4E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55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3" name="Line 61">
                <a:extLst>
                  <a:ext uri="{FF2B5EF4-FFF2-40B4-BE49-F238E27FC236}">
                    <a16:creationId xmlns:a16="http://schemas.microsoft.com/office/drawing/2014/main" id="{0539376B-2ED8-8840-A25C-B9BF4CD24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557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4" name="Line 62">
                <a:extLst>
                  <a:ext uri="{FF2B5EF4-FFF2-40B4-BE49-F238E27FC236}">
                    <a16:creationId xmlns:a16="http://schemas.microsoft.com/office/drawing/2014/main" id="{51A033AA-A7AB-6541-A085-7F5B78621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739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5" name="Line 63">
                <a:extLst>
                  <a:ext uri="{FF2B5EF4-FFF2-40B4-BE49-F238E27FC236}">
                    <a16:creationId xmlns:a16="http://schemas.microsoft.com/office/drawing/2014/main" id="{49054541-9231-CF43-AD42-3D4D814709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1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6" name="Line 64">
                <a:extLst>
                  <a:ext uri="{FF2B5EF4-FFF2-40B4-BE49-F238E27FC236}">
                    <a16:creationId xmlns:a16="http://schemas.microsoft.com/office/drawing/2014/main" id="{9FEE754D-CDEF-CB41-ABD2-EA44BDF7A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739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7" name="Line 65">
                <a:extLst>
                  <a:ext uri="{FF2B5EF4-FFF2-40B4-BE49-F238E27FC236}">
                    <a16:creationId xmlns:a16="http://schemas.microsoft.com/office/drawing/2014/main" id="{BED20F72-1CA4-BB47-9D22-39631F6A9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2997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8" name="Line 66">
                <a:extLst>
                  <a:ext uri="{FF2B5EF4-FFF2-40B4-BE49-F238E27FC236}">
                    <a16:creationId xmlns:a16="http://schemas.microsoft.com/office/drawing/2014/main" id="{D974F95A-22C6-7A4A-BA3B-D298CF18F0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104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29" name="Line 67">
                <a:extLst>
                  <a:ext uri="{FF2B5EF4-FFF2-40B4-BE49-F238E27FC236}">
                    <a16:creationId xmlns:a16="http://schemas.microsoft.com/office/drawing/2014/main" id="{B642AFB9-8102-D446-89B8-FAEA05791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3088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9121" name="Rectangle 68">
              <a:extLst>
                <a:ext uri="{FF2B5EF4-FFF2-40B4-BE49-F238E27FC236}">
                  <a16:creationId xmlns:a16="http://schemas.microsoft.com/office/drawing/2014/main" id="{A4712D0F-66D3-5C4D-B76A-E2D7A62E42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5" y="2844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黑体" panose="02010609060101010101" pitchFamily="49" charset="-122"/>
                </a:rPr>
                <a:t>Adder</a:t>
              </a:r>
            </a:p>
          </p:txBody>
        </p:sp>
      </p:grpSp>
      <p:sp>
        <p:nvSpPr>
          <p:cNvPr id="129047" name="Line 69">
            <a:extLst>
              <a:ext uri="{FF2B5EF4-FFF2-40B4-BE49-F238E27FC236}">
                <a16:creationId xmlns:a16="http://schemas.microsoft.com/office/drawing/2014/main" id="{2B58A6C5-0D39-7245-B0BE-97683F75C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0" y="492283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8" name="Rectangle 70">
            <a:extLst>
              <a:ext uri="{FF2B5EF4-FFF2-40B4-BE49-F238E27FC236}">
                <a16:creationId xmlns:a16="http://schemas.microsoft.com/office/drawing/2014/main" id="{776AC012-9835-7942-B2C3-947874932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49577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129049" name="Line 71">
            <a:extLst>
              <a:ext uri="{FF2B5EF4-FFF2-40B4-BE49-F238E27FC236}">
                <a16:creationId xmlns:a16="http://schemas.microsoft.com/office/drawing/2014/main" id="{6007DD39-3864-6C4C-BE21-B82D7640CC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4050" y="48577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9050" name="Group 72">
            <a:extLst>
              <a:ext uri="{FF2B5EF4-FFF2-40B4-BE49-F238E27FC236}">
                <a16:creationId xmlns:a16="http://schemas.microsoft.com/office/drawing/2014/main" id="{289D7A42-220D-BA44-A3C1-2E8F82741BF1}"/>
              </a:ext>
            </a:extLst>
          </p:cNvPr>
          <p:cNvGrpSpPr>
            <a:grpSpLocks/>
          </p:cNvGrpSpPr>
          <p:nvPr/>
        </p:nvGrpSpPr>
        <p:grpSpPr bwMode="auto">
          <a:xfrm>
            <a:off x="4799013" y="4910138"/>
            <a:ext cx="385762" cy="385762"/>
            <a:chOff x="3023" y="3205"/>
            <a:chExt cx="243" cy="243"/>
          </a:xfrm>
        </p:grpSpPr>
        <p:sp>
          <p:nvSpPr>
            <p:cNvPr id="129115" name="Arc 73">
              <a:extLst>
                <a:ext uri="{FF2B5EF4-FFF2-40B4-BE49-F238E27FC236}">
                  <a16:creationId xmlns:a16="http://schemas.microsoft.com/office/drawing/2014/main" id="{D1708262-55D0-004F-B279-59423A6E7EA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35" y="3193"/>
              <a:ext cx="91" cy="1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16" name="Arc 74">
              <a:extLst>
                <a:ext uri="{FF2B5EF4-FFF2-40B4-BE49-F238E27FC236}">
                  <a16:creationId xmlns:a16="http://schemas.microsoft.com/office/drawing/2014/main" id="{59742864-F294-B447-93FA-7B844A391F6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63" y="3193"/>
              <a:ext cx="91" cy="115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599" fill="none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</a:path>
                <a:path w="21599" h="21599" stroke="0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  <a:lnTo>
                    <a:pt x="21599" y="21599"/>
                  </a:lnTo>
                  <a:lnTo>
                    <a:pt x="-1" y="2141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17" name="Line 75">
              <a:extLst>
                <a:ext uri="{FF2B5EF4-FFF2-40B4-BE49-F238E27FC236}">
                  <a16:creationId xmlns:a16="http://schemas.microsoft.com/office/drawing/2014/main" id="{91EF198D-CF32-B64E-BBEB-ECCAF7002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18" name="Line 76">
              <a:extLst>
                <a:ext uri="{FF2B5EF4-FFF2-40B4-BE49-F238E27FC236}">
                  <a16:creationId xmlns:a16="http://schemas.microsoft.com/office/drawing/2014/main" id="{0D25028D-61FD-494E-8482-283C89E45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44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19" name="Line 77">
              <a:extLst>
                <a:ext uri="{FF2B5EF4-FFF2-40B4-BE49-F238E27FC236}">
                  <a16:creationId xmlns:a16="http://schemas.microsoft.com/office/drawing/2014/main" id="{0ACA7595-8D04-624B-B140-539F85D3F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9051" name="Line 78">
            <a:extLst>
              <a:ext uri="{FF2B5EF4-FFF2-40B4-BE49-F238E27FC236}">
                <a16:creationId xmlns:a16="http://schemas.microsoft.com/office/drawing/2014/main" id="{9006FD8B-059A-004E-9CF6-DA68F3950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4611688"/>
            <a:ext cx="0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52" name="Line 79">
            <a:extLst>
              <a:ext uri="{FF2B5EF4-FFF2-40B4-BE49-F238E27FC236}">
                <a16:creationId xmlns:a16="http://schemas.microsoft.com/office/drawing/2014/main" id="{66BDE09C-4D39-A549-B6B8-A1626804C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3213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53" name="Line 80">
            <a:extLst>
              <a:ext uri="{FF2B5EF4-FFF2-40B4-BE49-F238E27FC236}">
                <a16:creationId xmlns:a16="http://schemas.microsoft.com/office/drawing/2014/main" id="{A51C8974-65F6-BF4B-9CCA-83874184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321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54" name="Line 81">
            <a:extLst>
              <a:ext uri="{FF2B5EF4-FFF2-40B4-BE49-F238E27FC236}">
                <a16:creationId xmlns:a16="http://schemas.microsoft.com/office/drawing/2014/main" id="{9D647276-ED51-4442-8880-48601FE0D1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6573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55" name="Rectangle 82">
            <a:extLst>
              <a:ext uri="{FF2B5EF4-FFF2-40B4-BE49-F238E27FC236}">
                <a16:creationId xmlns:a16="http://schemas.microsoft.com/office/drawing/2014/main" id="{C931F6ED-9197-C04F-BBCC-5794A8F30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755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129056" name="Rectangle 83">
            <a:extLst>
              <a:ext uri="{FF2B5EF4-FFF2-40B4-BE49-F238E27FC236}">
                <a16:creationId xmlns:a16="http://schemas.microsoft.com/office/drawing/2014/main" id="{BE638E5D-14B1-C441-BBA8-9D890549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213" y="5575300"/>
            <a:ext cx="1343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29057" name="Rectangle 84">
            <a:extLst>
              <a:ext uri="{FF2B5EF4-FFF2-40B4-BE49-F238E27FC236}">
                <a16:creationId xmlns:a16="http://schemas.microsoft.com/office/drawing/2014/main" id="{49C6BAB5-C4EA-7342-982D-C3468554D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5588000"/>
            <a:ext cx="10636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2"/>
                </a:solidFill>
                <a:ea typeface="宋体" panose="02010600030101010101" pitchFamily="2" charset="-122"/>
              </a:rPr>
              <a:t>Zero = x</a:t>
            </a:r>
          </a:p>
        </p:txBody>
      </p:sp>
      <p:sp>
        <p:nvSpPr>
          <p:cNvPr id="129058" name="Line 85">
            <a:extLst>
              <a:ext uri="{FF2B5EF4-FFF2-40B4-BE49-F238E27FC236}">
                <a16:creationId xmlns:a16="http://schemas.microsoft.com/office/drawing/2014/main" id="{F5571317-E6CE-644D-874D-4400290B2D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24130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59" name="Rectangle 86">
            <a:extLst>
              <a:ext uri="{FF2B5EF4-FFF2-40B4-BE49-F238E27FC236}">
                <a16:creationId xmlns:a16="http://schemas.microsoft.com/office/drawing/2014/main" id="{3B022BB5-74F0-D14B-9068-F12619DE1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413000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“00”</a:t>
            </a:r>
          </a:p>
        </p:txBody>
      </p:sp>
      <p:sp>
        <p:nvSpPr>
          <p:cNvPr id="129060" name="Rectangle 87">
            <a:extLst>
              <a:ext uri="{FF2B5EF4-FFF2-40B4-BE49-F238E27FC236}">
                <a16:creationId xmlns:a16="http://schemas.microsoft.com/office/drawing/2014/main" id="{C8BA39DE-3F13-C94D-84F3-008643484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1968500"/>
            <a:ext cx="1355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9061" name="Rectangle 88">
            <a:extLst>
              <a:ext uri="{FF2B5EF4-FFF2-40B4-BE49-F238E27FC236}">
                <a16:creationId xmlns:a16="http://schemas.microsoft.com/office/drawing/2014/main" id="{9A9C6B69-1D07-7D4C-9921-20F058BFC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1955800"/>
            <a:ext cx="1419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Addr&lt;31:2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9062" name="Rectangle 89">
            <a:extLst>
              <a:ext uri="{FF2B5EF4-FFF2-40B4-BE49-F238E27FC236}">
                <a16:creationId xmlns:a16="http://schemas.microsoft.com/office/drawing/2014/main" id="{DAC1BB10-5899-8449-A771-6EA288A7F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641600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黑体" panose="02010609060101010101" pitchFamily="49" charset="-122"/>
              </a:rPr>
              <a:t>Instruction</a:t>
            </a:r>
          </a:p>
          <a:p>
            <a:pPr algn="ctr"/>
            <a:r>
              <a:rPr lang="en-US" altLang="zh-CN" sz="1800">
                <a:ea typeface="黑体" panose="02010609060101010101" pitchFamily="49" charset="-122"/>
              </a:rPr>
              <a:t>Memory</a:t>
            </a:r>
          </a:p>
        </p:txBody>
      </p:sp>
      <p:sp>
        <p:nvSpPr>
          <p:cNvPr id="129063" name="Rectangle 90">
            <a:extLst>
              <a:ext uri="{FF2B5EF4-FFF2-40B4-BE49-F238E27FC236}">
                <a16:creationId xmlns:a16="http://schemas.microsoft.com/office/drawing/2014/main" id="{EA89E3F9-5468-5749-B76C-DC1F189DF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260600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Addr&lt;1:0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9064" name="Line 91">
            <a:extLst>
              <a:ext uri="{FF2B5EF4-FFF2-40B4-BE49-F238E27FC236}">
                <a16:creationId xmlns:a16="http://schemas.microsoft.com/office/drawing/2014/main" id="{D2948F81-718F-1248-A6BE-3378BDC7C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263900"/>
            <a:ext cx="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65" name="Line 92">
            <a:extLst>
              <a:ext uri="{FF2B5EF4-FFF2-40B4-BE49-F238E27FC236}">
                <a16:creationId xmlns:a16="http://schemas.microsoft.com/office/drawing/2014/main" id="{9C2C7C24-E1F1-264D-831F-F043641F3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362585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66" name="Rectangle 93">
            <a:extLst>
              <a:ext uri="{FF2B5EF4-FFF2-40B4-BE49-F238E27FC236}">
                <a16:creationId xmlns:a16="http://schemas.microsoft.com/office/drawing/2014/main" id="{FAF7B6D4-7111-6C4B-AABC-24899D6D5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34798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29067" name="Line 94">
            <a:extLst>
              <a:ext uri="{FF2B5EF4-FFF2-40B4-BE49-F238E27FC236}">
                <a16:creationId xmlns:a16="http://schemas.microsoft.com/office/drawing/2014/main" id="{A3EF9CD8-1A3A-064E-A6FF-0F0C1EEE4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0132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68" name="Line 95">
            <a:extLst>
              <a:ext uri="{FF2B5EF4-FFF2-40B4-BE49-F238E27FC236}">
                <a16:creationId xmlns:a16="http://schemas.microsoft.com/office/drawing/2014/main" id="{D12FA3D9-4442-9540-9E1F-8E9589C679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6195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9069" name="Group 96">
            <a:extLst>
              <a:ext uri="{FF2B5EF4-FFF2-40B4-BE49-F238E27FC236}">
                <a16:creationId xmlns:a16="http://schemas.microsoft.com/office/drawing/2014/main" id="{159335E4-87FD-0D40-8FEB-A949D02B98B5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471738"/>
            <a:ext cx="376237" cy="1325562"/>
            <a:chOff x="3651" y="1669"/>
            <a:chExt cx="237" cy="835"/>
          </a:xfrm>
        </p:grpSpPr>
        <p:grpSp>
          <p:nvGrpSpPr>
            <p:cNvPr id="129107" name="Group 97">
              <a:extLst>
                <a:ext uri="{FF2B5EF4-FFF2-40B4-BE49-F238E27FC236}">
                  <a16:creationId xmlns:a16="http://schemas.microsoft.com/office/drawing/2014/main" id="{56A00340-4C3E-194B-BEDC-9CC82519CC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669"/>
              <a:ext cx="192" cy="835"/>
              <a:chOff x="3696" y="1669"/>
              <a:chExt cx="192" cy="835"/>
            </a:xfrm>
          </p:grpSpPr>
          <p:sp>
            <p:nvSpPr>
              <p:cNvPr id="129111" name="Line 98">
                <a:extLst>
                  <a:ext uri="{FF2B5EF4-FFF2-40B4-BE49-F238E27FC236}">
                    <a16:creationId xmlns:a16="http://schemas.microsoft.com/office/drawing/2014/main" id="{9312E0AC-407A-ED4B-A5FC-FED77E5510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669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12" name="Line 99">
                <a:extLst>
                  <a:ext uri="{FF2B5EF4-FFF2-40B4-BE49-F238E27FC236}">
                    <a16:creationId xmlns:a16="http://schemas.microsoft.com/office/drawing/2014/main" id="{DD5BBA53-5FDC-7A4B-820F-D4701B677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1669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13" name="Line 100">
                <a:extLst>
                  <a:ext uri="{FF2B5EF4-FFF2-40B4-BE49-F238E27FC236}">
                    <a16:creationId xmlns:a16="http://schemas.microsoft.com/office/drawing/2014/main" id="{FAA5D334-5A9E-A04D-AC57-605A0C82E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4" y="2377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114" name="Line 101">
                <a:extLst>
                  <a:ext uri="{FF2B5EF4-FFF2-40B4-BE49-F238E27FC236}">
                    <a16:creationId xmlns:a16="http://schemas.microsoft.com/office/drawing/2014/main" id="{54A63D4F-2B9A-8345-B400-E26F27FC6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780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9108" name="Rectangle 102">
              <a:extLst>
                <a:ext uri="{FF2B5EF4-FFF2-40B4-BE49-F238E27FC236}">
                  <a16:creationId xmlns:a16="http://schemas.microsoft.com/office/drawing/2014/main" id="{2AD70D8B-58B2-874E-BDF7-126BF0DF80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5" y="1990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黑体" panose="02010609060101010101" pitchFamily="49" charset="-122"/>
                </a:rPr>
                <a:t>Mux</a:t>
              </a:r>
            </a:p>
          </p:txBody>
        </p:sp>
        <p:sp>
          <p:nvSpPr>
            <p:cNvPr id="129109" name="Rectangle 103">
              <a:extLst>
                <a:ext uri="{FF2B5EF4-FFF2-40B4-BE49-F238E27FC236}">
                  <a16:creationId xmlns:a16="http://schemas.microsoft.com/office/drawing/2014/main" id="{212DB785-AE94-3E43-BBED-1B54C3915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74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9110" name="Rectangle 104">
              <a:extLst>
                <a:ext uri="{FF2B5EF4-FFF2-40B4-BE49-F238E27FC236}">
                  <a16:creationId xmlns:a16="http://schemas.microsoft.com/office/drawing/2014/main" id="{E27395F0-4161-F74D-98D4-0E2B4C4FD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21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29070" name="Line 105">
            <a:extLst>
              <a:ext uri="{FF2B5EF4-FFF2-40B4-BE49-F238E27FC236}">
                <a16:creationId xmlns:a16="http://schemas.microsoft.com/office/drawing/2014/main" id="{429FD9B4-032E-8047-8DAE-F055EF540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4100" y="29464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71" name="Line 106">
            <a:extLst>
              <a:ext uri="{FF2B5EF4-FFF2-40B4-BE49-F238E27FC236}">
                <a16:creationId xmlns:a16="http://schemas.microsoft.com/office/drawing/2014/main" id="{3691427A-0418-AE4C-B92B-7A934867C4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28813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72" name="Rectangle 107">
            <a:extLst>
              <a:ext uri="{FF2B5EF4-FFF2-40B4-BE49-F238E27FC236}">
                <a16:creationId xmlns:a16="http://schemas.microsoft.com/office/drawing/2014/main" id="{565EEB21-B737-7D42-AAD2-4B12399A9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29400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26</a:t>
            </a:r>
          </a:p>
        </p:txBody>
      </p:sp>
      <p:sp>
        <p:nvSpPr>
          <p:cNvPr id="129073" name="Line 108">
            <a:extLst>
              <a:ext uri="{FF2B5EF4-FFF2-40B4-BE49-F238E27FC236}">
                <a16:creationId xmlns:a16="http://schemas.microsoft.com/office/drawing/2014/main" id="{0C14F99D-EC87-2E48-A0C2-26EA6B366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4892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74" name="Line 109">
            <a:extLst>
              <a:ext uri="{FF2B5EF4-FFF2-40B4-BE49-F238E27FC236}">
                <a16:creationId xmlns:a16="http://schemas.microsoft.com/office/drawing/2014/main" id="{ED54AD93-7CFA-8F45-85A7-401BA6DC48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24241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75" name="Rectangle 110">
            <a:extLst>
              <a:ext uri="{FF2B5EF4-FFF2-40B4-BE49-F238E27FC236}">
                <a16:creationId xmlns:a16="http://schemas.microsoft.com/office/drawing/2014/main" id="{3B1EC262-401E-394F-899A-E65B1512E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24828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129076" name="Line 111">
            <a:extLst>
              <a:ext uri="{FF2B5EF4-FFF2-40B4-BE49-F238E27FC236}">
                <a16:creationId xmlns:a16="http://schemas.microsoft.com/office/drawing/2014/main" id="{071A8E0C-CFB6-5A4F-8EC6-41F4955DEC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0955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77" name="Rectangle 112">
            <a:extLst>
              <a:ext uri="{FF2B5EF4-FFF2-40B4-BE49-F238E27FC236}">
                <a16:creationId xmlns:a16="http://schemas.microsoft.com/office/drawing/2014/main" id="{70B5451A-A321-E745-92DB-F929E49F5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2184400"/>
            <a:ext cx="13303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PC&lt;31:28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9078" name="Rectangle 113">
            <a:extLst>
              <a:ext uri="{FF2B5EF4-FFF2-40B4-BE49-F238E27FC236}">
                <a16:creationId xmlns:a16="http://schemas.microsoft.com/office/drawing/2014/main" id="{CDDDEB2A-0F9C-AF4B-8073-849C4B478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2527300"/>
            <a:ext cx="879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Target</a:t>
            </a:r>
          </a:p>
        </p:txBody>
      </p:sp>
      <p:sp>
        <p:nvSpPr>
          <p:cNvPr id="129079" name="Line 114">
            <a:extLst>
              <a:ext uri="{FF2B5EF4-FFF2-40B4-BE49-F238E27FC236}">
                <a16:creationId xmlns:a16="http://schemas.microsoft.com/office/drawing/2014/main" id="{5B9DC74F-9CDF-0A42-B6DF-17D703192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5019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80" name="Line 115">
            <a:extLst>
              <a:ext uri="{FF2B5EF4-FFF2-40B4-BE49-F238E27FC236}">
                <a16:creationId xmlns:a16="http://schemas.microsoft.com/office/drawing/2014/main" id="{0002A07D-D790-9A48-A015-22206C939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717800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81" name="Line 116">
            <a:extLst>
              <a:ext uri="{FF2B5EF4-FFF2-40B4-BE49-F238E27FC236}">
                <a16:creationId xmlns:a16="http://schemas.microsoft.com/office/drawing/2014/main" id="{6CF85783-2FFF-D847-A8B3-5665C70D57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26479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82" name="Rectangle 117">
            <a:extLst>
              <a:ext uri="{FF2B5EF4-FFF2-40B4-BE49-F238E27FC236}">
                <a16:creationId xmlns:a16="http://schemas.microsoft.com/office/drawing/2014/main" id="{470D9311-6842-EE44-B47E-81E165257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27463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129083" name="Rectangle 118">
            <a:extLst>
              <a:ext uri="{FF2B5EF4-FFF2-40B4-BE49-F238E27FC236}">
                <a16:creationId xmlns:a16="http://schemas.microsoft.com/office/drawing/2014/main" id="{4DA7B229-5FF0-EF4C-ADB8-327737BAD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774700"/>
            <a:ext cx="8191500" cy="774700"/>
          </a:xfrm>
        </p:spPr>
        <p:txBody>
          <a:bodyPr/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</a:t>
            </a:r>
          </a:p>
          <a:p>
            <a:pPr lvl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除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Branch and Jump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以外的指令都相同</a:t>
            </a:r>
          </a:p>
        </p:txBody>
      </p:sp>
      <p:grpSp>
        <p:nvGrpSpPr>
          <p:cNvPr id="129084" name="Group 119">
            <a:extLst>
              <a:ext uri="{FF2B5EF4-FFF2-40B4-BE49-F238E27FC236}">
                <a16:creationId xmlns:a16="http://schemas.microsoft.com/office/drawing/2014/main" id="{2C3C8D22-D52E-4946-9018-1B381CC2B48E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3695700"/>
            <a:ext cx="1177925" cy="833438"/>
            <a:chOff x="3543" y="2440"/>
            <a:chExt cx="742" cy="525"/>
          </a:xfrm>
        </p:grpSpPr>
        <p:sp>
          <p:nvSpPr>
            <p:cNvPr id="129105" name="Line 120">
              <a:extLst>
                <a:ext uri="{FF2B5EF4-FFF2-40B4-BE49-F238E27FC236}">
                  <a16:creationId xmlns:a16="http://schemas.microsoft.com/office/drawing/2014/main" id="{C9578833-6BA6-E94B-B8C5-99876C8C0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06" name="Rectangle 121">
              <a:extLst>
                <a:ext uri="{FF2B5EF4-FFF2-40B4-BE49-F238E27FC236}">
                  <a16:creationId xmlns:a16="http://schemas.microsoft.com/office/drawing/2014/main" id="{B879220A-B8DE-DF4B-929F-51FB7F162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2736"/>
              <a:ext cx="74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u="sng">
                  <a:solidFill>
                    <a:schemeClr val="accent1"/>
                  </a:solidFill>
                  <a:ea typeface="宋体" panose="02010600030101010101" pitchFamily="2" charset="-122"/>
                </a:rPr>
                <a:t>Jump = 0</a:t>
              </a:r>
            </a:p>
          </p:txBody>
        </p:sp>
      </p:grpSp>
      <p:sp>
        <p:nvSpPr>
          <p:cNvPr id="129085" name="Rectangle 122">
            <a:extLst>
              <a:ext uri="{FF2B5EF4-FFF2-40B4-BE49-F238E27FC236}">
                <a16:creationId xmlns:a16="http://schemas.microsoft.com/office/drawing/2014/main" id="{1FF05963-0735-624C-A79B-9A48693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52578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Instruction&lt;15:0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9086" name="Rectangle 123">
            <a:extLst>
              <a:ext uri="{FF2B5EF4-FFF2-40B4-BE49-F238E27FC236}">
                <a16:creationId xmlns:a16="http://schemas.microsoft.com/office/drawing/2014/main" id="{6CC5889D-6662-5F4C-8FB0-F02902632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2418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29087" name="Line 124">
            <a:extLst>
              <a:ext uri="{FF2B5EF4-FFF2-40B4-BE49-F238E27FC236}">
                <a16:creationId xmlns:a16="http://schemas.microsoft.com/office/drawing/2014/main" id="{6CE6B41F-CD41-0E4D-9BFF-BEDBC301A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108200"/>
            <a:ext cx="523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88" name="Line 125">
            <a:extLst>
              <a:ext uri="{FF2B5EF4-FFF2-40B4-BE49-F238E27FC236}">
                <a16:creationId xmlns:a16="http://schemas.microsoft.com/office/drawing/2014/main" id="{5B48A146-9F5C-F04B-B622-7E38C6A5F8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9050" y="20383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89" name="Rectangle 126">
            <a:extLst>
              <a:ext uri="{FF2B5EF4-FFF2-40B4-BE49-F238E27FC236}">
                <a16:creationId xmlns:a16="http://schemas.microsoft.com/office/drawing/2014/main" id="{07269C24-CD6F-6F43-BF75-09AE6E7EB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136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黑体" panose="02010609060101010101" pitchFamily="49" charset="-122"/>
              </a:rPr>
              <a:t>30</a:t>
            </a:r>
          </a:p>
        </p:txBody>
      </p:sp>
      <p:sp>
        <p:nvSpPr>
          <p:cNvPr id="129090" name="Rectangle 127">
            <a:extLst>
              <a:ext uri="{FF2B5EF4-FFF2-40B4-BE49-F238E27FC236}">
                <a16:creationId xmlns:a16="http://schemas.microsoft.com/office/drawing/2014/main" id="{7DE6731D-9413-4145-BA0A-B2E9CACA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2806700"/>
            <a:ext cx="2085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黑体" panose="02010609060101010101" pitchFamily="49" charset="-122"/>
              </a:rPr>
              <a:t>Instruction&lt;25:0&gt;</a:t>
            </a:r>
          </a:p>
        </p:txBody>
      </p:sp>
      <p:grpSp>
        <p:nvGrpSpPr>
          <p:cNvPr id="249984" name="Group 128">
            <a:extLst>
              <a:ext uri="{FF2B5EF4-FFF2-40B4-BE49-F238E27FC236}">
                <a16:creationId xmlns:a16="http://schemas.microsoft.com/office/drawing/2014/main" id="{8B58F77C-7E71-B649-9479-B513C6FB8271}"/>
              </a:ext>
            </a:extLst>
          </p:cNvPr>
          <p:cNvGrpSpPr>
            <a:grpSpLocks/>
          </p:cNvGrpSpPr>
          <p:nvPr/>
        </p:nvGrpSpPr>
        <p:grpSpPr bwMode="auto">
          <a:xfrm>
            <a:off x="1671638" y="3532188"/>
            <a:ext cx="892175" cy="739775"/>
            <a:chOff x="1054" y="2337"/>
            <a:chExt cx="562" cy="466"/>
          </a:xfrm>
        </p:grpSpPr>
        <p:sp>
          <p:nvSpPr>
            <p:cNvPr id="129103" name="Line 129">
              <a:extLst>
                <a:ext uri="{FF2B5EF4-FFF2-40B4-BE49-F238E27FC236}">
                  <a16:creationId xmlns:a16="http://schemas.microsoft.com/office/drawing/2014/main" id="{7055F580-1505-3641-9623-4CCC571A8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2803"/>
              <a:ext cx="304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04" name="Line 130">
              <a:extLst>
                <a:ext uri="{FF2B5EF4-FFF2-40B4-BE49-F238E27FC236}">
                  <a16:creationId xmlns:a16="http://schemas.microsoft.com/office/drawing/2014/main" id="{5507ADB0-683F-024A-A8CD-30B6A01A8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4" y="2337"/>
              <a:ext cx="544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9987" name="Group 131">
            <a:extLst>
              <a:ext uri="{FF2B5EF4-FFF2-40B4-BE49-F238E27FC236}">
                <a16:creationId xmlns:a16="http://schemas.microsoft.com/office/drawing/2014/main" id="{B19DF0B2-601C-3D45-9678-24FCE3856BBE}"/>
              </a:ext>
            </a:extLst>
          </p:cNvPr>
          <p:cNvGrpSpPr>
            <a:grpSpLocks/>
          </p:cNvGrpSpPr>
          <p:nvPr/>
        </p:nvGrpSpPr>
        <p:grpSpPr bwMode="auto">
          <a:xfrm>
            <a:off x="5130800" y="3529013"/>
            <a:ext cx="711200" cy="508000"/>
            <a:chOff x="3232" y="2344"/>
            <a:chExt cx="448" cy="320"/>
          </a:xfrm>
        </p:grpSpPr>
        <p:sp>
          <p:nvSpPr>
            <p:cNvPr id="129100" name="Line 132">
              <a:extLst>
                <a:ext uri="{FF2B5EF4-FFF2-40B4-BE49-F238E27FC236}">
                  <a16:creationId xmlns:a16="http://schemas.microsoft.com/office/drawing/2014/main" id="{3CBBCACD-1EED-6240-B5E0-52386A610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352"/>
              <a:ext cx="2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01" name="Line 133">
              <a:extLst>
                <a:ext uri="{FF2B5EF4-FFF2-40B4-BE49-F238E27FC236}">
                  <a16:creationId xmlns:a16="http://schemas.microsoft.com/office/drawing/2014/main" id="{7BD48CD1-52E7-E34C-A2B4-4058361E3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2640"/>
              <a:ext cx="16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102" name="Line 134">
              <a:extLst>
                <a:ext uri="{FF2B5EF4-FFF2-40B4-BE49-F238E27FC236}">
                  <a16:creationId xmlns:a16="http://schemas.microsoft.com/office/drawing/2014/main" id="{E2CCB9FF-B665-BD4D-ADC8-46B164EB4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7" y="2344"/>
              <a:ext cx="0" cy="32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9991" name="Group 135">
            <a:extLst>
              <a:ext uri="{FF2B5EF4-FFF2-40B4-BE49-F238E27FC236}">
                <a16:creationId xmlns:a16="http://schemas.microsoft.com/office/drawing/2014/main" id="{F0DDFBC2-E3C8-9247-9A94-98B4EA2A728C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1677988"/>
            <a:ext cx="5651500" cy="1735137"/>
            <a:chOff x="472" y="1169"/>
            <a:chExt cx="3560" cy="1093"/>
          </a:xfrm>
        </p:grpSpPr>
        <p:sp>
          <p:nvSpPr>
            <p:cNvPr id="129095" name="Line 136">
              <a:extLst>
                <a:ext uri="{FF2B5EF4-FFF2-40B4-BE49-F238E27FC236}">
                  <a16:creationId xmlns:a16="http://schemas.microsoft.com/office/drawing/2014/main" id="{3A1F592D-6D98-EF49-B1EE-77B164155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" y="1193"/>
              <a:ext cx="3532" cy="9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96" name="Line 137">
              <a:extLst>
                <a:ext uri="{FF2B5EF4-FFF2-40B4-BE49-F238E27FC236}">
                  <a16:creationId xmlns:a16="http://schemas.microsoft.com/office/drawing/2014/main" id="{92C6944F-4A88-3C49-A34C-A40EF977D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" y="2253"/>
              <a:ext cx="405" cy="9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97" name="Line 138">
              <a:extLst>
                <a:ext uri="{FF2B5EF4-FFF2-40B4-BE49-F238E27FC236}">
                  <a16:creationId xmlns:a16="http://schemas.microsoft.com/office/drawing/2014/main" id="{0D6BC1ED-1914-5E4D-88E0-415063ED5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" y="1216"/>
              <a:ext cx="0" cy="101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98" name="Line 139">
              <a:extLst>
                <a:ext uri="{FF2B5EF4-FFF2-40B4-BE49-F238E27FC236}">
                  <a16:creationId xmlns:a16="http://schemas.microsoft.com/office/drawing/2014/main" id="{3807469E-7626-7E41-8B15-073D63F82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1169"/>
              <a:ext cx="0" cy="101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099" name="Line 140">
              <a:extLst>
                <a:ext uri="{FF2B5EF4-FFF2-40B4-BE49-F238E27FC236}">
                  <a16:creationId xmlns:a16="http://schemas.microsoft.com/office/drawing/2014/main" id="{AC198058-614D-3A4E-8383-367ABD5E32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6" y="2149"/>
              <a:ext cx="146" cy="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9997" name="Text Box 141">
            <a:extLst>
              <a:ext uri="{FF2B5EF4-FFF2-40B4-BE49-F238E27FC236}">
                <a16:creationId xmlns:a16="http://schemas.microsoft.com/office/drawing/2014/main" id="{5D081179-EEAB-E845-86A7-34AC2AC49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0" y="6067425"/>
            <a:ext cx="5588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因为新的控制信号保证了正确的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值的产生，在足够长的时间后，下个时钟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到来！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4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4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4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4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94C39563-F830-1C43-83BB-0224CACC2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886200"/>
            <a:ext cx="79248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B3CF3E59-4127-6C4E-8671-BBF803C62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52800"/>
            <a:ext cx="79248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A5CFD6C4-42BB-EF46-97DB-251D329D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819400"/>
            <a:ext cx="79248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C34DF554-91D9-5841-85BF-55A381D07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86000"/>
            <a:ext cx="79248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AF71DD5B-2F07-5E4B-BB8E-03B81D443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52600"/>
            <a:ext cx="77724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454B3DEC-E440-6144-AAD1-7107A790E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19200"/>
            <a:ext cx="83058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80" name="Rectangle 8">
            <a:extLst>
              <a:ext uri="{FF2B5EF4-FFF2-40B4-BE49-F238E27FC236}">
                <a16:creationId xmlns:a16="http://schemas.microsoft.com/office/drawing/2014/main" id="{421BD78C-612D-144F-A832-104802ED6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174625"/>
            <a:ext cx="6396038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Register-Register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R</a:t>
            </a:r>
            <a:r>
              <a:rPr lang="zh-CN" altLang="en-US">
                <a:ea typeface="宋体" panose="02010600030101010101" pitchFamily="2" charset="-122"/>
              </a:rPr>
              <a:t>型指令） </a:t>
            </a:r>
            <a:r>
              <a:rPr lang="en-US" altLang="zh-CN">
                <a:ea typeface="宋体" panose="02010600030101010101" pitchFamily="2" charset="-122"/>
              </a:rPr>
              <a:t>Timing</a:t>
            </a:r>
          </a:p>
        </p:txBody>
      </p:sp>
      <p:sp>
        <p:nvSpPr>
          <p:cNvPr id="131081" name="Line 9">
            <a:extLst>
              <a:ext uri="{FF2B5EF4-FFF2-40B4-BE49-F238E27FC236}">
                <a16:creationId xmlns:a16="http://schemas.microsoft.com/office/drawing/2014/main" id="{7B546731-833D-8548-82A0-B394D44E5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116513"/>
            <a:ext cx="0" cy="247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2" name="Line 10">
            <a:extLst>
              <a:ext uri="{FF2B5EF4-FFF2-40B4-BE49-F238E27FC236}">
                <a16:creationId xmlns:a16="http://schemas.microsoft.com/office/drawing/2014/main" id="{39729E58-2086-7E47-9C71-A5D1DC8FC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0100" y="5116513"/>
            <a:ext cx="431800" cy="261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3" name="Line 11">
            <a:extLst>
              <a:ext uri="{FF2B5EF4-FFF2-40B4-BE49-F238E27FC236}">
                <a16:creationId xmlns:a16="http://schemas.microsoft.com/office/drawing/2014/main" id="{F83356E8-FBF5-7043-9566-66D69EDCF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5813" y="5375275"/>
            <a:ext cx="246062" cy="153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4" name="Line 12">
            <a:extLst>
              <a:ext uri="{FF2B5EF4-FFF2-40B4-BE49-F238E27FC236}">
                <a16:creationId xmlns:a16="http://schemas.microsoft.com/office/drawing/2014/main" id="{5B2DBC06-408B-C346-833B-3E8147441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526088"/>
            <a:ext cx="0" cy="247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5" name="Line 13">
            <a:extLst>
              <a:ext uri="{FF2B5EF4-FFF2-40B4-BE49-F238E27FC236}">
                <a16:creationId xmlns:a16="http://schemas.microsoft.com/office/drawing/2014/main" id="{CCFF9D41-F762-8945-B2E0-A9EDB8722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389563"/>
            <a:ext cx="0" cy="520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6" name="Line 14">
            <a:extLst>
              <a:ext uri="{FF2B5EF4-FFF2-40B4-BE49-F238E27FC236}">
                <a16:creationId xmlns:a16="http://schemas.microsoft.com/office/drawing/2014/main" id="{DF3CD21A-29CC-A24D-AC26-8B54A891C4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0100" y="5759450"/>
            <a:ext cx="203200" cy="176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7" name="Line 15">
            <a:extLst>
              <a:ext uri="{FF2B5EF4-FFF2-40B4-BE49-F238E27FC236}">
                <a16:creationId xmlns:a16="http://schemas.microsoft.com/office/drawing/2014/main" id="{1FF91408-4578-3544-989F-39C9C172A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935663"/>
            <a:ext cx="0" cy="290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8" name="Line 16">
            <a:extLst>
              <a:ext uri="{FF2B5EF4-FFF2-40B4-BE49-F238E27FC236}">
                <a16:creationId xmlns:a16="http://schemas.microsoft.com/office/drawing/2014/main" id="{F2A1E171-3FF0-0C48-A72D-F371B65388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1525" y="5867400"/>
            <a:ext cx="474663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9" name="Line 17">
            <a:extLst>
              <a:ext uri="{FF2B5EF4-FFF2-40B4-BE49-F238E27FC236}">
                <a16:creationId xmlns:a16="http://schemas.microsoft.com/office/drawing/2014/main" id="{5C94F2B3-606C-804E-A798-C5507E5A20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5649913"/>
            <a:ext cx="185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0" name="Line 18">
            <a:extLst>
              <a:ext uri="{FF2B5EF4-FFF2-40B4-BE49-F238E27FC236}">
                <a16:creationId xmlns:a16="http://schemas.microsoft.com/office/drawing/2014/main" id="{283FCADF-B5C4-D14F-8028-56F308AD05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5450" y="5519738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1" name="Rectangle 19">
            <a:extLst>
              <a:ext uri="{FF2B5EF4-FFF2-40B4-BE49-F238E27FC236}">
                <a16:creationId xmlns:a16="http://schemas.microsoft.com/office/drawing/2014/main" id="{580AF274-E07E-6144-A7F1-C7AAA74FD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5645150"/>
            <a:ext cx="3937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31092" name="Rectangle 20">
            <a:extLst>
              <a:ext uri="{FF2B5EF4-FFF2-40B4-BE49-F238E27FC236}">
                <a16:creationId xmlns:a16="http://schemas.microsoft.com/office/drawing/2014/main" id="{4A5C1A73-7A53-EF41-B3A3-EA6DB61A9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5372100"/>
            <a:ext cx="801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Result</a:t>
            </a:r>
          </a:p>
        </p:txBody>
      </p:sp>
      <p:sp>
        <p:nvSpPr>
          <p:cNvPr id="131093" name="Line 21">
            <a:extLst>
              <a:ext uri="{FF2B5EF4-FFF2-40B4-BE49-F238E27FC236}">
                <a16:creationId xmlns:a16="http://schemas.microsoft.com/office/drawing/2014/main" id="{CD5E622A-1D2E-B94D-B2ED-12E35C087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843463"/>
            <a:ext cx="0" cy="384175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4" name="Rectangle 22">
            <a:extLst>
              <a:ext uri="{FF2B5EF4-FFF2-40B4-BE49-F238E27FC236}">
                <a16:creationId xmlns:a16="http://schemas.microsoft.com/office/drawing/2014/main" id="{C421D523-8C8B-E649-BF71-3DFF41A49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588" y="4552950"/>
            <a:ext cx="1038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31095" name="Rectangle 23">
            <a:extLst>
              <a:ext uri="{FF2B5EF4-FFF2-40B4-BE49-F238E27FC236}">
                <a16:creationId xmlns:a16="http://schemas.microsoft.com/office/drawing/2014/main" id="{7BB867CC-9EF0-BE4C-998E-492853179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238" y="5751513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1096" name="Rectangle 24">
            <a:extLst>
              <a:ext uri="{FF2B5EF4-FFF2-40B4-BE49-F238E27FC236}">
                <a16:creationId xmlns:a16="http://schemas.microsoft.com/office/drawing/2014/main" id="{3127624C-FE36-A84E-A808-2CEDE5664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5303838"/>
            <a:ext cx="7334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busW</a:t>
            </a:r>
          </a:p>
        </p:txBody>
      </p:sp>
      <p:sp>
        <p:nvSpPr>
          <p:cNvPr id="131097" name="Rectangle 25">
            <a:extLst>
              <a:ext uri="{FF2B5EF4-FFF2-40B4-BE49-F238E27FC236}">
                <a16:creationId xmlns:a16="http://schemas.microsoft.com/office/drawing/2014/main" id="{4BD30CA9-3FF6-274A-8027-43AEA5F00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975" y="5116513"/>
            <a:ext cx="1431925" cy="1084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098" name="Line 26">
            <a:extLst>
              <a:ext uri="{FF2B5EF4-FFF2-40B4-BE49-F238E27FC236}">
                <a16:creationId xmlns:a16="http://schemas.microsoft.com/office/drawing/2014/main" id="{A3E7E69B-BF84-6346-8A2D-32A332DCF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5986463"/>
            <a:ext cx="250825" cy="60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9" name="Line 27">
            <a:extLst>
              <a:ext uri="{FF2B5EF4-FFF2-40B4-BE49-F238E27FC236}">
                <a16:creationId xmlns:a16="http://schemas.microsoft.com/office/drawing/2014/main" id="{125D8437-0F01-E74B-936D-84ACB30732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6675" y="6072188"/>
            <a:ext cx="301625" cy="936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00" name="Oval 28">
            <a:extLst>
              <a:ext uri="{FF2B5EF4-FFF2-40B4-BE49-F238E27FC236}">
                <a16:creationId xmlns:a16="http://schemas.microsoft.com/office/drawing/2014/main" id="{AE9F86CA-82CD-6F4E-AC66-4792AB49D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6021388"/>
            <a:ext cx="127000" cy="11112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101" name="Rectangle 29">
            <a:extLst>
              <a:ext uri="{FF2B5EF4-FFF2-40B4-BE49-F238E27FC236}">
                <a16:creationId xmlns:a16="http://schemas.microsoft.com/office/drawing/2014/main" id="{5E574C99-3020-3649-9396-C9FA591A7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4619625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31102" name="Line 30">
            <a:extLst>
              <a:ext uri="{FF2B5EF4-FFF2-40B4-BE49-F238E27FC236}">
                <a16:creationId xmlns:a16="http://schemas.microsoft.com/office/drawing/2014/main" id="{979F78DD-D591-4A41-8251-4A682D7F25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558165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03" name="Line 31">
            <a:extLst>
              <a:ext uri="{FF2B5EF4-FFF2-40B4-BE49-F238E27FC236}">
                <a16:creationId xmlns:a16="http://schemas.microsoft.com/office/drawing/2014/main" id="{A791450B-CE45-744C-9F6A-471BF07243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5451475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04" name="Rectangle 32">
            <a:extLst>
              <a:ext uri="{FF2B5EF4-FFF2-40B4-BE49-F238E27FC236}">
                <a16:creationId xmlns:a16="http://schemas.microsoft.com/office/drawing/2014/main" id="{6B755EC6-D908-A948-B91B-03E74F3D1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557688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31105" name="Line 33">
            <a:extLst>
              <a:ext uri="{FF2B5EF4-FFF2-40B4-BE49-F238E27FC236}">
                <a16:creationId xmlns:a16="http://schemas.microsoft.com/office/drawing/2014/main" id="{C7BE0C15-2FD2-9246-85EE-3E1AB1DF40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1300" y="5240338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06" name="Line 34">
            <a:extLst>
              <a:ext uri="{FF2B5EF4-FFF2-40B4-BE49-F238E27FC236}">
                <a16:creationId xmlns:a16="http://schemas.microsoft.com/office/drawing/2014/main" id="{F6AA547C-6033-6343-B402-5670096940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5110163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07" name="Rectangle 35">
            <a:extLst>
              <a:ext uri="{FF2B5EF4-FFF2-40B4-BE49-F238E27FC236}">
                <a16:creationId xmlns:a16="http://schemas.microsoft.com/office/drawing/2014/main" id="{1FB63961-114F-DD4F-8A12-387E7D754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5303838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31108" name="Rectangle 36">
            <a:extLst>
              <a:ext uri="{FF2B5EF4-FFF2-40B4-BE49-F238E27FC236}">
                <a16:creationId xmlns:a16="http://schemas.microsoft.com/office/drawing/2014/main" id="{32689697-60F2-2749-9185-82C391C8D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4962525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busA</a:t>
            </a:r>
          </a:p>
        </p:txBody>
      </p:sp>
      <p:sp>
        <p:nvSpPr>
          <p:cNvPr id="131109" name="Line 37">
            <a:extLst>
              <a:ext uri="{FF2B5EF4-FFF2-40B4-BE49-F238E27FC236}">
                <a16:creationId xmlns:a16="http://schemas.microsoft.com/office/drawing/2014/main" id="{45B9F90C-13FA-DF4A-A215-6D3F54C8AE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4886325"/>
            <a:ext cx="0" cy="230188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0" name="Line 38">
            <a:extLst>
              <a:ext uri="{FF2B5EF4-FFF2-40B4-BE49-F238E27FC236}">
                <a16:creationId xmlns:a16="http://schemas.microsoft.com/office/drawing/2014/main" id="{D71C83BA-0558-7248-9D89-96235E2F4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1300" y="6059488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1" name="Line 39">
            <a:extLst>
              <a:ext uri="{FF2B5EF4-FFF2-40B4-BE49-F238E27FC236}">
                <a16:creationId xmlns:a16="http://schemas.microsoft.com/office/drawing/2014/main" id="{748430B6-78FC-244A-BAAC-C3BA4BE4ED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5929313"/>
            <a:ext cx="16510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2" name="Rectangle 40">
            <a:extLst>
              <a:ext uri="{FF2B5EF4-FFF2-40B4-BE49-F238E27FC236}">
                <a16:creationId xmlns:a16="http://schemas.microsoft.com/office/drawing/2014/main" id="{5977449B-977E-E843-9C54-D5A95E246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6054725"/>
            <a:ext cx="406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黑体" panose="02010609060101010101" pitchFamily="49" charset="-122"/>
              </a:rPr>
              <a:t>32</a:t>
            </a:r>
          </a:p>
        </p:txBody>
      </p:sp>
      <p:sp>
        <p:nvSpPr>
          <p:cNvPr id="131113" name="Rectangle 41">
            <a:extLst>
              <a:ext uri="{FF2B5EF4-FFF2-40B4-BE49-F238E27FC236}">
                <a16:creationId xmlns:a16="http://schemas.microsoft.com/office/drawing/2014/main" id="{08E39A90-B1AF-494E-80DB-D34DD2A63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5781675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busB</a:t>
            </a:r>
          </a:p>
        </p:txBody>
      </p:sp>
      <p:sp>
        <p:nvSpPr>
          <p:cNvPr id="131114" name="Line 42">
            <a:extLst>
              <a:ext uri="{FF2B5EF4-FFF2-40B4-BE49-F238E27FC236}">
                <a16:creationId xmlns:a16="http://schemas.microsoft.com/office/drawing/2014/main" id="{1450FA63-154F-364E-AC54-8A699CEC2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8500" y="60594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5" name="Line 43">
            <a:extLst>
              <a:ext uri="{FF2B5EF4-FFF2-40B4-BE49-F238E27FC236}">
                <a16:creationId xmlns:a16="http://schemas.microsoft.com/office/drawing/2014/main" id="{768FF55B-AE62-1C48-BA13-EC7BE0536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706938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6" name="Line 44">
            <a:extLst>
              <a:ext uri="{FF2B5EF4-FFF2-40B4-BE49-F238E27FC236}">
                <a16:creationId xmlns:a16="http://schemas.microsoft.com/office/drawing/2014/main" id="{6EF638ED-8AAC-AF4E-AC95-1645151C11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4824413"/>
            <a:ext cx="1397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7" name="Rectangle 45">
            <a:extLst>
              <a:ext uri="{FF2B5EF4-FFF2-40B4-BE49-F238E27FC236}">
                <a16:creationId xmlns:a16="http://schemas.microsoft.com/office/drawing/2014/main" id="{1C25B2BF-98B6-204B-B3AB-8F186C9E6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468947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1118" name="Line 46">
            <a:extLst>
              <a:ext uri="{FF2B5EF4-FFF2-40B4-BE49-F238E27FC236}">
                <a16:creationId xmlns:a16="http://schemas.microsoft.com/office/drawing/2014/main" id="{C463D288-F2F6-2649-8A33-2037DF5F3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706938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19" name="Line 47">
            <a:extLst>
              <a:ext uri="{FF2B5EF4-FFF2-40B4-BE49-F238E27FC236}">
                <a16:creationId xmlns:a16="http://schemas.microsoft.com/office/drawing/2014/main" id="{682D81FE-817B-C447-92DE-B99B421F6D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150" y="4824413"/>
            <a:ext cx="1397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20" name="Rectangle 48">
            <a:extLst>
              <a:ext uri="{FF2B5EF4-FFF2-40B4-BE49-F238E27FC236}">
                <a16:creationId xmlns:a16="http://schemas.microsoft.com/office/drawing/2014/main" id="{07E3E03A-3B71-C64B-88C6-29373C420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68947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1121" name="Line 49">
            <a:extLst>
              <a:ext uri="{FF2B5EF4-FFF2-40B4-BE49-F238E27FC236}">
                <a16:creationId xmlns:a16="http://schemas.microsoft.com/office/drawing/2014/main" id="{3EAFCEAB-747C-3B4D-94A3-4F0DD3021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706938"/>
            <a:ext cx="0" cy="384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22" name="Line 50">
            <a:extLst>
              <a:ext uri="{FF2B5EF4-FFF2-40B4-BE49-F238E27FC236}">
                <a16:creationId xmlns:a16="http://schemas.microsoft.com/office/drawing/2014/main" id="{81F4C4C8-DAE2-5246-AE48-88F43980DA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6350" y="4824413"/>
            <a:ext cx="139700" cy="149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23" name="Rectangle 51">
            <a:extLst>
              <a:ext uri="{FF2B5EF4-FFF2-40B4-BE49-F238E27FC236}">
                <a16:creationId xmlns:a16="http://schemas.microsoft.com/office/drawing/2014/main" id="{10C6D38C-8489-B741-9716-B469113B7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68947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1124" name="Rectangle 52">
            <a:extLst>
              <a:ext uri="{FF2B5EF4-FFF2-40B4-BE49-F238E27FC236}">
                <a16:creationId xmlns:a16="http://schemas.microsoft.com/office/drawing/2014/main" id="{6D19318A-A8BF-E845-96E8-D271F8D50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5099050"/>
            <a:ext cx="485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Rw</a:t>
            </a:r>
          </a:p>
        </p:txBody>
      </p:sp>
      <p:sp>
        <p:nvSpPr>
          <p:cNvPr id="131125" name="Rectangle 53">
            <a:extLst>
              <a:ext uri="{FF2B5EF4-FFF2-40B4-BE49-F238E27FC236}">
                <a16:creationId xmlns:a16="http://schemas.microsoft.com/office/drawing/2014/main" id="{AF566066-68C5-094B-A0AF-65D505DBB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5099050"/>
            <a:ext cx="444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Ra</a:t>
            </a:r>
          </a:p>
        </p:txBody>
      </p:sp>
      <p:sp>
        <p:nvSpPr>
          <p:cNvPr id="131126" name="Rectangle 54">
            <a:extLst>
              <a:ext uri="{FF2B5EF4-FFF2-40B4-BE49-F238E27FC236}">
                <a16:creationId xmlns:a16="http://schemas.microsoft.com/office/drawing/2014/main" id="{AF9B1E3A-EA3F-6249-BBE4-3404EA594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5099050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Rb</a:t>
            </a:r>
          </a:p>
        </p:txBody>
      </p:sp>
      <p:sp>
        <p:nvSpPr>
          <p:cNvPr id="131127" name="Rectangle 55">
            <a:extLst>
              <a:ext uri="{FF2B5EF4-FFF2-40B4-BE49-F238E27FC236}">
                <a16:creationId xmlns:a16="http://schemas.microsoft.com/office/drawing/2014/main" id="{76F0484D-D571-DC49-AAE3-F78438A3B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448300"/>
            <a:ext cx="11064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32 32-</a:t>
            </a:r>
            <a:r>
              <a:rPr lang="en-US" altLang="zh-CN">
                <a:ea typeface="宋体" panose="02010600030101010101" pitchFamily="2" charset="-122"/>
              </a:rPr>
              <a:t>bit</a:t>
            </a:r>
          </a:p>
          <a:p>
            <a:r>
              <a:rPr lang="en-US" altLang="zh-CN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31128" name="Line 56">
            <a:extLst>
              <a:ext uri="{FF2B5EF4-FFF2-40B4-BE49-F238E27FC236}">
                <a16:creationId xmlns:a16="http://schemas.microsoft.com/office/drawing/2014/main" id="{BB7483C6-3A84-A74D-9383-722E10FD3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5662613"/>
            <a:ext cx="0" cy="725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29" name="Line 57">
            <a:extLst>
              <a:ext uri="{FF2B5EF4-FFF2-40B4-BE49-F238E27FC236}">
                <a16:creationId xmlns:a16="http://schemas.microsoft.com/office/drawing/2014/main" id="{D71915E0-8306-C949-AB28-39254779A1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6400800"/>
            <a:ext cx="581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30" name="Line 58">
            <a:extLst>
              <a:ext uri="{FF2B5EF4-FFF2-40B4-BE49-F238E27FC236}">
                <a16:creationId xmlns:a16="http://schemas.microsoft.com/office/drawing/2014/main" id="{D07A6E91-53B6-CB49-B9C6-24697E8215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5568950"/>
            <a:ext cx="0" cy="844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31" name="Rectangle 59">
            <a:extLst>
              <a:ext uri="{FF2B5EF4-FFF2-40B4-BE49-F238E27FC236}">
                <a16:creationId xmlns:a16="http://schemas.microsoft.com/office/drawing/2014/main" id="{E6EE131E-6826-0F45-BAA8-FECD1F6B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16425"/>
            <a:ext cx="439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Rs</a:t>
            </a:r>
          </a:p>
        </p:txBody>
      </p:sp>
      <p:sp>
        <p:nvSpPr>
          <p:cNvPr id="131132" name="Rectangle 60">
            <a:extLst>
              <a:ext uri="{FF2B5EF4-FFF2-40B4-BE49-F238E27FC236}">
                <a16:creationId xmlns:a16="http://schemas.microsoft.com/office/drawing/2014/main" id="{C5E6D9D9-2127-F74E-B056-01202205D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4416425"/>
            <a:ext cx="395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Rt</a:t>
            </a:r>
          </a:p>
        </p:txBody>
      </p:sp>
      <p:sp>
        <p:nvSpPr>
          <p:cNvPr id="131133" name="Rectangle 61">
            <a:extLst>
              <a:ext uri="{FF2B5EF4-FFF2-40B4-BE49-F238E27FC236}">
                <a16:creationId xmlns:a16="http://schemas.microsoft.com/office/drawing/2014/main" id="{B2538DA7-4F79-8F4B-9A8C-D2F9C3308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416425"/>
            <a:ext cx="450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Rd</a:t>
            </a:r>
          </a:p>
        </p:txBody>
      </p:sp>
      <p:sp>
        <p:nvSpPr>
          <p:cNvPr id="131134" name="Rectangle 62">
            <a:extLst>
              <a:ext uri="{FF2B5EF4-FFF2-40B4-BE49-F238E27FC236}">
                <a16:creationId xmlns:a16="http://schemas.microsoft.com/office/drawing/2014/main" id="{E03BF8F0-65FE-354E-AAF4-F21C3EE63A2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18994" y="5487194"/>
            <a:ext cx="608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31135" name="Line 63">
            <a:extLst>
              <a:ext uri="{FF2B5EF4-FFF2-40B4-BE49-F238E27FC236}">
                <a16:creationId xmlns:a16="http://schemas.microsoft.com/office/drawing/2014/main" id="{93028E4E-A4D5-7B4F-8D30-51760FFDC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685800"/>
            <a:ext cx="119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36" name="Line 64">
            <a:extLst>
              <a:ext uri="{FF2B5EF4-FFF2-40B4-BE49-F238E27FC236}">
                <a16:creationId xmlns:a16="http://schemas.microsoft.com/office/drawing/2014/main" id="{C7710940-D0B9-9D44-A369-12B8AACF5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37" name="Line 65">
            <a:extLst>
              <a:ext uri="{FF2B5EF4-FFF2-40B4-BE49-F238E27FC236}">
                <a16:creationId xmlns:a16="http://schemas.microsoft.com/office/drawing/2014/main" id="{1144EED9-4EF5-A84B-AB1D-4C14A0452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914400"/>
            <a:ext cx="302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38" name="Line 66">
            <a:extLst>
              <a:ext uri="{FF2B5EF4-FFF2-40B4-BE49-F238E27FC236}">
                <a16:creationId xmlns:a16="http://schemas.microsoft.com/office/drawing/2014/main" id="{BA788A70-71C3-684E-9940-4AD41C821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39" name="Line 67">
            <a:extLst>
              <a:ext uri="{FF2B5EF4-FFF2-40B4-BE49-F238E27FC236}">
                <a16:creationId xmlns:a16="http://schemas.microsoft.com/office/drawing/2014/main" id="{CE4AA8FC-AEEA-A147-9A37-64147D71F9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685800"/>
            <a:ext cx="340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0" name="Line 68">
            <a:extLst>
              <a:ext uri="{FF2B5EF4-FFF2-40B4-BE49-F238E27FC236}">
                <a16:creationId xmlns:a16="http://schemas.microsoft.com/office/drawing/2014/main" id="{9EC2D4BA-A18F-A74D-83E9-C2FB6DA31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1" name="Line 69">
            <a:extLst>
              <a:ext uri="{FF2B5EF4-FFF2-40B4-BE49-F238E27FC236}">
                <a16:creationId xmlns:a16="http://schemas.microsoft.com/office/drawing/2014/main" id="{067319CA-1E1B-5348-88C0-9DA1BF05C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9144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2" name="Rectangle 70">
            <a:extLst>
              <a:ext uri="{FF2B5EF4-FFF2-40B4-BE49-F238E27FC236}">
                <a16:creationId xmlns:a16="http://schemas.microsoft.com/office/drawing/2014/main" id="{F9983139-F6AE-4246-96C3-3F1A19A9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70961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Clk</a:t>
            </a:r>
          </a:p>
        </p:txBody>
      </p:sp>
      <p:sp>
        <p:nvSpPr>
          <p:cNvPr id="131143" name="Line 71">
            <a:extLst>
              <a:ext uri="{FF2B5EF4-FFF2-40B4-BE49-F238E27FC236}">
                <a16:creationId xmlns:a16="http://schemas.microsoft.com/office/drawing/2014/main" id="{F3171E20-98F1-0044-B9C0-E41AD2C70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2192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4" name="Line 72">
            <a:extLst>
              <a:ext uri="{FF2B5EF4-FFF2-40B4-BE49-F238E27FC236}">
                <a16:creationId xmlns:a16="http://schemas.microsoft.com/office/drawing/2014/main" id="{B8A9BD02-FBD7-864B-A56A-8C3C46797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500" y="1231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5" name="Line 73">
            <a:extLst>
              <a:ext uri="{FF2B5EF4-FFF2-40B4-BE49-F238E27FC236}">
                <a16:creationId xmlns:a16="http://schemas.microsoft.com/office/drawing/2014/main" id="{A935A3EB-D76E-5F4A-8686-E0B190EAD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4478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6" name="Line 74">
            <a:extLst>
              <a:ext uri="{FF2B5EF4-FFF2-40B4-BE49-F238E27FC236}">
                <a16:creationId xmlns:a16="http://schemas.microsoft.com/office/drawing/2014/main" id="{446AB206-755D-D44F-9AB4-ACD1C0087E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206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7" name="Line 75">
            <a:extLst>
              <a:ext uri="{FF2B5EF4-FFF2-40B4-BE49-F238E27FC236}">
                <a16:creationId xmlns:a16="http://schemas.microsoft.com/office/drawing/2014/main" id="{5342EEFC-6B10-DC4B-B580-C67562BD9C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2192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48" name="Rectangle 76">
            <a:extLst>
              <a:ext uri="{FF2B5EF4-FFF2-40B4-BE49-F238E27FC236}">
                <a16:creationId xmlns:a16="http://schemas.microsoft.com/office/drawing/2014/main" id="{271533A5-D8CB-554D-8CA9-3374A57A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1219200"/>
            <a:ext cx="617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PC</a:t>
            </a:r>
          </a:p>
        </p:txBody>
      </p:sp>
      <p:sp>
        <p:nvSpPr>
          <p:cNvPr id="131149" name="Line 77">
            <a:extLst>
              <a:ext uri="{FF2B5EF4-FFF2-40B4-BE49-F238E27FC236}">
                <a16:creationId xmlns:a16="http://schemas.microsoft.com/office/drawing/2014/main" id="{9989D8D9-11BC-054B-9BD3-D01937569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4478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0" name="Line 78">
            <a:extLst>
              <a:ext uri="{FF2B5EF4-FFF2-40B4-BE49-F238E27FC236}">
                <a16:creationId xmlns:a16="http://schemas.microsoft.com/office/drawing/2014/main" id="{C24D4E4B-6F4E-FD4F-AEC4-140A505AA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003300"/>
            <a:ext cx="0" cy="33274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1" name="Line 79">
            <a:extLst>
              <a:ext uri="{FF2B5EF4-FFF2-40B4-BE49-F238E27FC236}">
                <a16:creationId xmlns:a16="http://schemas.microsoft.com/office/drawing/2014/main" id="{2605766E-C793-2149-B1FA-C67A6E306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003300"/>
            <a:ext cx="0" cy="33274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2" name="Line 80">
            <a:extLst>
              <a:ext uri="{FF2B5EF4-FFF2-40B4-BE49-F238E27FC236}">
                <a16:creationId xmlns:a16="http://schemas.microsoft.com/office/drawing/2014/main" id="{525D79FA-DE23-0A4E-80E2-C361F08F3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0" y="1231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3" name="Line 81">
            <a:extLst>
              <a:ext uri="{FF2B5EF4-FFF2-40B4-BE49-F238E27FC236}">
                <a16:creationId xmlns:a16="http://schemas.microsoft.com/office/drawing/2014/main" id="{8B68238C-B975-FA44-95D2-F1DBC9DD4F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8500" y="1206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4" name="Line 82">
            <a:extLst>
              <a:ext uri="{FF2B5EF4-FFF2-40B4-BE49-F238E27FC236}">
                <a16:creationId xmlns:a16="http://schemas.microsoft.com/office/drawing/2014/main" id="{693096EA-5C55-C745-BBC2-3823851E3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7526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5" name="Line 83">
            <a:extLst>
              <a:ext uri="{FF2B5EF4-FFF2-40B4-BE49-F238E27FC236}">
                <a16:creationId xmlns:a16="http://schemas.microsoft.com/office/drawing/2014/main" id="{AD0A46F4-F5EE-1E4D-8F2C-1F2570429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17653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6" name="Line 84">
            <a:extLst>
              <a:ext uri="{FF2B5EF4-FFF2-40B4-BE49-F238E27FC236}">
                <a16:creationId xmlns:a16="http://schemas.microsoft.com/office/drawing/2014/main" id="{BAD5816E-B154-724E-AAB2-6C9635BE0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9812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7" name="Line 85">
            <a:extLst>
              <a:ext uri="{FF2B5EF4-FFF2-40B4-BE49-F238E27FC236}">
                <a16:creationId xmlns:a16="http://schemas.microsoft.com/office/drawing/2014/main" id="{D40B6710-B493-4F48-826A-9CB0AC6460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6900" y="1739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8" name="Line 86">
            <a:extLst>
              <a:ext uri="{FF2B5EF4-FFF2-40B4-BE49-F238E27FC236}">
                <a16:creationId xmlns:a16="http://schemas.microsoft.com/office/drawing/2014/main" id="{C710C964-A6F2-2F45-9C2F-C18C0A36B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1752600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59" name="Rectangle 87">
            <a:extLst>
              <a:ext uri="{FF2B5EF4-FFF2-40B4-BE49-F238E27FC236}">
                <a16:creationId xmlns:a16="http://schemas.microsoft.com/office/drawing/2014/main" id="{983F8CD5-F40B-604E-B2FB-89FBBBB61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8" y="1633538"/>
            <a:ext cx="147002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Rs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>
                <a:ea typeface="黑体" panose="02010609060101010101" pitchFamily="49" charset="-122"/>
              </a:rPr>
              <a:t>Rt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>
                <a:ea typeface="黑体" panose="02010609060101010101" pitchFamily="49" charset="-122"/>
              </a:rPr>
              <a:t>Rd,</a:t>
            </a:r>
          </a:p>
          <a:p>
            <a:r>
              <a:rPr lang="en-US" altLang="zh-CN">
                <a:ea typeface="黑体" panose="02010609060101010101" pitchFamily="49" charset="-122"/>
              </a:rPr>
              <a:t>Op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>
                <a:ea typeface="黑体" panose="02010609060101010101" pitchFamily="49" charset="-122"/>
              </a:rPr>
              <a:t>Func</a:t>
            </a:r>
          </a:p>
        </p:txBody>
      </p:sp>
      <p:sp>
        <p:nvSpPr>
          <p:cNvPr id="131160" name="Line 88">
            <a:extLst>
              <a:ext uri="{FF2B5EF4-FFF2-40B4-BE49-F238E27FC236}">
                <a16:creationId xmlns:a16="http://schemas.microsoft.com/office/drawing/2014/main" id="{6F1FF361-BBC4-6F4A-8432-8CD699209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1981200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1" name="Line 89">
            <a:extLst>
              <a:ext uri="{FF2B5EF4-FFF2-40B4-BE49-F238E27FC236}">
                <a16:creationId xmlns:a16="http://schemas.microsoft.com/office/drawing/2014/main" id="{708B69F0-32B0-6347-8CCC-4E91E87878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003300"/>
            <a:ext cx="0" cy="660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994" name="Rectangle 90">
            <a:extLst>
              <a:ext uri="{FF2B5EF4-FFF2-40B4-BE49-F238E27FC236}">
                <a16:creationId xmlns:a16="http://schemas.microsoft.com/office/drawing/2014/main" id="{46DFFE5F-24C6-7D44-BDB9-7E199D08B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900113"/>
            <a:ext cx="984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Clk-to-Q</a:t>
            </a:r>
          </a:p>
        </p:txBody>
      </p:sp>
      <p:sp>
        <p:nvSpPr>
          <p:cNvPr id="131163" name="Line 91">
            <a:extLst>
              <a:ext uri="{FF2B5EF4-FFF2-40B4-BE49-F238E27FC236}">
                <a16:creationId xmlns:a16="http://schemas.microsoft.com/office/drawing/2014/main" id="{B19DFD85-F787-5B41-A8EF-5D2E0E7495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106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4" name="Line 92">
            <a:extLst>
              <a:ext uri="{FF2B5EF4-FFF2-40B4-BE49-F238E27FC236}">
                <a16:creationId xmlns:a16="http://schemas.microsoft.com/office/drawing/2014/main" id="{01193515-93B9-B141-BB1C-44C77DABAA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106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5" name="Line 93">
            <a:extLst>
              <a:ext uri="{FF2B5EF4-FFF2-40B4-BE49-F238E27FC236}">
                <a16:creationId xmlns:a16="http://schemas.microsoft.com/office/drawing/2014/main" id="{D0B9A06E-9A63-FA46-AD8B-2FE243DF2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286000"/>
            <a:ext cx="3340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6" name="Line 94">
            <a:extLst>
              <a:ext uri="{FF2B5EF4-FFF2-40B4-BE49-F238E27FC236}">
                <a16:creationId xmlns:a16="http://schemas.microsoft.com/office/drawing/2014/main" id="{CF87AAB0-6842-5248-BE23-CB55AEDCC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22987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7" name="Line 95">
            <a:extLst>
              <a:ext uri="{FF2B5EF4-FFF2-40B4-BE49-F238E27FC236}">
                <a16:creationId xmlns:a16="http://schemas.microsoft.com/office/drawing/2014/main" id="{44A32E47-C825-E541-9386-4A5144D44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514600"/>
            <a:ext cx="3340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8" name="Line 96">
            <a:extLst>
              <a:ext uri="{FF2B5EF4-FFF2-40B4-BE49-F238E27FC236}">
                <a16:creationId xmlns:a16="http://schemas.microsoft.com/office/drawing/2014/main" id="{028ADB13-DCCD-4A46-A815-D456102242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22733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69" name="Line 97">
            <a:extLst>
              <a:ext uri="{FF2B5EF4-FFF2-40B4-BE49-F238E27FC236}">
                <a16:creationId xmlns:a16="http://schemas.microsoft.com/office/drawing/2014/main" id="{1B034C2F-670D-AD40-BA0D-E1A76BCED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2860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0" name="Line 98">
            <a:extLst>
              <a:ext uri="{FF2B5EF4-FFF2-40B4-BE49-F238E27FC236}">
                <a16:creationId xmlns:a16="http://schemas.microsoft.com/office/drawing/2014/main" id="{A55DBC9F-6646-0C45-B0D2-0854D3FD7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5146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1" name="Line 99">
            <a:extLst>
              <a:ext uri="{FF2B5EF4-FFF2-40B4-BE49-F238E27FC236}">
                <a16:creationId xmlns:a16="http://schemas.microsoft.com/office/drawing/2014/main" id="{B8C804AA-068F-5144-81DC-712B0866A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352800"/>
            <a:ext cx="4406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2" name="Line 100">
            <a:extLst>
              <a:ext uri="{FF2B5EF4-FFF2-40B4-BE49-F238E27FC236}">
                <a16:creationId xmlns:a16="http://schemas.microsoft.com/office/drawing/2014/main" id="{0422BA54-86BE-CE49-88F3-FFF3AF335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6700" y="33655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3" name="Line 101">
            <a:extLst>
              <a:ext uri="{FF2B5EF4-FFF2-40B4-BE49-F238E27FC236}">
                <a16:creationId xmlns:a16="http://schemas.microsoft.com/office/drawing/2014/main" id="{ED2D4EF2-411C-F149-9931-9E2BC9C4D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581400"/>
            <a:ext cx="4406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4" name="Line 102">
            <a:extLst>
              <a:ext uri="{FF2B5EF4-FFF2-40B4-BE49-F238E27FC236}">
                <a16:creationId xmlns:a16="http://schemas.microsoft.com/office/drawing/2014/main" id="{F4159A5C-019B-5B42-923B-05C0C3D644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46700" y="33401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5" name="Line 103">
            <a:extLst>
              <a:ext uri="{FF2B5EF4-FFF2-40B4-BE49-F238E27FC236}">
                <a16:creationId xmlns:a16="http://schemas.microsoft.com/office/drawing/2014/main" id="{50C5B98C-CEA9-A44C-841A-646421FE4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581400"/>
            <a:ext cx="332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6" name="Line 104">
            <a:extLst>
              <a:ext uri="{FF2B5EF4-FFF2-40B4-BE49-F238E27FC236}">
                <a16:creationId xmlns:a16="http://schemas.microsoft.com/office/drawing/2014/main" id="{E1625F5E-7126-BA47-93CC-58C3042C0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886200"/>
            <a:ext cx="554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7" name="Line 105">
            <a:extLst>
              <a:ext uri="{FF2B5EF4-FFF2-40B4-BE49-F238E27FC236}">
                <a16:creationId xmlns:a16="http://schemas.microsoft.com/office/drawing/2014/main" id="{1578F2EA-5567-AB47-A19D-BD5AEE362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3898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8" name="Line 106">
            <a:extLst>
              <a:ext uri="{FF2B5EF4-FFF2-40B4-BE49-F238E27FC236}">
                <a16:creationId xmlns:a16="http://schemas.microsoft.com/office/drawing/2014/main" id="{62887CC7-ED50-FD44-BEA5-CA7B7B1F2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114800"/>
            <a:ext cx="554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79" name="Line 107">
            <a:extLst>
              <a:ext uri="{FF2B5EF4-FFF2-40B4-BE49-F238E27FC236}">
                <a16:creationId xmlns:a16="http://schemas.microsoft.com/office/drawing/2014/main" id="{9DE30422-DC2D-314A-ACC3-0AFE978984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700" y="3873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80" name="Line 108">
            <a:extLst>
              <a:ext uri="{FF2B5EF4-FFF2-40B4-BE49-F238E27FC236}">
                <a16:creationId xmlns:a16="http://schemas.microsoft.com/office/drawing/2014/main" id="{D432BD7A-5F29-8748-BE21-AAFCFE85F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3886200"/>
            <a:ext cx="218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81" name="Line 109">
            <a:extLst>
              <a:ext uri="{FF2B5EF4-FFF2-40B4-BE49-F238E27FC236}">
                <a16:creationId xmlns:a16="http://schemas.microsoft.com/office/drawing/2014/main" id="{F012E429-22EE-474E-8A4E-5B384CECA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4114800"/>
            <a:ext cx="218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82" name="Rectangle 110">
            <a:extLst>
              <a:ext uri="{FF2B5EF4-FFF2-40B4-BE49-F238E27FC236}">
                <a16:creationId xmlns:a16="http://schemas.microsoft.com/office/drawing/2014/main" id="{D236C545-2430-224B-896D-3F7E3C2A4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2251075"/>
            <a:ext cx="10033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ALUctr</a:t>
            </a:r>
          </a:p>
        </p:txBody>
      </p:sp>
      <p:sp>
        <p:nvSpPr>
          <p:cNvPr id="131183" name="Line 111">
            <a:extLst>
              <a:ext uri="{FF2B5EF4-FFF2-40B4-BE49-F238E27FC236}">
                <a16:creationId xmlns:a16="http://schemas.microsoft.com/office/drawing/2014/main" id="{D16504FD-08A4-B64D-BC0C-7E5DD882F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6700"/>
            <a:ext cx="0" cy="218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016" name="Rectangle 112">
            <a:extLst>
              <a:ext uri="{FF2B5EF4-FFF2-40B4-BE49-F238E27FC236}">
                <a16:creationId xmlns:a16="http://schemas.microsoft.com/office/drawing/2014/main" id="{D50DF64A-AC38-2E48-B487-898A40CED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1420813"/>
            <a:ext cx="3354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Instruction</a:t>
            </a:r>
            <a:r>
              <a:rPr lang="en-US" altLang="zh-CN" sz="1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Memory Access Time</a:t>
            </a:r>
          </a:p>
        </p:txBody>
      </p:sp>
      <p:sp>
        <p:nvSpPr>
          <p:cNvPr id="131185" name="Line 113">
            <a:extLst>
              <a:ext uri="{FF2B5EF4-FFF2-40B4-BE49-F238E27FC236}">
                <a16:creationId xmlns:a16="http://schemas.microsoft.com/office/drawing/2014/main" id="{B99DB5D4-7D45-394C-8E5B-23C18413F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1600200"/>
            <a:ext cx="12700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86" name="Rectangle 114">
            <a:extLst>
              <a:ext uri="{FF2B5EF4-FFF2-40B4-BE49-F238E27FC236}">
                <a16:creationId xmlns:a16="http://schemas.microsoft.com/office/drawing/2014/main" id="{AAC79CDD-AEFB-C941-B8A8-EB3082B49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2247900"/>
            <a:ext cx="1308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31187" name="Rectangle 115">
            <a:extLst>
              <a:ext uri="{FF2B5EF4-FFF2-40B4-BE49-F238E27FC236}">
                <a16:creationId xmlns:a16="http://schemas.microsoft.com/office/drawing/2014/main" id="{ACFE5E1C-FBE1-6F4D-8D4D-627F3B05E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251075"/>
            <a:ext cx="1435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31188" name="Line 116">
            <a:extLst>
              <a:ext uri="{FF2B5EF4-FFF2-40B4-BE49-F238E27FC236}">
                <a16:creationId xmlns:a16="http://schemas.microsoft.com/office/drawing/2014/main" id="{1B255AEB-F864-F94D-897A-C20A35B0F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070100"/>
            <a:ext cx="0" cy="1041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89" name="Line 117">
            <a:extLst>
              <a:ext uri="{FF2B5EF4-FFF2-40B4-BE49-F238E27FC236}">
                <a16:creationId xmlns:a16="http://schemas.microsoft.com/office/drawing/2014/main" id="{AB34EF75-3750-0A46-A03A-CFB4171967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819400"/>
            <a:ext cx="335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90" name="Line 118">
            <a:extLst>
              <a:ext uri="{FF2B5EF4-FFF2-40B4-BE49-F238E27FC236}">
                <a16:creationId xmlns:a16="http://schemas.microsoft.com/office/drawing/2014/main" id="{CFEB6139-971C-EF4E-919B-741032492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048000"/>
            <a:ext cx="335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91" name="Line 119">
            <a:extLst>
              <a:ext uri="{FF2B5EF4-FFF2-40B4-BE49-F238E27FC236}">
                <a16:creationId xmlns:a16="http://schemas.microsoft.com/office/drawing/2014/main" id="{BE314FD7-05FE-D94B-885F-38E6C35C7D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2819400"/>
            <a:ext cx="4406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92" name="Rectangle 120">
            <a:extLst>
              <a:ext uri="{FF2B5EF4-FFF2-40B4-BE49-F238E27FC236}">
                <a16:creationId xmlns:a16="http://schemas.microsoft.com/office/drawing/2014/main" id="{226F8C25-4DF8-C24D-BE1A-7D13F4840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2784475"/>
            <a:ext cx="952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RegWr</a:t>
            </a:r>
          </a:p>
        </p:txBody>
      </p:sp>
      <p:sp>
        <p:nvSpPr>
          <p:cNvPr id="131193" name="Rectangle 121">
            <a:extLst>
              <a:ext uri="{FF2B5EF4-FFF2-40B4-BE49-F238E27FC236}">
                <a16:creationId xmlns:a16="http://schemas.microsoft.com/office/drawing/2014/main" id="{C55DCE00-424D-BE4A-B706-1F3CE644F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2774950"/>
            <a:ext cx="1422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31194" name="Rectangle 122">
            <a:extLst>
              <a:ext uri="{FF2B5EF4-FFF2-40B4-BE49-F238E27FC236}">
                <a16:creationId xmlns:a16="http://schemas.microsoft.com/office/drawing/2014/main" id="{4C7085A0-CDCE-9341-88CD-53CF70ECC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784475"/>
            <a:ext cx="1828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Value</a:t>
            </a:r>
          </a:p>
        </p:txBody>
      </p:sp>
      <p:sp>
        <p:nvSpPr>
          <p:cNvPr id="131195" name="Line 123">
            <a:extLst>
              <a:ext uri="{FF2B5EF4-FFF2-40B4-BE49-F238E27FC236}">
                <a16:creationId xmlns:a16="http://schemas.microsoft.com/office/drawing/2014/main" id="{C8490474-7B90-5942-9128-4CC42669F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2133600"/>
            <a:ext cx="111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028" name="Rectangle 124">
            <a:extLst>
              <a:ext uri="{FF2B5EF4-FFF2-40B4-BE49-F238E27FC236}">
                <a16:creationId xmlns:a16="http://schemas.microsoft.com/office/drawing/2014/main" id="{3702B3B8-265E-7749-AC3F-A14DACB23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1954213"/>
            <a:ext cx="292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Delay through Control Logic</a:t>
            </a:r>
          </a:p>
        </p:txBody>
      </p:sp>
      <p:sp>
        <p:nvSpPr>
          <p:cNvPr id="131197" name="Line 125">
            <a:extLst>
              <a:ext uri="{FF2B5EF4-FFF2-40B4-BE49-F238E27FC236}">
                <a16:creationId xmlns:a16="http://schemas.microsoft.com/office/drawing/2014/main" id="{81428265-E36A-334C-B39B-87E5962C4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352800"/>
            <a:ext cx="332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198" name="Rectangle 126">
            <a:extLst>
              <a:ext uri="{FF2B5EF4-FFF2-40B4-BE49-F238E27FC236}">
                <a16:creationId xmlns:a16="http://schemas.microsoft.com/office/drawing/2014/main" id="{79B370A6-7644-9E4B-BAB1-9E19990CE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3317875"/>
            <a:ext cx="1016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busA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131199" name="Line 127">
            <a:extLst>
              <a:ext uri="{FF2B5EF4-FFF2-40B4-BE49-F238E27FC236}">
                <a16:creationId xmlns:a16="http://schemas.microsoft.com/office/drawing/2014/main" id="{6CBE374C-ABC6-EB4D-A5AC-68999F2E2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136900"/>
            <a:ext cx="0" cy="660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00" name="Line 128">
            <a:extLst>
              <a:ext uri="{FF2B5EF4-FFF2-40B4-BE49-F238E27FC236}">
                <a16:creationId xmlns:a16="http://schemas.microsoft.com/office/drawing/2014/main" id="{8C939489-14E4-CB4B-BF67-1DDEF9ACF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200400"/>
            <a:ext cx="21844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033" name="Rectangle 129">
            <a:extLst>
              <a:ext uri="{FF2B5EF4-FFF2-40B4-BE49-F238E27FC236}">
                <a16:creationId xmlns:a16="http://schemas.microsoft.com/office/drawing/2014/main" id="{A51FDFE5-DD43-6840-888C-326A84645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3033713"/>
            <a:ext cx="26876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Register</a:t>
            </a:r>
            <a:r>
              <a:rPr lang="en-US" altLang="zh-CN" sz="1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File Access Time</a:t>
            </a:r>
          </a:p>
        </p:txBody>
      </p:sp>
      <p:sp>
        <p:nvSpPr>
          <p:cNvPr id="131202" name="Rectangle 130">
            <a:extLst>
              <a:ext uri="{FF2B5EF4-FFF2-40B4-BE49-F238E27FC236}">
                <a16:creationId xmlns:a16="http://schemas.microsoft.com/office/drawing/2014/main" id="{DED0AC0F-E671-4E45-BC87-A306E27EC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327400"/>
            <a:ext cx="1231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31203" name="Rectangle 131">
            <a:extLst>
              <a:ext uri="{FF2B5EF4-FFF2-40B4-BE49-F238E27FC236}">
                <a16:creationId xmlns:a16="http://schemas.microsoft.com/office/drawing/2014/main" id="{E3A21790-8347-7144-8FC4-FB6A0513E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3317875"/>
            <a:ext cx="1524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Value</a:t>
            </a:r>
          </a:p>
        </p:txBody>
      </p:sp>
      <p:sp>
        <p:nvSpPr>
          <p:cNvPr id="131204" name="Rectangle 132">
            <a:extLst>
              <a:ext uri="{FF2B5EF4-FFF2-40B4-BE49-F238E27FC236}">
                <a16:creationId xmlns:a16="http://schemas.microsoft.com/office/drawing/2014/main" id="{140E0824-A4EB-194B-9B46-B9224F07E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3851275"/>
            <a:ext cx="774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busW</a:t>
            </a:r>
          </a:p>
        </p:txBody>
      </p:sp>
      <p:sp>
        <p:nvSpPr>
          <p:cNvPr id="131205" name="Line 133">
            <a:extLst>
              <a:ext uri="{FF2B5EF4-FFF2-40B4-BE49-F238E27FC236}">
                <a16:creationId xmlns:a16="http://schemas.microsoft.com/office/drawing/2014/main" id="{9DF1C73A-5CC1-9E48-A7CB-EEF63F273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670300"/>
            <a:ext cx="0" cy="660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06" name="Line 134">
            <a:extLst>
              <a:ext uri="{FF2B5EF4-FFF2-40B4-BE49-F238E27FC236}">
                <a16:creationId xmlns:a16="http://schemas.microsoft.com/office/drawing/2014/main" id="{85F5A8DC-791D-7044-9A51-5B140B639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2900" y="3733800"/>
            <a:ext cx="11176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039" name="Rectangle 135">
            <a:extLst>
              <a:ext uri="{FF2B5EF4-FFF2-40B4-BE49-F238E27FC236}">
                <a16:creationId xmlns:a16="http://schemas.microsoft.com/office/drawing/2014/main" id="{7EDFC56C-903B-D64E-BC55-FDBA6C352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567113"/>
            <a:ext cx="1182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ALU</a:t>
            </a:r>
            <a:r>
              <a:rPr lang="en-US" altLang="zh-CN" sz="1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Delay</a:t>
            </a:r>
          </a:p>
        </p:txBody>
      </p:sp>
      <p:sp>
        <p:nvSpPr>
          <p:cNvPr id="131208" name="Rectangle 136">
            <a:extLst>
              <a:ext uri="{FF2B5EF4-FFF2-40B4-BE49-F238E27FC236}">
                <a16:creationId xmlns:a16="http://schemas.microsoft.com/office/drawing/2014/main" id="{F5B72BB5-468A-FA48-8D5D-09D532D5B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3829050"/>
            <a:ext cx="1295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Old Value</a:t>
            </a:r>
          </a:p>
        </p:txBody>
      </p:sp>
      <p:sp>
        <p:nvSpPr>
          <p:cNvPr id="131209" name="Rectangle 137">
            <a:extLst>
              <a:ext uri="{FF2B5EF4-FFF2-40B4-BE49-F238E27FC236}">
                <a16:creationId xmlns:a16="http://schemas.microsoft.com/office/drawing/2014/main" id="{F0E00BB7-C2C1-BA48-A9D9-BDD22A940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825875"/>
            <a:ext cx="13716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New Value</a:t>
            </a:r>
          </a:p>
        </p:txBody>
      </p:sp>
      <p:sp>
        <p:nvSpPr>
          <p:cNvPr id="131210" name="Rectangle 138">
            <a:extLst>
              <a:ext uri="{FF2B5EF4-FFF2-40B4-BE49-F238E27FC236}">
                <a16:creationId xmlns:a16="http://schemas.microsoft.com/office/drawing/2014/main" id="{DF4F347E-3073-F041-BD5A-F148BF21C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1717675"/>
            <a:ext cx="1181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Value</a:t>
            </a:r>
          </a:p>
        </p:txBody>
      </p:sp>
      <p:sp>
        <p:nvSpPr>
          <p:cNvPr id="131211" name="Line 139">
            <a:extLst>
              <a:ext uri="{FF2B5EF4-FFF2-40B4-BE49-F238E27FC236}">
                <a16:creationId xmlns:a16="http://schemas.microsoft.com/office/drawing/2014/main" id="{7D0E0435-0863-4244-8016-8A8CC7A3E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1219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12" name="Line 140">
            <a:extLst>
              <a:ext uri="{FF2B5EF4-FFF2-40B4-BE49-F238E27FC236}">
                <a16:creationId xmlns:a16="http://schemas.microsoft.com/office/drawing/2014/main" id="{3ED37AB1-FBFA-6743-8C46-DF5BA16F1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1447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13" name="Rectangle 141">
            <a:extLst>
              <a:ext uri="{FF2B5EF4-FFF2-40B4-BE49-F238E27FC236}">
                <a16:creationId xmlns:a16="http://schemas.microsoft.com/office/drawing/2014/main" id="{3BA27F5D-F1AC-2D4A-A4E9-4176A0779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1717675"/>
            <a:ext cx="1346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Value</a:t>
            </a:r>
          </a:p>
        </p:txBody>
      </p:sp>
      <p:sp>
        <p:nvSpPr>
          <p:cNvPr id="131214" name="Rectangle 142">
            <a:extLst>
              <a:ext uri="{FF2B5EF4-FFF2-40B4-BE49-F238E27FC236}">
                <a16:creationId xmlns:a16="http://schemas.microsoft.com/office/drawing/2014/main" id="{B2E6CBC8-3967-2949-AEEE-6C12BBD50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184275"/>
            <a:ext cx="1447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Value</a:t>
            </a:r>
          </a:p>
        </p:txBody>
      </p:sp>
      <p:sp>
        <p:nvSpPr>
          <p:cNvPr id="131215" name="Rectangle 143">
            <a:extLst>
              <a:ext uri="{FF2B5EF4-FFF2-40B4-BE49-F238E27FC236}">
                <a16:creationId xmlns:a16="http://schemas.microsoft.com/office/drawing/2014/main" id="{6849D33E-2E7B-7049-A371-94B869016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1184275"/>
            <a:ext cx="1219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黑体" panose="02010609060101010101" pitchFamily="49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ea typeface="黑体" panose="02010609060101010101" pitchFamily="49" charset="-122"/>
              </a:rPr>
              <a:t>Value</a:t>
            </a:r>
          </a:p>
        </p:txBody>
      </p:sp>
      <p:sp>
        <p:nvSpPr>
          <p:cNvPr id="131216" name="Oval 144">
            <a:extLst>
              <a:ext uri="{FF2B5EF4-FFF2-40B4-BE49-F238E27FC236}">
                <a16:creationId xmlns:a16="http://schemas.microsoft.com/office/drawing/2014/main" id="{6410C568-BDBC-374B-B2E6-DE06D2D2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2749550"/>
            <a:ext cx="139700" cy="215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1217" name="Oval 145">
            <a:extLst>
              <a:ext uri="{FF2B5EF4-FFF2-40B4-BE49-F238E27FC236}">
                <a16:creationId xmlns:a16="http://schemas.microsoft.com/office/drawing/2014/main" id="{1F8860EE-CC22-7747-8A90-891BF4EB9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3740150"/>
            <a:ext cx="139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52062" name="Group 158">
            <a:extLst>
              <a:ext uri="{FF2B5EF4-FFF2-40B4-BE49-F238E27FC236}">
                <a16:creationId xmlns:a16="http://schemas.microsoft.com/office/drawing/2014/main" id="{B4B31D8F-B508-BE47-BB61-05309895FCE3}"/>
              </a:ext>
            </a:extLst>
          </p:cNvPr>
          <p:cNvGrpSpPr>
            <a:grpSpLocks/>
          </p:cNvGrpSpPr>
          <p:nvPr/>
        </p:nvGrpSpPr>
        <p:grpSpPr bwMode="auto">
          <a:xfrm>
            <a:off x="7327900" y="2903538"/>
            <a:ext cx="1560513" cy="2246312"/>
            <a:chOff x="4616" y="1829"/>
            <a:chExt cx="983" cy="1415"/>
          </a:xfrm>
        </p:grpSpPr>
        <p:sp>
          <p:nvSpPr>
            <p:cNvPr id="131229" name="Arc 146">
              <a:extLst>
                <a:ext uri="{FF2B5EF4-FFF2-40B4-BE49-F238E27FC236}">
                  <a16:creationId xmlns:a16="http://schemas.microsoft.com/office/drawing/2014/main" id="{F58657D4-3697-DD40-8150-8A212AD5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" y="1829"/>
              <a:ext cx="140" cy="10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230" name="Arc 147">
              <a:extLst>
                <a:ext uri="{FF2B5EF4-FFF2-40B4-BE49-F238E27FC236}">
                  <a16:creationId xmlns:a16="http://schemas.microsoft.com/office/drawing/2014/main" id="{3B84AC4D-57F1-A540-B8AF-66374957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" y="2501"/>
              <a:ext cx="140" cy="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231" name="Rectangle 148">
              <a:extLst>
                <a:ext uri="{FF2B5EF4-FFF2-40B4-BE49-F238E27FC236}">
                  <a16:creationId xmlns:a16="http://schemas.microsoft.com/office/drawing/2014/main" id="{BC29B9C0-F382-A740-A674-0A9EBE3E1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2880"/>
              <a:ext cx="983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Register Write</a:t>
              </a:r>
            </a:p>
            <a:p>
              <a:pPr algn="ctr"/>
              <a:r>
                <a:rPr lang="en-US" altLang="zh-CN">
                  <a:solidFill>
                    <a:schemeClr val="accent1"/>
                  </a:solidFill>
                  <a:ea typeface="宋体" panose="02010600030101010101" pitchFamily="2" charset="-122"/>
                </a:rPr>
                <a:t>Occurs Here</a:t>
              </a:r>
            </a:p>
          </p:txBody>
        </p:sp>
      </p:grpSp>
      <p:sp>
        <p:nvSpPr>
          <p:cNvPr id="131219" name="Line 149">
            <a:extLst>
              <a:ext uri="{FF2B5EF4-FFF2-40B4-BE49-F238E27FC236}">
                <a16:creationId xmlns:a16="http://schemas.microsoft.com/office/drawing/2014/main" id="{B9D9FA41-6050-0B4D-A0BA-844E69709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8194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20" name="Line 150">
            <a:extLst>
              <a:ext uri="{FF2B5EF4-FFF2-40B4-BE49-F238E27FC236}">
                <a16:creationId xmlns:a16="http://schemas.microsoft.com/office/drawing/2014/main" id="{567E79C0-4BAF-0D48-9930-4335E21D74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27940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21" name="Line 151">
            <a:extLst>
              <a:ext uri="{FF2B5EF4-FFF2-40B4-BE49-F238E27FC236}">
                <a16:creationId xmlns:a16="http://schemas.microsoft.com/office/drawing/2014/main" id="{78D17E8D-D0E7-1C4F-AA16-1983ED5B4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048000"/>
            <a:ext cx="4419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222" name="Line 152">
            <a:extLst>
              <a:ext uri="{FF2B5EF4-FFF2-40B4-BE49-F238E27FC236}">
                <a16:creationId xmlns:a16="http://schemas.microsoft.com/office/drawing/2014/main" id="{07C3F7DD-8DB9-3A40-8C1B-1D011BF98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1525" y="987425"/>
            <a:ext cx="0" cy="660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058" name="Rectangle 154">
            <a:extLst>
              <a:ext uri="{FF2B5EF4-FFF2-40B4-BE49-F238E27FC236}">
                <a16:creationId xmlns:a16="http://schemas.microsoft.com/office/drawing/2014/main" id="{8F8DADD3-E691-594E-9875-DE1B12436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3588" y="1169988"/>
            <a:ext cx="6334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solidFill>
                  <a:srgbClr val="FF0000"/>
                </a:solidFill>
                <a:ea typeface="宋体" panose="02010600030101010101" pitchFamily="2" charset="-122"/>
              </a:rPr>
              <a:t>PC+4</a:t>
            </a:r>
            <a:endParaRPr lang="zh-CN" altLang="en-US" sz="14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31224" name="Line 155">
            <a:extLst>
              <a:ext uri="{FF2B5EF4-FFF2-40B4-BE49-F238E27FC236}">
                <a16:creationId xmlns:a16="http://schemas.microsoft.com/office/drawing/2014/main" id="{CBD9640A-1140-1542-9E24-E5951FB5D5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0063" y="885825"/>
            <a:ext cx="30162" cy="21463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225" name="Line 156">
            <a:extLst>
              <a:ext uri="{FF2B5EF4-FFF2-40B4-BE49-F238E27FC236}">
                <a16:creationId xmlns:a16="http://schemas.microsoft.com/office/drawing/2014/main" id="{4CE2CBD7-B7C6-C143-8BBA-CF5D9D7EB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1813" y="1058863"/>
            <a:ext cx="1509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2063" name="Group 159">
            <a:extLst>
              <a:ext uri="{FF2B5EF4-FFF2-40B4-BE49-F238E27FC236}">
                <a16:creationId xmlns:a16="http://schemas.microsoft.com/office/drawing/2014/main" id="{3F41BA03-1E98-484F-B9D0-AFE58664C524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760413"/>
            <a:ext cx="1322387" cy="336550"/>
            <a:chOff x="4315" y="511"/>
            <a:chExt cx="833" cy="212"/>
          </a:xfrm>
        </p:grpSpPr>
        <p:sp>
          <p:nvSpPr>
            <p:cNvPr id="131227" name="Text Box 153">
              <a:extLst>
                <a:ext uri="{FF2B5EF4-FFF2-40B4-BE49-F238E27FC236}">
                  <a16:creationId xmlns:a16="http://schemas.microsoft.com/office/drawing/2014/main" id="{FA63FCEA-7C86-704B-95E4-362F5F469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5" y="511"/>
              <a:ext cx="83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  <a:ea typeface="宋体" panose="02010600030101010101" pitchFamily="2" charset="-122"/>
                </a:rPr>
                <a:t>PC+4</a:t>
              </a:r>
              <a:r>
                <a:rPr lang="en-US" altLang="zh-CN" sz="14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>
                  <a:solidFill>
                    <a:srgbClr val="0000FF"/>
                  </a:solidFill>
                  <a:ea typeface="宋体" panose="02010600030101010101" pitchFamily="2" charset="-122"/>
                </a:rPr>
                <a:t>PC  </a:t>
              </a:r>
            </a:p>
          </p:txBody>
        </p:sp>
        <p:sp>
          <p:nvSpPr>
            <p:cNvPr id="131228" name="Line 157">
              <a:extLst>
                <a:ext uri="{FF2B5EF4-FFF2-40B4-BE49-F238E27FC236}">
                  <a16:creationId xmlns:a16="http://schemas.microsoft.com/office/drawing/2014/main" id="{8813E075-EF31-C54B-AC74-E9C383544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6" y="612"/>
              <a:ext cx="13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2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2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94" grpId="0"/>
      <p:bldP spid="252016" grpId="0"/>
      <p:bldP spid="2520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438A95E0-A160-7A40-953B-4269C108A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6900" y="215900"/>
            <a:ext cx="5722938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ori </a:t>
            </a:r>
            <a:r>
              <a:rPr lang="zh-CN" altLang="en-US">
                <a:ea typeface="宋体" panose="02010600030101010101" pitchFamily="2" charset="-122"/>
              </a:rPr>
              <a:t>指令译码后的执行过程 </a:t>
            </a:r>
          </a:p>
        </p:txBody>
      </p:sp>
      <p:grpSp>
        <p:nvGrpSpPr>
          <p:cNvPr id="133123" name="Group 3">
            <a:extLst>
              <a:ext uri="{FF2B5EF4-FFF2-40B4-BE49-F238E27FC236}">
                <a16:creationId xmlns:a16="http://schemas.microsoft.com/office/drawing/2014/main" id="{2ADC9262-C917-2047-9896-8CB9E2D8BD0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133309" name="Line 4">
              <a:extLst>
                <a:ext uri="{FF2B5EF4-FFF2-40B4-BE49-F238E27FC236}">
                  <a16:creationId xmlns:a16="http://schemas.microsoft.com/office/drawing/2014/main" id="{9DEA9CC9-BF15-DE4C-942A-EFBF110DE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0" name="Line 5">
              <a:extLst>
                <a:ext uri="{FF2B5EF4-FFF2-40B4-BE49-F238E27FC236}">
                  <a16:creationId xmlns:a16="http://schemas.microsoft.com/office/drawing/2014/main" id="{19F78B59-8B0A-CB4A-A4F8-98FBE5C88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1" name="Line 6">
              <a:extLst>
                <a:ext uri="{FF2B5EF4-FFF2-40B4-BE49-F238E27FC236}">
                  <a16:creationId xmlns:a16="http://schemas.microsoft.com/office/drawing/2014/main" id="{FBB3A515-3BC4-2C4A-AB20-F6B5D8E30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2" name="Line 7">
              <a:extLst>
                <a:ext uri="{FF2B5EF4-FFF2-40B4-BE49-F238E27FC236}">
                  <a16:creationId xmlns:a16="http://schemas.microsoft.com/office/drawing/2014/main" id="{B9682BD3-E4B9-EA40-B0FC-38840B21A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3" name="Line 8">
              <a:extLst>
                <a:ext uri="{FF2B5EF4-FFF2-40B4-BE49-F238E27FC236}">
                  <a16:creationId xmlns:a16="http://schemas.microsoft.com/office/drawing/2014/main" id="{37ED6B92-4A1B-B84E-A2CA-122BD50D2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4" name="Line 9">
              <a:extLst>
                <a:ext uri="{FF2B5EF4-FFF2-40B4-BE49-F238E27FC236}">
                  <a16:creationId xmlns:a16="http://schemas.microsoft.com/office/drawing/2014/main" id="{D1D78891-D16F-1046-AAF2-FEF9C7A15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5" name="Line 10">
              <a:extLst>
                <a:ext uri="{FF2B5EF4-FFF2-40B4-BE49-F238E27FC236}">
                  <a16:creationId xmlns:a16="http://schemas.microsoft.com/office/drawing/2014/main" id="{70EA83C3-7E65-B34C-8398-4232C5479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6" name="Line 11">
              <a:extLst>
                <a:ext uri="{FF2B5EF4-FFF2-40B4-BE49-F238E27FC236}">
                  <a16:creationId xmlns:a16="http://schemas.microsoft.com/office/drawing/2014/main" id="{A14A9695-3454-4B4F-8E3A-145125737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124" name="Line 12">
            <a:extLst>
              <a:ext uri="{FF2B5EF4-FFF2-40B4-BE49-F238E27FC236}">
                <a16:creationId xmlns:a16="http://schemas.microsoft.com/office/drawing/2014/main" id="{83A03F0A-5B09-8A41-83A0-D3DED4172B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210050"/>
            <a:ext cx="2336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5" name="Line 13">
            <a:extLst>
              <a:ext uri="{FF2B5EF4-FFF2-40B4-BE49-F238E27FC236}">
                <a16:creationId xmlns:a16="http://schemas.microsoft.com/office/drawing/2014/main" id="{A142842F-407C-F740-B476-7A48569AE3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6" name="Rectangle 14">
            <a:extLst>
              <a:ext uri="{FF2B5EF4-FFF2-40B4-BE49-F238E27FC236}">
                <a16:creationId xmlns:a16="http://schemas.microsoft.com/office/drawing/2014/main" id="{40A20982-63DD-034F-A85E-D48D85BDC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127" name="Line 15">
            <a:extLst>
              <a:ext uri="{FF2B5EF4-FFF2-40B4-BE49-F238E27FC236}">
                <a16:creationId xmlns:a16="http://schemas.microsoft.com/office/drawing/2014/main" id="{F3CEB482-47B1-AC4E-8413-2FA14B516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9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8" name="Rectangle 16">
            <a:extLst>
              <a:ext uri="{FF2B5EF4-FFF2-40B4-BE49-F238E27FC236}">
                <a16:creationId xmlns:a16="http://schemas.microsoft.com/office/drawing/2014/main" id="{E079F8F5-859B-704A-A00D-5BD6C1E52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3059113"/>
            <a:ext cx="15335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or</a:t>
            </a:r>
          </a:p>
        </p:txBody>
      </p:sp>
      <p:sp>
        <p:nvSpPr>
          <p:cNvPr id="133129" name="Rectangle 17">
            <a:extLst>
              <a:ext uri="{FF2B5EF4-FFF2-40B4-BE49-F238E27FC236}">
                <a16:creationId xmlns:a16="http://schemas.microsoft.com/office/drawing/2014/main" id="{A7814435-F281-804E-8C91-B64050BC4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43592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3130" name="Rectangle 18">
            <a:extLst>
              <a:ext uri="{FF2B5EF4-FFF2-40B4-BE49-F238E27FC236}">
                <a16:creationId xmlns:a16="http://schemas.microsoft.com/office/drawing/2014/main" id="{79D1207D-835C-4945-9DF6-217C021B9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33131" name="Rectangle 19">
            <a:extLst>
              <a:ext uri="{FF2B5EF4-FFF2-40B4-BE49-F238E27FC236}">
                <a16:creationId xmlns:a16="http://schemas.microsoft.com/office/drawing/2014/main" id="{230224B2-F77A-CF41-9417-CDB5A12A9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32" name="Line 20">
            <a:extLst>
              <a:ext uri="{FF2B5EF4-FFF2-40B4-BE49-F238E27FC236}">
                <a16:creationId xmlns:a16="http://schemas.microsoft.com/office/drawing/2014/main" id="{F069B1D7-1E8D-E140-85BC-67CB3EDC2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33" name="Line 21">
            <a:extLst>
              <a:ext uri="{FF2B5EF4-FFF2-40B4-BE49-F238E27FC236}">
                <a16:creationId xmlns:a16="http://schemas.microsoft.com/office/drawing/2014/main" id="{E8A1081D-6983-9F41-B943-E7325FBA53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34" name="Oval 22">
            <a:extLst>
              <a:ext uri="{FF2B5EF4-FFF2-40B4-BE49-F238E27FC236}">
                <a16:creationId xmlns:a16="http://schemas.microsoft.com/office/drawing/2014/main" id="{5BF58B19-92E3-2F4F-96E2-B8EAF2B08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35" name="Rectangle 23">
            <a:extLst>
              <a:ext uri="{FF2B5EF4-FFF2-40B4-BE49-F238E27FC236}">
                <a16:creationId xmlns:a16="http://schemas.microsoft.com/office/drawing/2014/main" id="{1104047D-0F83-9244-AFAB-355A9C25E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3140075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3136" name="Line 24">
            <a:extLst>
              <a:ext uri="{FF2B5EF4-FFF2-40B4-BE49-F238E27FC236}">
                <a16:creationId xmlns:a16="http://schemas.microsoft.com/office/drawing/2014/main" id="{C9FAC487-8C92-E645-99AA-5204287BFD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4140200"/>
            <a:ext cx="1041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37" name="Line 25">
            <a:extLst>
              <a:ext uri="{FF2B5EF4-FFF2-40B4-BE49-F238E27FC236}">
                <a16:creationId xmlns:a16="http://schemas.microsoft.com/office/drawing/2014/main" id="{46A260A9-0028-4147-90F1-E317118FCD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8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38" name="Rectangle 26">
            <a:extLst>
              <a:ext uri="{FF2B5EF4-FFF2-40B4-BE49-F238E27FC236}">
                <a16:creationId xmlns:a16="http://schemas.microsoft.com/office/drawing/2014/main" id="{C298E626-EF1B-A546-993C-BEA84D8C3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1370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139" name="Line 27">
            <a:extLst>
              <a:ext uri="{FF2B5EF4-FFF2-40B4-BE49-F238E27FC236}">
                <a16:creationId xmlns:a16="http://schemas.microsoft.com/office/drawing/2014/main" id="{08D75C21-07A7-394E-BFFF-333B33BB8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3784600"/>
            <a:ext cx="177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0" name="Line 28">
            <a:extLst>
              <a:ext uri="{FF2B5EF4-FFF2-40B4-BE49-F238E27FC236}">
                <a16:creationId xmlns:a16="http://schemas.microsoft.com/office/drawing/2014/main" id="{7B24339D-2D25-AD42-9D7D-09561916B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1" name="Rectangle 29">
            <a:extLst>
              <a:ext uri="{FF2B5EF4-FFF2-40B4-BE49-F238E27FC236}">
                <a16:creationId xmlns:a16="http://schemas.microsoft.com/office/drawing/2014/main" id="{44DEC555-772A-BA4B-A885-BEC5FF11C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142" name="Rectangle 30">
            <a:extLst>
              <a:ext uri="{FF2B5EF4-FFF2-40B4-BE49-F238E27FC236}">
                <a16:creationId xmlns:a16="http://schemas.microsoft.com/office/drawing/2014/main" id="{FD715DC9-71DF-FF4D-A210-14B21A60E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713" y="340836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33143" name="Line 31">
            <a:extLst>
              <a:ext uri="{FF2B5EF4-FFF2-40B4-BE49-F238E27FC236}">
                <a16:creationId xmlns:a16="http://schemas.microsoft.com/office/drawing/2014/main" id="{2E2A6202-E8A3-8749-B2A5-02928EE62C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416300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4" name="Line 32">
            <a:extLst>
              <a:ext uri="{FF2B5EF4-FFF2-40B4-BE49-F238E27FC236}">
                <a16:creationId xmlns:a16="http://schemas.microsoft.com/office/drawing/2014/main" id="{3C911F74-7851-4A42-8D0C-8A5B79991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484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5" name="Line 33">
            <a:extLst>
              <a:ext uri="{FF2B5EF4-FFF2-40B4-BE49-F238E27FC236}">
                <a16:creationId xmlns:a16="http://schemas.microsoft.com/office/drawing/2014/main" id="{32F7AD84-1249-544C-9364-E6A3E3DCB3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6" name="Rectangle 34">
            <a:extLst>
              <a:ext uri="{FF2B5EF4-FFF2-40B4-BE49-F238E27FC236}">
                <a16:creationId xmlns:a16="http://schemas.microsoft.com/office/drawing/2014/main" id="{68B1DE9A-53E0-BD45-B82E-F515F928E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147" name="Rectangle 35">
            <a:extLst>
              <a:ext uri="{FF2B5EF4-FFF2-40B4-BE49-F238E27FC236}">
                <a16:creationId xmlns:a16="http://schemas.microsoft.com/office/drawing/2014/main" id="{9E960E70-900A-5441-9DF8-D09CB5FC6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1211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33148" name="Line 36">
            <a:extLst>
              <a:ext uri="{FF2B5EF4-FFF2-40B4-BE49-F238E27FC236}">
                <a16:creationId xmlns:a16="http://schemas.microsoft.com/office/drawing/2014/main" id="{A8555F23-7171-2C49-A402-EC29FE3BEF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49" name="Line 37">
            <a:extLst>
              <a:ext uri="{FF2B5EF4-FFF2-40B4-BE49-F238E27FC236}">
                <a16:creationId xmlns:a16="http://schemas.microsoft.com/office/drawing/2014/main" id="{FC96F8A2-443C-8048-AAAD-22B042B9B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28975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0" name="Line 38">
            <a:extLst>
              <a:ext uri="{FF2B5EF4-FFF2-40B4-BE49-F238E27FC236}">
                <a16:creationId xmlns:a16="http://schemas.microsoft.com/office/drawing/2014/main" id="{6503A36B-3A47-C246-ACDD-81EA97B110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1" name="Rectangle 39">
            <a:extLst>
              <a:ext uri="{FF2B5EF4-FFF2-40B4-BE49-F238E27FC236}">
                <a16:creationId xmlns:a16="http://schemas.microsoft.com/office/drawing/2014/main" id="{23DA2E1D-C887-1C4D-B621-F9DED9AF1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3152" name="Line 40">
            <a:extLst>
              <a:ext uri="{FF2B5EF4-FFF2-40B4-BE49-F238E27FC236}">
                <a16:creationId xmlns:a16="http://schemas.microsoft.com/office/drawing/2014/main" id="{E278A021-7F86-5C4B-AAF5-24D34462E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28950"/>
            <a:ext cx="0" cy="5873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3" name="Line 41">
            <a:extLst>
              <a:ext uri="{FF2B5EF4-FFF2-40B4-BE49-F238E27FC236}">
                <a16:creationId xmlns:a16="http://schemas.microsoft.com/office/drawing/2014/main" id="{2EB58E31-9518-494E-8903-B6F311D0F9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4" name="Rectangle 42">
            <a:extLst>
              <a:ext uri="{FF2B5EF4-FFF2-40B4-BE49-F238E27FC236}">
                <a16:creationId xmlns:a16="http://schemas.microsoft.com/office/drawing/2014/main" id="{8AE158C5-9053-D443-BBFE-88BEF48C3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3155" name="Line 43">
            <a:extLst>
              <a:ext uri="{FF2B5EF4-FFF2-40B4-BE49-F238E27FC236}">
                <a16:creationId xmlns:a16="http://schemas.microsoft.com/office/drawing/2014/main" id="{59430D32-D688-AC4F-845B-C0D64B37B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6" name="Line 44">
            <a:extLst>
              <a:ext uri="{FF2B5EF4-FFF2-40B4-BE49-F238E27FC236}">
                <a16:creationId xmlns:a16="http://schemas.microsoft.com/office/drawing/2014/main" id="{0168D0D6-6F89-414E-9EC3-34754874AD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7" name="Rectangle 45">
            <a:extLst>
              <a:ext uri="{FF2B5EF4-FFF2-40B4-BE49-F238E27FC236}">
                <a16:creationId xmlns:a16="http://schemas.microsoft.com/office/drawing/2014/main" id="{14B70F42-A7B9-B94C-8FF6-CFACD4CC7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3158" name="Rectangle 46">
            <a:extLst>
              <a:ext uri="{FF2B5EF4-FFF2-40B4-BE49-F238E27FC236}">
                <a16:creationId xmlns:a16="http://schemas.microsoft.com/office/drawing/2014/main" id="{6F59568F-E959-C842-B6D3-5F817FF46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33159" name="Rectangle 47">
            <a:extLst>
              <a:ext uri="{FF2B5EF4-FFF2-40B4-BE49-F238E27FC236}">
                <a16:creationId xmlns:a16="http://schemas.microsoft.com/office/drawing/2014/main" id="{507CF35C-1B9F-4B4F-A200-12998A2DC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33160" name="Rectangle 48">
            <a:extLst>
              <a:ext uri="{FF2B5EF4-FFF2-40B4-BE49-F238E27FC236}">
                <a16:creationId xmlns:a16="http://schemas.microsoft.com/office/drawing/2014/main" id="{C11C32E6-2E9C-C049-9CFD-5B528D815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33161" name="Rectangle 49">
            <a:extLst>
              <a:ext uri="{FF2B5EF4-FFF2-40B4-BE49-F238E27FC236}">
                <a16:creationId xmlns:a16="http://schemas.microsoft.com/office/drawing/2014/main" id="{BD6F6FCC-D09F-1540-BD62-1B8C92B61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33162" name="Line 50">
            <a:extLst>
              <a:ext uri="{FF2B5EF4-FFF2-40B4-BE49-F238E27FC236}">
                <a16:creationId xmlns:a16="http://schemas.microsoft.com/office/drawing/2014/main" id="{6D8A19D2-E9CC-1A44-ADFD-4BDE202A14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6172200"/>
            <a:ext cx="782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63" name="Line 51">
            <a:extLst>
              <a:ext uri="{FF2B5EF4-FFF2-40B4-BE49-F238E27FC236}">
                <a16:creationId xmlns:a16="http://schemas.microsoft.com/office/drawing/2014/main" id="{44593C45-EC5E-E84A-BA16-51C1F9A0FE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14800"/>
            <a:ext cx="0" cy="2082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64" name="Rectangle 52">
            <a:extLst>
              <a:ext uri="{FF2B5EF4-FFF2-40B4-BE49-F238E27FC236}">
                <a16:creationId xmlns:a16="http://schemas.microsoft.com/office/drawing/2014/main" id="{E682688B-649D-1845-B42C-8249E8FD4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413" y="29749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33165" name="Rectangle 53">
            <a:extLst>
              <a:ext uri="{FF2B5EF4-FFF2-40B4-BE49-F238E27FC236}">
                <a16:creationId xmlns:a16="http://schemas.microsoft.com/office/drawing/2014/main" id="{DABE0F25-C921-E64D-8F47-69CF25049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6061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33166" name="Group 54">
            <a:extLst>
              <a:ext uri="{FF2B5EF4-FFF2-40B4-BE49-F238E27FC236}">
                <a16:creationId xmlns:a16="http://schemas.microsoft.com/office/drawing/2014/main" id="{DEFB87CF-E1DB-C24C-8BB9-E5D860F8807C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133305" name="Line 55">
              <a:extLst>
                <a:ext uri="{FF2B5EF4-FFF2-40B4-BE49-F238E27FC236}">
                  <a16:creationId xmlns:a16="http://schemas.microsoft.com/office/drawing/2014/main" id="{5136EEB6-0E2C-DE47-89A6-C8BB9BF70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6" name="Line 56">
              <a:extLst>
                <a:ext uri="{FF2B5EF4-FFF2-40B4-BE49-F238E27FC236}">
                  <a16:creationId xmlns:a16="http://schemas.microsoft.com/office/drawing/2014/main" id="{530EC00E-351B-7842-A3F9-0C95F6138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7" name="Line 57">
              <a:extLst>
                <a:ext uri="{FF2B5EF4-FFF2-40B4-BE49-F238E27FC236}">
                  <a16:creationId xmlns:a16="http://schemas.microsoft.com/office/drawing/2014/main" id="{80898A42-1EB8-F347-801C-48324D7BE7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8" name="Line 58">
              <a:extLst>
                <a:ext uri="{FF2B5EF4-FFF2-40B4-BE49-F238E27FC236}">
                  <a16:creationId xmlns:a16="http://schemas.microsoft.com/office/drawing/2014/main" id="{E053FBC3-43A3-614F-A8A2-22721A7B5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3167" name="Group 59">
            <a:extLst>
              <a:ext uri="{FF2B5EF4-FFF2-40B4-BE49-F238E27FC236}">
                <a16:creationId xmlns:a16="http://schemas.microsoft.com/office/drawing/2014/main" id="{F5969B41-25B8-2244-A369-98BAB74F274A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754313"/>
            <a:ext cx="1168400" cy="284162"/>
            <a:chOff x="928" y="1735"/>
            <a:chExt cx="736" cy="179"/>
          </a:xfrm>
        </p:grpSpPr>
        <p:sp>
          <p:nvSpPr>
            <p:cNvPr id="133301" name="Line 60">
              <a:extLst>
                <a:ext uri="{FF2B5EF4-FFF2-40B4-BE49-F238E27FC236}">
                  <a16:creationId xmlns:a16="http://schemas.microsoft.com/office/drawing/2014/main" id="{5F2F6F0B-BA08-214A-B5A6-BA1B7502B8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2" name="Line 61">
              <a:extLst>
                <a:ext uri="{FF2B5EF4-FFF2-40B4-BE49-F238E27FC236}">
                  <a16:creationId xmlns:a16="http://schemas.microsoft.com/office/drawing/2014/main" id="{A2A47A84-C37F-8A48-A0CA-29CB06EE76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3" name="Line 62">
              <a:extLst>
                <a:ext uri="{FF2B5EF4-FFF2-40B4-BE49-F238E27FC236}">
                  <a16:creationId xmlns:a16="http://schemas.microsoft.com/office/drawing/2014/main" id="{21F2E971-7813-1843-8DDE-637E43B50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4" name="Line 63">
              <a:extLst>
                <a:ext uri="{FF2B5EF4-FFF2-40B4-BE49-F238E27FC236}">
                  <a16:creationId xmlns:a16="http://schemas.microsoft.com/office/drawing/2014/main" id="{9A12FD5B-AAB1-2B4D-931F-E79B24619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168" name="Rectangle 64">
            <a:extLst>
              <a:ext uri="{FF2B5EF4-FFF2-40B4-BE49-F238E27FC236}">
                <a16:creationId xmlns:a16="http://schemas.microsoft.com/office/drawing/2014/main" id="{17C054E0-EFDD-4A4F-A66A-F7C0F6F2A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0130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33169" name="Line 65">
            <a:extLst>
              <a:ext uri="{FF2B5EF4-FFF2-40B4-BE49-F238E27FC236}">
                <a16:creationId xmlns:a16="http://schemas.microsoft.com/office/drawing/2014/main" id="{86524F2C-C37E-5640-A1D6-6824D5046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30475"/>
            <a:ext cx="0" cy="16351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0" name="Line 66">
            <a:extLst>
              <a:ext uri="{FF2B5EF4-FFF2-40B4-BE49-F238E27FC236}">
                <a16:creationId xmlns:a16="http://schemas.microsoft.com/office/drawing/2014/main" id="{D659F8FB-74CA-F241-B9BE-11616DAA0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1" name="Rectangle 67">
            <a:extLst>
              <a:ext uri="{FF2B5EF4-FFF2-40B4-BE49-F238E27FC236}">
                <a16:creationId xmlns:a16="http://schemas.microsoft.com/office/drawing/2014/main" id="{3D456660-3573-7648-9837-7DC4BEF99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36061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33172" name="Line 68">
            <a:extLst>
              <a:ext uri="{FF2B5EF4-FFF2-40B4-BE49-F238E27FC236}">
                <a16:creationId xmlns:a16="http://schemas.microsoft.com/office/drawing/2014/main" id="{B413D921-C5BB-9842-AB6F-1A4A4CE643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2895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3" name="Rectangle 69">
            <a:extLst>
              <a:ext uri="{FF2B5EF4-FFF2-40B4-BE49-F238E27FC236}">
                <a16:creationId xmlns:a16="http://schemas.microsoft.com/office/drawing/2014/main" id="{D04730DE-7684-7849-8F51-0D7E63F64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05075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3174" name="Rectangle 70">
            <a:extLst>
              <a:ext uri="{FF2B5EF4-FFF2-40B4-BE49-F238E27FC236}">
                <a16:creationId xmlns:a16="http://schemas.microsoft.com/office/drawing/2014/main" id="{19EFD268-A321-CD43-93C4-F15958F2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75" name="Rectangle 71">
            <a:extLst>
              <a:ext uri="{FF2B5EF4-FFF2-40B4-BE49-F238E27FC236}">
                <a16:creationId xmlns:a16="http://schemas.microsoft.com/office/drawing/2014/main" id="{850862F6-5DD9-4D40-ADF9-BD29029150A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12281" y="498236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33176" name="Rectangle 72">
            <a:extLst>
              <a:ext uri="{FF2B5EF4-FFF2-40B4-BE49-F238E27FC236}">
                <a16:creationId xmlns:a16="http://schemas.microsoft.com/office/drawing/2014/main" id="{D8A2C62F-D9F8-114D-AFBF-7EFB811CDE9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6204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3177" name="Rectangle 73">
            <a:extLst>
              <a:ext uri="{FF2B5EF4-FFF2-40B4-BE49-F238E27FC236}">
                <a16:creationId xmlns:a16="http://schemas.microsoft.com/office/drawing/2014/main" id="{27D9FA9D-500F-BE4D-8816-DA104D1BA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51138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3178" name="Line 74">
            <a:extLst>
              <a:ext uri="{FF2B5EF4-FFF2-40B4-BE49-F238E27FC236}">
                <a16:creationId xmlns:a16="http://schemas.microsoft.com/office/drawing/2014/main" id="{5C91DBCF-B4FA-F744-99E8-5D3555325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5276850"/>
            <a:ext cx="635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9" name="Rectangle 75">
            <a:extLst>
              <a:ext uri="{FF2B5EF4-FFF2-40B4-BE49-F238E27FC236}">
                <a16:creationId xmlns:a16="http://schemas.microsoft.com/office/drawing/2014/main" id="{93EE0B44-C126-5A4F-A2AD-60EA801B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180" name="Line 76">
            <a:extLst>
              <a:ext uri="{FF2B5EF4-FFF2-40B4-BE49-F238E27FC236}">
                <a16:creationId xmlns:a16="http://schemas.microsoft.com/office/drawing/2014/main" id="{365CB196-FD98-3644-9D2D-061AABAA5D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1" name="Line 77">
            <a:extLst>
              <a:ext uri="{FF2B5EF4-FFF2-40B4-BE49-F238E27FC236}">
                <a16:creationId xmlns:a16="http://schemas.microsoft.com/office/drawing/2014/main" id="{B29C1581-2D7B-8447-8D16-351382005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5418138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2" name="Line 78">
            <a:extLst>
              <a:ext uri="{FF2B5EF4-FFF2-40B4-BE49-F238E27FC236}">
                <a16:creationId xmlns:a16="http://schemas.microsoft.com/office/drawing/2014/main" id="{D88CF296-FDF7-584B-8583-FC1CF39495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3" name="Rectangle 79">
            <a:extLst>
              <a:ext uri="{FF2B5EF4-FFF2-40B4-BE49-F238E27FC236}">
                <a16:creationId xmlns:a16="http://schemas.microsoft.com/office/drawing/2014/main" id="{40E95DB4-0CA0-7D49-B796-29A04B7C0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33184" name="Rectangle 80">
            <a:extLst>
              <a:ext uri="{FF2B5EF4-FFF2-40B4-BE49-F238E27FC236}">
                <a16:creationId xmlns:a16="http://schemas.microsoft.com/office/drawing/2014/main" id="{95915E89-A7E0-9348-BADE-00283BC9C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526097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33185" name="Line 81">
            <a:extLst>
              <a:ext uri="{FF2B5EF4-FFF2-40B4-BE49-F238E27FC236}">
                <a16:creationId xmlns:a16="http://schemas.microsoft.com/office/drawing/2014/main" id="{D3102CD5-CB31-9647-B882-FA72F8783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6" name="Rectangle 82">
            <a:extLst>
              <a:ext uri="{FF2B5EF4-FFF2-40B4-BE49-F238E27FC236}">
                <a16:creationId xmlns:a16="http://schemas.microsoft.com/office/drawing/2014/main" id="{D82D901C-3AF8-E148-BF9B-14AFF8B77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781675"/>
            <a:ext cx="1393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3187" name="Line 83">
            <a:extLst>
              <a:ext uri="{FF2B5EF4-FFF2-40B4-BE49-F238E27FC236}">
                <a16:creationId xmlns:a16="http://schemas.microsoft.com/office/drawing/2014/main" id="{18C60A75-C57E-EF46-90D9-966714F7D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200" y="4637088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8" name="Line 84">
            <a:extLst>
              <a:ext uri="{FF2B5EF4-FFF2-40B4-BE49-F238E27FC236}">
                <a16:creationId xmlns:a16="http://schemas.microsoft.com/office/drawing/2014/main" id="{F50C7AE5-5C17-2F45-92AA-7EEBB74F2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19613"/>
            <a:ext cx="0" cy="1627187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9" name="Line 85">
            <a:extLst>
              <a:ext uri="{FF2B5EF4-FFF2-40B4-BE49-F238E27FC236}">
                <a16:creationId xmlns:a16="http://schemas.microsoft.com/office/drawing/2014/main" id="{0F6E773C-1852-9F41-B9DE-E6C5155CE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0" name="Rectangle 86">
            <a:extLst>
              <a:ext uri="{FF2B5EF4-FFF2-40B4-BE49-F238E27FC236}">
                <a16:creationId xmlns:a16="http://schemas.microsoft.com/office/drawing/2014/main" id="{8471673B-E8EC-3946-804A-D6141C5C2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3" y="6267450"/>
            <a:ext cx="1228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grpSp>
        <p:nvGrpSpPr>
          <p:cNvPr id="133191" name="Group 87">
            <a:extLst>
              <a:ext uri="{FF2B5EF4-FFF2-40B4-BE49-F238E27FC236}">
                <a16:creationId xmlns:a16="http://schemas.microsoft.com/office/drawing/2014/main" id="{573ABA3E-0765-7446-A2D7-9CBBAE34E78A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133297" name="Line 88">
              <a:extLst>
                <a:ext uri="{FF2B5EF4-FFF2-40B4-BE49-F238E27FC236}">
                  <a16:creationId xmlns:a16="http://schemas.microsoft.com/office/drawing/2014/main" id="{4D001968-D9FA-6A47-ABB6-72C6842F2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98" name="Line 89">
              <a:extLst>
                <a:ext uri="{FF2B5EF4-FFF2-40B4-BE49-F238E27FC236}">
                  <a16:creationId xmlns:a16="http://schemas.microsoft.com/office/drawing/2014/main" id="{81807402-9AFD-414F-A1C3-02E356EF1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99" name="Line 90">
              <a:extLst>
                <a:ext uri="{FF2B5EF4-FFF2-40B4-BE49-F238E27FC236}">
                  <a16:creationId xmlns:a16="http://schemas.microsoft.com/office/drawing/2014/main" id="{6B53D743-7C28-AB4C-9D2D-974344398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0" name="Line 91">
              <a:extLst>
                <a:ext uri="{FF2B5EF4-FFF2-40B4-BE49-F238E27FC236}">
                  <a16:creationId xmlns:a16="http://schemas.microsoft.com/office/drawing/2014/main" id="{6DE629D1-1E86-9E46-8A05-B02593D5B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192" name="Rectangle 92">
            <a:extLst>
              <a:ext uri="{FF2B5EF4-FFF2-40B4-BE49-F238E27FC236}">
                <a16:creationId xmlns:a16="http://schemas.microsoft.com/office/drawing/2014/main" id="{96F89061-3F64-AC49-A0CF-CB87EE9590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475957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3193" name="Line 93">
            <a:extLst>
              <a:ext uri="{FF2B5EF4-FFF2-40B4-BE49-F238E27FC236}">
                <a16:creationId xmlns:a16="http://schemas.microsoft.com/office/drawing/2014/main" id="{B3F0BCD4-9116-CD43-B022-F0F8E84EF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4" name="Rectangle 94">
            <a:extLst>
              <a:ext uri="{FF2B5EF4-FFF2-40B4-BE49-F238E27FC236}">
                <a16:creationId xmlns:a16="http://schemas.microsoft.com/office/drawing/2014/main" id="{66B48ECB-A79A-CE4F-B447-4B2C1A05D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3236913"/>
            <a:ext cx="17240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3195" name="Line 95">
            <a:extLst>
              <a:ext uri="{FF2B5EF4-FFF2-40B4-BE49-F238E27FC236}">
                <a16:creationId xmlns:a16="http://schemas.microsoft.com/office/drawing/2014/main" id="{2D44D016-DFD3-E24F-A555-4A015E2C2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2600" y="4494213"/>
            <a:ext cx="406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6" name="Rectangle 96">
            <a:extLst>
              <a:ext uri="{FF2B5EF4-FFF2-40B4-BE49-F238E27FC236}">
                <a16:creationId xmlns:a16="http://schemas.microsoft.com/office/drawing/2014/main" id="{E710A62C-7A66-384D-BE72-FDBA2EA2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97" name="Line 97">
            <a:extLst>
              <a:ext uri="{FF2B5EF4-FFF2-40B4-BE49-F238E27FC236}">
                <a16:creationId xmlns:a16="http://schemas.microsoft.com/office/drawing/2014/main" id="{CD9E07D7-57FF-034C-A516-D4B15FE52F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8" name="Rectangle 98">
            <a:extLst>
              <a:ext uri="{FF2B5EF4-FFF2-40B4-BE49-F238E27FC236}">
                <a16:creationId xmlns:a16="http://schemas.microsoft.com/office/drawing/2014/main" id="{FF571048-645F-0A49-A57A-458EF1C6E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5276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3199" name="Rectangle 99">
            <a:extLst>
              <a:ext uri="{FF2B5EF4-FFF2-40B4-BE49-F238E27FC236}">
                <a16:creationId xmlns:a16="http://schemas.microsoft.com/office/drawing/2014/main" id="{24439D89-6A01-B54B-9B98-D95B599F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5060950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In</a:t>
            </a:r>
          </a:p>
        </p:txBody>
      </p:sp>
      <p:sp>
        <p:nvSpPr>
          <p:cNvPr id="133200" name="Line 100">
            <a:extLst>
              <a:ext uri="{FF2B5EF4-FFF2-40B4-BE49-F238E27FC236}">
                <a16:creationId xmlns:a16="http://schemas.microsoft.com/office/drawing/2014/main" id="{EB8EAF0F-6E79-FB40-9EE0-BD3840BA0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1" name="Line 101">
            <a:extLst>
              <a:ext uri="{FF2B5EF4-FFF2-40B4-BE49-F238E27FC236}">
                <a16:creationId xmlns:a16="http://schemas.microsoft.com/office/drawing/2014/main" id="{DB28AF85-7EE3-0144-8B9A-EC729BCA07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2" name="Oval 102">
            <a:extLst>
              <a:ext uri="{FF2B5EF4-FFF2-40B4-BE49-F238E27FC236}">
                <a16:creationId xmlns:a16="http://schemas.microsoft.com/office/drawing/2014/main" id="{08D9F3A2-A013-D44F-A525-9D90BB833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203" name="Rectangle 103">
            <a:extLst>
              <a:ext uri="{FF2B5EF4-FFF2-40B4-BE49-F238E27FC236}">
                <a16:creationId xmlns:a16="http://schemas.microsoft.com/office/drawing/2014/main" id="{41C9DD1D-95F8-F444-8D78-B61772111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33204" name="Line 104">
            <a:extLst>
              <a:ext uri="{FF2B5EF4-FFF2-40B4-BE49-F238E27FC236}">
                <a16:creationId xmlns:a16="http://schemas.microsoft.com/office/drawing/2014/main" id="{B5C48BB9-B7F1-4244-99FF-B9DEAD308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06253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5" name="Line 105">
            <a:extLst>
              <a:ext uri="{FF2B5EF4-FFF2-40B4-BE49-F238E27FC236}">
                <a16:creationId xmlns:a16="http://schemas.microsoft.com/office/drawing/2014/main" id="{DDB77E10-2F9B-DB47-8040-B2A3307C1E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9990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6" name="Rectangle 106">
            <a:extLst>
              <a:ext uri="{FF2B5EF4-FFF2-40B4-BE49-F238E27FC236}">
                <a16:creationId xmlns:a16="http://schemas.microsoft.com/office/drawing/2014/main" id="{0779BD3D-24CB-314F-BC9F-863966F6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1308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207" name="Line 107">
            <a:extLst>
              <a:ext uri="{FF2B5EF4-FFF2-40B4-BE49-F238E27FC236}">
                <a16:creationId xmlns:a16="http://schemas.microsoft.com/office/drawing/2014/main" id="{2A6C397E-2BCA-244A-AC45-37FD203559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8" name="Line 108">
            <a:extLst>
              <a:ext uri="{FF2B5EF4-FFF2-40B4-BE49-F238E27FC236}">
                <a16:creationId xmlns:a16="http://schemas.microsoft.com/office/drawing/2014/main" id="{75691069-88F9-A843-8DEB-DDE40C4EE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22750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9" name="Rectangle 109">
            <a:extLst>
              <a:ext uri="{FF2B5EF4-FFF2-40B4-BE49-F238E27FC236}">
                <a16:creationId xmlns:a16="http://schemas.microsoft.com/office/drawing/2014/main" id="{6232DCFB-898D-5A49-8114-B1EFA1D57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33210" name="Rectangle 110">
            <a:extLst>
              <a:ext uri="{FF2B5EF4-FFF2-40B4-BE49-F238E27FC236}">
                <a16:creationId xmlns:a16="http://schemas.microsoft.com/office/drawing/2014/main" id="{53315411-B847-A246-81BE-46A32D6D5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202238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33211" name="Line 111">
            <a:extLst>
              <a:ext uri="{FF2B5EF4-FFF2-40B4-BE49-F238E27FC236}">
                <a16:creationId xmlns:a16="http://schemas.microsoft.com/office/drawing/2014/main" id="{E880B91C-C0F2-3549-AC97-D0C1387C4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0133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2" name="Line 112">
            <a:extLst>
              <a:ext uri="{FF2B5EF4-FFF2-40B4-BE49-F238E27FC236}">
                <a16:creationId xmlns:a16="http://schemas.microsoft.com/office/drawing/2014/main" id="{9A84A2F5-D958-8A4E-8797-1DD539CC7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41900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3" name="Line 113">
            <a:extLst>
              <a:ext uri="{FF2B5EF4-FFF2-40B4-BE49-F238E27FC236}">
                <a16:creationId xmlns:a16="http://schemas.microsoft.com/office/drawing/2014/main" id="{59461990-F078-6F4D-ADD5-EC08825B26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4895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4" name="Line 114">
            <a:extLst>
              <a:ext uri="{FF2B5EF4-FFF2-40B4-BE49-F238E27FC236}">
                <a16:creationId xmlns:a16="http://schemas.microsoft.com/office/drawing/2014/main" id="{C16EE511-1F57-8B44-94A2-94BCC0347B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9482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5" name="Rectangle 115">
            <a:extLst>
              <a:ext uri="{FF2B5EF4-FFF2-40B4-BE49-F238E27FC236}">
                <a16:creationId xmlns:a16="http://schemas.microsoft.com/office/drawing/2014/main" id="{423F6DC1-52F2-844C-8077-5FE3E9C0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6497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3216" name="Rectangle 116">
            <a:extLst>
              <a:ext uri="{FF2B5EF4-FFF2-40B4-BE49-F238E27FC236}">
                <a16:creationId xmlns:a16="http://schemas.microsoft.com/office/drawing/2014/main" id="{F84EA2E8-DD1C-5B46-B131-7D276BD96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13138"/>
            <a:ext cx="1381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3217" name="Line 117">
            <a:extLst>
              <a:ext uri="{FF2B5EF4-FFF2-40B4-BE49-F238E27FC236}">
                <a16:creationId xmlns:a16="http://schemas.microsoft.com/office/drawing/2014/main" id="{250F9033-6BA9-4247-952B-20E0EEE84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085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8" name="Line 118">
            <a:extLst>
              <a:ext uri="{FF2B5EF4-FFF2-40B4-BE49-F238E27FC236}">
                <a16:creationId xmlns:a16="http://schemas.microsoft.com/office/drawing/2014/main" id="{33D86E3F-066F-064B-8E5F-04F1BDD22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54600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9" name="Rectangle 119">
            <a:extLst>
              <a:ext uri="{FF2B5EF4-FFF2-40B4-BE49-F238E27FC236}">
                <a16:creationId xmlns:a16="http://schemas.microsoft.com/office/drawing/2014/main" id="{488FE2E3-FE08-7E42-8782-3E4422525D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0727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33220" name="Rectangle 120">
            <a:extLst>
              <a:ext uri="{FF2B5EF4-FFF2-40B4-BE49-F238E27FC236}">
                <a16:creationId xmlns:a16="http://schemas.microsoft.com/office/drawing/2014/main" id="{6EA2E3CE-877D-FB4E-B095-068C91D9C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993900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221" name="Line 121">
            <a:extLst>
              <a:ext uri="{FF2B5EF4-FFF2-40B4-BE49-F238E27FC236}">
                <a16:creationId xmlns:a16="http://schemas.microsoft.com/office/drawing/2014/main" id="{46ABC355-C80E-0640-A7E0-556DFCA05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7209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2" name="Line 122">
            <a:extLst>
              <a:ext uri="{FF2B5EF4-FFF2-40B4-BE49-F238E27FC236}">
                <a16:creationId xmlns:a16="http://schemas.microsoft.com/office/drawing/2014/main" id="{0AF6E24C-918E-3841-BFA5-91A43B7FC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7713" y="2630488"/>
            <a:ext cx="292100" cy="104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3" name="Line 123">
            <a:extLst>
              <a:ext uri="{FF2B5EF4-FFF2-40B4-BE49-F238E27FC236}">
                <a16:creationId xmlns:a16="http://schemas.microsoft.com/office/drawing/2014/main" id="{AEB5B3A6-1946-744F-907B-23BC5E6389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7336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4" name="Oval 124">
            <a:extLst>
              <a:ext uri="{FF2B5EF4-FFF2-40B4-BE49-F238E27FC236}">
                <a16:creationId xmlns:a16="http://schemas.microsoft.com/office/drawing/2014/main" id="{91D9C3D2-9BE6-EB48-836D-75460F3E6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6797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225" name="Rectangle 125">
            <a:extLst>
              <a:ext uri="{FF2B5EF4-FFF2-40B4-BE49-F238E27FC236}">
                <a16:creationId xmlns:a16="http://schemas.microsoft.com/office/drawing/2014/main" id="{18E11912-924C-1849-8DAE-03C43312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078038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33226" name="Rectangle 126">
            <a:extLst>
              <a:ext uri="{FF2B5EF4-FFF2-40B4-BE49-F238E27FC236}">
                <a16:creationId xmlns:a16="http://schemas.microsoft.com/office/drawing/2014/main" id="{3BB48396-9C9E-5C46-9F05-9625658E1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5304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3227" name="Line 127">
            <a:extLst>
              <a:ext uri="{FF2B5EF4-FFF2-40B4-BE49-F238E27FC236}">
                <a16:creationId xmlns:a16="http://schemas.microsoft.com/office/drawing/2014/main" id="{B93ADF88-A98F-4C47-AE91-746EA91F1C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82900"/>
            <a:ext cx="0" cy="116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8" name="Line 128">
            <a:extLst>
              <a:ext uri="{FF2B5EF4-FFF2-40B4-BE49-F238E27FC236}">
                <a16:creationId xmlns:a16="http://schemas.microsoft.com/office/drawing/2014/main" id="{4C98FC3C-6BA7-694F-A15F-FD396362A5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038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9" name="Rectangle 129">
            <a:extLst>
              <a:ext uri="{FF2B5EF4-FFF2-40B4-BE49-F238E27FC236}">
                <a16:creationId xmlns:a16="http://schemas.microsoft.com/office/drawing/2014/main" id="{200EF161-C11E-B74C-A129-EB24E0194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50520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33230" name="Line 130">
            <a:extLst>
              <a:ext uri="{FF2B5EF4-FFF2-40B4-BE49-F238E27FC236}">
                <a16:creationId xmlns:a16="http://schemas.microsoft.com/office/drawing/2014/main" id="{8141F45D-94F5-8E48-92FE-5857581BA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1336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1" name="Rectangle 131">
            <a:extLst>
              <a:ext uri="{FF2B5EF4-FFF2-40B4-BE49-F238E27FC236}">
                <a16:creationId xmlns:a16="http://schemas.microsoft.com/office/drawing/2014/main" id="{31A0487F-7D21-6E42-A73B-9B2A7B0D3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74466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33232" name="Line 132">
            <a:extLst>
              <a:ext uri="{FF2B5EF4-FFF2-40B4-BE49-F238E27FC236}">
                <a16:creationId xmlns:a16="http://schemas.microsoft.com/office/drawing/2014/main" id="{D557AEEA-22DC-0341-A599-D2C54908B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43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3" name="Line 133">
            <a:extLst>
              <a:ext uri="{FF2B5EF4-FFF2-40B4-BE49-F238E27FC236}">
                <a16:creationId xmlns:a16="http://schemas.microsoft.com/office/drawing/2014/main" id="{A46F1B97-0D6A-5D41-BBD3-0CD8C2965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133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4" name="Rectangle 134">
            <a:extLst>
              <a:ext uri="{FF2B5EF4-FFF2-40B4-BE49-F238E27FC236}">
                <a16:creationId xmlns:a16="http://schemas.microsoft.com/office/drawing/2014/main" id="{C4E58666-06F6-FA4B-8946-53330DB7D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338" y="2225675"/>
            <a:ext cx="1165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3235" name="Rectangle 135">
            <a:extLst>
              <a:ext uri="{FF2B5EF4-FFF2-40B4-BE49-F238E27FC236}">
                <a16:creationId xmlns:a16="http://schemas.microsoft.com/office/drawing/2014/main" id="{3E1C13C7-4D47-3949-B67D-6B16477A7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1844675"/>
            <a:ext cx="1343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3236" name="Rectangle 136">
            <a:extLst>
              <a:ext uri="{FF2B5EF4-FFF2-40B4-BE49-F238E27FC236}">
                <a16:creationId xmlns:a16="http://schemas.microsoft.com/office/drawing/2014/main" id="{D9218813-661A-6442-BD76-6661FD844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4478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R[rt]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R[rs]  or  ZeroExt[Imm16]</a:t>
            </a:r>
          </a:p>
        </p:txBody>
      </p:sp>
      <p:sp>
        <p:nvSpPr>
          <p:cNvPr id="133237" name="Rectangle 137">
            <a:extLst>
              <a:ext uri="{FF2B5EF4-FFF2-40B4-BE49-F238E27FC236}">
                <a16:creationId xmlns:a16="http://schemas.microsoft.com/office/drawing/2014/main" id="{CD670B95-CC4F-DF42-BA99-50EA8F1E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3238" name="Rectangle 138">
            <a:extLst>
              <a:ext uri="{FF2B5EF4-FFF2-40B4-BE49-F238E27FC236}">
                <a16:creationId xmlns:a16="http://schemas.microsoft.com/office/drawing/2014/main" id="{06B959CC-0780-9E4E-B377-A6DEF5AF1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3239" name="Rectangle 139">
            <a:extLst>
              <a:ext uri="{FF2B5EF4-FFF2-40B4-BE49-F238E27FC236}">
                <a16:creationId xmlns:a16="http://schemas.microsoft.com/office/drawing/2014/main" id="{A0059B33-358C-F843-A157-B750DFB76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3240" name="Rectangle 140">
            <a:extLst>
              <a:ext uri="{FF2B5EF4-FFF2-40B4-BE49-F238E27FC236}">
                <a16:creationId xmlns:a16="http://schemas.microsoft.com/office/drawing/2014/main" id="{D6BFDBD9-855B-C641-A0A4-FA1CD6BDB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3241" name="Rectangle 141">
            <a:extLst>
              <a:ext uri="{FF2B5EF4-FFF2-40B4-BE49-F238E27FC236}">
                <a16:creationId xmlns:a16="http://schemas.microsoft.com/office/drawing/2014/main" id="{AC70F0AA-4824-D444-9EB1-83B5D2CB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3242" name="Rectangle 142">
            <a:extLst>
              <a:ext uri="{FF2B5EF4-FFF2-40B4-BE49-F238E27FC236}">
                <a16:creationId xmlns:a16="http://schemas.microsoft.com/office/drawing/2014/main" id="{3F83D7C7-21A1-444D-B3E4-3BF59E7C6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3243" name="Line 143">
            <a:extLst>
              <a:ext uri="{FF2B5EF4-FFF2-40B4-BE49-F238E27FC236}">
                <a16:creationId xmlns:a16="http://schemas.microsoft.com/office/drawing/2014/main" id="{4A4EA0CD-F5E9-1845-BCF6-E0C844DAD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4" name="Rectangle 144">
            <a:extLst>
              <a:ext uri="{FF2B5EF4-FFF2-40B4-BE49-F238E27FC236}">
                <a16:creationId xmlns:a16="http://schemas.microsoft.com/office/drawing/2014/main" id="{DFEAD2AA-8655-6746-B832-BC34F7578D6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33245" name="Rectangle 145">
            <a:extLst>
              <a:ext uri="{FF2B5EF4-FFF2-40B4-BE49-F238E27FC236}">
                <a16:creationId xmlns:a16="http://schemas.microsoft.com/office/drawing/2014/main" id="{8C1DB892-6F7A-3E49-8CE6-76D5E73F95C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33246" name="Rectangle 146">
            <a:extLst>
              <a:ext uri="{FF2B5EF4-FFF2-40B4-BE49-F238E27FC236}">
                <a16:creationId xmlns:a16="http://schemas.microsoft.com/office/drawing/2014/main" id="{360AE2D3-9435-E845-9483-E468A550F3D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33247" name="Rectangle 147">
            <a:extLst>
              <a:ext uri="{FF2B5EF4-FFF2-40B4-BE49-F238E27FC236}">
                <a16:creationId xmlns:a16="http://schemas.microsoft.com/office/drawing/2014/main" id="{9C2FE91F-ECBC-9148-8DD4-5B0196AA55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412207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33248" name="Line 148">
            <a:extLst>
              <a:ext uri="{FF2B5EF4-FFF2-40B4-BE49-F238E27FC236}">
                <a16:creationId xmlns:a16="http://schemas.microsoft.com/office/drawing/2014/main" id="{9539043D-7596-114D-8A99-9504F5536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9" name="Line 149">
            <a:extLst>
              <a:ext uri="{FF2B5EF4-FFF2-40B4-BE49-F238E27FC236}">
                <a16:creationId xmlns:a16="http://schemas.microsoft.com/office/drawing/2014/main" id="{13DC46F8-81D5-AC49-9A73-90FCE9643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50" name="Line 150">
            <a:extLst>
              <a:ext uri="{FF2B5EF4-FFF2-40B4-BE49-F238E27FC236}">
                <a16:creationId xmlns:a16="http://schemas.microsoft.com/office/drawing/2014/main" id="{DA0DC0BA-2AF9-8B44-A486-8FA9EC2B7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51" name="Rectangle 151">
            <a:extLst>
              <a:ext uri="{FF2B5EF4-FFF2-40B4-BE49-F238E27FC236}">
                <a16:creationId xmlns:a16="http://schemas.microsoft.com/office/drawing/2014/main" id="{2E0F0739-0625-9A47-86FA-245CDA82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9718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33252" name="Rectangle 152">
            <a:extLst>
              <a:ext uri="{FF2B5EF4-FFF2-40B4-BE49-F238E27FC236}">
                <a16:creationId xmlns:a16="http://schemas.microsoft.com/office/drawing/2014/main" id="{61BEA39F-65C0-014C-AB39-C6F6A8770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9718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33253" name="Rectangle 153">
            <a:extLst>
              <a:ext uri="{FF2B5EF4-FFF2-40B4-BE49-F238E27FC236}">
                <a16:creationId xmlns:a16="http://schemas.microsoft.com/office/drawing/2014/main" id="{CD1CE80A-3DC7-8E47-9D94-47B47BE90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18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33254" name="Rectangle 154">
            <a:extLst>
              <a:ext uri="{FF2B5EF4-FFF2-40B4-BE49-F238E27FC236}">
                <a16:creationId xmlns:a16="http://schemas.microsoft.com/office/drawing/2014/main" id="{4659FE0F-4AE8-EE43-91FA-1FBF319FA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718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grpSp>
        <p:nvGrpSpPr>
          <p:cNvPr id="133255" name="Group 155">
            <a:extLst>
              <a:ext uri="{FF2B5EF4-FFF2-40B4-BE49-F238E27FC236}">
                <a16:creationId xmlns:a16="http://schemas.microsoft.com/office/drawing/2014/main" id="{FB666FD3-285E-1A49-9F1D-7B4B932E62E8}"/>
              </a:ext>
            </a:extLst>
          </p:cNvPr>
          <p:cNvGrpSpPr>
            <a:grpSpLocks/>
          </p:cNvGrpSpPr>
          <p:nvPr/>
        </p:nvGrpSpPr>
        <p:grpSpPr bwMode="auto">
          <a:xfrm>
            <a:off x="1749425" y="609600"/>
            <a:ext cx="5975350" cy="668338"/>
            <a:chOff x="1102" y="384"/>
            <a:chExt cx="3764" cy="421"/>
          </a:xfrm>
        </p:grpSpPr>
        <p:sp>
          <p:nvSpPr>
            <p:cNvPr id="133280" name="Rectangle 156">
              <a:extLst>
                <a:ext uri="{FF2B5EF4-FFF2-40B4-BE49-F238E27FC236}">
                  <a16:creationId xmlns:a16="http://schemas.microsoft.com/office/drawing/2014/main" id="{3D8F303A-6FD1-474B-A69E-0A216E55E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58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3281" name="Group 157">
              <a:extLst>
                <a:ext uri="{FF2B5EF4-FFF2-40B4-BE49-F238E27FC236}">
                  <a16:creationId xmlns:a16="http://schemas.microsoft.com/office/drawing/2014/main" id="{C5983531-CAFC-8142-9C08-1172C2879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" y="576"/>
              <a:ext cx="624" cy="229"/>
              <a:chOff x="1163" y="576"/>
              <a:chExt cx="624" cy="229"/>
            </a:xfrm>
          </p:grpSpPr>
          <p:sp>
            <p:nvSpPr>
              <p:cNvPr id="133295" name="Rectangle 158">
                <a:extLst>
                  <a:ext uri="{FF2B5EF4-FFF2-40B4-BE49-F238E27FC236}">
                    <a16:creationId xmlns:a16="http://schemas.microsoft.com/office/drawing/2014/main" id="{A6300BA8-95D9-1B43-ADF5-2E3024A96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58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296" name="Rectangle 159">
                <a:extLst>
                  <a:ext uri="{FF2B5EF4-FFF2-40B4-BE49-F238E27FC236}">
                    <a16:creationId xmlns:a16="http://schemas.microsoft.com/office/drawing/2014/main" id="{D3048E07-8CDE-8844-8EA2-27E3F987E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576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33282" name="Group 160">
              <a:extLst>
                <a:ext uri="{FF2B5EF4-FFF2-40B4-BE49-F238E27FC236}">
                  <a16:creationId xmlns:a16="http://schemas.microsoft.com/office/drawing/2014/main" id="{CAD352FF-89E0-6149-935F-A67152C003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576"/>
              <a:ext cx="580" cy="229"/>
              <a:chOff x="1795" y="576"/>
              <a:chExt cx="580" cy="229"/>
            </a:xfrm>
          </p:grpSpPr>
          <p:sp>
            <p:nvSpPr>
              <p:cNvPr id="133293" name="Rectangle 161">
                <a:extLst>
                  <a:ext uri="{FF2B5EF4-FFF2-40B4-BE49-F238E27FC236}">
                    <a16:creationId xmlns:a16="http://schemas.microsoft.com/office/drawing/2014/main" id="{7794DA6E-CC3C-D246-BBD8-A9A7E12F0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58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294" name="Rectangle 162">
                <a:extLst>
                  <a:ext uri="{FF2B5EF4-FFF2-40B4-BE49-F238E27FC236}">
                    <a16:creationId xmlns:a16="http://schemas.microsoft.com/office/drawing/2014/main" id="{3D40115A-FE10-724C-8BCA-1F3A5443D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0" y="576"/>
                <a:ext cx="25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33283" name="Group 163">
              <a:extLst>
                <a:ext uri="{FF2B5EF4-FFF2-40B4-BE49-F238E27FC236}">
                  <a16:creationId xmlns:a16="http://schemas.microsoft.com/office/drawing/2014/main" id="{AD8AE690-5214-F448-9A40-0D9B870F0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3" y="576"/>
              <a:ext cx="579" cy="229"/>
              <a:chOff x="2383" y="576"/>
              <a:chExt cx="579" cy="229"/>
            </a:xfrm>
          </p:grpSpPr>
          <p:sp>
            <p:nvSpPr>
              <p:cNvPr id="133291" name="Rectangle 164">
                <a:extLst>
                  <a:ext uri="{FF2B5EF4-FFF2-40B4-BE49-F238E27FC236}">
                    <a16:creationId xmlns:a16="http://schemas.microsoft.com/office/drawing/2014/main" id="{99588C0B-F20E-5F42-BB76-F72B7CD92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58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3292" name="Rectangle 165">
                <a:extLst>
                  <a:ext uri="{FF2B5EF4-FFF2-40B4-BE49-F238E27FC236}">
                    <a16:creationId xmlns:a16="http://schemas.microsoft.com/office/drawing/2014/main" id="{A0098A00-5FFA-5B44-8755-14F969E2C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7" y="576"/>
                <a:ext cx="21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33284" name="Rectangle 166">
              <a:extLst>
                <a:ext uri="{FF2B5EF4-FFF2-40B4-BE49-F238E27FC236}">
                  <a16:creationId xmlns:a16="http://schemas.microsoft.com/office/drawing/2014/main" id="{4A0457C2-7B85-294B-AC7E-6FA159ED6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58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285" name="Rectangle 167">
              <a:extLst>
                <a:ext uri="{FF2B5EF4-FFF2-40B4-BE49-F238E27FC236}">
                  <a16:creationId xmlns:a16="http://schemas.microsoft.com/office/drawing/2014/main" id="{265A4D81-BE29-A846-B862-52D82C2C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576"/>
              <a:ext cx="8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133286" name="Rectangle 168">
              <a:extLst>
                <a:ext uri="{FF2B5EF4-FFF2-40B4-BE49-F238E27FC236}">
                  <a16:creationId xmlns:a16="http://schemas.microsoft.com/office/drawing/2014/main" id="{A07E3818-2A8B-4645-B1C7-42DD44EDF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384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3287" name="Rectangle 169">
              <a:extLst>
                <a:ext uri="{FF2B5EF4-FFF2-40B4-BE49-F238E27FC236}">
                  <a16:creationId xmlns:a16="http://schemas.microsoft.com/office/drawing/2014/main" id="{A6D6DEF9-57C8-3B46-B58F-55CCE4E6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33288" name="Rectangle 170">
              <a:extLst>
                <a:ext uri="{FF2B5EF4-FFF2-40B4-BE49-F238E27FC236}">
                  <a16:creationId xmlns:a16="http://schemas.microsoft.com/office/drawing/2014/main" id="{361FD354-8688-3F44-B15C-B39293756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6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33289" name="Rectangle 171">
              <a:extLst>
                <a:ext uri="{FF2B5EF4-FFF2-40B4-BE49-F238E27FC236}">
                  <a16:creationId xmlns:a16="http://schemas.microsoft.com/office/drawing/2014/main" id="{568AB827-86B7-F14F-8DA2-22C6F44EF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33290" name="Rectangle 172">
              <a:extLst>
                <a:ext uri="{FF2B5EF4-FFF2-40B4-BE49-F238E27FC236}">
                  <a16:creationId xmlns:a16="http://schemas.microsoft.com/office/drawing/2014/main" id="{71926BFF-68EF-F841-B722-C4428B887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</p:grpSp>
      <p:sp>
        <p:nvSpPr>
          <p:cNvPr id="254125" name="Line 173">
            <a:extLst>
              <a:ext uri="{FF2B5EF4-FFF2-40B4-BE49-F238E27FC236}">
                <a16:creationId xmlns:a16="http://schemas.microsoft.com/office/drawing/2014/main" id="{A20B40EB-60C7-584F-BD83-0193697277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6238" y="4205288"/>
            <a:ext cx="23368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126" name="Line 174">
            <a:extLst>
              <a:ext uri="{FF2B5EF4-FFF2-40B4-BE49-F238E27FC236}">
                <a16:creationId xmlns:a16="http://schemas.microsoft.com/office/drawing/2014/main" id="{905A13EE-A919-3942-82AE-24E4CD608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284538"/>
            <a:ext cx="0" cy="482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4127" name="Group 175">
            <a:extLst>
              <a:ext uri="{FF2B5EF4-FFF2-40B4-BE49-F238E27FC236}">
                <a16:creationId xmlns:a16="http://schemas.microsoft.com/office/drawing/2014/main" id="{29377E49-EF9A-3F42-A640-16C46EA911F6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3236913"/>
            <a:ext cx="2413000" cy="557212"/>
            <a:chOff x="1638" y="2039"/>
            <a:chExt cx="1520" cy="351"/>
          </a:xfrm>
        </p:grpSpPr>
        <p:sp>
          <p:nvSpPr>
            <p:cNvPr id="133278" name="Line 176">
              <a:extLst>
                <a:ext uri="{FF2B5EF4-FFF2-40B4-BE49-F238E27FC236}">
                  <a16:creationId xmlns:a16="http://schemas.microsoft.com/office/drawing/2014/main" id="{D0148D83-2A4F-4E4C-A416-97D0ACED8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8" y="2390"/>
              <a:ext cx="112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9" name="Line 177">
              <a:extLst>
                <a:ext uri="{FF2B5EF4-FFF2-40B4-BE49-F238E27FC236}">
                  <a16:creationId xmlns:a16="http://schemas.microsoft.com/office/drawing/2014/main" id="{A3128654-42EF-BC41-BF4C-30E390CDC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8" y="2039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4130" name="Group 178">
            <a:extLst>
              <a:ext uri="{FF2B5EF4-FFF2-40B4-BE49-F238E27FC236}">
                <a16:creationId xmlns:a16="http://schemas.microsoft.com/office/drawing/2014/main" id="{19BF0E23-ABB0-5847-B56D-CBDCE71AAD07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525713"/>
            <a:ext cx="1322387" cy="1123950"/>
            <a:chOff x="661" y="1591"/>
            <a:chExt cx="833" cy="708"/>
          </a:xfrm>
        </p:grpSpPr>
        <p:sp>
          <p:nvSpPr>
            <p:cNvPr id="133274" name="Line 179">
              <a:extLst>
                <a:ext uri="{FF2B5EF4-FFF2-40B4-BE49-F238E27FC236}">
                  <a16:creationId xmlns:a16="http://schemas.microsoft.com/office/drawing/2014/main" id="{05A8664A-0349-664F-AF3A-877F6ACF2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7" y="2149"/>
              <a:ext cx="0" cy="1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5" name="Line 180">
              <a:extLst>
                <a:ext uri="{FF2B5EF4-FFF2-40B4-BE49-F238E27FC236}">
                  <a16:creationId xmlns:a16="http://schemas.microsoft.com/office/drawing/2014/main" id="{2A0B6968-D33F-604C-8041-6399E32D6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1905"/>
              <a:ext cx="0" cy="37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6" name="Line 181">
              <a:extLst>
                <a:ext uri="{FF2B5EF4-FFF2-40B4-BE49-F238E27FC236}">
                  <a16:creationId xmlns:a16="http://schemas.microsoft.com/office/drawing/2014/main" id="{964080C2-0A70-D740-9455-DCF2751C4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591"/>
              <a:ext cx="0" cy="103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7" name="Line 182">
              <a:extLst>
                <a:ext uri="{FF2B5EF4-FFF2-40B4-BE49-F238E27FC236}">
                  <a16:creationId xmlns:a16="http://schemas.microsoft.com/office/drawing/2014/main" id="{DECF40EA-11C6-924E-B44F-A9D44DF2B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" y="1830"/>
              <a:ext cx="35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4135" name="Group 183">
            <a:extLst>
              <a:ext uri="{FF2B5EF4-FFF2-40B4-BE49-F238E27FC236}">
                <a16:creationId xmlns:a16="http://schemas.microsoft.com/office/drawing/2014/main" id="{F34E4BD6-3767-5A4B-B2AB-28952F4A1858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4632325"/>
            <a:ext cx="2859087" cy="1697038"/>
            <a:chOff x="1357" y="2918"/>
            <a:chExt cx="1801" cy="1069"/>
          </a:xfrm>
        </p:grpSpPr>
        <p:sp>
          <p:nvSpPr>
            <p:cNvPr id="133268" name="Line 184">
              <a:extLst>
                <a:ext uri="{FF2B5EF4-FFF2-40B4-BE49-F238E27FC236}">
                  <a16:creationId xmlns:a16="http://schemas.microsoft.com/office/drawing/2014/main" id="{CAAD85D2-8963-D246-BD7E-D60971459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" y="3330"/>
              <a:ext cx="40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9" name="Line 185">
              <a:extLst>
                <a:ext uri="{FF2B5EF4-FFF2-40B4-BE49-F238E27FC236}">
                  <a16:creationId xmlns:a16="http://schemas.microsoft.com/office/drawing/2014/main" id="{4E1A6DF0-8950-C240-A356-A5E101387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3410"/>
              <a:ext cx="59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0" name="Line 186">
              <a:extLst>
                <a:ext uri="{FF2B5EF4-FFF2-40B4-BE49-F238E27FC236}">
                  <a16:creationId xmlns:a16="http://schemas.microsoft.com/office/drawing/2014/main" id="{8518EA0D-9847-FB4A-993C-A335EA984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4" y="2918"/>
              <a:ext cx="304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271" name="Group 187">
              <a:extLst>
                <a:ext uri="{FF2B5EF4-FFF2-40B4-BE49-F238E27FC236}">
                  <a16:creationId xmlns:a16="http://schemas.microsoft.com/office/drawing/2014/main" id="{7E3B8088-31B3-5548-B1B2-1F7A99934C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9" y="3374"/>
              <a:ext cx="624" cy="613"/>
              <a:chOff x="2109" y="3374"/>
              <a:chExt cx="624" cy="613"/>
            </a:xfrm>
          </p:grpSpPr>
          <p:sp>
            <p:nvSpPr>
              <p:cNvPr id="133272" name="Line 188">
                <a:extLst>
                  <a:ext uri="{FF2B5EF4-FFF2-40B4-BE49-F238E27FC236}">
                    <a16:creationId xmlns:a16="http://schemas.microsoft.com/office/drawing/2014/main" id="{E51263B1-0F14-E646-8321-8DA0BCF92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" y="3374"/>
                <a:ext cx="0" cy="25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73" name="Line 189">
                <a:extLst>
                  <a:ext uri="{FF2B5EF4-FFF2-40B4-BE49-F238E27FC236}">
                    <a16:creationId xmlns:a16="http://schemas.microsoft.com/office/drawing/2014/main" id="{624678F7-661C-F449-A7C4-A8B2B149E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3690"/>
                <a:ext cx="0" cy="297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54142" name="Group 190">
            <a:extLst>
              <a:ext uri="{FF2B5EF4-FFF2-40B4-BE49-F238E27FC236}">
                <a16:creationId xmlns:a16="http://schemas.microsoft.com/office/drawing/2014/main" id="{D64E6D6D-192C-474F-BC7E-D054D46BF66D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3554413"/>
            <a:ext cx="7823200" cy="2638425"/>
            <a:chOff x="461" y="2239"/>
            <a:chExt cx="4928" cy="1662"/>
          </a:xfrm>
        </p:grpSpPr>
        <p:sp>
          <p:nvSpPr>
            <p:cNvPr id="133262" name="Line 191">
              <a:extLst>
                <a:ext uri="{FF2B5EF4-FFF2-40B4-BE49-F238E27FC236}">
                  <a16:creationId xmlns:a16="http://schemas.microsoft.com/office/drawing/2014/main" id="{DE25A7E7-EC3F-7F4E-BC12-CBD3D838B7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" y="2605"/>
              <a:ext cx="6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3" name="Line 192">
              <a:extLst>
                <a:ext uri="{FF2B5EF4-FFF2-40B4-BE49-F238E27FC236}">
                  <a16:creationId xmlns:a16="http://schemas.microsoft.com/office/drawing/2014/main" id="{C9655A0C-3D47-F844-9E93-07A0B81DC5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" y="3885"/>
              <a:ext cx="4928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4" name="Line 193">
              <a:extLst>
                <a:ext uri="{FF2B5EF4-FFF2-40B4-BE49-F238E27FC236}">
                  <a16:creationId xmlns:a16="http://schemas.microsoft.com/office/drawing/2014/main" id="{4181A722-C160-6543-A821-366C7A7FD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" y="2589"/>
              <a:ext cx="0" cy="1312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5" name="Line 194">
              <a:extLst>
                <a:ext uri="{FF2B5EF4-FFF2-40B4-BE49-F238E27FC236}">
                  <a16:creationId xmlns:a16="http://schemas.microsoft.com/office/drawing/2014/main" id="{6D82FBFC-4ECE-CD4C-8FAB-A809B9EEC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3" y="2844"/>
              <a:ext cx="0" cy="102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6" name="Line 195">
              <a:extLst>
                <a:ext uri="{FF2B5EF4-FFF2-40B4-BE49-F238E27FC236}">
                  <a16:creationId xmlns:a16="http://schemas.microsoft.com/office/drawing/2014/main" id="{D80175A5-81BF-3B40-AF9E-4CE774D06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0" y="2837"/>
              <a:ext cx="2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7" name="Line 196">
              <a:extLst>
                <a:ext uri="{FF2B5EF4-FFF2-40B4-BE49-F238E27FC236}">
                  <a16:creationId xmlns:a16="http://schemas.microsoft.com/office/drawing/2014/main" id="{537B32A5-C1A2-DF41-AA83-9370C8727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9" y="2239"/>
              <a:ext cx="0" cy="2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5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5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5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5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25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5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0624713B-DD2D-6842-8A1F-108C02EE6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78961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</a:t>
            </a:r>
            <a:r>
              <a:rPr lang="zh-CN" altLang="en-US">
                <a:ea typeface="宋体" panose="02010600030101010101" pitchFamily="2" charset="-122"/>
              </a:rPr>
              <a:t>指令译码后的执行过程</a:t>
            </a:r>
          </a:p>
        </p:txBody>
      </p:sp>
      <p:grpSp>
        <p:nvGrpSpPr>
          <p:cNvPr id="135171" name="Group 3">
            <a:extLst>
              <a:ext uri="{FF2B5EF4-FFF2-40B4-BE49-F238E27FC236}">
                <a16:creationId xmlns:a16="http://schemas.microsoft.com/office/drawing/2014/main" id="{E9939D27-35A6-944E-A667-D1079956224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135374" name="Line 4">
              <a:extLst>
                <a:ext uri="{FF2B5EF4-FFF2-40B4-BE49-F238E27FC236}">
                  <a16:creationId xmlns:a16="http://schemas.microsoft.com/office/drawing/2014/main" id="{DE06F630-9C19-DB43-A7C8-ABE82C295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5" name="Line 5">
              <a:extLst>
                <a:ext uri="{FF2B5EF4-FFF2-40B4-BE49-F238E27FC236}">
                  <a16:creationId xmlns:a16="http://schemas.microsoft.com/office/drawing/2014/main" id="{B3A632A7-5D8F-734F-9881-87B26883A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6" name="Line 6">
              <a:extLst>
                <a:ext uri="{FF2B5EF4-FFF2-40B4-BE49-F238E27FC236}">
                  <a16:creationId xmlns:a16="http://schemas.microsoft.com/office/drawing/2014/main" id="{CCCBF6BD-4149-6E49-ACDD-25B925354D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7" name="Line 7">
              <a:extLst>
                <a:ext uri="{FF2B5EF4-FFF2-40B4-BE49-F238E27FC236}">
                  <a16:creationId xmlns:a16="http://schemas.microsoft.com/office/drawing/2014/main" id="{F12985E3-E14D-8D40-AAED-FAE816D3F7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8" name="Line 8">
              <a:extLst>
                <a:ext uri="{FF2B5EF4-FFF2-40B4-BE49-F238E27FC236}">
                  <a16:creationId xmlns:a16="http://schemas.microsoft.com/office/drawing/2014/main" id="{443695D0-CD8C-8E42-A9BB-055A8450B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9" name="Line 9">
              <a:extLst>
                <a:ext uri="{FF2B5EF4-FFF2-40B4-BE49-F238E27FC236}">
                  <a16:creationId xmlns:a16="http://schemas.microsoft.com/office/drawing/2014/main" id="{60787477-0597-7C43-A686-156F6C619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80" name="Line 10">
              <a:extLst>
                <a:ext uri="{FF2B5EF4-FFF2-40B4-BE49-F238E27FC236}">
                  <a16:creationId xmlns:a16="http://schemas.microsoft.com/office/drawing/2014/main" id="{79476F28-90F1-8949-BE37-5D1DDBAA7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81" name="Line 11">
              <a:extLst>
                <a:ext uri="{FF2B5EF4-FFF2-40B4-BE49-F238E27FC236}">
                  <a16:creationId xmlns:a16="http://schemas.microsoft.com/office/drawing/2014/main" id="{9DEA22C7-6A9F-614E-9D4B-5ECC33509F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5172" name="Line 12">
            <a:extLst>
              <a:ext uri="{FF2B5EF4-FFF2-40B4-BE49-F238E27FC236}">
                <a16:creationId xmlns:a16="http://schemas.microsoft.com/office/drawing/2014/main" id="{37C0AD78-E105-2F4E-8373-A8A2884C3F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5300" y="419100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3" name="Line 13">
            <a:extLst>
              <a:ext uri="{FF2B5EF4-FFF2-40B4-BE49-F238E27FC236}">
                <a16:creationId xmlns:a16="http://schemas.microsoft.com/office/drawing/2014/main" id="{CAA097DB-E08D-1748-A1F3-DD72465329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4" name="Rectangle 14">
            <a:extLst>
              <a:ext uri="{FF2B5EF4-FFF2-40B4-BE49-F238E27FC236}">
                <a16:creationId xmlns:a16="http://schemas.microsoft.com/office/drawing/2014/main" id="{CD2DAF63-C646-EC42-AEE3-3B9B681D5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175" name="Line 15">
            <a:extLst>
              <a:ext uri="{FF2B5EF4-FFF2-40B4-BE49-F238E27FC236}">
                <a16:creationId xmlns:a16="http://schemas.microsoft.com/office/drawing/2014/main" id="{D5561B12-5F3F-1347-AEB0-07DBB790F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9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76" name="Rectangle 16">
            <a:extLst>
              <a:ext uri="{FF2B5EF4-FFF2-40B4-BE49-F238E27FC236}">
                <a16:creationId xmlns:a16="http://schemas.microsoft.com/office/drawing/2014/main" id="{E3890AED-C619-0F4B-88CA-819F71C2C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438" y="2962275"/>
            <a:ext cx="1487487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 = addu</a:t>
            </a:r>
          </a:p>
        </p:txBody>
      </p:sp>
      <p:sp>
        <p:nvSpPr>
          <p:cNvPr id="135177" name="Rectangle 17">
            <a:extLst>
              <a:ext uri="{FF2B5EF4-FFF2-40B4-BE49-F238E27FC236}">
                <a16:creationId xmlns:a16="http://schemas.microsoft.com/office/drawing/2014/main" id="{462A0FA5-E67F-7A40-A1DA-076679BED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46640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5178" name="Rectangle 18">
            <a:extLst>
              <a:ext uri="{FF2B5EF4-FFF2-40B4-BE49-F238E27FC236}">
                <a16:creationId xmlns:a16="http://schemas.microsoft.com/office/drawing/2014/main" id="{CAAF6AC0-2930-8F4A-ABF7-100879AA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35179" name="Rectangle 19">
            <a:extLst>
              <a:ext uri="{FF2B5EF4-FFF2-40B4-BE49-F238E27FC236}">
                <a16:creationId xmlns:a16="http://schemas.microsoft.com/office/drawing/2014/main" id="{0FB0BC17-013A-4648-84D7-5F8413767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180" name="Line 20">
            <a:extLst>
              <a:ext uri="{FF2B5EF4-FFF2-40B4-BE49-F238E27FC236}">
                <a16:creationId xmlns:a16="http://schemas.microsoft.com/office/drawing/2014/main" id="{5527728A-857C-804B-A0E7-FE23C6355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1" name="Line 21">
            <a:extLst>
              <a:ext uri="{FF2B5EF4-FFF2-40B4-BE49-F238E27FC236}">
                <a16:creationId xmlns:a16="http://schemas.microsoft.com/office/drawing/2014/main" id="{3C8DEB4B-D1A7-0645-AF9E-3081FFB54A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2" name="Oval 22">
            <a:extLst>
              <a:ext uri="{FF2B5EF4-FFF2-40B4-BE49-F238E27FC236}">
                <a16:creationId xmlns:a16="http://schemas.microsoft.com/office/drawing/2014/main" id="{BB4F6DFE-51E5-3144-99D2-2C9CF7854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183" name="Rectangle 23">
            <a:extLst>
              <a:ext uri="{FF2B5EF4-FFF2-40B4-BE49-F238E27FC236}">
                <a16:creationId xmlns:a16="http://schemas.microsoft.com/office/drawing/2014/main" id="{EAB77ECF-7945-094D-9E89-B40C23A22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3140075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5184" name="Line 24">
            <a:extLst>
              <a:ext uri="{FF2B5EF4-FFF2-40B4-BE49-F238E27FC236}">
                <a16:creationId xmlns:a16="http://schemas.microsoft.com/office/drawing/2014/main" id="{46D73034-37D6-4F4F-9F46-595D3432E1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4140200"/>
            <a:ext cx="1041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5" name="Line 25">
            <a:extLst>
              <a:ext uri="{FF2B5EF4-FFF2-40B4-BE49-F238E27FC236}">
                <a16:creationId xmlns:a16="http://schemas.microsoft.com/office/drawing/2014/main" id="{5DF9550E-1BB0-DC45-B892-81C3CCDF2E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6" name="Rectangle 26">
            <a:extLst>
              <a:ext uri="{FF2B5EF4-FFF2-40B4-BE49-F238E27FC236}">
                <a16:creationId xmlns:a16="http://schemas.microsoft.com/office/drawing/2014/main" id="{EB88A450-9C21-544D-97AC-45656C5C4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1370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187" name="Line 27">
            <a:extLst>
              <a:ext uri="{FF2B5EF4-FFF2-40B4-BE49-F238E27FC236}">
                <a16:creationId xmlns:a16="http://schemas.microsoft.com/office/drawing/2014/main" id="{A025A9A3-8344-4241-B8E6-FA3CDC0ED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3784600"/>
            <a:ext cx="177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8" name="Line 28">
            <a:extLst>
              <a:ext uri="{FF2B5EF4-FFF2-40B4-BE49-F238E27FC236}">
                <a16:creationId xmlns:a16="http://schemas.microsoft.com/office/drawing/2014/main" id="{1A8DF84C-1F4D-C646-85FE-39A6AEA8B0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9" name="Rectangle 29">
            <a:extLst>
              <a:ext uri="{FF2B5EF4-FFF2-40B4-BE49-F238E27FC236}">
                <a16:creationId xmlns:a16="http://schemas.microsoft.com/office/drawing/2014/main" id="{0BE04A1C-9D33-7F46-BEE6-2B8807BA6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190" name="Rectangle 30">
            <a:extLst>
              <a:ext uri="{FF2B5EF4-FFF2-40B4-BE49-F238E27FC236}">
                <a16:creationId xmlns:a16="http://schemas.microsoft.com/office/drawing/2014/main" id="{DA0977CA-89D1-5241-96A6-2A265FB0B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40836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35191" name="Line 31">
            <a:extLst>
              <a:ext uri="{FF2B5EF4-FFF2-40B4-BE49-F238E27FC236}">
                <a16:creationId xmlns:a16="http://schemas.microsoft.com/office/drawing/2014/main" id="{4FCBFF3F-1DBB-E643-B05F-44A1E2E355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416300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2" name="Line 32">
            <a:extLst>
              <a:ext uri="{FF2B5EF4-FFF2-40B4-BE49-F238E27FC236}">
                <a16:creationId xmlns:a16="http://schemas.microsoft.com/office/drawing/2014/main" id="{DF688021-101D-7541-9384-CEFB4E940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484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3" name="Line 33">
            <a:extLst>
              <a:ext uri="{FF2B5EF4-FFF2-40B4-BE49-F238E27FC236}">
                <a16:creationId xmlns:a16="http://schemas.microsoft.com/office/drawing/2014/main" id="{B03A1923-C68B-F142-BD96-3544DA4C2D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4" name="Rectangle 34">
            <a:extLst>
              <a:ext uri="{FF2B5EF4-FFF2-40B4-BE49-F238E27FC236}">
                <a16:creationId xmlns:a16="http://schemas.microsoft.com/office/drawing/2014/main" id="{7024F1E6-C3CC-214D-B101-7A3FD9099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195" name="Rectangle 35">
            <a:extLst>
              <a:ext uri="{FF2B5EF4-FFF2-40B4-BE49-F238E27FC236}">
                <a16:creationId xmlns:a16="http://schemas.microsoft.com/office/drawing/2014/main" id="{0E5593BD-3D99-8B43-934C-45DCDE031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41211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35196" name="Line 36">
            <a:extLst>
              <a:ext uri="{FF2B5EF4-FFF2-40B4-BE49-F238E27FC236}">
                <a16:creationId xmlns:a16="http://schemas.microsoft.com/office/drawing/2014/main" id="{6A2F73F5-8F0D-3B43-9EBB-30CE5137D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7" name="Line 37">
            <a:extLst>
              <a:ext uri="{FF2B5EF4-FFF2-40B4-BE49-F238E27FC236}">
                <a16:creationId xmlns:a16="http://schemas.microsoft.com/office/drawing/2014/main" id="{809AA1E8-3B0D-6A4C-946F-9564379E8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28975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8" name="Line 38">
            <a:extLst>
              <a:ext uri="{FF2B5EF4-FFF2-40B4-BE49-F238E27FC236}">
                <a16:creationId xmlns:a16="http://schemas.microsoft.com/office/drawing/2014/main" id="{F3B7F278-0303-4749-888F-EDFB031F6A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9" name="Rectangle 39">
            <a:extLst>
              <a:ext uri="{FF2B5EF4-FFF2-40B4-BE49-F238E27FC236}">
                <a16:creationId xmlns:a16="http://schemas.microsoft.com/office/drawing/2014/main" id="{D516B16B-414F-D048-BE82-8ED7C0045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5200" name="Line 40">
            <a:extLst>
              <a:ext uri="{FF2B5EF4-FFF2-40B4-BE49-F238E27FC236}">
                <a16:creationId xmlns:a16="http://schemas.microsoft.com/office/drawing/2014/main" id="{10F543B2-C7F2-4B47-A735-91E1B5F9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28950"/>
            <a:ext cx="0" cy="5873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01" name="Line 41">
            <a:extLst>
              <a:ext uri="{FF2B5EF4-FFF2-40B4-BE49-F238E27FC236}">
                <a16:creationId xmlns:a16="http://schemas.microsoft.com/office/drawing/2014/main" id="{EF33FC79-08B5-4E49-8B71-F338F52AEA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02" name="Rectangle 42">
            <a:extLst>
              <a:ext uri="{FF2B5EF4-FFF2-40B4-BE49-F238E27FC236}">
                <a16:creationId xmlns:a16="http://schemas.microsoft.com/office/drawing/2014/main" id="{8FEE04B5-43A1-D544-A2ED-8F2434F07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5203" name="Line 43">
            <a:extLst>
              <a:ext uri="{FF2B5EF4-FFF2-40B4-BE49-F238E27FC236}">
                <a16:creationId xmlns:a16="http://schemas.microsoft.com/office/drawing/2014/main" id="{43B8FE51-805D-B344-BE11-564B9730C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04" name="Line 44">
            <a:extLst>
              <a:ext uri="{FF2B5EF4-FFF2-40B4-BE49-F238E27FC236}">
                <a16:creationId xmlns:a16="http://schemas.microsoft.com/office/drawing/2014/main" id="{8AA36D02-D0F2-E848-A6BF-2259B86A72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05" name="Rectangle 45">
            <a:extLst>
              <a:ext uri="{FF2B5EF4-FFF2-40B4-BE49-F238E27FC236}">
                <a16:creationId xmlns:a16="http://schemas.microsoft.com/office/drawing/2014/main" id="{883B27E9-213F-914B-B92B-6BE16953C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5206" name="Rectangle 46">
            <a:extLst>
              <a:ext uri="{FF2B5EF4-FFF2-40B4-BE49-F238E27FC236}">
                <a16:creationId xmlns:a16="http://schemas.microsoft.com/office/drawing/2014/main" id="{87103C19-A4E2-904A-ACAF-715E4391F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35207" name="Rectangle 47">
            <a:extLst>
              <a:ext uri="{FF2B5EF4-FFF2-40B4-BE49-F238E27FC236}">
                <a16:creationId xmlns:a16="http://schemas.microsoft.com/office/drawing/2014/main" id="{71C5E675-33EC-8E48-80CC-DA6F8F989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35208" name="Rectangle 48">
            <a:extLst>
              <a:ext uri="{FF2B5EF4-FFF2-40B4-BE49-F238E27FC236}">
                <a16:creationId xmlns:a16="http://schemas.microsoft.com/office/drawing/2014/main" id="{C4DB6EF1-C816-A948-9218-787F68DBE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35209" name="Rectangle 49">
            <a:extLst>
              <a:ext uri="{FF2B5EF4-FFF2-40B4-BE49-F238E27FC236}">
                <a16:creationId xmlns:a16="http://schemas.microsoft.com/office/drawing/2014/main" id="{D0DCBFA6-1C8C-2A4F-97D5-89CE83FBE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35210" name="Line 50">
            <a:extLst>
              <a:ext uri="{FF2B5EF4-FFF2-40B4-BE49-F238E27FC236}">
                <a16:creationId xmlns:a16="http://schemas.microsoft.com/office/drawing/2014/main" id="{58BCC58D-BA21-8349-B89F-EF8A89F494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6172200"/>
            <a:ext cx="782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11" name="Line 51">
            <a:extLst>
              <a:ext uri="{FF2B5EF4-FFF2-40B4-BE49-F238E27FC236}">
                <a16:creationId xmlns:a16="http://schemas.microsoft.com/office/drawing/2014/main" id="{3A940190-1D60-B541-AB10-6533071A9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14800"/>
            <a:ext cx="0" cy="2082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12" name="Rectangle 52">
            <a:extLst>
              <a:ext uri="{FF2B5EF4-FFF2-40B4-BE49-F238E27FC236}">
                <a16:creationId xmlns:a16="http://schemas.microsoft.com/office/drawing/2014/main" id="{63142C82-420C-CE4D-A0A4-487D38DF7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00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35213" name="Rectangle 53">
            <a:extLst>
              <a:ext uri="{FF2B5EF4-FFF2-40B4-BE49-F238E27FC236}">
                <a16:creationId xmlns:a16="http://schemas.microsoft.com/office/drawing/2014/main" id="{75717536-8DD0-B544-8A1A-8B21DB016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6061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35214" name="Group 54">
            <a:extLst>
              <a:ext uri="{FF2B5EF4-FFF2-40B4-BE49-F238E27FC236}">
                <a16:creationId xmlns:a16="http://schemas.microsoft.com/office/drawing/2014/main" id="{E6075FC3-183E-5946-8024-36F0EDAEF11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135370" name="Line 55">
              <a:extLst>
                <a:ext uri="{FF2B5EF4-FFF2-40B4-BE49-F238E27FC236}">
                  <a16:creationId xmlns:a16="http://schemas.microsoft.com/office/drawing/2014/main" id="{D6A3D0B8-DD9F-7941-9565-3AF078C72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1" name="Line 56">
              <a:extLst>
                <a:ext uri="{FF2B5EF4-FFF2-40B4-BE49-F238E27FC236}">
                  <a16:creationId xmlns:a16="http://schemas.microsoft.com/office/drawing/2014/main" id="{AB905F20-80BB-5C4D-B6E6-71B137FF4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2" name="Line 57">
              <a:extLst>
                <a:ext uri="{FF2B5EF4-FFF2-40B4-BE49-F238E27FC236}">
                  <a16:creationId xmlns:a16="http://schemas.microsoft.com/office/drawing/2014/main" id="{BBBCFC0C-18B1-F048-AA58-9D02EF219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73" name="Line 58">
              <a:extLst>
                <a:ext uri="{FF2B5EF4-FFF2-40B4-BE49-F238E27FC236}">
                  <a16:creationId xmlns:a16="http://schemas.microsoft.com/office/drawing/2014/main" id="{4F95B3F0-C300-D541-AF58-FF4F9299A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215" name="Group 59">
            <a:extLst>
              <a:ext uri="{FF2B5EF4-FFF2-40B4-BE49-F238E27FC236}">
                <a16:creationId xmlns:a16="http://schemas.microsoft.com/office/drawing/2014/main" id="{2ADFDAC8-3D05-4240-83F3-D9D26E5EEAAE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754313"/>
            <a:ext cx="1168400" cy="284162"/>
            <a:chOff x="928" y="1735"/>
            <a:chExt cx="736" cy="179"/>
          </a:xfrm>
        </p:grpSpPr>
        <p:sp>
          <p:nvSpPr>
            <p:cNvPr id="135366" name="Line 60">
              <a:extLst>
                <a:ext uri="{FF2B5EF4-FFF2-40B4-BE49-F238E27FC236}">
                  <a16:creationId xmlns:a16="http://schemas.microsoft.com/office/drawing/2014/main" id="{9A252078-040F-7545-95DB-B4429D952E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67" name="Line 61">
              <a:extLst>
                <a:ext uri="{FF2B5EF4-FFF2-40B4-BE49-F238E27FC236}">
                  <a16:creationId xmlns:a16="http://schemas.microsoft.com/office/drawing/2014/main" id="{DA4EF27A-12BB-C447-B87C-96BF5F70F7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68" name="Line 62">
              <a:extLst>
                <a:ext uri="{FF2B5EF4-FFF2-40B4-BE49-F238E27FC236}">
                  <a16:creationId xmlns:a16="http://schemas.microsoft.com/office/drawing/2014/main" id="{D974A2C3-C4F3-3948-B748-DC379FA85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69" name="Line 63">
              <a:extLst>
                <a:ext uri="{FF2B5EF4-FFF2-40B4-BE49-F238E27FC236}">
                  <a16:creationId xmlns:a16="http://schemas.microsoft.com/office/drawing/2014/main" id="{B44ABE6A-9EB4-F049-ACFB-5B7412A659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5216" name="Rectangle 64">
            <a:extLst>
              <a:ext uri="{FF2B5EF4-FFF2-40B4-BE49-F238E27FC236}">
                <a16:creationId xmlns:a16="http://schemas.microsoft.com/office/drawing/2014/main" id="{78A00E16-11C0-3F44-8E61-96A40329B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0003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35217" name="Line 65">
            <a:extLst>
              <a:ext uri="{FF2B5EF4-FFF2-40B4-BE49-F238E27FC236}">
                <a16:creationId xmlns:a16="http://schemas.microsoft.com/office/drawing/2014/main" id="{FEE02DE2-4D7B-3D4C-81D2-EB3213C4D6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30475"/>
            <a:ext cx="0" cy="16351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18" name="Line 66">
            <a:extLst>
              <a:ext uri="{FF2B5EF4-FFF2-40B4-BE49-F238E27FC236}">
                <a16:creationId xmlns:a16="http://schemas.microsoft.com/office/drawing/2014/main" id="{B4A0B3F1-0E4C-3746-85EC-DC29BD74E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19" name="Rectangle 67">
            <a:extLst>
              <a:ext uri="{FF2B5EF4-FFF2-40B4-BE49-F238E27FC236}">
                <a16:creationId xmlns:a16="http://schemas.microsoft.com/office/drawing/2014/main" id="{5ADB2DB8-AF19-6D4A-A6E0-925A74A62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36061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35220" name="Line 68">
            <a:extLst>
              <a:ext uri="{FF2B5EF4-FFF2-40B4-BE49-F238E27FC236}">
                <a16:creationId xmlns:a16="http://schemas.microsoft.com/office/drawing/2014/main" id="{5140584D-EEC6-9C43-B0CF-27803641BA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2895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21" name="Rectangle 69">
            <a:extLst>
              <a:ext uri="{FF2B5EF4-FFF2-40B4-BE49-F238E27FC236}">
                <a16:creationId xmlns:a16="http://schemas.microsoft.com/office/drawing/2014/main" id="{464FB7B1-0593-0843-9EB7-0A582C90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40000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5222" name="Rectangle 70">
            <a:extLst>
              <a:ext uri="{FF2B5EF4-FFF2-40B4-BE49-F238E27FC236}">
                <a16:creationId xmlns:a16="http://schemas.microsoft.com/office/drawing/2014/main" id="{482389A0-C5E3-2042-BF35-6790325F1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223" name="Rectangle 71">
            <a:extLst>
              <a:ext uri="{FF2B5EF4-FFF2-40B4-BE49-F238E27FC236}">
                <a16:creationId xmlns:a16="http://schemas.microsoft.com/office/drawing/2014/main" id="{980CBA29-C977-9741-B27E-C2348F6B116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12281" y="517286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35224" name="Rectangle 72">
            <a:extLst>
              <a:ext uri="{FF2B5EF4-FFF2-40B4-BE49-F238E27FC236}">
                <a16:creationId xmlns:a16="http://schemas.microsoft.com/office/drawing/2014/main" id="{032DA376-DAA2-BA44-ACC5-2F913530EA8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6204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5225" name="Rectangle 73">
            <a:extLst>
              <a:ext uri="{FF2B5EF4-FFF2-40B4-BE49-F238E27FC236}">
                <a16:creationId xmlns:a16="http://schemas.microsoft.com/office/drawing/2014/main" id="{C4B630FA-D321-1043-BC11-CC09AF256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51138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5226" name="Line 74">
            <a:extLst>
              <a:ext uri="{FF2B5EF4-FFF2-40B4-BE49-F238E27FC236}">
                <a16:creationId xmlns:a16="http://schemas.microsoft.com/office/drawing/2014/main" id="{680F1A92-8151-264C-A26D-2A39FD51D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5276850"/>
            <a:ext cx="635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27" name="Rectangle 75">
            <a:extLst>
              <a:ext uri="{FF2B5EF4-FFF2-40B4-BE49-F238E27FC236}">
                <a16:creationId xmlns:a16="http://schemas.microsoft.com/office/drawing/2014/main" id="{4D870115-8BE3-4344-8211-C05A7444C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228" name="Line 76">
            <a:extLst>
              <a:ext uri="{FF2B5EF4-FFF2-40B4-BE49-F238E27FC236}">
                <a16:creationId xmlns:a16="http://schemas.microsoft.com/office/drawing/2014/main" id="{1FE11FC3-3613-7249-B0DF-2CBAA32FE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29" name="Line 77">
            <a:extLst>
              <a:ext uri="{FF2B5EF4-FFF2-40B4-BE49-F238E27FC236}">
                <a16:creationId xmlns:a16="http://schemas.microsoft.com/office/drawing/2014/main" id="{8503712E-D7E7-184D-AD54-8341AE291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5418138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30" name="Line 78">
            <a:extLst>
              <a:ext uri="{FF2B5EF4-FFF2-40B4-BE49-F238E27FC236}">
                <a16:creationId xmlns:a16="http://schemas.microsoft.com/office/drawing/2014/main" id="{9F9E4943-4921-3F40-8C20-184426E726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31" name="Rectangle 79">
            <a:extLst>
              <a:ext uri="{FF2B5EF4-FFF2-40B4-BE49-F238E27FC236}">
                <a16:creationId xmlns:a16="http://schemas.microsoft.com/office/drawing/2014/main" id="{D9EF6DEF-EC2B-EC49-9C22-02E12AA7F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35232" name="Rectangle 80">
            <a:extLst>
              <a:ext uri="{FF2B5EF4-FFF2-40B4-BE49-F238E27FC236}">
                <a16:creationId xmlns:a16="http://schemas.microsoft.com/office/drawing/2014/main" id="{2F6B8FC0-D4CD-7E4A-9EA4-C5CA0C951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527367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35233" name="Line 81">
            <a:extLst>
              <a:ext uri="{FF2B5EF4-FFF2-40B4-BE49-F238E27FC236}">
                <a16:creationId xmlns:a16="http://schemas.microsoft.com/office/drawing/2014/main" id="{10423249-84D7-3B42-A269-1EF69C0E9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34" name="Rectangle 82">
            <a:extLst>
              <a:ext uri="{FF2B5EF4-FFF2-40B4-BE49-F238E27FC236}">
                <a16:creationId xmlns:a16="http://schemas.microsoft.com/office/drawing/2014/main" id="{05F58089-D3F4-074F-9487-F88A3666F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781675"/>
            <a:ext cx="1393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5235" name="Line 83">
            <a:extLst>
              <a:ext uri="{FF2B5EF4-FFF2-40B4-BE49-F238E27FC236}">
                <a16:creationId xmlns:a16="http://schemas.microsoft.com/office/drawing/2014/main" id="{48C04178-C145-0D49-BAD9-B946282E2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637088"/>
            <a:ext cx="508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36" name="Line 84">
            <a:extLst>
              <a:ext uri="{FF2B5EF4-FFF2-40B4-BE49-F238E27FC236}">
                <a16:creationId xmlns:a16="http://schemas.microsoft.com/office/drawing/2014/main" id="{278069F3-D22D-9B4D-871D-CB617183C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19613"/>
            <a:ext cx="0" cy="1627187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37" name="Line 85">
            <a:extLst>
              <a:ext uri="{FF2B5EF4-FFF2-40B4-BE49-F238E27FC236}">
                <a16:creationId xmlns:a16="http://schemas.microsoft.com/office/drawing/2014/main" id="{3AFD7961-72AB-0745-89CF-2A323EC47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38" name="Rectangle 86">
            <a:extLst>
              <a:ext uri="{FF2B5EF4-FFF2-40B4-BE49-F238E27FC236}">
                <a16:creationId xmlns:a16="http://schemas.microsoft.com/office/drawing/2014/main" id="{F1651B1F-A814-2644-BD04-647FEE34D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6191250"/>
            <a:ext cx="12414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ExtOp = 1</a:t>
            </a:r>
          </a:p>
        </p:txBody>
      </p:sp>
      <p:grpSp>
        <p:nvGrpSpPr>
          <p:cNvPr id="135239" name="Group 87">
            <a:extLst>
              <a:ext uri="{FF2B5EF4-FFF2-40B4-BE49-F238E27FC236}">
                <a16:creationId xmlns:a16="http://schemas.microsoft.com/office/drawing/2014/main" id="{73CF1F0A-5FDE-9144-9BC7-BCEF34BA8BB8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135362" name="Line 88">
              <a:extLst>
                <a:ext uri="{FF2B5EF4-FFF2-40B4-BE49-F238E27FC236}">
                  <a16:creationId xmlns:a16="http://schemas.microsoft.com/office/drawing/2014/main" id="{026B2ECE-36BB-F64E-ABE3-550567260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63" name="Line 89">
              <a:extLst>
                <a:ext uri="{FF2B5EF4-FFF2-40B4-BE49-F238E27FC236}">
                  <a16:creationId xmlns:a16="http://schemas.microsoft.com/office/drawing/2014/main" id="{5FE6BA99-705D-7D4B-ADCC-9D59B1D53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64" name="Line 90">
              <a:extLst>
                <a:ext uri="{FF2B5EF4-FFF2-40B4-BE49-F238E27FC236}">
                  <a16:creationId xmlns:a16="http://schemas.microsoft.com/office/drawing/2014/main" id="{8187B723-F52A-C048-AE82-F221737088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65" name="Line 91">
              <a:extLst>
                <a:ext uri="{FF2B5EF4-FFF2-40B4-BE49-F238E27FC236}">
                  <a16:creationId xmlns:a16="http://schemas.microsoft.com/office/drawing/2014/main" id="{1798F70B-9414-7749-8E30-64F937B5B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5240" name="Rectangle 92">
            <a:extLst>
              <a:ext uri="{FF2B5EF4-FFF2-40B4-BE49-F238E27FC236}">
                <a16:creationId xmlns:a16="http://schemas.microsoft.com/office/drawing/2014/main" id="{77A8639C-E569-C347-A4AC-7CBB8A94F9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475957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5241" name="Line 93">
            <a:extLst>
              <a:ext uri="{FF2B5EF4-FFF2-40B4-BE49-F238E27FC236}">
                <a16:creationId xmlns:a16="http://schemas.microsoft.com/office/drawing/2014/main" id="{A14214B4-7D81-374E-9472-3D6569A13E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42" name="Rectangle 94">
            <a:extLst>
              <a:ext uri="{FF2B5EF4-FFF2-40B4-BE49-F238E27FC236}">
                <a16:creationId xmlns:a16="http://schemas.microsoft.com/office/drawing/2014/main" id="{16EBB5F3-3C24-EA4B-BC59-AC7685A6C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236913"/>
            <a:ext cx="17240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5243" name="Line 95">
            <a:extLst>
              <a:ext uri="{FF2B5EF4-FFF2-40B4-BE49-F238E27FC236}">
                <a16:creationId xmlns:a16="http://schemas.microsoft.com/office/drawing/2014/main" id="{75D6B8F1-819F-5440-84E9-39FACBDE0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2600" y="4494213"/>
            <a:ext cx="406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44" name="Rectangle 96">
            <a:extLst>
              <a:ext uri="{FF2B5EF4-FFF2-40B4-BE49-F238E27FC236}">
                <a16:creationId xmlns:a16="http://schemas.microsoft.com/office/drawing/2014/main" id="{42E22AB8-05BE-A04B-A3FE-F56D277A2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245" name="Line 97">
            <a:extLst>
              <a:ext uri="{FF2B5EF4-FFF2-40B4-BE49-F238E27FC236}">
                <a16:creationId xmlns:a16="http://schemas.microsoft.com/office/drawing/2014/main" id="{7927C9C0-AD3A-D748-8BEA-EDFD0DB001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46" name="Rectangle 98">
            <a:extLst>
              <a:ext uri="{FF2B5EF4-FFF2-40B4-BE49-F238E27FC236}">
                <a16:creationId xmlns:a16="http://schemas.microsoft.com/office/drawing/2014/main" id="{FEA87C75-2187-2B45-88EC-CB0C1D595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55022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5247" name="Rectangle 99">
            <a:extLst>
              <a:ext uri="{FF2B5EF4-FFF2-40B4-BE49-F238E27FC236}">
                <a16:creationId xmlns:a16="http://schemas.microsoft.com/office/drawing/2014/main" id="{D4EC800D-F20C-964E-8AF2-9B27D6108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5060950"/>
            <a:ext cx="942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135248" name="Line 100">
            <a:extLst>
              <a:ext uri="{FF2B5EF4-FFF2-40B4-BE49-F238E27FC236}">
                <a16:creationId xmlns:a16="http://schemas.microsoft.com/office/drawing/2014/main" id="{30F1039E-949E-AC48-B559-9AE8E6D14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49" name="Line 101">
            <a:extLst>
              <a:ext uri="{FF2B5EF4-FFF2-40B4-BE49-F238E27FC236}">
                <a16:creationId xmlns:a16="http://schemas.microsoft.com/office/drawing/2014/main" id="{6D2939B1-66BD-0745-94F6-B9FA2820AF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50" name="Oval 102">
            <a:extLst>
              <a:ext uri="{FF2B5EF4-FFF2-40B4-BE49-F238E27FC236}">
                <a16:creationId xmlns:a16="http://schemas.microsoft.com/office/drawing/2014/main" id="{EDA158E9-2C3C-2641-ACD7-019D7836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251" name="Rectangle 103">
            <a:extLst>
              <a:ext uri="{FF2B5EF4-FFF2-40B4-BE49-F238E27FC236}">
                <a16:creationId xmlns:a16="http://schemas.microsoft.com/office/drawing/2014/main" id="{E980882A-E14B-5F42-8352-7C016808F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35252" name="Line 104">
            <a:extLst>
              <a:ext uri="{FF2B5EF4-FFF2-40B4-BE49-F238E27FC236}">
                <a16:creationId xmlns:a16="http://schemas.microsoft.com/office/drawing/2014/main" id="{C2F319A3-DB8D-714D-AE65-9B2C6B1731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06253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53" name="Line 105">
            <a:extLst>
              <a:ext uri="{FF2B5EF4-FFF2-40B4-BE49-F238E27FC236}">
                <a16:creationId xmlns:a16="http://schemas.microsoft.com/office/drawing/2014/main" id="{92098189-0983-C748-A13C-F0E4A5DABE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9990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54" name="Rectangle 106">
            <a:extLst>
              <a:ext uri="{FF2B5EF4-FFF2-40B4-BE49-F238E27FC236}">
                <a16:creationId xmlns:a16="http://schemas.microsoft.com/office/drawing/2014/main" id="{DEF6DC1D-3FAF-914F-8E7C-CB7EA4587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130800"/>
            <a:ext cx="3841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255" name="Line 107">
            <a:extLst>
              <a:ext uri="{FF2B5EF4-FFF2-40B4-BE49-F238E27FC236}">
                <a16:creationId xmlns:a16="http://schemas.microsoft.com/office/drawing/2014/main" id="{AB3BFE29-F8D8-6244-B548-D153624DC7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56" name="Line 108">
            <a:extLst>
              <a:ext uri="{FF2B5EF4-FFF2-40B4-BE49-F238E27FC236}">
                <a16:creationId xmlns:a16="http://schemas.microsoft.com/office/drawing/2014/main" id="{42A99DA6-F59E-D74A-B848-9E1C07FE3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35450"/>
            <a:ext cx="0" cy="58896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57" name="Rectangle 109">
            <a:extLst>
              <a:ext uri="{FF2B5EF4-FFF2-40B4-BE49-F238E27FC236}">
                <a16:creationId xmlns:a16="http://schemas.microsoft.com/office/drawing/2014/main" id="{557BCC4C-9F46-6549-ABC5-C6165AAC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35258" name="Rectangle 110">
            <a:extLst>
              <a:ext uri="{FF2B5EF4-FFF2-40B4-BE49-F238E27FC236}">
                <a16:creationId xmlns:a16="http://schemas.microsoft.com/office/drawing/2014/main" id="{3CF1EEC8-AC72-A84D-9C13-BC754813C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202238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35259" name="Line 111">
            <a:extLst>
              <a:ext uri="{FF2B5EF4-FFF2-40B4-BE49-F238E27FC236}">
                <a16:creationId xmlns:a16="http://schemas.microsoft.com/office/drawing/2014/main" id="{83DDF861-660D-624C-B252-A54321A0F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0600" y="5013325"/>
            <a:ext cx="406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60" name="Line 112">
            <a:extLst>
              <a:ext uri="{FF2B5EF4-FFF2-40B4-BE49-F238E27FC236}">
                <a16:creationId xmlns:a16="http://schemas.microsoft.com/office/drawing/2014/main" id="{F3401659-C454-A54F-BCD9-7992BAB67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54600"/>
            <a:ext cx="0" cy="409575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61" name="Line 113">
            <a:extLst>
              <a:ext uri="{FF2B5EF4-FFF2-40B4-BE49-F238E27FC236}">
                <a16:creationId xmlns:a16="http://schemas.microsoft.com/office/drawing/2014/main" id="{2F0D8D67-0506-404A-AE6F-A2A0DCE419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37400" y="5489575"/>
            <a:ext cx="20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62" name="Line 114">
            <a:extLst>
              <a:ext uri="{FF2B5EF4-FFF2-40B4-BE49-F238E27FC236}">
                <a16:creationId xmlns:a16="http://schemas.microsoft.com/office/drawing/2014/main" id="{DE5D4CD6-82D3-C548-AF30-C35C0B148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2650" y="5187950"/>
            <a:ext cx="1651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63" name="Rectangle 115">
            <a:extLst>
              <a:ext uri="{FF2B5EF4-FFF2-40B4-BE49-F238E27FC236}">
                <a16:creationId xmlns:a16="http://schemas.microsoft.com/office/drawing/2014/main" id="{2DAEBA2E-B79D-3643-B092-23F7B47F0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913" y="52593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5264" name="Rectangle 116">
            <a:extLst>
              <a:ext uri="{FF2B5EF4-FFF2-40B4-BE49-F238E27FC236}">
                <a16:creationId xmlns:a16="http://schemas.microsoft.com/office/drawing/2014/main" id="{7A1902BD-65FB-6940-B55C-4BEED3EEB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13138"/>
            <a:ext cx="1381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5265" name="Line 117">
            <a:extLst>
              <a:ext uri="{FF2B5EF4-FFF2-40B4-BE49-F238E27FC236}">
                <a16:creationId xmlns:a16="http://schemas.microsoft.com/office/drawing/2014/main" id="{368AE54E-5E2B-2345-9CB1-373DA4ECF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085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66" name="Line 118">
            <a:extLst>
              <a:ext uri="{FF2B5EF4-FFF2-40B4-BE49-F238E27FC236}">
                <a16:creationId xmlns:a16="http://schemas.microsoft.com/office/drawing/2014/main" id="{EA2B4BE1-8348-C44D-9776-AF79E1C99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54600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67" name="Rectangle 119">
            <a:extLst>
              <a:ext uri="{FF2B5EF4-FFF2-40B4-BE49-F238E27FC236}">
                <a16:creationId xmlns:a16="http://schemas.microsoft.com/office/drawing/2014/main" id="{1EBF5083-BCF0-3546-93D6-9E3061CB22C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0727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35268" name="Rectangle 120">
            <a:extLst>
              <a:ext uri="{FF2B5EF4-FFF2-40B4-BE49-F238E27FC236}">
                <a16:creationId xmlns:a16="http://schemas.microsoft.com/office/drawing/2014/main" id="{E37E0EC7-37C9-1D45-8AFA-51634B43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993900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269" name="Line 121">
            <a:extLst>
              <a:ext uri="{FF2B5EF4-FFF2-40B4-BE49-F238E27FC236}">
                <a16:creationId xmlns:a16="http://schemas.microsoft.com/office/drawing/2014/main" id="{B1EAC2F7-E34C-0946-BC9E-5A6D13B29E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7209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0" name="Line 122">
            <a:extLst>
              <a:ext uri="{FF2B5EF4-FFF2-40B4-BE49-F238E27FC236}">
                <a16:creationId xmlns:a16="http://schemas.microsoft.com/office/drawing/2014/main" id="{26DB3062-649C-D843-8D49-BBD962DC9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26447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1" name="Line 123">
            <a:extLst>
              <a:ext uri="{FF2B5EF4-FFF2-40B4-BE49-F238E27FC236}">
                <a16:creationId xmlns:a16="http://schemas.microsoft.com/office/drawing/2014/main" id="{123DA683-DFE5-E046-8B28-AD402CBD1C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7336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2" name="Oval 124">
            <a:extLst>
              <a:ext uri="{FF2B5EF4-FFF2-40B4-BE49-F238E27FC236}">
                <a16:creationId xmlns:a16="http://schemas.microsoft.com/office/drawing/2014/main" id="{8F008E58-66B2-0B46-81CC-0F9A55689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6797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5273" name="Rectangle 125">
            <a:extLst>
              <a:ext uri="{FF2B5EF4-FFF2-40B4-BE49-F238E27FC236}">
                <a16:creationId xmlns:a16="http://schemas.microsoft.com/office/drawing/2014/main" id="{C64D80EF-7868-5645-8C4A-BB19B68A4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078038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35274" name="Rectangle 126">
            <a:extLst>
              <a:ext uri="{FF2B5EF4-FFF2-40B4-BE49-F238E27FC236}">
                <a16:creationId xmlns:a16="http://schemas.microsoft.com/office/drawing/2014/main" id="{86C1A61B-C2E0-4D4D-8304-2CAA93B9F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5304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5275" name="Line 127">
            <a:extLst>
              <a:ext uri="{FF2B5EF4-FFF2-40B4-BE49-F238E27FC236}">
                <a16:creationId xmlns:a16="http://schemas.microsoft.com/office/drawing/2014/main" id="{30D139A8-7669-A746-BE08-83C2F3C662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82900"/>
            <a:ext cx="0" cy="116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6" name="Line 128">
            <a:extLst>
              <a:ext uri="{FF2B5EF4-FFF2-40B4-BE49-F238E27FC236}">
                <a16:creationId xmlns:a16="http://schemas.microsoft.com/office/drawing/2014/main" id="{32A47297-374A-7642-9089-A37F6CB846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038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7" name="Rectangle 129">
            <a:extLst>
              <a:ext uri="{FF2B5EF4-FFF2-40B4-BE49-F238E27FC236}">
                <a16:creationId xmlns:a16="http://schemas.microsoft.com/office/drawing/2014/main" id="{7F9B32C8-C40C-8042-960F-2A81F9CF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3192463"/>
            <a:ext cx="676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35278" name="Line 130">
            <a:extLst>
              <a:ext uri="{FF2B5EF4-FFF2-40B4-BE49-F238E27FC236}">
                <a16:creationId xmlns:a16="http://schemas.microsoft.com/office/drawing/2014/main" id="{3ECE359C-8F6C-2740-94E7-46F5FEE4F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1336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9" name="Rectangle 131">
            <a:extLst>
              <a:ext uri="{FF2B5EF4-FFF2-40B4-BE49-F238E27FC236}">
                <a16:creationId xmlns:a16="http://schemas.microsoft.com/office/drawing/2014/main" id="{1199F110-A3F7-0B4D-92A2-08C3F6B9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74466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35280" name="Line 132">
            <a:extLst>
              <a:ext uri="{FF2B5EF4-FFF2-40B4-BE49-F238E27FC236}">
                <a16:creationId xmlns:a16="http://schemas.microsoft.com/office/drawing/2014/main" id="{54538B4F-2105-204F-925A-5186AB5A57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43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81" name="Line 133">
            <a:extLst>
              <a:ext uri="{FF2B5EF4-FFF2-40B4-BE49-F238E27FC236}">
                <a16:creationId xmlns:a16="http://schemas.microsoft.com/office/drawing/2014/main" id="{A75C4CE8-454B-8E42-8452-996544BB1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133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82" name="Rectangle 134">
            <a:extLst>
              <a:ext uri="{FF2B5EF4-FFF2-40B4-BE49-F238E27FC236}">
                <a16:creationId xmlns:a16="http://schemas.microsoft.com/office/drawing/2014/main" id="{AF8EBE15-D332-2A48-AF20-31105916A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2225675"/>
            <a:ext cx="1165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5283" name="Rectangle 135">
            <a:extLst>
              <a:ext uri="{FF2B5EF4-FFF2-40B4-BE49-F238E27FC236}">
                <a16:creationId xmlns:a16="http://schemas.microsoft.com/office/drawing/2014/main" id="{610A2185-6683-B447-8E5D-8D45B35A4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1844675"/>
            <a:ext cx="1343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5284" name="Rectangle 136">
            <a:extLst>
              <a:ext uri="{FF2B5EF4-FFF2-40B4-BE49-F238E27FC236}">
                <a16:creationId xmlns:a16="http://schemas.microsoft.com/office/drawing/2014/main" id="{B267C5CE-4607-F646-8550-5AA6EAD39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5285" name="Rectangle 137">
            <a:extLst>
              <a:ext uri="{FF2B5EF4-FFF2-40B4-BE49-F238E27FC236}">
                <a16:creationId xmlns:a16="http://schemas.microsoft.com/office/drawing/2014/main" id="{C79F84B2-C250-0B45-AE65-961F2EEC2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5286" name="Rectangle 138">
            <a:extLst>
              <a:ext uri="{FF2B5EF4-FFF2-40B4-BE49-F238E27FC236}">
                <a16:creationId xmlns:a16="http://schemas.microsoft.com/office/drawing/2014/main" id="{C360C822-0064-A743-9FAD-574BC684A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5287" name="Rectangle 139">
            <a:extLst>
              <a:ext uri="{FF2B5EF4-FFF2-40B4-BE49-F238E27FC236}">
                <a16:creationId xmlns:a16="http://schemas.microsoft.com/office/drawing/2014/main" id="{0C3B7DD3-2ACA-FF4C-BF70-C6547CE0F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5288" name="Rectangle 140">
            <a:extLst>
              <a:ext uri="{FF2B5EF4-FFF2-40B4-BE49-F238E27FC236}">
                <a16:creationId xmlns:a16="http://schemas.microsoft.com/office/drawing/2014/main" id="{69425796-0A9B-504B-AC85-C4BD2513A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5289" name="Rectangle 141">
            <a:extLst>
              <a:ext uri="{FF2B5EF4-FFF2-40B4-BE49-F238E27FC236}">
                <a16:creationId xmlns:a16="http://schemas.microsoft.com/office/drawing/2014/main" id="{838FC5E4-4C35-F241-A0A6-451C70857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5290" name="Line 142">
            <a:extLst>
              <a:ext uri="{FF2B5EF4-FFF2-40B4-BE49-F238E27FC236}">
                <a16:creationId xmlns:a16="http://schemas.microsoft.com/office/drawing/2014/main" id="{A1744B81-B92F-F04D-9F2B-16114BB5EE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91" name="Rectangle 143">
            <a:extLst>
              <a:ext uri="{FF2B5EF4-FFF2-40B4-BE49-F238E27FC236}">
                <a16:creationId xmlns:a16="http://schemas.microsoft.com/office/drawing/2014/main" id="{BE5A89A5-0D75-A84D-ADB2-03977A60551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35292" name="Rectangle 144">
            <a:extLst>
              <a:ext uri="{FF2B5EF4-FFF2-40B4-BE49-F238E27FC236}">
                <a16:creationId xmlns:a16="http://schemas.microsoft.com/office/drawing/2014/main" id="{7DF0E1F6-8F51-924B-9AFD-DACADA42444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35293" name="Rectangle 145">
            <a:extLst>
              <a:ext uri="{FF2B5EF4-FFF2-40B4-BE49-F238E27FC236}">
                <a16:creationId xmlns:a16="http://schemas.microsoft.com/office/drawing/2014/main" id="{5E1E1DC6-E99E-0740-9D14-63BC9E05132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35294" name="Rectangle 146">
            <a:extLst>
              <a:ext uri="{FF2B5EF4-FFF2-40B4-BE49-F238E27FC236}">
                <a16:creationId xmlns:a16="http://schemas.microsoft.com/office/drawing/2014/main" id="{F08DE3C7-63A3-094D-8F8C-180149783F7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412207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35295" name="Line 147">
            <a:extLst>
              <a:ext uri="{FF2B5EF4-FFF2-40B4-BE49-F238E27FC236}">
                <a16:creationId xmlns:a16="http://schemas.microsoft.com/office/drawing/2014/main" id="{0140FBFE-4948-7642-850F-EEA2EE00D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96" name="Line 148">
            <a:extLst>
              <a:ext uri="{FF2B5EF4-FFF2-40B4-BE49-F238E27FC236}">
                <a16:creationId xmlns:a16="http://schemas.microsoft.com/office/drawing/2014/main" id="{E7267938-0B36-3342-91C8-4593C73D8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97" name="Line 149">
            <a:extLst>
              <a:ext uri="{FF2B5EF4-FFF2-40B4-BE49-F238E27FC236}">
                <a16:creationId xmlns:a16="http://schemas.microsoft.com/office/drawing/2014/main" id="{3CB76BD2-62DD-D649-A26C-20E42CBB2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98" name="Rectangle 150">
            <a:extLst>
              <a:ext uri="{FF2B5EF4-FFF2-40B4-BE49-F238E27FC236}">
                <a16:creationId xmlns:a16="http://schemas.microsoft.com/office/drawing/2014/main" id="{AB79D44D-FAED-9340-870F-B494A5EC7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9718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35299" name="Rectangle 151">
            <a:extLst>
              <a:ext uri="{FF2B5EF4-FFF2-40B4-BE49-F238E27FC236}">
                <a16:creationId xmlns:a16="http://schemas.microsoft.com/office/drawing/2014/main" id="{D5D52505-F1AC-464D-A773-FC643D07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9718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35300" name="Rectangle 152">
            <a:extLst>
              <a:ext uri="{FF2B5EF4-FFF2-40B4-BE49-F238E27FC236}">
                <a16:creationId xmlns:a16="http://schemas.microsoft.com/office/drawing/2014/main" id="{DC8C78AA-63E1-284E-85DF-FA3CADBB9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18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35301" name="Rectangle 153">
            <a:extLst>
              <a:ext uri="{FF2B5EF4-FFF2-40B4-BE49-F238E27FC236}">
                <a16:creationId xmlns:a16="http://schemas.microsoft.com/office/drawing/2014/main" id="{5A28DFF2-C9D8-164D-AF21-AEFFA143A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718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35302" name="Rectangle 154">
            <a:extLst>
              <a:ext uri="{FF2B5EF4-FFF2-40B4-BE49-F238E27FC236}">
                <a16:creationId xmlns:a16="http://schemas.microsoft.com/office/drawing/2014/main" id="{ABE35874-3C18-9C4F-84CC-E8B3ED4D5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4478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R[rt]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Data Memory {R[rs] + SignExt[imm16]}</a:t>
            </a:r>
          </a:p>
        </p:txBody>
      </p:sp>
      <p:grpSp>
        <p:nvGrpSpPr>
          <p:cNvPr id="135303" name="Group 155">
            <a:extLst>
              <a:ext uri="{FF2B5EF4-FFF2-40B4-BE49-F238E27FC236}">
                <a16:creationId xmlns:a16="http://schemas.microsoft.com/office/drawing/2014/main" id="{21D92384-EAB2-314B-98CE-62A5B4DCBF04}"/>
              </a:ext>
            </a:extLst>
          </p:cNvPr>
          <p:cNvGrpSpPr>
            <a:grpSpLocks/>
          </p:cNvGrpSpPr>
          <p:nvPr/>
        </p:nvGrpSpPr>
        <p:grpSpPr bwMode="auto">
          <a:xfrm>
            <a:off x="1749425" y="609600"/>
            <a:ext cx="5975350" cy="668338"/>
            <a:chOff x="1102" y="384"/>
            <a:chExt cx="3764" cy="421"/>
          </a:xfrm>
        </p:grpSpPr>
        <p:sp>
          <p:nvSpPr>
            <p:cNvPr id="135345" name="Rectangle 156">
              <a:extLst>
                <a:ext uri="{FF2B5EF4-FFF2-40B4-BE49-F238E27FC236}">
                  <a16:creationId xmlns:a16="http://schemas.microsoft.com/office/drawing/2014/main" id="{73C1203B-8CC0-274C-B248-A0CDE8898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58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5346" name="Group 157">
              <a:extLst>
                <a:ext uri="{FF2B5EF4-FFF2-40B4-BE49-F238E27FC236}">
                  <a16:creationId xmlns:a16="http://schemas.microsoft.com/office/drawing/2014/main" id="{7899A0D3-62DD-FB40-A9C0-437BDC82BF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" y="576"/>
              <a:ext cx="624" cy="229"/>
              <a:chOff x="1163" y="576"/>
              <a:chExt cx="624" cy="229"/>
            </a:xfrm>
          </p:grpSpPr>
          <p:sp>
            <p:nvSpPr>
              <p:cNvPr id="135360" name="Rectangle 158">
                <a:extLst>
                  <a:ext uri="{FF2B5EF4-FFF2-40B4-BE49-F238E27FC236}">
                    <a16:creationId xmlns:a16="http://schemas.microsoft.com/office/drawing/2014/main" id="{E653E562-29A6-B347-9A81-A4A25B7C7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58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5361" name="Rectangle 159">
                <a:extLst>
                  <a:ext uri="{FF2B5EF4-FFF2-40B4-BE49-F238E27FC236}">
                    <a16:creationId xmlns:a16="http://schemas.microsoft.com/office/drawing/2014/main" id="{281FA0BC-FC91-7249-BCA5-D5E4F7F8D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576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35347" name="Group 160">
              <a:extLst>
                <a:ext uri="{FF2B5EF4-FFF2-40B4-BE49-F238E27FC236}">
                  <a16:creationId xmlns:a16="http://schemas.microsoft.com/office/drawing/2014/main" id="{5AB0B2BD-6A5A-EF48-9087-40F9A810E9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576"/>
              <a:ext cx="580" cy="229"/>
              <a:chOff x="1795" y="576"/>
              <a:chExt cx="580" cy="229"/>
            </a:xfrm>
          </p:grpSpPr>
          <p:sp>
            <p:nvSpPr>
              <p:cNvPr id="135358" name="Rectangle 161">
                <a:extLst>
                  <a:ext uri="{FF2B5EF4-FFF2-40B4-BE49-F238E27FC236}">
                    <a16:creationId xmlns:a16="http://schemas.microsoft.com/office/drawing/2014/main" id="{43BCAF84-AB61-B847-8D43-E51017E4C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58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5359" name="Rectangle 162">
                <a:extLst>
                  <a:ext uri="{FF2B5EF4-FFF2-40B4-BE49-F238E27FC236}">
                    <a16:creationId xmlns:a16="http://schemas.microsoft.com/office/drawing/2014/main" id="{20AF1B24-F422-0C4D-8A12-928673345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0" y="576"/>
                <a:ext cx="25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35348" name="Group 163">
              <a:extLst>
                <a:ext uri="{FF2B5EF4-FFF2-40B4-BE49-F238E27FC236}">
                  <a16:creationId xmlns:a16="http://schemas.microsoft.com/office/drawing/2014/main" id="{8C9346C8-1EC7-F34D-B2CA-08CBCA08BA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3" y="576"/>
              <a:ext cx="579" cy="229"/>
              <a:chOff x="2383" y="576"/>
              <a:chExt cx="579" cy="229"/>
            </a:xfrm>
          </p:grpSpPr>
          <p:sp>
            <p:nvSpPr>
              <p:cNvPr id="135356" name="Rectangle 164">
                <a:extLst>
                  <a:ext uri="{FF2B5EF4-FFF2-40B4-BE49-F238E27FC236}">
                    <a16:creationId xmlns:a16="http://schemas.microsoft.com/office/drawing/2014/main" id="{E13B4005-668C-2F4D-9A8F-09D911B7F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58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5357" name="Rectangle 165">
                <a:extLst>
                  <a:ext uri="{FF2B5EF4-FFF2-40B4-BE49-F238E27FC236}">
                    <a16:creationId xmlns:a16="http://schemas.microsoft.com/office/drawing/2014/main" id="{7794BD24-B9D2-A346-A7E1-443E7AF1D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7" y="576"/>
                <a:ext cx="21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35349" name="Rectangle 166">
              <a:extLst>
                <a:ext uri="{FF2B5EF4-FFF2-40B4-BE49-F238E27FC236}">
                  <a16:creationId xmlns:a16="http://schemas.microsoft.com/office/drawing/2014/main" id="{F824CA0C-8855-9142-8698-627520228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58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5350" name="Rectangle 167">
              <a:extLst>
                <a:ext uri="{FF2B5EF4-FFF2-40B4-BE49-F238E27FC236}">
                  <a16:creationId xmlns:a16="http://schemas.microsoft.com/office/drawing/2014/main" id="{2477C6D6-4D94-1C4D-ACCD-C09639A82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576"/>
              <a:ext cx="8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135351" name="Rectangle 168">
              <a:extLst>
                <a:ext uri="{FF2B5EF4-FFF2-40B4-BE49-F238E27FC236}">
                  <a16:creationId xmlns:a16="http://schemas.microsoft.com/office/drawing/2014/main" id="{F24A94F4-DF75-4942-9706-A04F3FD63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384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5352" name="Rectangle 169">
              <a:extLst>
                <a:ext uri="{FF2B5EF4-FFF2-40B4-BE49-F238E27FC236}">
                  <a16:creationId xmlns:a16="http://schemas.microsoft.com/office/drawing/2014/main" id="{86235752-5E8B-B04D-BC2B-7980220EE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35353" name="Rectangle 170">
              <a:extLst>
                <a:ext uri="{FF2B5EF4-FFF2-40B4-BE49-F238E27FC236}">
                  <a16:creationId xmlns:a16="http://schemas.microsoft.com/office/drawing/2014/main" id="{A90A63A0-9E83-054D-9674-29D106429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6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35354" name="Rectangle 171">
              <a:extLst>
                <a:ext uri="{FF2B5EF4-FFF2-40B4-BE49-F238E27FC236}">
                  <a16:creationId xmlns:a16="http://schemas.microsoft.com/office/drawing/2014/main" id="{0DF51F46-80EB-D246-877A-9126D5620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35355" name="Rectangle 172">
              <a:extLst>
                <a:ext uri="{FF2B5EF4-FFF2-40B4-BE49-F238E27FC236}">
                  <a16:creationId xmlns:a16="http://schemas.microsoft.com/office/drawing/2014/main" id="{DFDF3D4A-51A6-EC43-9B23-D764CB5C6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</p:grpSp>
      <p:sp>
        <p:nvSpPr>
          <p:cNvPr id="135304" name="Line 173">
            <a:extLst>
              <a:ext uri="{FF2B5EF4-FFF2-40B4-BE49-F238E27FC236}">
                <a16:creationId xmlns:a16="http://schemas.microsoft.com/office/drawing/2014/main" id="{2905E54C-4552-5445-861E-CBF5385DC9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191000"/>
            <a:ext cx="1422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74" name="Line 174">
            <a:extLst>
              <a:ext uri="{FF2B5EF4-FFF2-40B4-BE49-F238E27FC236}">
                <a16:creationId xmlns:a16="http://schemas.microsoft.com/office/drawing/2014/main" id="{2ACA9E37-7438-A149-8F54-44718DCC2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284538"/>
            <a:ext cx="0" cy="482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6175" name="Group 175">
            <a:extLst>
              <a:ext uri="{FF2B5EF4-FFF2-40B4-BE49-F238E27FC236}">
                <a16:creationId xmlns:a16="http://schemas.microsoft.com/office/drawing/2014/main" id="{BD54D99B-1BD0-064B-ACCF-D19D714C2751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3251200"/>
            <a:ext cx="2413000" cy="542925"/>
            <a:chOff x="1638" y="2048"/>
            <a:chExt cx="1520" cy="342"/>
          </a:xfrm>
        </p:grpSpPr>
        <p:sp>
          <p:nvSpPr>
            <p:cNvPr id="135343" name="Line 176">
              <a:extLst>
                <a:ext uri="{FF2B5EF4-FFF2-40B4-BE49-F238E27FC236}">
                  <a16:creationId xmlns:a16="http://schemas.microsoft.com/office/drawing/2014/main" id="{57FE840A-D6D9-9145-8032-28F5E2287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8" y="2390"/>
              <a:ext cx="112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44" name="Line 177">
              <a:extLst>
                <a:ext uri="{FF2B5EF4-FFF2-40B4-BE49-F238E27FC236}">
                  <a16:creationId xmlns:a16="http://schemas.microsoft.com/office/drawing/2014/main" id="{122A94AC-B61C-0C43-B109-177E83730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8" y="2048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178" name="Group 178">
            <a:extLst>
              <a:ext uri="{FF2B5EF4-FFF2-40B4-BE49-F238E27FC236}">
                <a16:creationId xmlns:a16="http://schemas.microsoft.com/office/drawing/2014/main" id="{8E8A2E1F-54CC-1B4C-B2A4-69CD81EA2636}"/>
              </a:ext>
            </a:extLst>
          </p:cNvPr>
          <p:cNvGrpSpPr>
            <a:grpSpLocks/>
          </p:cNvGrpSpPr>
          <p:nvPr/>
        </p:nvGrpSpPr>
        <p:grpSpPr bwMode="auto">
          <a:xfrm>
            <a:off x="2205038" y="2525713"/>
            <a:ext cx="166687" cy="1100137"/>
            <a:chOff x="1389" y="1591"/>
            <a:chExt cx="105" cy="693"/>
          </a:xfrm>
        </p:grpSpPr>
        <p:sp>
          <p:nvSpPr>
            <p:cNvPr id="135341" name="Line 179">
              <a:extLst>
                <a:ext uri="{FF2B5EF4-FFF2-40B4-BE49-F238E27FC236}">
                  <a16:creationId xmlns:a16="http://schemas.microsoft.com/office/drawing/2014/main" id="{D840A465-BB27-2243-93F1-C8D9F25AE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1914"/>
              <a:ext cx="0" cy="37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42" name="Line 180">
              <a:extLst>
                <a:ext uri="{FF2B5EF4-FFF2-40B4-BE49-F238E27FC236}">
                  <a16:creationId xmlns:a16="http://schemas.microsoft.com/office/drawing/2014/main" id="{5D3C2753-7D0C-7D45-9281-644EF89B3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1591"/>
              <a:ext cx="0" cy="103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181" name="Group 181">
            <a:extLst>
              <a:ext uri="{FF2B5EF4-FFF2-40B4-BE49-F238E27FC236}">
                <a16:creationId xmlns:a16="http://schemas.microsoft.com/office/drawing/2014/main" id="{A19AF5B7-F80E-B046-AD62-6863D863C0FF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905125"/>
            <a:ext cx="850900" cy="744538"/>
            <a:chOff x="661" y="1830"/>
            <a:chExt cx="536" cy="469"/>
          </a:xfrm>
        </p:grpSpPr>
        <p:sp>
          <p:nvSpPr>
            <p:cNvPr id="135339" name="Line 182">
              <a:extLst>
                <a:ext uri="{FF2B5EF4-FFF2-40B4-BE49-F238E27FC236}">
                  <a16:creationId xmlns:a16="http://schemas.microsoft.com/office/drawing/2014/main" id="{61576944-BA34-B249-A677-83D2C923F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7" y="2149"/>
              <a:ext cx="0" cy="1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40" name="Line 183">
              <a:extLst>
                <a:ext uri="{FF2B5EF4-FFF2-40B4-BE49-F238E27FC236}">
                  <a16:creationId xmlns:a16="http://schemas.microsoft.com/office/drawing/2014/main" id="{1D9638D6-EA23-444D-9B4D-869EDC763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" y="1830"/>
              <a:ext cx="35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184" name="Group 184">
            <a:extLst>
              <a:ext uri="{FF2B5EF4-FFF2-40B4-BE49-F238E27FC236}">
                <a16:creationId xmlns:a16="http://schemas.microsoft.com/office/drawing/2014/main" id="{B0D5DFB5-4D04-644C-9735-E5C3E5D3F973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4632325"/>
            <a:ext cx="2871787" cy="1697038"/>
            <a:chOff x="1357" y="2918"/>
            <a:chExt cx="1809" cy="1069"/>
          </a:xfrm>
        </p:grpSpPr>
        <p:sp>
          <p:nvSpPr>
            <p:cNvPr id="135334" name="Line 185">
              <a:extLst>
                <a:ext uri="{FF2B5EF4-FFF2-40B4-BE49-F238E27FC236}">
                  <a16:creationId xmlns:a16="http://schemas.microsoft.com/office/drawing/2014/main" id="{C8D09151-8B85-974A-A77A-D26AB1729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" y="3330"/>
              <a:ext cx="40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5" name="Line 186">
              <a:extLst>
                <a:ext uri="{FF2B5EF4-FFF2-40B4-BE49-F238E27FC236}">
                  <a16:creationId xmlns:a16="http://schemas.microsoft.com/office/drawing/2014/main" id="{B5E4112C-F473-2E41-8D79-CF3B1FFC9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3410"/>
              <a:ext cx="59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6" name="Line 187">
              <a:extLst>
                <a:ext uri="{FF2B5EF4-FFF2-40B4-BE49-F238E27FC236}">
                  <a16:creationId xmlns:a16="http://schemas.microsoft.com/office/drawing/2014/main" id="{FA86A931-BBA1-5B45-90C4-4A17C7BC7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3374"/>
              <a:ext cx="0" cy="25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7" name="Line 188">
              <a:extLst>
                <a:ext uri="{FF2B5EF4-FFF2-40B4-BE49-F238E27FC236}">
                  <a16:creationId xmlns:a16="http://schemas.microsoft.com/office/drawing/2014/main" id="{62D03A7C-B4D1-5243-AEB6-642468DBF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6" y="2918"/>
              <a:ext cx="3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8" name="Line 189">
              <a:extLst>
                <a:ext uri="{FF2B5EF4-FFF2-40B4-BE49-F238E27FC236}">
                  <a16:creationId xmlns:a16="http://schemas.microsoft.com/office/drawing/2014/main" id="{C1DED666-E2D3-BC40-8427-7D96DFFEC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690"/>
              <a:ext cx="0" cy="29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6190" name="Line 190">
            <a:extLst>
              <a:ext uri="{FF2B5EF4-FFF2-40B4-BE49-F238E27FC236}">
                <a16:creationId xmlns:a16="http://schemas.microsoft.com/office/drawing/2014/main" id="{F38B0A58-F184-8E49-B1A8-4CF0CD4894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0038" y="3554413"/>
            <a:ext cx="0" cy="45085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6191" name="Group 191">
            <a:extLst>
              <a:ext uri="{FF2B5EF4-FFF2-40B4-BE49-F238E27FC236}">
                <a16:creationId xmlns:a16="http://schemas.microsoft.com/office/drawing/2014/main" id="{73927B57-34D7-7D41-B684-CAFBF00A5828}"/>
              </a:ext>
            </a:extLst>
          </p:cNvPr>
          <p:cNvGrpSpPr>
            <a:grpSpLocks/>
          </p:cNvGrpSpPr>
          <p:nvPr/>
        </p:nvGrpSpPr>
        <p:grpSpPr bwMode="auto">
          <a:xfrm>
            <a:off x="731838" y="4110038"/>
            <a:ext cx="7837487" cy="2082800"/>
            <a:chOff x="461" y="2589"/>
            <a:chExt cx="4937" cy="1312"/>
          </a:xfrm>
        </p:grpSpPr>
        <p:sp>
          <p:nvSpPr>
            <p:cNvPr id="135329" name="Line 192">
              <a:extLst>
                <a:ext uri="{FF2B5EF4-FFF2-40B4-BE49-F238E27FC236}">
                  <a16:creationId xmlns:a16="http://schemas.microsoft.com/office/drawing/2014/main" id="{15A95F77-DA87-FF40-A3D9-3F86D9765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" y="2605"/>
              <a:ext cx="6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0" name="Line 193">
              <a:extLst>
                <a:ext uri="{FF2B5EF4-FFF2-40B4-BE49-F238E27FC236}">
                  <a16:creationId xmlns:a16="http://schemas.microsoft.com/office/drawing/2014/main" id="{07951C8B-8844-A24D-AE8A-82204C417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" y="3885"/>
              <a:ext cx="4928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1" name="Line 194">
              <a:extLst>
                <a:ext uri="{FF2B5EF4-FFF2-40B4-BE49-F238E27FC236}">
                  <a16:creationId xmlns:a16="http://schemas.microsoft.com/office/drawing/2014/main" id="{73979480-A41B-6B4C-8F3B-3AF6779FF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" y="2589"/>
              <a:ext cx="0" cy="1312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2" name="Line 195">
              <a:extLst>
                <a:ext uri="{FF2B5EF4-FFF2-40B4-BE49-F238E27FC236}">
                  <a16:creationId xmlns:a16="http://schemas.microsoft.com/office/drawing/2014/main" id="{D5EABE2B-1EDE-6F4A-9E97-CB8A516EC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3" y="2844"/>
              <a:ext cx="0" cy="102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33" name="Line 196">
              <a:extLst>
                <a:ext uri="{FF2B5EF4-FFF2-40B4-BE49-F238E27FC236}">
                  <a16:creationId xmlns:a16="http://schemas.microsoft.com/office/drawing/2014/main" id="{7EF210EE-2FFD-2C41-A410-77797D368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1" y="2837"/>
              <a:ext cx="2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197" name="Group 197">
            <a:extLst>
              <a:ext uri="{FF2B5EF4-FFF2-40B4-BE49-F238E27FC236}">
                <a16:creationId xmlns:a16="http://schemas.microsoft.com/office/drawing/2014/main" id="{B96971C1-CB56-1141-966C-A16AD6B2343B}"/>
              </a:ext>
            </a:extLst>
          </p:cNvPr>
          <p:cNvGrpSpPr>
            <a:grpSpLocks/>
          </p:cNvGrpSpPr>
          <p:nvPr/>
        </p:nvGrpSpPr>
        <p:grpSpPr bwMode="auto">
          <a:xfrm>
            <a:off x="7146925" y="5008563"/>
            <a:ext cx="609600" cy="476250"/>
            <a:chOff x="4502" y="3155"/>
            <a:chExt cx="384" cy="300"/>
          </a:xfrm>
        </p:grpSpPr>
        <p:sp>
          <p:nvSpPr>
            <p:cNvPr id="135326" name="Line 198">
              <a:extLst>
                <a:ext uri="{FF2B5EF4-FFF2-40B4-BE49-F238E27FC236}">
                  <a16:creationId xmlns:a16="http://schemas.microsoft.com/office/drawing/2014/main" id="{42B55B9B-B7F7-3649-9F8D-17D3F15DF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0" y="3155"/>
              <a:ext cx="25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27" name="Line 199">
              <a:extLst>
                <a:ext uri="{FF2B5EF4-FFF2-40B4-BE49-F238E27FC236}">
                  <a16:creationId xmlns:a16="http://schemas.microsoft.com/office/drawing/2014/main" id="{0EA75BA6-4868-E24E-B4AC-0EC180E5B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5" y="3181"/>
              <a:ext cx="0" cy="258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28" name="Line 200">
              <a:extLst>
                <a:ext uri="{FF2B5EF4-FFF2-40B4-BE49-F238E27FC236}">
                  <a16:creationId xmlns:a16="http://schemas.microsoft.com/office/drawing/2014/main" id="{3592897A-3875-6B43-AD93-DB1E93340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2" y="3455"/>
              <a:ext cx="128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201" name="Group 201">
            <a:extLst>
              <a:ext uri="{FF2B5EF4-FFF2-40B4-BE49-F238E27FC236}">
                <a16:creationId xmlns:a16="http://schemas.microsoft.com/office/drawing/2014/main" id="{50CD2B34-4980-D64E-B72A-D1BBC5E8DE14}"/>
              </a:ext>
            </a:extLst>
          </p:cNvPr>
          <p:cNvGrpSpPr>
            <a:grpSpLocks/>
          </p:cNvGrpSpPr>
          <p:nvPr/>
        </p:nvGrpSpPr>
        <p:grpSpPr bwMode="auto">
          <a:xfrm>
            <a:off x="5470525" y="4200525"/>
            <a:ext cx="1422400" cy="619125"/>
            <a:chOff x="3446" y="2646"/>
            <a:chExt cx="896" cy="390"/>
          </a:xfrm>
        </p:grpSpPr>
        <p:sp>
          <p:nvSpPr>
            <p:cNvPr id="135324" name="Line 202">
              <a:extLst>
                <a:ext uri="{FF2B5EF4-FFF2-40B4-BE49-F238E27FC236}">
                  <a16:creationId xmlns:a16="http://schemas.microsoft.com/office/drawing/2014/main" id="{122F8991-4D47-BA4C-B601-82E3BD90C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6" y="2665"/>
              <a:ext cx="0" cy="371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325" name="Line 203">
              <a:extLst>
                <a:ext uri="{FF2B5EF4-FFF2-40B4-BE49-F238E27FC236}">
                  <a16:creationId xmlns:a16="http://schemas.microsoft.com/office/drawing/2014/main" id="{7F5CD3BF-F06A-8240-9DE0-28C7BBB83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6" y="2646"/>
              <a:ext cx="89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6204" name="Text Box 204">
            <a:extLst>
              <a:ext uri="{FF2B5EF4-FFF2-40B4-BE49-F238E27FC236}">
                <a16:creationId xmlns:a16="http://schemas.microsoft.com/office/drawing/2014/main" id="{FA56978C-7BD0-8848-9F3B-BEFFEAA15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75" y="6321425"/>
            <a:ext cx="5089525" cy="366713"/>
          </a:xfrm>
          <a:prstGeom prst="rect">
            <a:avLst/>
          </a:prstGeom>
          <a:solidFill>
            <a:srgbClr val="FF0000">
              <a:alpha val="2705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ALUtcr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应为</a:t>
            </a: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addu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？差别在于溢出标志！</a:t>
            </a:r>
          </a:p>
        </p:txBody>
      </p:sp>
      <p:grpSp>
        <p:nvGrpSpPr>
          <p:cNvPr id="256205" name="Group 205">
            <a:extLst>
              <a:ext uri="{FF2B5EF4-FFF2-40B4-BE49-F238E27FC236}">
                <a16:creationId xmlns:a16="http://schemas.microsoft.com/office/drawing/2014/main" id="{D599945E-35FD-1847-9595-226B07320775}"/>
              </a:ext>
            </a:extLst>
          </p:cNvPr>
          <p:cNvGrpSpPr>
            <a:grpSpLocks/>
          </p:cNvGrpSpPr>
          <p:nvPr/>
        </p:nvGrpSpPr>
        <p:grpSpPr bwMode="auto">
          <a:xfrm>
            <a:off x="1746250" y="2794000"/>
            <a:ext cx="5397500" cy="1303338"/>
            <a:chOff x="1397" y="1886"/>
            <a:chExt cx="3718" cy="786"/>
          </a:xfrm>
        </p:grpSpPr>
        <p:sp>
          <p:nvSpPr>
            <p:cNvPr id="135316" name="Line 206">
              <a:extLst>
                <a:ext uri="{FF2B5EF4-FFF2-40B4-BE49-F238E27FC236}">
                  <a16:creationId xmlns:a16="http://schemas.microsoft.com/office/drawing/2014/main" id="{36214ABE-DF0B-6944-B970-6CD99C49E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2" y="2672"/>
              <a:ext cx="1143" cy="0"/>
            </a:xfrm>
            <a:prstGeom prst="line">
              <a:avLst/>
            </a:prstGeom>
            <a:noFill/>
            <a:ln w="28575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317" name="AutoShape 207">
              <a:extLst>
                <a:ext uri="{FF2B5EF4-FFF2-40B4-BE49-F238E27FC236}">
                  <a16:creationId xmlns:a16="http://schemas.microsoft.com/office/drawing/2014/main" id="{A7369301-D711-6645-8247-4685EFC0D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2380"/>
              <a:ext cx="142" cy="138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5318" name="Oval 208">
              <a:extLst>
                <a:ext uri="{FF2B5EF4-FFF2-40B4-BE49-F238E27FC236}">
                  <a16:creationId xmlns:a16="http://schemas.microsoft.com/office/drawing/2014/main" id="{E9B8CFDE-6415-944F-8AAC-FE7A90CA3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" y="2320"/>
              <a:ext cx="56" cy="56"/>
            </a:xfrm>
            <a:prstGeom prst="ellipse">
              <a:avLst/>
            </a:prstGeom>
            <a:noFill/>
            <a:ln w="28575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5319" name="Line 209">
              <a:extLst>
                <a:ext uri="{FF2B5EF4-FFF2-40B4-BE49-F238E27FC236}">
                  <a16:creationId xmlns:a16="http://schemas.microsoft.com/office/drawing/2014/main" id="{0339373E-F44E-134F-A661-A663B9383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1" y="2514"/>
              <a:ext cx="1" cy="154"/>
            </a:xfrm>
            <a:prstGeom prst="line">
              <a:avLst/>
            </a:prstGeom>
            <a:noFill/>
            <a:ln w="381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320" name="Line 210">
              <a:extLst>
                <a:ext uri="{FF2B5EF4-FFF2-40B4-BE49-F238E27FC236}">
                  <a16:creationId xmlns:a16="http://schemas.microsoft.com/office/drawing/2014/main" id="{F1A78E89-838B-174B-A622-E2288AC5D6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" y="1903"/>
              <a:ext cx="2820" cy="0"/>
            </a:xfrm>
            <a:prstGeom prst="line">
              <a:avLst/>
            </a:prstGeom>
            <a:noFill/>
            <a:ln w="28575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321" name="Line 211">
              <a:extLst>
                <a:ext uri="{FF2B5EF4-FFF2-40B4-BE49-F238E27FC236}">
                  <a16:creationId xmlns:a16="http://schemas.microsoft.com/office/drawing/2014/main" id="{6DD408D7-037F-794B-B4E4-9A2559894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" y="1886"/>
              <a:ext cx="0" cy="430"/>
            </a:xfrm>
            <a:prstGeom prst="line">
              <a:avLst/>
            </a:prstGeom>
            <a:noFill/>
            <a:ln w="381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322" name="AutoShape 212">
              <a:extLst>
                <a:ext uri="{FF2B5EF4-FFF2-40B4-BE49-F238E27FC236}">
                  <a16:creationId xmlns:a16="http://schemas.microsoft.com/office/drawing/2014/main" id="{4523C997-7058-C745-A881-FF0033D827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84" y="2139"/>
              <a:ext cx="189" cy="163"/>
            </a:xfrm>
            <a:prstGeom prst="flowChartDelay">
              <a:avLst/>
            </a:prstGeom>
            <a:noFill/>
            <a:ln w="28575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5323" name="Line 213">
              <a:extLst>
                <a:ext uri="{FF2B5EF4-FFF2-40B4-BE49-F238E27FC236}">
                  <a16:creationId xmlns:a16="http://schemas.microsoft.com/office/drawing/2014/main" id="{7A8C25DA-8008-5649-936C-584984A00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1" y="1895"/>
              <a:ext cx="0" cy="223"/>
            </a:xfrm>
            <a:prstGeom prst="line">
              <a:avLst/>
            </a:prstGeom>
            <a:noFill/>
            <a:ln w="28575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5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5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5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5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5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5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25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25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25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0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DF3E8107-CA08-2540-878A-B8B6246EDC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52450" y="123825"/>
            <a:ext cx="8264525" cy="42545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回顾：实现某</a:t>
            </a:r>
            <a:r>
              <a:rPr lang="en-US" altLang="zh-CN">
                <a:ea typeface="宋体" panose="02010600030101010101" pitchFamily="2" charset="-122"/>
              </a:rPr>
              <a:t>11</a:t>
            </a:r>
            <a:r>
              <a:rPr lang="zh-CN" altLang="en-US">
                <a:ea typeface="宋体" panose="02010600030101010101" pitchFamily="2" charset="-122"/>
              </a:rPr>
              <a:t>条</a:t>
            </a:r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指令的</a:t>
            </a:r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pic>
        <p:nvPicPr>
          <p:cNvPr id="137219" name="Picture 174">
            <a:extLst>
              <a:ext uri="{FF2B5EF4-FFF2-40B4-BE49-F238E27FC236}">
                <a16:creationId xmlns:a16="http://schemas.microsoft.com/office/drawing/2014/main" id="{379892F9-7A09-6544-AB64-53D1A4131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657225"/>
            <a:ext cx="8583612" cy="6200775"/>
          </a:xfrm>
          <a:prstGeom prst="rect">
            <a:avLst/>
          </a:prstGeom>
          <a:solidFill>
            <a:srgbClr val="FFFF99">
              <a:alpha val="3294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20" name="Rectangle 175">
            <a:extLst>
              <a:ext uri="{FF2B5EF4-FFF2-40B4-BE49-F238E27FC236}">
                <a16:creationId xmlns:a16="http://schemas.microsoft.com/office/drawing/2014/main" id="{89714271-A719-9F43-B2BD-CF80C4F1C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5295900"/>
            <a:ext cx="2286000" cy="581025"/>
          </a:xfrm>
          <a:prstGeom prst="rect">
            <a:avLst/>
          </a:prstGeom>
          <a:solidFill>
            <a:schemeClr val="accent1">
              <a:alpha val="3098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1" name="Rectangle 177">
            <a:extLst>
              <a:ext uri="{FF2B5EF4-FFF2-40B4-BE49-F238E27FC236}">
                <a16:creationId xmlns:a16="http://schemas.microsoft.com/office/drawing/2014/main" id="{985F2EBB-62F5-2E48-B0A3-A4C90200E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1035050"/>
            <a:ext cx="752475" cy="2219325"/>
          </a:xfrm>
          <a:prstGeom prst="rect">
            <a:avLst/>
          </a:prstGeom>
          <a:solidFill>
            <a:srgbClr val="0000FF">
              <a:alpha val="12157"/>
            </a:srgb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7842" name="Text Box 178">
            <a:extLst>
              <a:ext uri="{FF2B5EF4-FFF2-40B4-BE49-F238E27FC236}">
                <a16:creationId xmlns:a16="http://schemas.microsoft.com/office/drawing/2014/main" id="{DF4C5AC8-89A3-B84E-A96B-2699CE473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5249863"/>
            <a:ext cx="36941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能实现哪些运算？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add,sub,addu,subu,or,slt,sltu</a:t>
            </a:r>
          </a:p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lw/sw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指令应是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add/addu?</a:t>
            </a:r>
          </a:p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beq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指令应是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sub/subu?</a:t>
            </a:r>
            <a:endParaRPr lang="zh-CN" altLang="en-US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223" name="Rectangle 179">
            <a:extLst>
              <a:ext uri="{FF2B5EF4-FFF2-40B4-BE49-F238E27FC236}">
                <a16:creationId xmlns:a16="http://schemas.microsoft.com/office/drawing/2014/main" id="{E8A9F377-4A9A-F842-B204-E4A835187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747713"/>
            <a:ext cx="7620000" cy="54768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4" name="Text Box 178">
            <a:extLst>
              <a:ext uri="{FF2B5EF4-FFF2-40B4-BE49-F238E27FC236}">
                <a16:creationId xmlns:a16="http://schemas.microsoft.com/office/drawing/2014/main" id="{65F8A134-2197-404C-9FA7-B55E12DD9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6273800"/>
            <a:ext cx="24145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定点整数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137225" name="Text Box 178">
            <a:extLst>
              <a:ext uri="{FF2B5EF4-FFF2-40B4-BE49-F238E27FC236}">
                <a16:creationId xmlns:a16="http://schemas.microsoft.com/office/drawing/2014/main" id="{11EC9280-87A0-3B4B-896D-BA9108EFC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752475"/>
            <a:ext cx="3730625" cy="646113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ALUctr=add/sub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OVctr=1</a:t>
            </a:r>
          </a:p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其余运算时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OVctr=0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1355" name="Text Box 11">
            <a:extLst>
              <a:ext uri="{FF2B5EF4-FFF2-40B4-BE49-F238E27FC236}">
                <a16:creationId xmlns:a16="http://schemas.microsoft.com/office/drawing/2014/main" id="{1319F7C3-DC6A-0348-94AE-D6D896AAE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5838825"/>
            <a:ext cx="887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add</a:t>
            </a:r>
          </a:p>
        </p:txBody>
      </p:sp>
      <p:sp>
        <p:nvSpPr>
          <p:cNvPr id="441356" name="Text Box 12">
            <a:extLst>
              <a:ext uri="{FF2B5EF4-FFF2-40B4-BE49-F238E27FC236}">
                <a16:creationId xmlns:a16="http://schemas.microsoft.com/office/drawing/2014/main" id="{4B09E694-86D1-0F4C-8975-57ED7A5A2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6154738"/>
            <a:ext cx="887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sub</a:t>
            </a:r>
          </a:p>
        </p:txBody>
      </p:sp>
      <p:sp>
        <p:nvSpPr>
          <p:cNvPr id="137228" name="Text Box 178">
            <a:extLst>
              <a:ext uri="{FF2B5EF4-FFF2-40B4-BE49-F238E27FC236}">
                <a16:creationId xmlns:a16="http://schemas.microsoft.com/office/drawing/2014/main" id="{596A9755-B08E-2F41-86E5-7DE7BDD72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8" y="1525588"/>
            <a:ext cx="3289300" cy="646112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ALUctr=sub/subu/slt/sltu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SUBctr=1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，其余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SUBctr=0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229" name="Text Box 178">
            <a:extLst>
              <a:ext uri="{FF2B5EF4-FFF2-40B4-BE49-F238E27FC236}">
                <a16:creationId xmlns:a16="http://schemas.microsoft.com/office/drawing/2014/main" id="{4071C718-EF38-9649-BEE7-19B6A13E8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251075"/>
            <a:ext cx="2633662" cy="923925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ALUctr=slt, SIGctr=1</a:t>
            </a:r>
            <a:endParaRPr lang="zh-CN" altLang="en-US" sz="18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ALUctr=sltu, SIGctr=0</a:t>
            </a:r>
            <a:endParaRPr lang="zh-CN" altLang="en-US" sz="18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其余情况，任意</a:t>
            </a:r>
          </a:p>
        </p:txBody>
      </p:sp>
      <p:sp>
        <p:nvSpPr>
          <p:cNvPr id="137230" name="Text Box 15">
            <a:extLst>
              <a:ext uri="{FF2B5EF4-FFF2-40B4-BE49-F238E27FC236}">
                <a16:creationId xmlns:a16="http://schemas.microsoft.com/office/drawing/2014/main" id="{21449C69-1DFE-AE47-84BC-40B34C3AF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175" y="5413375"/>
            <a:ext cx="19272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SUBctr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OPctr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等由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ALUctr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</a:p>
        </p:txBody>
      </p:sp>
      <p:sp>
        <p:nvSpPr>
          <p:cNvPr id="137231" name="Text Box 178">
            <a:extLst>
              <a:ext uri="{FF2B5EF4-FFF2-40B4-BE49-F238E27FC236}">
                <a16:creationId xmlns:a16="http://schemas.microsoft.com/office/drawing/2014/main" id="{FAFD981C-FE7F-E441-B5CA-072E49277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82550"/>
            <a:ext cx="2201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P. 136 </a:t>
            </a: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5.7</a:t>
            </a:r>
            <a:endParaRPr lang="zh-CN" altLang="en-US" sz="2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7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7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5" grpId="0"/>
      <p:bldP spid="4413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6C3B0887-28DE-634E-96B1-26855D14F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94531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Store</a:t>
            </a:r>
            <a:r>
              <a:rPr lang="zh-CN" altLang="en-US">
                <a:ea typeface="宋体" panose="02010600030101010101" pitchFamily="2" charset="-122"/>
              </a:rPr>
              <a:t>指令译码后的执行过程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39267" name="Group 3">
            <a:extLst>
              <a:ext uri="{FF2B5EF4-FFF2-40B4-BE49-F238E27FC236}">
                <a16:creationId xmlns:a16="http://schemas.microsoft.com/office/drawing/2014/main" id="{7AD74C88-6232-9741-A91B-2903C21195D7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139448" name="Line 4">
              <a:extLst>
                <a:ext uri="{FF2B5EF4-FFF2-40B4-BE49-F238E27FC236}">
                  <a16:creationId xmlns:a16="http://schemas.microsoft.com/office/drawing/2014/main" id="{F9C9DC4B-1569-DA44-B4E9-AFC52992F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9" name="Line 5">
              <a:extLst>
                <a:ext uri="{FF2B5EF4-FFF2-40B4-BE49-F238E27FC236}">
                  <a16:creationId xmlns:a16="http://schemas.microsoft.com/office/drawing/2014/main" id="{99352AD0-5907-FA48-B4AD-265211466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50" name="Line 6">
              <a:extLst>
                <a:ext uri="{FF2B5EF4-FFF2-40B4-BE49-F238E27FC236}">
                  <a16:creationId xmlns:a16="http://schemas.microsoft.com/office/drawing/2014/main" id="{6D13424A-4C9E-5148-8C4D-3D8B65932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51" name="Line 7">
              <a:extLst>
                <a:ext uri="{FF2B5EF4-FFF2-40B4-BE49-F238E27FC236}">
                  <a16:creationId xmlns:a16="http://schemas.microsoft.com/office/drawing/2014/main" id="{375AE224-19F4-F542-87B9-FCD5B80B0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52" name="Line 8">
              <a:extLst>
                <a:ext uri="{FF2B5EF4-FFF2-40B4-BE49-F238E27FC236}">
                  <a16:creationId xmlns:a16="http://schemas.microsoft.com/office/drawing/2014/main" id="{2D8D3071-FB9D-5F44-A3A3-7175617E2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53" name="Line 9">
              <a:extLst>
                <a:ext uri="{FF2B5EF4-FFF2-40B4-BE49-F238E27FC236}">
                  <a16:creationId xmlns:a16="http://schemas.microsoft.com/office/drawing/2014/main" id="{C0077D89-3737-8049-A3BB-90E2F5B5D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54" name="Line 10">
              <a:extLst>
                <a:ext uri="{FF2B5EF4-FFF2-40B4-BE49-F238E27FC236}">
                  <a16:creationId xmlns:a16="http://schemas.microsoft.com/office/drawing/2014/main" id="{3EDD257D-09E9-0A41-93EE-01665A10A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55" name="Line 11">
              <a:extLst>
                <a:ext uri="{FF2B5EF4-FFF2-40B4-BE49-F238E27FC236}">
                  <a16:creationId xmlns:a16="http://schemas.microsoft.com/office/drawing/2014/main" id="{72A5DF86-8C07-2C45-8F39-7C94C67792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9268" name="Line 12">
            <a:extLst>
              <a:ext uri="{FF2B5EF4-FFF2-40B4-BE49-F238E27FC236}">
                <a16:creationId xmlns:a16="http://schemas.microsoft.com/office/drawing/2014/main" id="{A3FEA072-768A-944D-8475-F7AF6FAA54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191000"/>
            <a:ext cx="1422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69" name="Line 13">
            <a:extLst>
              <a:ext uri="{FF2B5EF4-FFF2-40B4-BE49-F238E27FC236}">
                <a16:creationId xmlns:a16="http://schemas.microsoft.com/office/drawing/2014/main" id="{9A5F44C7-E419-8447-BBDE-AA6D54FC3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0" name="Rectangle 14">
            <a:extLst>
              <a:ext uri="{FF2B5EF4-FFF2-40B4-BE49-F238E27FC236}">
                <a16:creationId xmlns:a16="http://schemas.microsoft.com/office/drawing/2014/main" id="{2E8C13AF-555B-F443-BBF8-3CE98DCC8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271" name="Line 15">
            <a:extLst>
              <a:ext uri="{FF2B5EF4-FFF2-40B4-BE49-F238E27FC236}">
                <a16:creationId xmlns:a16="http://schemas.microsoft.com/office/drawing/2014/main" id="{AF959FE2-2552-C740-9C26-17BCA7826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9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2" name="Rectangle 16">
            <a:extLst>
              <a:ext uri="{FF2B5EF4-FFF2-40B4-BE49-F238E27FC236}">
                <a16:creationId xmlns:a16="http://schemas.microsoft.com/office/drawing/2014/main" id="{517C3ABF-1134-8C4E-9530-65964B55A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2951163"/>
            <a:ext cx="16478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 = addu</a:t>
            </a:r>
          </a:p>
        </p:txBody>
      </p:sp>
      <p:sp>
        <p:nvSpPr>
          <p:cNvPr id="139273" name="Rectangle 17">
            <a:extLst>
              <a:ext uri="{FF2B5EF4-FFF2-40B4-BE49-F238E27FC236}">
                <a16:creationId xmlns:a16="http://schemas.microsoft.com/office/drawing/2014/main" id="{C7E8A62D-7908-8A4A-9FDC-67C4BB595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46259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9274" name="Rectangle 18">
            <a:extLst>
              <a:ext uri="{FF2B5EF4-FFF2-40B4-BE49-F238E27FC236}">
                <a16:creationId xmlns:a16="http://schemas.microsoft.com/office/drawing/2014/main" id="{3876AAFD-7AD4-FA42-B60A-AE206DA4B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39275" name="Rectangle 19">
            <a:extLst>
              <a:ext uri="{FF2B5EF4-FFF2-40B4-BE49-F238E27FC236}">
                <a16:creationId xmlns:a16="http://schemas.microsoft.com/office/drawing/2014/main" id="{C22B1B88-9BEF-5646-B1C4-94B9C092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276" name="Line 20">
            <a:extLst>
              <a:ext uri="{FF2B5EF4-FFF2-40B4-BE49-F238E27FC236}">
                <a16:creationId xmlns:a16="http://schemas.microsoft.com/office/drawing/2014/main" id="{24113455-A5A7-3244-BDE6-279EC7B2B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7" name="Line 21">
            <a:extLst>
              <a:ext uri="{FF2B5EF4-FFF2-40B4-BE49-F238E27FC236}">
                <a16:creationId xmlns:a16="http://schemas.microsoft.com/office/drawing/2014/main" id="{2B70D222-FBDF-5943-BAA9-EAC3BC7C87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8" name="Oval 22">
            <a:extLst>
              <a:ext uri="{FF2B5EF4-FFF2-40B4-BE49-F238E27FC236}">
                <a16:creationId xmlns:a16="http://schemas.microsoft.com/office/drawing/2014/main" id="{7A437A5A-F454-E740-A88A-98C9ED902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279" name="Rectangle 23">
            <a:extLst>
              <a:ext uri="{FF2B5EF4-FFF2-40B4-BE49-F238E27FC236}">
                <a16:creationId xmlns:a16="http://schemas.microsoft.com/office/drawing/2014/main" id="{7D6D98E9-C43B-B948-86B2-E18E5B4B5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8" y="3140075"/>
            <a:ext cx="1304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 = 0</a:t>
            </a:r>
          </a:p>
        </p:txBody>
      </p:sp>
      <p:sp>
        <p:nvSpPr>
          <p:cNvPr id="139280" name="Line 24">
            <a:extLst>
              <a:ext uri="{FF2B5EF4-FFF2-40B4-BE49-F238E27FC236}">
                <a16:creationId xmlns:a16="http://schemas.microsoft.com/office/drawing/2014/main" id="{36EE3940-46E2-4649-82F0-B797A2C5CD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41402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1" name="Line 25">
            <a:extLst>
              <a:ext uri="{FF2B5EF4-FFF2-40B4-BE49-F238E27FC236}">
                <a16:creationId xmlns:a16="http://schemas.microsoft.com/office/drawing/2014/main" id="{66FC0F9C-2B62-124D-9F45-C5AAFFB73A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2" name="Rectangle 26">
            <a:extLst>
              <a:ext uri="{FF2B5EF4-FFF2-40B4-BE49-F238E27FC236}">
                <a16:creationId xmlns:a16="http://schemas.microsoft.com/office/drawing/2014/main" id="{B46D883B-0955-2447-822E-C9519F61A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41497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283" name="Line 27">
            <a:extLst>
              <a:ext uri="{FF2B5EF4-FFF2-40B4-BE49-F238E27FC236}">
                <a16:creationId xmlns:a16="http://schemas.microsoft.com/office/drawing/2014/main" id="{893F6D3D-626B-3347-8197-478570BB5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3784600"/>
            <a:ext cx="177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4" name="Line 28">
            <a:extLst>
              <a:ext uri="{FF2B5EF4-FFF2-40B4-BE49-F238E27FC236}">
                <a16:creationId xmlns:a16="http://schemas.microsoft.com/office/drawing/2014/main" id="{8DC26A82-A7D0-6A4A-B046-DEC95D9F37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5" name="Rectangle 29">
            <a:extLst>
              <a:ext uri="{FF2B5EF4-FFF2-40B4-BE49-F238E27FC236}">
                <a16:creationId xmlns:a16="http://schemas.microsoft.com/office/drawing/2014/main" id="{D1C20277-881B-084D-BE38-25663CAD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286" name="Rectangle 30">
            <a:extLst>
              <a:ext uri="{FF2B5EF4-FFF2-40B4-BE49-F238E27FC236}">
                <a16:creationId xmlns:a16="http://schemas.microsoft.com/office/drawing/2014/main" id="{D1AB3E38-EE9C-E548-911C-F1CA085BC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43376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39287" name="Line 31">
            <a:extLst>
              <a:ext uri="{FF2B5EF4-FFF2-40B4-BE49-F238E27FC236}">
                <a16:creationId xmlns:a16="http://schemas.microsoft.com/office/drawing/2014/main" id="{F3AABEF2-B621-574C-87D5-F0A8009C81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416300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8" name="Line 32">
            <a:extLst>
              <a:ext uri="{FF2B5EF4-FFF2-40B4-BE49-F238E27FC236}">
                <a16:creationId xmlns:a16="http://schemas.microsoft.com/office/drawing/2014/main" id="{A388555C-DFE6-FB4C-B95C-8D5AE0928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4484688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89" name="Line 33">
            <a:extLst>
              <a:ext uri="{FF2B5EF4-FFF2-40B4-BE49-F238E27FC236}">
                <a16:creationId xmlns:a16="http://schemas.microsoft.com/office/drawing/2014/main" id="{F1F536D0-DA57-FC41-BB5D-2B2F839583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0" name="Rectangle 34">
            <a:extLst>
              <a:ext uri="{FF2B5EF4-FFF2-40B4-BE49-F238E27FC236}">
                <a16:creationId xmlns:a16="http://schemas.microsoft.com/office/drawing/2014/main" id="{AEB17DDB-9EB6-7640-A45C-08ED62676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291" name="Rectangle 35">
            <a:extLst>
              <a:ext uri="{FF2B5EF4-FFF2-40B4-BE49-F238E27FC236}">
                <a16:creationId xmlns:a16="http://schemas.microsoft.com/office/drawing/2014/main" id="{6108BCB6-119E-BD46-870F-F15D308A5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0957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39292" name="Line 36">
            <a:extLst>
              <a:ext uri="{FF2B5EF4-FFF2-40B4-BE49-F238E27FC236}">
                <a16:creationId xmlns:a16="http://schemas.microsoft.com/office/drawing/2014/main" id="{FB9F902A-B6FC-5849-BAF1-25E72B7352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3" name="Line 37">
            <a:extLst>
              <a:ext uri="{FF2B5EF4-FFF2-40B4-BE49-F238E27FC236}">
                <a16:creationId xmlns:a16="http://schemas.microsoft.com/office/drawing/2014/main" id="{D5662642-3D51-A94A-B2EC-37F5E23DD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4" name="Line 38">
            <a:extLst>
              <a:ext uri="{FF2B5EF4-FFF2-40B4-BE49-F238E27FC236}">
                <a16:creationId xmlns:a16="http://schemas.microsoft.com/office/drawing/2014/main" id="{970C55BE-73C0-3549-A74D-08C1B7973C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5" name="Rectangle 39">
            <a:extLst>
              <a:ext uri="{FF2B5EF4-FFF2-40B4-BE49-F238E27FC236}">
                <a16:creationId xmlns:a16="http://schemas.microsoft.com/office/drawing/2014/main" id="{71001CA3-D099-2846-865E-38B9A1B9A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9296" name="Line 40">
            <a:extLst>
              <a:ext uri="{FF2B5EF4-FFF2-40B4-BE49-F238E27FC236}">
                <a16:creationId xmlns:a16="http://schemas.microsoft.com/office/drawing/2014/main" id="{4AC74B5B-B055-3646-AB52-A7C026124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16250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7" name="Line 41">
            <a:extLst>
              <a:ext uri="{FF2B5EF4-FFF2-40B4-BE49-F238E27FC236}">
                <a16:creationId xmlns:a16="http://schemas.microsoft.com/office/drawing/2014/main" id="{4142E70E-F6C9-744E-9D47-3342E0F209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98" name="Rectangle 42">
            <a:extLst>
              <a:ext uri="{FF2B5EF4-FFF2-40B4-BE49-F238E27FC236}">
                <a16:creationId xmlns:a16="http://schemas.microsoft.com/office/drawing/2014/main" id="{37C7F763-09E0-5048-BA99-3B305B68E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9299" name="Line 43">
            <a:extLst>
              <a:ext uri="{FF2B5EF4-FFF2-40B4-BE49-F238E27FC236}">
                <a16:creationId xmlns:a16="http://schemas.microsoft.com/office/drawing/2014/main" id="{086DA071-DF82-6B48-9278-804B032940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0" name="Line 44">
            <a:extLst>
              <a:ext uri="{FF2B5EF4-FFF2-40B4-BE49-F238E27FC236}">
                <a16:creationId xmlns:a16="http://schemas.microsoft.com/office/drawing/2014/main" id="{28C7EB35-8B7C-7845-B74F-E79B6D9CCD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1" name="Rectangle 45">
            <a:extLst>
              <a:ext uri="{FF2B5EF4-FFF2-40B4-BE49-F238E27FC236}">
                <a16:creationId xmlns:a16="http://schemas.microsoft.com/office/drawing/2014/main" id="{BD784950-9C97-5D4A-9BFF-F3495D785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9302" name="Rectangle 46">
            <a:extLst>
              <a:ext uri="{FF2B5EF4-FFF2-40B4-BE49-F238E27FC236}">
                <a16:creationId xmlns:a16="http://schemas.microsoft.com/office/drawing/2014/main" id="{CD452CEF-B9AD-CF4E-8B34-E8792B6C0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39303" name="Rectangle 47">
            <a:extLst>
              <a:ext uri="{FF2B5EF4-FFF2-40B4-BE49-F238E27FC236}">
                <a16:creationId xmlns:a16="http://schemas.microsoft.com/office/drawing/2014/main" id="{149D3464-DB40-514C-ABA8-8E40C139E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39304" name="Rectangle 48">
            <a:extLst>
              <a:ext uri="{FF2B5EF4-FFF2-40B4-BE49-F238E27FC236}">
                <a16:creationId xmlns:a16="http://schemas.microsoft.com/office/drawing/2014/main" id="{8B01B724-2C6C-3640-9F6D-36133DD35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39305" name="Rectangle 49">
            <a:extLst>
              <a:ext uri="{FF2B5EF4-FFF2-40B4-BE49-F238E27FC236}">
                <a16:creationId xmlns:a16="http://schemas.microsoft.com/office/drawing/2014/main" id="{8910A964-46C4-2F43-9AFB-B736EB2F8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39306" name="Line 50">
            <a:extLst>
              <a:ext uri="{FF2B5EF4-FFF2-40B4-BE49-F238E27FC236}">
                <a16:creationId xmlns:a16="http://schemas.microsoft.com/office/drawing/2014/main" id="{8F4C74EC-10CB-AA44-89F1-87B8538DA2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6172200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7" name="Line 51">
            <a:extLst>
              <a:ext uri="{FF2B5EF4-FFF2-40B4-BE49-F238E27FC236}">
                <a16:creationId xmlns:a16="http://schemas.microsoft.com/office/drawing/2014/main" id="{0642E104-000B-A949-9529-EE7F161C3B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275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08" name="Rectangle 52">
            <a:extLst>
              <a:ext uri="{FF2B5EF4-FFF2-40B4-BE49-F238E27FC236}">
                <a16:creationId xmlns:a16="http://schemas.microsoft.com/office/drawing/2014/main" id="{4DA249CA-1ECA-954B-B430-88D56CEDE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00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39309" name="Rectangle 53">
            <a:extLst>
              <a:ext uri="{FF2B5EF4-FFF2-40B4-BE49-F238E27FC236}">
                <a16:creationId xmlns:a16="http://schemas.microsoft.com/office/drawing/2014/main" id="{E9495AEB-1A64-B74A-8B9B-CB065AE84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6061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39310" name="Group 54">
            <a:extLst>
              <a:ext uri="{FF2B5EF4-FFF2-40B4-BE49-F238E27FC236}">
                <a16:creationId xmlns:a16="http://schemas.microsoft.com/office/drawing/2014/main" id="{2D8726C5-93DB-2343-A6A0-5542B0E24A6B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139444" name="Line 55">
              <a:extLst>
                <a:ext uri="{FF2B5EF4-FFF2-40B4-BE49-F238E27FC236}">
                  <a16:creationId xmlns:a16="http://schemas.microsoft.com/office/drawing/2014/main" id="{3B780946-7168-494B-9EE9-4F4645601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5" name="Line 56">
              <a:extLst>
                <a:ext uri="{FF2B5EF4-FFF2-40B4-BE49-F238E27FC236}">
                  <a16:creationId xmlns:a16="http://schemas.microsoft.com/office/drawing/2014/main" id="{71DD82F9-C8DE-8042-B0DE-C7833E8FB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6" name="Line 57">
              <a:extLst>
                <a:ext uri="{FF2B5EF4-FFF2-40B4-BE49-F238E27FC236}">
                  <a16:creationId xmlns:a16="http://schemas.microsoft.com/office/drawing/2014/main" id="{CC04DC50-66D7-D745-AF00-970A1E506D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7" name="Line 58">
              <a:extLst>
                <a:ext uri="{FF2B5EF4-FFF2-40B4-BE49-F238E27FC236}">
                  <a16:creationId xmlns:a16="http://schemas.microsoft.com/office/drawing/2014/main" id="{D56AC5B9-032A-1F49-A13E-530C90A3D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9311" name="Group 59">
            <a:extLst>
              <a:ext uri="{FF2B5EF4-FFF2-40B4-BE49-F238E27FC236}">
                <a16:creationId xmlns:a16="http://schemas.microsoft.com/office/drawing/2014/main" id="{0868DACE-51D1-4B40-AEB5-0A1D2E25E5A2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754313"/>
            <a:ext cx="1168400" cy="284162"/>
            <a:chOff x="928" y="1735"/>
            <a:chExt cx="736" cy="179"/>
          </a:xfrm>
        </p:grpSpPr>
        <p:sp>
          <p:nvSpPr>
            <p:cNvPr id="139440" name="Line 60">
              <a:extLst>
                <a:ext uri="{FF2B5EF4-FFF2-40B4-BE49-F238E27FC236}">
                  <a16:creationId xmlns:a16="http://schemas.microsoft.com/office/drawing/2014/main" id="{8CDE202A-B0A7-1241-9263-AFE292E10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1" name="Line 61">
              <a:extLst>
                <a:ext uri="{FF2B5EF4-FFF2-40B4-BE49-F238E27FC236}">
                  <a16:creationId xmlns:a16="http://schemas.microsoft.com/office/drawing/2014/main" id="{9CCCA40A-CD77-1E43-AC4B-DC6DA5B77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2" name="Line 62">
              <a:extLst>
                <a:ext uri="{FF2B5EF4-FFF2-40B4-BE49-F238E27FC236}">
                  <a16:creationId xmlns:a16="http://schemas.microsoft.com/office/drawing/2014/main" id="{1B0279F7-56DC-F843-ACAA-53C3CF9B3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43" name="Line 63">
              <a:extLst>
                <a:ext uri="{FF2B5EF4-FFF2-40B4-BE49-F238E27FC236}">
                  <a16:creationId xmlns:a16="http://schemas.microsoft.com/office/drawing/2014/main" id="{B172E930-789C-2842-AEB8-93C39CAD38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9312" name="Rectangle 64">
            <a:extLst>
              <a:ext uri="{FF2B5EF4-FFF2-40B4-BE49-F238E27FC236}">
                <a16:creationId xmlns:a16="http://schemas.microsoft.com/office/drawing/2014/main" id="{A15E18F3-7310-5F43-815A-2478F52F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0003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39313" name="Line 65">
            <a:extLst>
              <a:ext uri="{FF2B5EF4-FFF2-40B4-BE49-F238E27FC236}">
                <a16:creationId xmlns:a16="http://schemas.microsoft.com/office/drawing/2014/main" id="{D6D8DB0E-A7E9-E249-BEDB-82682946E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4" name="Line 66">
            <a:extLst>
              <a:ext uri="{FF2B5EF4-FFF2-40B4-BE49-F238E27FC236}">
                <a16:creationId xmlns:a16="http://schemas.microsoft.com/office/drawing/2014/main" id="{34402035-D9EA-FF43-B649-BD4C40188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5" name="Rectangle 67">
            <a:extLst>
              <a:ext uri="{FF2B5EF4-FFF2-40B4-BE49-F238E27FC236}">
                <a16:creationId xmlns:a16="http://schemas.microsoft.com/office/drawing/2014/main" id="{099CC728-2823-9C4B-AA6D-BCC757C6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36061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39316" name="Line 68">
            <a:extLst>
              <a:ext uri="{FF2B5EF4-FFF2-40B4-BE49-F238E27FC236}">
                <a16:creationId xmlns:a16="http://schemas.microsoft.com/office/drawing/2014/main" id="{C4FDD269-59B6-D04A-8791-7A026B81CE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2895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17" name="Rectangle 69">
            <a:extLst>
              <a:ext uri="{FF2B5EF4-FFF2-40B4-BE49-F238E27FC236}">
                <a16:creationId xmlns:a16="http://schemas.microsoft.com/office/drawing/2014/main" id="{1B1ADEC7-64A9-1546-A5AF-2DB2BF65B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2540000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x</a:t>
            </a:r>
          </a:p>
        </p:txBody>
      </p:sp>
      <p:sp>
        <p:nvSpPr>
          <p:cNvPr id="139318" name="Rectangle 70">
            <a:extLst>
              <a:ext uri="{FF2B5EF4-FFF2-40B4-BE49-F238E27FC236}">
                <a16:creationId xmlns:a16="http://schemas.microsoft.com/office/drawing/2014/main" id="{1016B3D3-FB3A-FD45-9A80-F1F0B9543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319" name="Rectangle 71">
            <a:extLst>
              <a:ext uri="{FF2B5EF4-FFF2-40B4-BE49-F238E27FC236}">
                <a16:creationId xmlns:a16="http://schemas.microsoft.com/office/drawing/2014/main" id="{E984CEF0-681E-4E4F-8B4A-08A61F8659B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24981" y="519826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39320" name="Rectangle 72">
            <a:extLst>
              <a:ext uri="{FF2B5EF4-FFF2-40B4-BE49-F238E27FC236}">
                <a16:creationId xmlns:a16="http://schemas.microsoft.com/office/drawing/2014/main" id="{F133F17C-0382-654D-B2EF-411D45B51C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6204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9321" name="Rectangle 73">
            <a:extLst>
              <a:ext uri="{FF2B5EF4-FFF2-40B4-BE49-F238E27FC236}">
                <a16:creationId xmlns:a16="http://schemas.microsoft.com/office/drawing/2014/main" id="{A9EDE28E-7505-2549-8809-E8C37A7A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51138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9322" name="Line 74">
            <a:extLst>
              <a:ext uri="{FF2B5EF4-FFF2-40B4-BE49-F238E27FC236}">
                <a16:creationId xmlns:a16="http://schemas.microsoft.com/office/drawing/2014/main" id="{8354CE04-D0DB-714F-AF79-C572CD02F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0600" y="5276850"/>
            <a:ext cx="635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23" name="Rectangle 75">
            <a:extLst>
              <a:ext uri="{FF2B5EF4-FFF2-40B4-BE49-F238E27FC236}">
                <a16:creationId xmlns:a16="http://schemas.microsoft.com/office/drawing/2014/main" id="{F61AD92C-96E8-5547-BC89-4871BA0FD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324" name="Line 76">
            <a:extLst>
              <a:ext uri="{FF2B5EF4-FFF2-40B4-BE49-F238E27FC236}">
                <a16:creationId xmlns:a16="http://schemas.microsoft.com/office/drawing/2014/main" id="{FC9BF965-61C8-4F40-90BE-37E30B3A3E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25" name="Line 77">
            <a:extLst>
              <a:ext uri="{FF2B5EF4-FFF2-40B4-BE49-F238E27FC236}">
                <a16:creationId xmlns:a16="http://schemas.microsoft.com/office/drawing/2014/main" id="{34ED36BF-E692-2D4A-8A54-C69C4AF24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5418138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26" name="Line 78">
            <a:extLst>
              <a:ext uri="{FF2B5EF4-FFF2-40B4-BE49-F238E27FC236}">
                <a16:creationId xmlns:a16="http://schemas.microsoft.com/office/drawing/2014/main" id="{C912B64F-8FE1-324A-AF2C-5E8918AC63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27" name="Rectangle 79">
            <a:extLst>
              <a:ext uri="{FF2B5EF4-FFF2-40B4-BE49-F238E27FC236}">
                <a16:creationId xmlns:a16="http://schemas.microsoft.com/office/drawing/2014/main" id="{E82F0DEE-374D-4947-9B8F-D33852A1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39328" name="Rectangle 80">
            <a:extLst>
              <a:ext uri="{FF2B5EF4-FFF2-40B4-BE49-F238E27FC236}">
                <a16:creationId xmlns:a16="http://schemas.microsoft.com/office/drawing/2014/main" id="{8B88F94A-2D89-FF4E-ABA3-0AFE1B95C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27367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39329" name="Line 81">
            <a:extLst>
              <a:ext uri="{FF2B5EF4-FFF2-40B4-BE49-F238E27FC236}">
                <a16:creationId xmlns:a16="http://schemas.microsoft.com/office/drawing/2014/main" id="{BA2F626C-22CB-A943-8E9F-A37421A2D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30" name="Rectangle 82">
            <a:extLst>
              <a:ext uri="{FF2B5EF4-FFF2-40B4-BE49-F238E27FC236}">
                <a16:creationId xmlns:a16="http://schemas.microsoft.com/office/drawing/2014/main" id="{0A3A29EC-16FA-144A-A6B3-DC9B83300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781675"/>
            <a:ext cx="1393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9331" name="Line 83">
            <a:extLst>
              <a:ext uri="{FF2B5EF4-FFF2-40B4-BE49-F238E27FC236}">
                <a16:creationId xmlns:a16="http://schemas.microsoft.com/office/drawing/2014/main" id="{15F2D69B-D3C0-ED4E-8B1D-832748DE3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200" y="4637088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32" name="Line 84">
            <a:extLst>
              <a:ext uri="{FF2B5EF4-FFF2-40B4-BE49-F238E27FC236}">
                <a16:creationId xmlns:a16="http://schemas.microsoft.com/office/drawing/2014/main" id="{EB111F3D-D9A3-454C-9F79-475421535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06913"/>
            <a:ext cx="0" cy="1652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33" name="Line 85">
            <a:extLst>
              <a:ext uri="{FF2B5EF4-FFF2-40B4-BE49-F238E27FC236}">
                <a16:creationId xmlns:a16="http://schemas.microsoft.com/office/drawing/2014/main" id="{CEDAA551-3087-7F40-9B5F-2D905F021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34" name="Rectangle 86">
            <a:extLst>
              <a:ext uri="{FF2B5EF4-FFF2-40B4-BE49-F238E27FC236}">
                <a16:creationId xmlns:a16="http://schemas.microsoft.com/office/drawing/2014/main" id="{88F0D68E-CCCF-F948-B776-C5A08F03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6191250"/>
            <a:ext cx="1228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grpSp>
        <p:nvGrpSpPr>
          <p:cNvPr id="139335" name="Group 87">
            <a:extLst>
              <a:ext uri="{FF2B5EF4-FFF2-40B4-BE49-F238E27FC236}">
                <a16:creationId xmlns:a16="http://schemas.microsoft.com/office/drawing/2014/main" id="{5D951454-AC1B-404B-9F3B-B24AB0AB7DA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139436" name="Line 88">
              <a:extLst>
                <a:ext uri="{FF2B5EF4-FFF2-40B4-BE49-F238E27FC236}">
                  <a16:creationId xmlns:a16="http://schemas.microsoft.com/office/drawing/2014/main" id="{36FEF000-BCCC-054F-BC93-8A044CA62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37" name="Line 89">
              <a:extLst>
                <a:ext uri="{FF2B5EF4-FFF2-40B4-BE49-F238E27FC236}">
                  <a16:creationId xmlns:a16="http://schemas.microsoft.com/office/drawing/2014/main" id="{1CEF7AE9-3B3D-8B4E-8ED1-990BE62E1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38" name="Line 90">
              <a:extLst>
                <a:ext uri="{FF2B5EF4-FFF2-40B4-BE49-F238E27FC236}">
                  <a16:creationId xmlns:a16="http://schemas.microsoft.com/office/drawing/2014/main" id="{78844DBC-467E-B04C-AF76-45F911506A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39" name="Line 91">
              <a:extLst>
                <a:ext uri="{FF2B5EF4-FFF2-40B4-BE49-F238E27FC236}">
                  <a16:creationId xmlns:a16="http://schemas.microsoft.com/office/drawing/2014/main" id="{017E7B6F-AA94-744A-BF2E-BCB540EA4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9336" name="Rectangle 92">
            <a:extLst>
              <a:ext uri="{FF2B5EF4-FFF2-40B4-BE49-F238E27FC236}">
                <a16:creationId xmlns:a16="http://schemas.microsoft.com/office/drawing/2014/main" id="{E70C86E3-70C9-AF47-9CC6-267839E35C2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475957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39337" name="Line 93">
            <a:extLst>
              <a:ext uri="{FF2B5EF4-FFF2-40B4-BE49-F238E27FC236}">
                <a16:creationId xmlns:a16="http://schemas.microsoft.com/office/drawing/2014/main" id="{1BA94C4F-6E05-5947-A8AD-40749B37DF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38" name="Rectangle 94">
            <a:extLst>
              <a:ext uri="{FF2B5EF4-FFF2-40B4-BE49-F238E27FC236}">
                <a16:creationId xmlns:a16="http://schemas.microsoft.com/office/drawing/2014/main" id="{C4A048C9-3FBF-D340-9E0F-994D783F5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75" y="3208338"/>
            <a:ext cx="17367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MemtoReg = x</a:t>
            </a:r>
          </a:p>
        </p:txBody>
      </p:sp>
      <p:sp>
        <p:nvSpPr>
          <p:cNvPr id="139339" name="Line 95">
            <a:extLst>
              <a:ext uri="{FF2B5EF4-FFF2-40B4-BE49-F238E27FC236}">
                <a16:creationId xmlns:a16="http://schemas.microsoft.com/office/drawing/2014/main" id="{BF761C9F-2342-3740-BBE6-2C5F496B1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49421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40" name="Rectangle 96">
            <a:extLst>
              <a:ext uri="{FF2B5EF4-FFF2-40B4-BE49-F238E27FC236}">
                <a16:creationId xmlns:a16="http://schemas.microsoft.com/office/drawing/2014/main" id="{35AC34C4-A025-3E48-A897-FEDA846DE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341" name="Line 97">
            <a:extLst>
              <a:ext uri="{FF2B5EF4-FFF2-40B4-BE49-F238E27FC236}">
                <a16:creationId xmlns:a16="http://schemas.microsoft.com/office/drawing/2014/main" id="{F2C11F89-AE6E-5C4F-8AF9-DB97AE617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42" name="Rectangle 98">
            <a:extLst>
              <a:ext uri="{FF2B5EF4-FFF2-40B4-BE49-F238E27FC236}">
                <a16:creationId xmlns:a16="http://schemas.microsoft.com/office/drawing/2014/main" id="{513803B7-BC70-CD42-BA32-09E835811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638" y="55149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9343" name="Rectangle 99">
            <a:extLst>
              <a:ext uri="{FF2B5EF4-FFF2-40B4-BE49-F238E27FC236}">
                <a16:creationId xmlns:a16="http://schemas.microsoft.com/office/drawing/2014/main" id="{68C18A14-FEE8-6F49-8B25-EA42C2A95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5060950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In</a:t>
            </a:r>
          </a:p>
        </p:txBody>
      </p:sp>
      <p:sp>
        <p:nvSpPr>
          <p:cNvPr id="139344" name="Line 100">
            <a:extLst>
              <a:ext uri="{FF2B5EF4-FFF2-40B4-BE49-F238E27FC236}">
                <a16:creationId xmlns:a16="http://schemas.microsoft.com/office/drawing/2014/main" id="{17F3FB90-60A0-E447-AF9A-7098B5A11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45" name="Line 101">
            <a:extLst>
              <a:ext uri="{FF2B5EF4-FFF2-40B4-BE49-F238E27FC236}">
                <a16:creationId xmlns:a16="http://schemas.microsoft.com/office/drawing/2014/main" id="{20D63B09-8C34-FC46-966B-8ED4B469B7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46" name="Oval 102">
            <a:extLst>
              <a:ext uri="{FF2B5EF4-FFF2-40B4-BE49-F238E27FC236}">
                <a16:creationId xmlns:a16="http://schemas.microsoft.com/office/drawing/2014/main" id="{632E7AF8-C1DB-DC41-8BA0-832CAC692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347" name="Rectangle 103">
            <a:extLst>
              <a:ext uri="{FF2B5EF4-FFF2-40B4-BE49-F238E27FC236}">
                <a16:creationId xmlns:a16="http://schemas.microsoft.com/office/drawing/2014/main" id="{D8EE933D-5105-484D-813B-355F17D9A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39348" name="Line 104">
            <a:extLst>
              <a:ext uri="{FF2B5EF4-FFF2-40B4-BE49-F238E27FC236}">
                <a16:creationId xmlns:a16="http://schemas.microsoft.com/office/drawing/2014/main" id="{71CB4365-7A4E-0147-9C4F-115837A0E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84600" y="5029200"/>
            <a:ext cx="2260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49" name="Line 105">
            <a:extLst>
              <a:ext uri="{FF2B5EF4-FFF2-40B4-BE49-F238E27FC236}">
                <a16:creationId xmlns:a16="http://schemas.microsoft.com/office/drawing/2014/main" id="{2DA4A29D-3927-DC44-8036-8BC27D9067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03850" y="4922838"/>
            <a:ext cx="165100" cy="176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0" name="Rectangle 106">
            <a:extLst>
              <a:ext uri="{FF2B5EF4-FFF2-40B4-BE49-F238E27FC236}">
                <a16:creationId xmlns:a16="http://schemas.microsoft.com/office/drawing/2014/main" id="{83425130-B442-2A44-96BD-3EFC5C48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054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351" name="Line 107">
            <a:extLst>
              <a:ext uri="{FF2B5EF4-FFF2-40B4-BE49-F238E27FC236}">
                <a16:creationId xmlns:a16="http://schemas.microsoft.com/office/drawing/2014/main" id="{3BB91216-FF51-8547-B37E-3B67743E4D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2" name="Line 108">
            <a:extLst>
              <a:ext uri="{FF2B5EF4-FFF2-40B4-BE49-F238E27FC236}">
                <a16:creationId xmlns:a16="http://schemas.microsoft.com/office/drawing/2014/main" id="{731E9624-195C-E44E-889B-7E973C65C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35450"/>
            <a:ext cx="0" cy="588963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3" name="Rectangle 109">
            <a:extLst>
              <a:ext uri="{FF2B5EF4-FFF2-40B4-BE49-F238E27FC236}">
                <a16:creationId xmlns:a16="http://schemas.microsoft.com/office/drawing/2014/main" id="{E0B6E4D8-44BF-4B42-AD7C-95984945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39354" name="Rectangle 110">
            <a:extLst>
              <a:ext uri="{FF2B5EF4-FFF2-40B4-BE49-F238E27FC236}">
                <a16:creationId xmlns:a16="http://schemas.microsoft.com/office/drawing/2014/main" id="{16FA1439-A81F-CF42-9D7F-1A8D02706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202238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39355" name="Line 111">
            <a:extLst>
              <a:ext uri="{FF2B5EF4-FFF2-40B4-BE49-F238E27FC236}">
                <a16:creationId xmlns:a16="http://schemas.microsoft.com/office/drawing/2014/main" id="{D667054E-FFE9-CE49-ADE3-0F2E4ED186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0133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6" name="Line 112">
            <a:extLst>
              <a:ext uri="{FF2B5EF4-FFF2-40B4-BE49-F238E27FC236}">
                <a16:creationId xmlns:a16="http://schemas.microsoft.com/office/drawing/2014/main" id="{485728A6-CAE6-F748-A1F8-1CF28FED4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41900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7" name="Line 113">
            <a:extLst>
              <a:ext uri="{FF2B5EF4-FFF2-40B4-BE49-F238E27FC236}">
                <a16:creationId xmlns:a16="http://schemas.microsoft.com/office/drawing/2014/main" id="{FDF7BDE7-0240-CA41-AB05-6D39B2BD9D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4895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8" name="Line 114">
            <a:extLst>
              <a:ext uri="{FF2B5EF4-FFF2-40B4-BE49-F238E27FC236}">
                <a16:creationId xmlns:a16="http://schemas.microsoft.com/office/drawing/2014/main" id="{53B15B33-DA14-3540-9BFF-EF4C6E0D7D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9482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59" name="Rectangle 115">
            <a:extLst>
              <a:ext uri="{FF2B5EF4-FFF2-40B4-BE49-F238E27FC236}">
                <a16:creationId xmlns:a16="http://schemas.microsoft.com/office/drawing/2014/main" id="{F8B8481D-C3C4-3943-94E2-801FBF1AD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6497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39360" name="Rectangle 116">
            <a:extLst>
              <a:ext uri="{FF2B5EF4-FFF2-40B4-BE49-F238E27FC236}">
                <a16:creationId xmlns:a16="http://schemas.microsoft.com/office/drawing/2014/main" id="{E96DF921-03EF-F54D-9423-1FD535C74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7613" y="3475038"/>
            <a:ext cx="1381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39361" name="Line 117">
            <a:extLst>
              <a:ext uri="{FF2B5EF4-FFF2-40B4-BE49-F238E27FC236}">
                <a16:creationId xmlns:a16="http://schemas.microsoft.com/office/drawing/2014/main" id="{9285C36E-A251-1B4D-AEE1-C16681056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21200"/>
            <a:ext cx="0" cy="482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62" name="Rectangle 118">
            <a:extLst>
              <a:ext uri="{FF2B5EF4-FFF2-40B4-BE49-F238E27FC236}">
                <a16:creationId xmlns:a16="http://schemas.microsoft.com/office/drawing/2014/main" id="{D78D30C2-3883-9944-BF97-04F275D981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0727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39363" name="Rectangle 119">
            <a:extLst>
              <a:ext uri="{FF2B5EF4-FFF2-40B4-BE49-F238E27FC236}">
                <a16:creationId xmlns:a16="http://schemas.microsoft.com/office/drawing/2014/main" id="{1B2F0A85-DCDE-A842-833B-D9B66DA9D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993900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364" name="Line 120">
            <a:extLst>
              <a:ext uri="{FF2B5EF4-FFF2-40B4-BE49-F238E27FC236}">
                <a16:creationId xmlns:a16="http://schemas.microsoft.com/office/drawing/2014/main" id="{7608E85B-49BE-8548-AA35-7341D557D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7209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65" name="Line 121">
            <a:extLst>
              <a:ext uri="{FF2B5EF4-FFF2-40B4-BE49-F238E27FC236}">
                <a16:creationId xmlns:a16="http://schemas.microsoft.com/office/drawing/2014/main" id="{4FB8F956-ACE4-2847-B178-3AAC9FE83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26447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66" name="Line 122">
            <a:extLst>
              <a:ext uri="{FF2B5EF4-FFF2-40B4-BE49-F238E27FC236}">
                <a16:creationId xmlns:a16="http://schemas.microsoft.com/office/drawing/2014/main" id="{6501AE59-E94E-8845-9B6A-B383517302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7336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67" name="Oval 123">
            <a:extLst>
              <a:ext uri="{FF2B5EF4-FFF2-40B4-BE49-F238E27FC236}">
                <a16:creationId xmlns:a16="http://schemas.microsoft.com/office/drawing/2014/main" id="{A5E7E8AC-B5E1-194B-B52B-18832EC2F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6797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9368" name="Rectangle 124">
            <a:extLst>
              <a:ext uri="{FF2B5EF4-FFF2-40B4-BE49-F238E27FC236}">
                <a16:creationId xmlns:a16="http://schemas.microsoft.com/office/drawing/2014/main" id="{11ECD1CF-91EC-3045-AF6E-67F1F786E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078038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39369" name="Rectangle 125">
            <a:extLst>
              <a:ext uri="{FF2B5EF4-FFF2-40B4-BE49-F238E27FC236}">
                <a16:creationId xmlns:a16="http://schemas.microsoft.com/office/drawing/2014/main" id="{7689CD4D-7551-1A4C-92B4-C5AD53CC8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5304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39370" name="Line 126">
            <a:extLst>
              <a:ext uri="{FF2B5EF4-FFF2-40B4-BE49-F238E27FC236}">
                <a16:creationId xmlns:a16="http://schemas.microsoft.com/office/drawing/2014/main" id="{6085A44F-BFCC-E34D-9079-B278572CFE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82900"/>
            <a:ext cx="0" cy="116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71" name="Line 127">
            <a:extLst>
              <a:ext uri="{FF2B5EF4-FFF2-40B4-BE49-F238E27FC236}">
                <a16:creationId xmlns:a16="http://schemas.microsoft.com/office/drawing/2014/main" id="{E1762F59-35F9-E145-9EC0-BC43AA9FD8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038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72" name="Rectangle 128">
            <a:extLst>
              <a:ext uri="{FF2B5EF4-FFF2-40B4-BE49-F238E27FC236}">
                <a16:creationId xmlns:a16="http://schemas.microsoft.com/office/drawing/2014/main" id="{E0D61F9C-9838-8D48-A444-63BFBD424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50520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39373" name="Line 129">
            <a:extLst>
              <a:ext uri="{FF2B5EF4-FFF2-40B4-BE49-F238E27FC236}">
                <a16:creationId xmlns:a16="http://schemas.microsoft.com/office/drawing/2014/main" id="{4B48F879-40FD-F149-8C57-D3D30A2E5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1336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74" name="Rectangle 130">
            <a:extLst>
              <a:ext uri="{FF2B5EF4-FFF2-40B4-BE49-F238E27FC236}">
                <a16:creationId xmlns:a16="http://schemas.microsoft.com/office/drawing/2014/main" id="{DCF3CE98-C9F4-EB4F-92F1-8F92F6BA3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74466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39375" name="Line 131">
            <a:extLst>
              <a:ext uri="{FF2B5EF4-FFF2-40B4-BE49-F238E27FC236}">
                <a16:creationId xmlns:a16="http://schemas.microsoft.com/office/drawing/2014/main" id="{4AE3E364-DF14-5441-8106-42ACB0FC8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43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76" name="Line 132">
            <a:extLst>
              <a:ext uri="{FF2B5EF4-FFF2-40B4-BE49-F238E27FC236}">
                <a16:creationId xmlns:a16="http://schemas.microsoft.com/office/drawing/2014/main" id="{F3D908BB-4168-3446-876B-CCD328926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133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77" name="Rectangle 133">
            <a:extLst>
              <a:ext uri="{FF2B5EF4-FFF2-40B4-BE49-F238E27FC236}">
                <a16:creationId xmlns:a16="http://schemas.microsoft.com/office/drawing/2014/main" id="{6122FF50-ABBE-DC41-8168-E339764F0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2225675"/>
            <a:ext cx="1165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39378" name="Rectangle 134">
            <a:extLst>
              <a:ext uri="{FF2B5EF4-FFF2-40B4-BE49-F238E27FC236}">
                <a16:creationId xmlns:a16="http://schemas.microsoft.com/office/drawing/2014/main" id="{AF2A56A1-B43F-6D45-8A8E-5F7257C61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1844675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 = 0</a:t>
            </a:r>
          </a:p>
        </p:txBody>
      </p:sp>
      <p:sp>
        <p:nvSpPr>
          <p:cNvPr id="139379" name="Rectangle 135">
            <a:extLst>
              <a:ext uri="{FF2B5EF4-FFF2-40B4-BE49-F238E27FC236}">
                <a16:creationId xmlns:a16="http://schemas.microsoft.com/office/drawing/2014/main" id="{55BD9134-0F13-9945-96BD-4247BEB12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9380" name="Rectangle 136">
            <a:extLst>
              <a:ext uri="{FF2B5EF4-FFF2-40B4-BE49-F238E27FC236}">
                <a16:creationId xmlns:a16="http://schemas.microsoft.com/office/drawing/2014/main" id="{2C593B52-07BC-2746-9A9A-8E658E6B9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9381" name="Rectangle 137">
            <a:extLst>
              <a:ext uri="{FF2B5EF4-FFF2-40B4-BE49-F238E27FC236}">
                <a16:creationId xmlns:a16="http://schemas.microsoft.com/office/drawing/2014/main" id="{F0B17AAD-82B0-8544-BE10-56CB15DE8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9382" name="Rectangle 138">
            <a:extLst>
              <a:ext uri="{FF2B5EF4-FFF2-40B4-BE49-F238E27FC236}">
                <a16:creationId xmlns:a16="http://schemas.microsoft.com/office/drawing/2014/main" id="{BEE9FA0E-69DF-224C-AF30-635CF8FCC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9383" name="Rectangle 139">
            <a:extLst>
              <a:ext uri="{FF2B5EF4-FFF2-40B4-BE49-F238E27FC236}">
                <a16:creationId xmlns:a16="http://schemas.microsoft.com/office/drawing/2014/main" id="{444BB456-1A19-EA43-8086-FBBBE29F9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9384" name="Rectangle 140">
            <a:extLst>
              <a:ext uri="{FF2B5EF4-FFF2-40B4-BE49-F238E27FC236}">
                <a16:creationId xmlns:a16="http://schemas.microsoft.com/office/drawing/2014/main" id="{5D6B1CC0-A1F8-3244-BD0E-DC24841C0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9385" name="Line 141">
            <a:extLst>
              <a:ext uri="{FF2B5EF4-FFF2-40B4-BE49-F238E27FC236}">
                <a16:creationId xmlns:a16="http://schemas.microsoft.com/office/drawing/2014/main" id="{F5D8141B-15FC-E049-91B8-7B946E09A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86" name="Rectangle 142">
            <a:extLst>
              <a:ext uri="{FF2B5EF4-FFF2-40B4-BE49-F238E27FC236}">
                <a16:creationId xmlns:a16="http://schemas.microsoft.com/office/drawing/2014/main" id="{3EC95454-8513-BC4E-B84A-5B797B4243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39387" name="Rectangle 143">
            <a:extLst>
              <a:ext uri="{FF2B5EF4-FFF2-40B4-BE49-F238E27FC236}">
                <a16:creationId xmlns:a16="http://schemas.microsoft.com/office/drawing/2014/main" id="{BB410708-3C0A-4C44-B7A4-D84728E3B81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39388" name="Rectangle 144">
            <a:extLst>
              <a:ext uri="{FF2B5EF4-FFF2-40B4-BE49-F238E27FC236}">
                <a16:creationId xmlns:a16="http://schemas.microsoft.com/office/drawing/2014/main" id="{BAF67387-969A-3140-A701-10F2E61781D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39389" name="Rectangle 145">
            <a:extLst>
              <a:ext uri="{FF2B5EF4-FFF2-40B4-BE49-F238E27FC236}">
                <a16:creationId xmlns:a16="http://schemas.microsoft.com/office/drawing/2014/main" id="{0EBD7FE9-5446-5F4D-8F64-B59255A469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412207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39390" name="Line 146">
            <a:extLst>
              <a:ext uri="{FF2B5EF4-FFF2-40B4-BE49-F238E27FC236}">
                <a16:creationId xmlns:a16="http://schemas.microsoft.com/office/drawing/2014/main" id="{00F75504-E57B-9D45-8DC4-CD42D4951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91" name="Line 147">
            <a:extLst>
              <a:ext uri="{FF2B5EF4-FFF2-40B4-BE49-F238E27FC236}">
                <a16:creationId xmlns:a16="http://schemas.microsoft.com/office/drawing/2014/main" id="{50BBCDEF-9DA5-FA49-81E2-DB94EC83F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92" name="Line 148">
            <a:extLst>
              <a:ext uri="{FF2B5EF4-FFF2-40B4-BE49-F238E27FC236}">
                <a16:creationId xmlns:a16="http://schemas.microsoft.com/office/drawing/2014/main" id="{3952A7B1-C387-CD4A-B77D-F79F82C6F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93" name="Rectangle 149">
            <a:extLst>
              <a:ext uri="{FF2B5EF4-FFF2-40B4-BE49-F238E27FC236}">
                <a16:creationId xmlns:a16="http://schemas.microsoft.com/office/drawing/2014/main" id="{53E038C2-E744-9046-B6F7-D508EC5BD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9718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39394" name="Rectangle 150">
            <a:extLst>
              <a:ext uri="{FF2B5EF4-FFF2-40B4-BE49-F238E27FC236}">
                <a16:creationId xmlns:a16="http://schemas.microsoft.com/office/drawing/2014/main" id="{DA7A5C1C-0C03-BD49-825B-2A0B6966E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9718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39395" name="Rectangle 151">
            <a:extLst>
              <a:ext uri="{FF2B5EF4-FFF2-40B4-BE49-F238E27FC236}">
                <a16:creationId xmlns:a16="http://schemas.microsoft.com/office/drawing/2014/main" id="{0C2ED382-E95A-7841-A814-C6D62CC18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18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39396" name="Rectangle 152">
            <a:extLst>
              <a:ext uri="{FF2B5EF4-FFF2-40B4-BE49-F238E27FC236}">
                <a16:creationId xmlns:a16="http://schemas.microsoft.com/office/drawing/2014/main" id="{75094476-5445-B243-A18C-A9E6A4B41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718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39397" name="Rectangle 153">
            <a:extLst>
              <a:ext uri="{FF2B5EF4-FFF2-40B4-BE49-F238E27FC236}">
                <a16:creationId xmlns:a16="http://schemas.microsoft.com/office/drawing/2014/main" id="{85A32BA7-4A00-714E-B5E9-752E5753A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4478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M{R[rs] + SignExt[imm16]}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R[rt]</a:t>
            </a:r>
          </a:p>
        </p:txBody>
      </p:sp>
      <p:grpSp>
        <p:nvGrpSpPr>
          <p:cNvPr id="139398" name="Group 154">
            <a:extLst>
              <a:ext uri="{FF2B5EF4-FFF2-40B4-BE49-F238E27FC236}">
                <a16:creationId xmlns:a16="http://schemas.microsoft.com/office/drawing/2014/main" id="{8585CF84-BEAF-2843-8EF6-41C7FC64D870}"/>
              </a:ext>
            </a:extLst>
          </p:cNvPr>
          <p:cNvGrpSpPr>
            <a:grpSpLocks/>
          </p:cNvGrpSpPr>
          <p:nvPr/>
        </p:nvGrpSpPr>
        <p:grpSpPr bwMode="auto">
          <a:xfrm>
            <a:off x="1749425" y="609600"/>
            <a:ext cx="5949950" cy="668338"/>
            <a:chOff x="1102" y="384"/>
            <a:chExt cx="3748" cy="421"/>
          </a:xfrm>
        </p:grpSpPr>
        <p:sp>
          <p:nvSpPr>
            <p:cNvPr id="139419" name="Rectangle 155">
              <a:extLst>
                <a:ext uri="{FF2B5EF4-FFF2-40B4-BE49-F238E27FC236}">
                  <a16:creationId xmlns:a16="http://schemas.microsoft.com/office/drawing/2014/main" id="{D401D51A-FBF3-2847-87E8-5342C7576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58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39420" name="Group 156">
              <a:extLst>
                <a:ext uri="{FF2B5EF4-FFF2-40B4-BE49-F238E27FC236}">
                  <a16:creationId xmlns:a16="http://schemas.microsoft.com/office/drawing/2014/main" id="{DF7B4688-A31C-D248-AED1-3D24B7294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" y="576"/>
              <a:ext cx="624" cy="229"/>
              <a:chOff x="1163" y="576"/>
              <a:chExt cx="624" cy="229"/>
            </a:xfrm>
          </p:grpSpPr>
          <p:sp>
            <p:nvSpPr>
              <p:cNvPr id="139434" name="Rectangle 157">
                <a:extLst>
                  <a:ext uri="{FF2B5EF4-FFF2-40B4-BE49-F238E27FC236}">
                    <a16:creationId xmlns:a16="http://schemas.microsoft.com/office/drawing/2014/main" id="{8D5FEBD0-E714-1545-A269-3CE1383C4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58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9435" name="Rectangle 158">
                <a:extLst>
                  <a:ext uri="{FF2B5EF4-FFF2-40B4-BE49-F238E27FC236}">
                    <a16:creationId xmlns:a16="http://schemas.microsoft.com/office/drawing/2014/main" id="{9A45019E-A72B-384A-9A0F-87AA96C16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576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39421" name="Group 159">
              <a:extLst>
                <a:ext uri="{FF2B5EF4-FFF2-40B4-BE49-F238E27FC236}">
                  <a16:creationId xmlns:a16="http://schemas.microsoft.com/office/drawing/2014/main" id="{EF799560-5E0B-4047-A415-15D87D5F86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576"/>
              <a:ext cx="580" cy="229"/>
              <a:chOff x="1795" y="576"/>
              <a:chExt cx="580" cy="229"/>
            </a:xfrm>
          </p:grpSpPr>
          <p:sp>
            <p:nvSpPr>
              <p:cNvPr id="139432" name="Rectangle 160">
                <a:extLst>
                  <a:ext uri="{FF2B5EF4-FFF2-40B4-BE49-F238E27FC236}">
                    <a16:creationId xmlns:a16="http://schemas.microsoft.com/office/drawing/2014/main" id="{5EE069D9-E733-F447-AF8A-46BA8F9BD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58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9433" name="Rectangle 161">
                <a:extLst>
                  <a:ext uri="{FF2B5EF4-FFF2-40B4-BE49-F238E27FC236}">
                    <a16:creationId xmlns:a16="http://schemas.microsoft.com/office/drawing/2014/main" id="{81E50329-6875-814B-8553-979B048D0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0" y="576"/>
                <a:ext cx="25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39422" name="Group 162">
              <a:extLst>
                <a:ext uri="{FF2B5EF4-FFF2-40B4-BE49-F238E27FC236}">
                  <a16:creationId xmlns:a16="http://schemas.microsoft.com/office/drawing/2014/main" id="{3AEE1880-EDF6-0741-BFA6-AE0F9E262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3" y="576"/>
              <a:ext cx="579" cy="229"/>
              <a:chOff x="2383" y="576"/>
              <a:chExt cx="579" cy="229"/>
            </a:xfrm>
          </p:grpSpPr>
          <p:sp>
            <p:nvSpPr>
              <p:cNvPr id="139430" name="Rectangle 163">
                <a:extLst>
                  <a:ext uri="{FF2B5EF4-FFF2-40B4-BE49-F238E27FC236}">
                    <a16:creationId xmlns:a16="http://schemas.microsoft.com/office/drawing/2014/main" id="{A295AC75-4E2B-2D43-AD7C-FE99A4049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58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9431" name="Rectangle 164">
                <a:extLst>
                  <a:ext uri="{FF2B5EF4-FFF2-40B4-BE49-F238E27FC236}">
                    <a16:creationId xmlns:a16="http://schemas.microsoft.com/office/drawing/2014/main" id="{9E47A3D0-DBDF-6241-A2E5-9A5D7C4A7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7" y="576"/>
                <a:ext cx="21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39423" name="Rectangle 165">
              <a:extLst>
                <a:ext uri="{FF2B5EF4-FFF2-40B4-BE49-F238E27FC236}">
                  <a16:creationId xmlns:a16="http://schemas.microsoft.com/office/drawing/2014/main" id="{3E4A086F-74F4-B24C-905D-8693DAD13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58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9424" name="Rectangle 166">
              <a:extLst>
                <a:ext uri="{FF2B5EF4-FFF2-40B4-BE49-F238E27FC236}">
                  <a16:creationId xmlns:a16="http://schemas.microsoft.com/office/drawing/2014/main" id="{8AC79254-4542-904A-BA3F-9C0A13804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576"/>
              <a:ext cx="8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139425" name="Rectangle 167">
              <a:extLst>
                <a:ext uri="{FF2B5EF4-FFF2-40B4-BE49-F238E27FC236}">
                  <a16:creationId xmlns:a16="http://schemas.microsoft.com/office/drawing/2014/main" id="{8C4A4E89-13A2-6E44-9406-C20B71D20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384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9426" name="Rectangle 168">
              <a:extLst>
                <a:ext uri="{FF2B5EF4-FFF2-40B4-BE49-F238E27FC236}">
                  <a16:creationId xmlns:a16="http://schemas.microsoft.com/office/drawing/2014/main" id="{16C9FEFF-928A-E741-ACB0-635FEFC87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39427" name="Rectangle 169">
              <a:extLst>
                <a:ext uri="{FF2B5EF4-FFF2-40B4-BE49-F238E27FC236}">
                  <a16:creationId xmlns:a16="http://schemas.microsoft.com/office/drawing/2014/main" id="{EA34CCBC-A557-4A41-B25A-404D77043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6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39428" name="Rectangle 170">
              <a:extLst>
                <a:ext uri="{FF2B5EF4-FFF2-40B4-BE49-F238E27FC236}">
                  <a16:creationId xmlns:a16="http://schemas.microsoft.com/office/drawing/2014/main" id="{571D4EB4-35F6-4E4B-BAFA-55075A65C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39429" name="Rectangle 171">
              <a:extLst>
                <a:ext uri="{FF2B5EF4-FFF2-40B4-BE49-F238E27FC236}">
                  <a16:creationId xmlns:a16="http://schemas.microsoft.com/office/drawing/2014/main" id="{51C3EC2E-C245-5E41-B2E3-3DE7D0C89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</p:grpSp>
      <p:sp>
        <p:nvSpPr>
          <p:cNvPr id="139399" name="Line 172">
            <a:extLst>
              <a:ext uri="{FF2B5EF4-FFF2-40B4-BE49-F238E27FC236}">
                <a16:creationId xmlns:a16="http://schemas.microsoft.com/office/drawing/2014/main" id="{1344E3E3-6BFB-5643-9A47-1DF306C59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0700" y="41910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221" name="Line 173">
            <a:extLst>
              <a:ext uri="{FF2B5EF4-FFF2-40B4-BE49-F238E27FC236}">
                <a16:creationId xmlns:a16="http://schemas.microsoft.com/office/drawing/2014/main" id="{5D16569E-F3DF-D34C-89DA-DF708585E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284538"/>
            <a:ext cx="0" cy="482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8222" name="Group 174">
            <a:extLst>
              <a:ext uri="{FF2B5EF4-FFF2-40B4-BE49-F238E27FC236}">
                <a16:creationId xmlns:a16="http://schemas.microsoft.com/office/drawing/2014/main" id="{9EC4A9E3-C64C-AF44-9C03-2AB5C7356C1F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3236913"/>
            <a:ext cx="2413000" cy="557212"/>
            <a:chOff x="1638" y="2039"/>
            <a:chExt cx="1520" cy="351"/>
          </a:xfrm>
        </p:grpSpPr>
        <p:sp>
          <p:nvSpPr>
            <p:cNvPr id="139417" name="Line 175">
              <a:extLst>
                <a:ext uri="{FF2B5EF4-FFF2-40B4-BE49-F238E27FC236}">
                  <a16:creationId xmlns:a16="http://schemas.microsoft.com/office/drawing/2014/main" id="{D984E1F1-2E15-2744-A7AB-3FC931D47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8" y="2390"/>
              <a:ext cx="112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18" name="Line 176">
              <a:extLst>
                <a:ext uri="{FF2B5EF4-FFF2-40B4-BE49-F238E27FC236}">
                  <a16:creationId xmlns:a16="http://schemas.microsoft.com/office/drawing/2014/main" id="{0EDFE662-9328-DF49-A3B7-E600761FC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8" y="2039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8225" name="Group 177">
            <a:extLst>
              <a:ext uri="{FF2B5EF4-FFF2-40B4-BE49-F238E27FC236}">
                <a16:creationId xmlns:a16="http://schemas.microsoft.com/office/drawing/2014/main" id="{D1E249EE-0CC0-F442-85B2-D791E3A43CB3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4632325"/>
            <a:ext cx="2859087" cy="1697038"/>
            <a:chOff x="1357" y="2918"/>
            <a:chExt cx="1801" cy="1069"/>
          </a:xfrm>
        </p:grpSpPr>
        <p:sp>
          <p:nvSpPr>
            <p:cNvPr id="139412" name="Line 178">
              <a:extLst>
                <a:ext uri="{FF2B5EF4-FFF2-40B4-BE49-F238E27FC236}">
                  <a16:creationId xmlns:a16="http://schemas.microsoft.com/office/drawing/2014/main" id="{B4C48EF9-E8A8-5E4A-864A-605D72E7A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1" y="3330"/>
              <a:ext cx="40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13" name="Line 179">
              <a:extLst>
                <a:ext uri="{FF2B5EF4-FFF2-40B4-BE49-F238E27FC236}">
                  <a16:creationId xmlns:a16="http://schemas.microsoft.com/office/drawing/2014/main" id="{B9C87C47-9EE4-F143-B85C-E6AAE54E4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3410"/>
              <a:ext cx="59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14" name="Line 180">
              <a:extLst>
                <a:ext uri="{FF2B5EF4-FFF2-40B4-BE49-F238E27FC236}">
                  <a16:creationId xmlns:a16="http://schemas.microsoft.com/office/drawing/2014/main" id="{101F7604-96C4-F344-BFCF-0106ABCF8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3374"/>
              <a:ext cx="0" cy="25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15" name="Line 181">
              <a:extLst>
                <a:ext uri="{FF2B5EF4-FFF2-40B4-BE49-F238E27FC236}">
                  <a16:creationId xmlns:a16="http://schemas.microsoft.com/office/drawing/2014/main" id="{6130C5D2-3B89-1547-B60C-325E19985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4" y="2918"/>
              <a:ext cx="304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16" name="Line 182">
              <a:extLst>
                <a:ext uri="{FF2B5EF4-FFF2-40B4-BE49-F238E27FC236}">
                  <a16:creationId xmlns:a16="http://schemas.microsoft.com/office/drawing/2014/main" id="{E97A142E-8D87-DD4A-8B3B-BCDD4B82E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690"/>
              <a:ext cx="0" cy="29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8231" name="Line 183">
            <a:extLst>
              <a:ext uri="{FF2B5EF4-FFF2-40B4-BE49-F238E27FC236}">
                <a16:creationId xmlns:a16="http://schemas.microsoft.com/office/drawing/2014/main" id="{69AF5E02-1CB6-BE40-B21C-7D788E07B5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4125" y="3554413"/>
            <a:ext cx="0" cy="13033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8232" name="Group 184">
            <a:extLst>
              <a:ext uri="{FF2B5EF4-FFF2-40B4-BE49-F238E27FC236}">
                <a16:creationId xmlns:a16="http://schemas.microsoft.com/office/drawing/2014/main" id="{33400647-3830-D04F-BBB6-60072576A177}"/>
              </a:ext>
            </a:extLst>
          </p:cNvPr>
          <p:cNvGrpSpPr>
            <a:grpSpLocks/>
          </p:cNvGrpSpPr>
          <p:nvPr/>
        </p:nvGrpSpPr>
        <p:grpSpPr bwMode="auto">
          <a:xfrm>
            <a:off x="5470525" y="4200525"/>
            <a:ext cx="1422400" cy="619125"/>
            <a:chOff x="3446" y="2646"/>
            <a:chExt cx="896" cy="390"/>
          </a:xfrm>
        </p:grpSpPr>
        <p:sp>
          <p:nvSpPr>
            <p:cNvPr id="139410" name="Line 185">
              <a:extLst>
                <a:ext uri="{FF2B5EF4-FFF2-40B4-BE49-F238E27FC236}">
                  <a16:creationId xmlns:a16="http://schemas.microsoft.com/office/drawing/2014/main" id="{477AC50B-5CB2-D24F-8B08-84ED311BC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6" y="2646"/>
              <a:ext cx="896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11" name="Line 186">
              <a:extLst>
                <a:ext uri="{FF2B5EF4-FFF2-40B4-BE49-F238E27FC236}">
                  <a16:creationId xmlns:a16="http://schemas.microsoft.com/office/drawing/2014/main" id="{8CDBECA3-1A4C-5C4B-994C-F0D2D76B1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6" y="2665"/>
              <a:ext cx="0" cy="371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8235" name="Group 187">
            <a:extLst>
              <a:ext uri="{FF2B5EF4-FFF2-40B4-BE49-F238E27FC236}">
                <a16:creationId xmlns:a16="http://schemas.microsoft.com/office/drawing/2014/main" id="{46A8174B-52C1-B140-B2DF-846BB841CC00}"/>
              </a:ext>
            </a:extLst>
          </p:cNvPr>
          <p:cNvGrpSpPr>
            <a:grpSpLocks/>
          </p:cNvGrpSpPr>
          <p:nvPr/>
        </p:nvGrpSpPr>
        <p:grpSpPr bwMode="auto">
          <a:xfrm>
            <a:off x="3043238" y="3236913"/>
            <a:ext cx="2997200" cy="1801812"/>
            <a:chOff x="1917" y="2039"/>
            <a:chExt cx="1888" cy="1135"/>
          </a:xfrm>
        </p:grpSpPr>
        <p:sp>
          <p:nvSpPr>
            <p:cNvPr id="139406" name="Line 188">
              <a:extLst>
                <a:ext uri="{FF2B5EF4-FFF2-40B4-BE49-F238E27FC236}">
                  <a16:creationId xmlns:a16="http://schemas.microsoft.com/office/drawing/2014/main" id="{4EF3C3D5-6623-4540-AD69-B004C4373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822"/>
              <a:ext cx="59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07" name="Line 189">
              <a:extLst>
                <a:ext uri="{FF2B5EF4-FFF2-40B4-BE49-F238E27FC236}">
                  <a16:creationId xmlns:a16="http://schemas.microsoft.com/office/drawing/2014/main" id="{6659E0B4-DACD-C444-81A0-8957E572A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7" y="2039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08" name="Line 190">
              <a:extLst>
                <a:ext uri="{FF2B5EF4-FFF2-40B4-BE49-F238E27FC236}">
                  <a16:creationId xmlns:a16="http://schemas.microsoft.com/office/drawing/2014/main" id="{D4B893F6-A050-2945-A4F3-7503A7B9C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" y="3174"/>
              <a:ext cx="1424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09" name="Line 191">
              <a:extLst>
                <a:ext uri="{FF2B5EF4-FFF2-40B4-BE49-F238E27FC236}">
                  <a16:creationId xmlns:a16="http://schemas.microsoft.com/office/drawing/2014/main" id="{608FDE68-400D-2B43-83CB-BF2BF21B1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" y="2854"/>
              <a:ext cx="0" cy="30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5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5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5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5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5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5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D107AF07-2089-8047-965E-14B0D664F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28662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Branch</a:t>
            </a:r>
            <a:r>
              <a:rPr lang="zh-CN" altLang="en-US">
                <a:ea typeface="宋体" panose="02010600030101010101" pitchFamily="2" charset="-122"/>
              </a:rPr>
              <a:t>指令译码后的执行过程</a:t>
            </a:r>
          </a:p>
        </p:txBody>
      </p:sp>
      <p:grpSp>
        <p:nvGrpSpPr>
          <p:cNvPr id="141315" name="Group 3">
            <a:extLst>
              <a:ext uri="{FF2B5EF4-FFF2-40B4-BE49-F238E27FC236}">
                <a16:creationId xmlns:a16="http://schemas.microsoft.com/office/drawing/2014/main" id="{E5CB4883-BCDA-594A-8ECF-D91E5D190798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141490" name="Line 4">
              <a:extLst>
                <a:ext uri="{FF2B5EF4-FFF2-40B4-BE49-F238E27FC236}">
                  <a16:creationId xmlns:a16="http://schemas.microsoft.com/office/drawing/2014/main" id="{DF0272C9-BFF1-684D-BFE8-AA096BC00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1" name="Line 5">
              <a:extLst>
                <a:ext uri="{FF2B5EF4-FFF2-40B4-BE49-F238E27FC236}">
                  <a16:creationId xmlns:a16="http://schemas.microsoft.com/office/drawing/2014/main" id="{DA701FC8-8D35-3F40-AE72-AE06C82C6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2" name="Line 6">
              <a:extLst>
                <a:ext uri="{FF2B5EF4-FFF2-40B4-BE49-F238E27FC236}">
                  <a16:creationId xmlns:a16="http://schemas.microsoft.com/office/drawing/2014/main" id="{64732051-CF3E-E349-87B1-CE5DACB4D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3" name="Line 7">
              <a:extLst>
                <a:ext uri="{FF2B5EF4-FFF2-40B4-BE49-F238E27FC236}">
                  <a16:creationId xmlns:a16="http://schemas.microsoft.com/office/drawing/2014/main" id="{E6A10CAA-41F3-8444-BA9F-3B0ADAC55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4" name="Line 8">
              <a:extLst>
                <a:ext uri="{FF2B5EF4-FFF2-40B4-BE49-F238E27FC236}">
                  <a16:creationId xmlns:a16="http://schemas.microsoft.com/office/drawing/2014/main" id="{827B51F7-B5B2-E742-82F9-E018DF302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5" name="Line 9">
              <a:extLst>
                <a:ext uri="{FF2B5EF4-FFF2-40B4-BE49-F238E27FC236}">
                  <a16:creationId xmlns:a16="http://schemas.microsoft.com/office/drawing/2014/main" id="{C14215CC-62A4-E74B-A755-2F32BDF2E9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6" name="Line 10">
              <a:extLst>
                <a:ext uri="{FF2B5EF4-FFF2-40B4-BE49-F238E27FC236}">
                  <a16:creationId xmlns:a16="http://schemas.microsoft.com/office/drawing/2014/main" id="{849B27F8-F599-E24F-B2C8-9BDB91DF5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97" name="Line 11">
              <a:extLst>
                <a:ext uri="{FF2B5EF4-FFF2-40B4-BE49-F238E27FC236}">
                  <a16:creationId xmlns:a16="http://schemas.microsoft.com/office/drawing/2014/main" id="{02FA7EA0-4145-4840-B2E6-0BDDC7BC10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1316" name="Line 12">
            <a:extLst>
              <a:ext uri="{FF2B5EF4-FFF2-40B4-BE49-F238E27FC236}">
                <a16:creationId xmlns:a16="http://schemas.microsoft.com/office/drawing/2014/main" id="{9A9F6EB3-DABD-AC4E-BD25-A88568708F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210050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7" name="Line 13">
            <a:extLst>
              <a:ext uri="{FF2B5EF4-FFF2-40B4-BE49-F238E27FC236}">
                <a16:creationId xmlns:a16="http://schemas.microsoft.com/office/drawing/2014/main" id="{BFD66CFD-5ABA-D444-A04A-6F6090C196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8" name="Rectangle 14">
            <a:extLst>
              <a:ext uri="{FF2B5EF4-FFF2-40B4-BE49-F238E27FC236}">
                <a16:creationId xmlns:a16="http://schemas.microsoft.com/office/drawing/2014/main" id="{17B50EAF-8A02-534A-A30B-EC98B030F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319" name="Line 15">
            <a:extLst>
              <a:ext uri="{FF2B5EF4-FFF2-40B4-BE49-F238E27FC236}">
                <a16:creationId xmlns:a16="http://schemas.microsoft.com/office/drawing/2014/main" id="{5EBCA8E3-CFF6-7A4D-AD32-5BF177DDE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9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0" name="Rectangle 16">
            <a:extLst>
              <a:ext uri="{FF2B5EF4-FFF2-40B4-BE49-F238E27FC236}">
                <a16:creationId xmlns:a16="http://schemas.microsoft.com/office/drawing/2014/main" id="{6EE6A543-62E3-8644-9CE4-C5B0EBE2D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2919413"/>
            <a:ext cx="1430338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 = subu</a:t>
            </a:r>
          </a:p>
        </p:txBody>
      </p:sp>
      <p:sp>
        <p:nvSpPr>
          <p:cNvPr id="141321" name="Rectangle 17">
            <a:extLst>
              <a:ext uri="{FF2B5EF4-FFF2-40B4-BE49-F238E27FC236}">
                <a16:creationId xmlns:a16="http://schemas.microsoft.com/office/drawing/2014/main" id="{39F9051C-EE23-6946-9817-71D09E3DE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38" y="43338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41322" name="Rectangle 18">
            <a:extLst>
              <a:ext uri="{FF2B5EF4-FFF2-40B4-BE49-F238E27FC236}">
                <a16:creationId xmlns:a16="http://schemas.microsoft.com/office/drawing/2014/main" id="{44A1D5F7-FCD8-704E-AD21-99F3300A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41323" name="Rectangle 19">
            <a:extLst>
              <a:ext uri="{FF2B5EF4-FFF2-40B4-BE49-F238E27FC236}">
                <a16:creationId xmlns:a16="http://schemas.microsoft.com/office/drawing/2014/main" id="{1845782F-575E-254B-8E77-2BA9F0E7F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324" name="Line 20">
            <a:extLst>
              <a:ext uri="{FF2B5EF4-FFF2-40B4-BE49-F238E27FC236}">
                <a16:creationId xmlns:a16="http://schemas.microsoft.com/office/drawing/2014/main" id="{79A2CEBE-E32F-DF4D-881D-DE51981A4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5" name="Line 21">
            <a:extLst>
              <a:ext uri="{FF2B5EF4-FFF2-40B4-BE49-F238E27FC236}">
                <a16:creationId xmlns:a16="http://schemas.microsoft.com/office/drawing/2014/main" id="{370C07A2-CB17-B845-9F3E-0A24B1735E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6" name="Oval 22">
            <a:extLst>
              <a:ext uri="{FF2B5EF4-FFF2-40B4-BE49-F238E27FC236}">
                <a16:creationId xmlns:a16="http://schemas.microsoft.com/office/drawing/2014/main" id="{336B9FAF-0079-8640-A1D3-81CFD3623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327" name="Rectangle 23">
            <a:extLst>
              <a:ext uri="{FF2B5EF4-FFF2-40B4-BE49-F238E27FC236}">
                <a16:creationId xmlns:a16="http://schemas.microsoft.com/office/drawing/2014/main" id="{46DA7888-4FF9-4747-AEFA-FC67DD619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3090863"/>
            <a:ext cx="1304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 = 0</a:t>
            </a:r>
          </a:p>
        </p:txBody>
      </p:sp>
      <p:sp>
        <p:nvSpPr>
          <p:cNvPr id="141328" name="Line 24">
            <a:extLst>
              <a:ext uri="{FF2B5EF4-FFF2-40B4-BE49-F238E27FC236}">
                <a16:creationId xmlns:a16="http://schemas.microsoft.com/office/drawing/2014/main" id="{E6D7A171-D891-D046-A38E-D2E620C7C9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41402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9" name="Line 25">
            <a:extLst>
              <a:ext uri="{FF2B5EF4-FFF2-40B4-BE49-F238E27FC236}">
                <a16:creationId xmlns:a16="http://schemas.microsoft.com/office/drawing/2014/main" id="{99FED2FD-98D0-9641-AE9B-A53445C425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0" name="Rectangle 26">
            <a:extLst>
              <a:ext uri="{FF2B5EF4-FFF2-40B4-BE49-F238E27FC236}">
                <a16:creationId xmlns:a16="http://schemas.microsoft.com/office/drawing/2014/main" id="{C38AFA9F-7244-B349-9514-8C1ED506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1370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331" name="Line 27">
            <a:extLst>
              <a:ext uri="{FF2B5EF4-FFF2-40B4-BE49-F238E27FC236}">
                <a16:creationId xmlns:a16="http://schemas.microsoft.com/office/drawing/2014/main" id="{5B78B431-2688-3742-8C62-19857621F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3784600"/>
            <a:ext cx="1778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2" name="Line 28">
            <a:extLst>
              <a:ext uri="{FF2B5EF4-FFF2-40B4-BE49-F238E27FC236}">
                <a16:creationId xmlns:a16="http://schemas.microsoft.com/office/drawing/2014/main" id="{AB4CC983-159F-8F4C-8500-275EE628EA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3" name="Rectangle 29">
            <a:extLst>
              <a:ext uri="{FF2B5EF4-FFF2-40B4-BE49-F238E27FC236}">
                <a16:creationId xmlns:a16="http://schemas.microsoft.com/office/drawing/2014/main" id="{7037B188-BB96-7E43-A958-322016AF2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334" name="Rectangle 30">
            <a:extLst>
              <a:ext uri="{FF2B5EF4-FFF2-40B4-BE49-F238E27FC236}">
                <a16:creationId xmlns:a16="http://schemas.microsoft.com/office/drawing/2014/main" id="{13100B1B-07EE-014B-91B9-92D1941AE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413" y="340836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41335" name="Line 31">
            <a:extLst>
              <a:ext uri="{FF2B5EF4-FFF2-40B4-BE49-F238E27FC236}">
                <a16:creationId xmlns:a16="http://schemas.microsoft.com/office/drawing/2014/main" id="{0EA9B8C2-E6D7-4442-85B7-885D291161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416300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6" name="Line 32">
            <a:extLst>
              <a:ext uri="{FF2B5EF4-FFF2-40B4-BE49-F238E27FC236}">
                <a16:creationId xmlns:a16="http://schemas.microsoft.com/office/drawing/2014/main" id="{CB60CAB4-15F4-6240-AA2D-EAEF4B092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5800" y="4484688"/>
            <a:ext cx="939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7" name="Line 33">
            <a:extLst>
              <a:ext uri="{FF2B5EF4-FFF2-40B4-BE49-F238E27FC236}">
                <a16:creationId xmlns:a16="http://schemas.microsoft.com/office/drawing/2014/main" id="{804565A8-364C-8646-BECD-AFD5E1EF41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8" name="Rectangle 34">
            <a:extLst>
              <a:ext uri="{FF2B5EF4-FFF2-40B4-BE49-F238E27FC236}">
                <a16:creationId xmlns:a16="http://schemas.microsoft.com/office/drawing/2014/main" id="{2AABA375-93FA-A345-AF1A-E2E2E193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339" name="Rectangle 35">
            <a:extLst>
              <a:ext uri="{FF2B5EF4-FFF2-40B4-BE49-F238E27FC236}">
                <a16:creationId xmlns:a16="http://schemas.microsoft.com/office/drawing/2014/main" id="{6902FE9B-A587-B644-8BDC-81CCB545D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41084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41340" name="Line 36">
            <a:extLst>
              <a:ext uri="{FF2B5EF4-FFF2-40B4-BE49-F238E27FC236}">
                <a16:creationId xmlns:a16="http://schemas.microsoft.com/office/drawing/2014/main" id="{C9B423A9-8687-F142-A8EC-5B6476B7CB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1" name="Line 37">
            <a:extLst>
              <a:ext uri="{FF2B5EF4-FFF2-40B4-BE49-F238E27FC236}">
                <a16:creationId xmlns:a16="http://schemas.microsoft.com/office/drawing/2014/main" id="{4DE9DE31-70AC-1045-8FEA-673D68430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2" name="Line 38">
            <a:extLst>
              <a:ext uri="{FF2B5EF4-FFF2-40B4-BE49-F238E27FC236}">
                <a16:creationId xmlns:a16="http://schemas.microsoft.com/office/drawing/2014/main" id="{A3B5522A-E3A2-224E-99D6-B9F17AFDA9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3" name="Rectangle 39">
            <a:extLst>
              <a:ext uri="{FF2B5EF4-FFF2-40B4-BE49-F238E27FC236}">
                <a16:creationId xmlns:a16="http://schemas.microsoft.com/office/drawing/2014/main" id="{311D11AE-4F8A-E643-AF69-78A5F8B87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1344" name="Line 40">
            <a:extLst>
              <a:ext uri="{FF2B5EF4-FFF2-40B4-BE49-F238E27FC236}">
                <a16:creationId xmlns:a16="http://schemas.microsoft.com/office/drawing/2014/main" id="{121AA05B-C0D9-334E-9C7D-D6ACE5F2B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16250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5" name="Line 41">
            <a:extLst>
              <a:ext uri="{FF2B5EF4-FFF2-40B4-BE49-F238E27FC236}">
                <a16:creationId xmlns:a16="http://schemas.microsoft.com/office/drawing/2014/main" id="{54C3E226-B7C3-9E47-BDCF-E7C4C6E39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6" name="Rectangle 42">
            <a:extLst>
              <a:ext uri="{FF2B5EF4-FFF2-40B4-BE49-F238E27FC236}">
                <a16:creationId xmlns:a16="http://schemas.microsoft.com/office/drawing/2014/main" id="{47BC84CE-14C5-D047-9CAB-40F09742C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1347" name="Line 43">
            <a:extLst>
              <a:ext uri="{FF2B5EF4-FFF2-40B4-BE49-F238E27FC236}">
                <a16:creationId xmlns:a16="http://schemas.microsoft.com/office/drawing/2014/main" id="{7A0BA194-DDD9-3D49-952F-F595E002F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41675"/>
            <a:ext cx="0" cy="3746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8" name="Line 44">
            <a:extLst>
              <a:ext uri="{FF2B5EF4-FFF2-40B4-BE49-F238E27FC236}">
                <a16:creationId xmlns:a16="http://schemas.microsoft.com/office/drawing/2014/main" id="{7028778F-983F-B44D-AD83-51F742C599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9" name="Rectangle 45">
            <a:extLst>
              <a:ext uri="{FF2B5EF4-FFF2-40B4-BE49-F238E27FC236}">
                <a16:creationId xmlns:a16="http://schemas.microsoft.com/office/drawing/2014/main" id="{797FD145-3DEB-E441-BDDF-899E66F35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1350" name="Rectangle 46">
            <a:extLst>
              <a:ext uri="{FF2B5EF4-FFF2-40B4-BE49-F238E27FC236}">
                <a16:creationId xmlns:a16="http://schemas.microsoft.com/office/drawing/2014/main" id="{28D8C853-900A-0444-805D-0977D9BE2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41351" name="Rectangle 47">
            <a:extLst>
              <a:ext uri="{FF2B5EF4-FFF2-40B4-BE49-F238E27FC236}">
                <a16:creationId xmlns:a16="http://schemas.microsoft.com/office/drawing/2014/main" id="{45A9197B-C674-2740-9A9E-25E92CF11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41352" name="Rectangle 48">
            <a:extLst>
              <a:ext uri="{FF2B5EF4-FFF2-40B4-BE49-F238E27FC236}">
                <a16:creationId xmlns:a16="http://schemas.microsoft.com/office/drawing/2014/main" id="{A0602D97-04C9-1544-BB22-8D2AE3553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41353" name="Rectangle 49">
            <a:extLst>
              <a:ext uri="{FF2B5EF4-FFF2-40B4-BE49-F238E27FC236}">
                <a16:creationId xmlns:a16="http://schemas.microsoft.com/office/drawing/2014/main" id="{0D5C9356-D718-A247-B0EF-8A458BEF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41354" name="Line 50">
            <a:extLst>
              <a:ext uri="{FF2B5EF4-FFF2-40B4-BE49-F238E27FC236}">
                <a16:creationId xmlns:a16="http://schemas.microsoft.com/office/drawing/2014/main" id="{DF526804-4B76-444D-8313-9113F7986C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6172200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5" name="Line 51">
            <a:extLst>
              <a:ext uri="{FF2B5EF4-FFF2-40B4-BE49-F238E27FC236}">
                <a16:creationId xmlns:a16="http://schemas.microsoft.com/office/drawing/2014/main" id="{DCFCD2F5-C79D-4440-88B6-5617FEB284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275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6" name="Rectangle 52">
            <a:extLst>
              <a:ext uri="{FF2B5EF4-FFF2-40B4-BE49-F238E27FC236}">
                <a16:creationId xmlns:a16="http://schemas.microsoft.com/office/drawing/2014/main" id="{8CA38C20-6A24-6B49-A9C8-F22664186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00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41357" name="Rectangle 53">
            <a:extLst>
              <a:ext uri="{FF2B5EF4-FFF2-40B4-BE49-F238E27FC236}">
                <a16:creationId xmlns:a16="http://schemas.microsoft.com/office/drawing/2014/main" id="{5648C39D-20BA-7048-8C2F-4C54AA26E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6061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41358" name="Group 54">
            <a:extLst>
              <a:ext uri="{FF2B5EF4-FFF2-40B4-BE49-F238E27FC236}">
                <a16:creationId xmlns:a16="http://schemas.microsoft.com/office/drawing/2014/main" id="{E2A387A5-4008-FF4D-97DD-C91215DF622D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141486" name="Line 55">
              <a:extLst>
                <a:ext uri="{FF2B5EF4-FFF2-40B4-BE49-F238E27FC236}">
                  <a16:creationId xmlns:a16="http://schemas.microsoft.com/office/drawing/2014/main" id="{C5F72141-818E-DF49-875F-3EA38674D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7" name="Line 56">
              <a:extLst>
                <a:ext uri="{FF2B5EF4-FFF2-40B4-BE49-F238E27FC236}">
                  <a16:creationId xmlns:a16="http://schemas.microsoft.com/office/drawing/2014/main" id="{FB6AF5EA-E23C-AA4E-AB4D-267E29E3D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8" name="Line 57">
              <a:extLst>
                <a:ext uri="{FF2B5EF4-FFF2-40B4-BE49-F238E27FC236}">
                  <a16:creationId xmlns:a16="http://schemas.microsoft.com/office/drawing/2014/main" id="{1716BEAD-DE5A-134F-AAE0-A67128B45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9" name="Line 58">
              <a:extLst>
                <a:ext uri="{FF2B5EF4-FFF2-40B4-BE49-F238E27FC236}">
                  <a16:creationId xmlns:a16="http://schemas.microsoft.com/office/drawing/2014/main" id="{91754F36-E3A9-F545-A549-44221A57E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1359" name="Group 59">
            <a:extLst>
              <a:ext uri="{FF2B5EF4-FFF2-40B4-BE49-F238E27FC236}">
                <a16:creationId xmlns:a16="http://schemas.microsoft.com/office/drawing/2014/main" id="{8B6C8747-E238-DA47-AFFB-5DA19CE22EDA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754313"/>
            <a:ext cx="1168400" cy="284162"/>
            <a:chOff x="928" y="1735"/>
            <a:chExt cx="736" cy="179"/>
          </a:xfrm>
        </p:grpSpPr>
        <p:sp>
          <p:nvSpPr>
            <p:cNvPr id="141482" name="Line 60">
              <a:extLst>
                <a:ext uri="{FF2B5EF4-FFF2-40B4-BE49-F238E27FC236}">
                  <a16:creationId xmlns:a16="http://schemas.microsoft.com/office/drawing/2014/main" id="{139ADBC6-D259-C249-B91F-EA9A7D288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3" name="Line 61">
              <a:extLst>
                <a:ext uri="{FF2B5EF4-FFF2-40B4-BE49-F238E27FC236}">
                  <a16:creationId xmlns:a16="http://schemas.microsoft.com/office/drawing/2014/main" id="{E7E4FF80-7392-E642-BE73-33D3B9D447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4" name="Line 62">
              <a:extLst>
                <a:ext uri="{FF2B5EF4-FFF2-40B4-BE49-F238E27FC236}">
                  <a16:creationId xmlns:a16="http://schemas.microsoft.com/office/drawing/2014/main" id="{6FDDF482-A24E-AD4C-900B-896D8C682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5" name="Line 63">
              <a:extLst>
                <a:ext uri="{FF2B5EF4-FFF2-40B4-BE49-F238E27FC236}">
                  <a16:creationId xmlns:a16="http://schemas.microsoft.com/office/drawing/2014/main" id="{22D6A63E-820A-014D-B361-4F6065D22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1360" name="Rectangle 64">
            <a:extLst>
              <a:ext uri="{FF2B5EF4-FFF2-40B4-BE49-F238E27FC236}">
                <a16:creationId xmlns:a16="http://schemas.microsoft.com/office/drawing/2014/main" id="{9E1C13E0-4A3F-2D49-A174-1B09E99A3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0003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41361" name="Line 65">
            <a:extLst>
              <a:ext uri="{FF2B5EF4-FFF2-40B4-BE49-F238E27FC236}">
                <a16:creationId xmlns:a16="http://schemas.microsoft.com/office/drawing/2014/main" id="{B0D8BC50-0C70-D045-A58D-11C066093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62" name="Line 66">
            <a:extLst>
              <a:ext uri="{FF2B5EF4-FFF2-40B4-BE49-F238E27FC236}">
                <a16:creationId xmlns:a16="http://schemas.microsoft.com/office/drawing/2014/main" id="{FF26F62A-9AF8-1942-B117-207FBA421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63" name="Rectangle 67">
            <a:extLst>
              <a:ext uri="{FF2B5EF4-FFF2-40B4-BE49-F238E27FC236}">
                <a16:creationId xmlns:a16="http://schemas.microsoft.com/office/drawing/2014/main" id="{46DC8E56-8541-EA46-8AE3-22DDB8987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36061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41364" name="Line 68">
            <a:extLst>
              <a:ext uri="{FF2B5EF4-FFF2-40B4-BE49-F238E27FC236}">
                <a16:creationId xmlns:a16="http://schemas.microsoft.com/office/drawing/2014/main" id="{5704D909-FFBB-0045-A361-D6B5F859DA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2895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65" name="Rectangle 69">
            <a:extLst>
              <a:ext uri="{FF2B5EF4-FFF2-40B4-BE49-F238E27FC236}">
                <a16:creationId xmlns:a16="http://schemas.microsoft.com/office/drawing/2014/main" id="{DF5E3C6D-4182-9E4D-9F0C-F9172BF9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2555875"/>
            <a:ext cx="13684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RegDst = x</a:t>
            </a:r>
          </a:p>
        </p:txBody>
      </p:sp>
      <p:sp>
        <p:nvSpPr>
          <p:cNvPr id="141366" name="Rectangle 70">
            <a:extLst>
              <a:ext uri="{FF2B5EF4-FFF2-40B4-BE49-F238E27FC236}">
                <a16:creationId xmlns:a16="http://schemas.microsoft.com/office/drawing/2014/main" id="{43117E73-9B9A-CD4D-935F-E8ED00B45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367" name="Rectangle 71">
            <a:extLst>
              <a:ext uri="{FF2B5EF4-FFF2-40B4-BE49-F238E27FC236}">
                <a16:creationId xmlns:a16="http://schemas.microsoft.com/office/drawing/2014/main" id="{9AA295FC-3D80-9E48-9C84-60A24C98795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12281" y="498236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68" name="Rectangle 72">
            <a:extLst>
              <a:ext uri="{FF2B5EF4-FFF2-40B4-BE49-F238E27FC236}">
                <a16:creationId xmlns:a16="http://schemas.microsoft.com/office/drawing/2014/main" id="{D6963DD3-F54E-5044-B205-8E30EB7AE3A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6204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1369" name="Rectangle 73">
            <a:extLst>
              <a:ext uri="{FF2B5EF4-FFF2-40B4-BE49-F238E27FC236}">
                <a16:creationId xmlns:a16="http://schemas.microsoft.com/office/drawing/2014/main" id="{50866244-B5A6-1841-B8EA-0AAE18FA0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51138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1370" name="Line 74">
            <a:extLst>
              <a:ext uri="{FF2B5EF4-FFF2-40B4-BE49-F238E27FC236}">
                <a16:creationId xmlns:a16="http://schemas.microsoft.com/office/drawing/2014/main" id="{36A21AF5-181A-1744-BB94-04FC9D903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52768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71" name="Rectangle 75">
            <a:extLst>
              <a:ext uri="{FF2B5EF4-FFF2-40B4-BE49-F238E27FC236}">
                <a16:creationId xmlns:a16="http://schemas.microsoft.com/office/drawing/2014/main" id="{CC83D812-DD2B-CF44-B3D5-1EEBC1435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372" name="Line 76">
            <a:extLst>
              <a:ext uri="{FF2B5EF4-FFF2-40B4-BE49-F238E27FC236}">
                <a16:creationId xmlns:a16="http://schemas.microsoft.com/office/drawing/2014/main" id="{1A4B4785-62D4-D74D-B3C0-8960CDCC9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73" name="Line 77">
            <a:extLst>
              <a:ext uri="{FF2B5EF4-FFF2-40B4-BE49-F238E27FC236}">
                <a16:creationId xmlns:a16="http://schemas.microsoft.com/office/drawing/2014/main" id="{65FD311A-A25D-DB49-A6D9-FFA763435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54181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74" name="Line 78">
            <a:extLst>
              <a:ext uri="{FF2B5EF4-FFF2-40B4-BE49-F238E27FC236}">
                <a16:creationId xmlns:a16="http://schemas.microsoft.com/office/drawing/2014/main" id="{E50A5551-EF20-744B-B83C-2066A2D594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75" name="Rectangle 79">
            <a:extLst>
              <a:ext uri="{FF2B5EF4-FFF2-40B4-BE49-F238E27FC236}">
                <a16:creationId xmlns:a16="http://schemas.microsoft.com/office/drawing/2014/main" id="{68DF2BFE-0CDA-5D46-9874-BF4336F46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41376" name="Rectangle 80">
            <a:extLst>
              <a:ext uri="{FF2B5EF4-FFF2-40B4-BE49-F238E27FC236}">
                <a16:creationId xmlns:a16="http://schemas.microsoft.com/office/drawing/2014/main" id="{3396564A-B62E-1A41-B8DD-3613A8CA0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527367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41377" name="Line 81">
            <a:extLst>
              <a:ext uri="{FF2B5EF4-FFF2-40B4-BE49-F238E27FC236}">
                <a16:creationId xmlns:a16="http://schemas.microsoft.com/office/drawing/2014/main" id="{319EDF5D-E087-CE41-BD1F-63F0B5F72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78" name="Rectangle 82">
            <a:extLst>
              <a:ext uri="{FF2B5EF4-FFF2-40B4-BE49-F238E27FC236}">
                <a16:creationId xmlns:a16="http://schemas.microsoft.com/office/drawing/2014/main" id="{927ABAE6-BB8E-014A-ABF3-28C54AD22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5781675"/>
            <a:ext cx="1393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41379" name="Line 83">
            <a:extLst>
              <a:ext uri="{FF2B5EF4-FFF2-40B4-BE49-F238E27FC236}">
                <a16:creationId xmlns:a16="http://schemas.microsoft.com/office/drawing/2014/main" id="{E74E334B-4711-9A4F-AC84-AB380D44F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200" y="4637088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80" name="Line 84">
            <a:extLst>
              <a:ext uri="{FF2B5EF4-FFF2-40B4-BE49-F238E27FC236}">
                <a16:creationId xmlns:a16="http://schemas.microsoft.com/office/drawing/2014/main" id="{2DA10F38-F232-524F-81A9-ABE61D2C0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06913"/>
            <a:ext cx="0" cy="1652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81" name="Line 85">
            <a:extLst>
              <a:ext uri="{FF2B5EF4-FFF2-40B4-BE49-F238E27FC236}">
                <a16:creationId xmlns:a16="http://schemas.microsoft.com/office/drawing/2014/main" id="{5DB42E30-68AB-C849-9001-46B234E7E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82" name="Rectangle 86">
            <a:extLst>
              <a:ext uri="{FF2B5EF4-FFF2-40B4-BE49-F238E27FC236}">
                <a16:creationId xmlns:a16="http://schemas.microsoft.com/office/drawing/2014/main" id="{BFE50562-E7D5-F94F-869C-6287E1A95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6191250"/>
            <a:ext cx="1228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x</a:t>
            </a:r>
          </a:p>
        </p:txBody>
      </p:sp>
      <p:grpSp>
        <p:nvGrpSpPr>
          <p:cNvPr id="141383" name="Group 87">
            <a:extLst>
              <a:ext uri="{FF2B5EF4-FFF2-40B4-BE49-F238E27FC236}">
                <a16:creationId xmlns:a16="http://schemas.microsoft.com/office/drawing/2014/main" id="{2EF9BDDB-74DD-B04D-AE30-B2120B8CA0BF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141478" name="Line 88">
              <a:extLst>
                <a:ext uri="{FF2B5EF4-FFF2-40B4-BE49-F238E27FC236}">
                  <a16:creationId xmlns:a16="http://schemas.microsoft.com/office/drawing/2014/main" id="{AEA2CF90-3EB8-E348-A48B-12294D402E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79" name="Line 89">
              <a:extLst>
                <a:ext uri="{FF2B5EF4-FFF2-40B4-BE49-F238E27FC236}">
                  <a16:creationId xmlns:a16="http://schemas.microsoft.com/office/drawing/2014/main" id="{E0A4BA1A-D377-E949-8AA2-E2BD9B2B8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0" name="Line 90">
              <a:extLst>
                <a:ext uri="{FF2B5EF4-FFF2-40B4-BE49-F238E27FC236}">
                  <a16:creationId xmlns:a16="http://schemas.microsoft.com/office/drawing/2014/main" id="{11DDF1AA-4A71-7642-89CA-3C776155B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81" name="Line 91">
              <a:extLst>
                <a:ext uri="{FF2B5EF4-FFF2-40B4-BE49-F238E27FC236}">
                  <a16:creationId xmlns:a16="http://schemas.microsoft.com/office/drawing/2014/main" id="{71C43720-10DB-1A44-AA14-7EEF27121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1384" name="Rectangle 92">
            <a:extLst>
              <a:ext uri="{FF2B5EF4-FFF2-40B4-BE49-F238E27FC236}">
                <a16:creationId xmlns:a16="http://schemas.microsoft.com/office/drawing/2014/main" id="{E5F5D437-B13D-2942-A048-4A571C9261E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475957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1385" name="Line 93">
            <a:extLst>
              <a:ext uri="{FF2B5EF4-FFF2-40B4-BE49-F238E27FC236}">
                <a16:creationId xmlns:a16="http://schemas.microsoft.com/office/drawing/2014/main" id="{5702C10C-E532-594A-804D-6948748719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86" name="Rectangle 94">
            <a:extLst>
              <a:ext uri="{FF2B5EF4-FFF2-40B4-BE49-F238E27FC236}">
                <a16:creationId xmlns:a16="http://schemas.microsoft.com/office/drawing/2014/main" id="{7AA4B015-C13C-2A4F-9DFA-3AE2A7A63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113" y="3208338"/>
            <a:ext cx="17367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MemtoReg = x</a:t>
            </a:r>
          </a:p>
        </p:txBody>
      </p:sp>
      <p:sp>
        <p:nvSpPr>
          <p:cNvPr id="141387" name="Line 95">
            <a:extLst>
              <a:ext uri="{FF2B5EF4-FFF2-40B4-BE49-F238E27FC236}">
                <a16:creationId xmlns:a16="http://schemas.microsoft.com/office/drawing/2014/main" id="{5FCACEB9-E6F9-FD4C-A566-AE92BCC2A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49421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88" name="Rectangle 96">
            <a:extLst>
              <a:ext uri="{FF2B5EF4-FFF2-40B4-BE49-F238E27FC236}">
                <a16:creationId xmlns:a16="http://schemas.microsoft.com/office/drawing/2014/main" id="{4F7E19DA-DD21-7D46-BE32-F48477905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389" name="Line 97">
            <a:extLst>
              <a:ext uri="{FF2B5EF4-FFF2-40B4-BE49-F238E27FC236}">
                <a16:creationId xmlns:a16="http://schemas.microsoft.com/office/drawing/2014/main" id="{E73D73D4-CB19-BC47-A4F1-0106D1B72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90" name="Rectangle 98">
            <a:extLst>
              <a:ext uri="{FF2B5EF4-FFF2-40B4-BE49-F238E27FC236}">
                <a16:creationId xmlns:a16="http://schemas.microsoft.com/office/drawing/2014/main" id="{06AF5623-B0A1-A644-B831-9A9C9C3CD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5276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41391" name="Rectangle 99">
            <a:extLst>
              <a:ext uri="{FF2B5EF4-FFF2-40B4-BE49-F238E27FC236}">
                <a16:creationId xmlns:a16="http://schemas.microsoft.com/office/drawing/2014/main" id="{A234B723-3C77-DF4A-99AF-083C91E4D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5060950"/>
            <a:ext cx="942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141392" name="Line 100">
            <a:extLst>
              <a:ext uri="{FF2B5EF4-FFF2-40B4-BE49-F238E27FC236}">
                <a16:creationId xmlns:a16="http://schemas.microsoft.com/office/drawing/2014/main" id="{F4C46091-544D-624C-9DA2-14E6B2489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93" name="Line 101">
            <a:extLst>
              <a:ext uri="{FF2B5EF4-FFF2-40B4-BE49-F238E27FC236}">
                <a16:creationId xmlns:a16="http://schemas.microsoft.com/office/drawing/2014/main" id="{B09E147D-FEDA-C740-89D9-0C00916A2E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94" name="Oval 102">
            <a:extLst>
              <a:ext uri="{FF2B5EF4-FFF2-40B4-BE49-F238E27FC236}">
                <a16:creationId xmlns:a16="http://schemas.microsoft.com/office/drawing/2014/main" id="{AF0280DB-391B-9943-B4DB-80698CE62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395" name="Rectangle 103">
            <a:extLst>
              <a:ext uri="{FF2B5EF4-FFF2-40B4-BE49-F238E27FC236}">
                <a16:creationId xmlns:a16="http://schemas.microsoft.com/office/drawing/2014/main" id="{691A12B6-1FAB-7244-BEFB-176147F1E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41396" name="Line 104">
            <a:extLst>
              <a:ext uri="{FF2B5EF4-FFF2-40B4-BE49-F238E27FC236}">
                <a16:creationId xmlns:a16="http://schemas.microsoft.com/office/drawing/2014/main" id="{5DB0A4D9-15BC-9D42-AE81-274678E87E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06253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97" name="Line 105">
            <a:extLst>
              <a:ext uri="{FF2B5EF4-FFF2-40B4-BE49-F238E27FC236}">
                <a16:creationId xmlns:a16="http://schemas.microsoft.com/office/drawing/2014/main" id="{F926A7DC-769C-9D4E-902D-B15233FA0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9990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98" name="Rectangle 106">
            <a:extLst>
              <a:ext uri="{FF2B5EF4-FFF2-40B4-BE49-F238E27FC236}">
                <a16:creationId xmlns:a16="http://schemas.microsoft.com/office/drawing/2014/main" id="{62A20EF9-1183-834C-85C5-180E8127D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1308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399" name="Line 107">
            <a:extLst>
              <a:ext uri="{FF2B5EF4-FFF2-40B4-BE49-F238E27FC236}">
                <a16:creationId xmlns:a16="http://schemas.microsoft.com/office/drawing/2014/main" id="{AC8DC72B-2338-364C-824D-D4FA347807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00" name="Line 108">
            <a:extLst>
              <a:ext uri="{FF2B5EF4-FFF2-40B4-BE49-F238E27FC236}">
                <a16:creationId xmlns:a16="http://schemas.microsoft.com/office/drawing/2014/main" id="{15FC8A95-81B7-AE49-B58B-E77431713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22750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01" name="Rectangle 109">
            <a:extLst>
              <a:ext uri="{FF2B5EF4-FFF2-40B4-BE49-F238E27FC236}">
                <a16:creationId xmlns:a16="http://schemas.microsoft.com/office/drawing/2014/main" id="{3859915D-892E-D645-81B1-EDFD7E054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41402" name="Rectangle 110">
            <a:extLst>
              <a:ext uri="{FF2B5EF4-FFF2-40B4-BE49-F238E27FC236}">
                <a16:creationId xmlns:a16="http://schemas.microsoft.com/office/drawing/2014/main" id="{690FB6E4-46E1-6947-9D5C-97AE11961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202238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41403" name="Line 111">
            <a:extLst>
              <a:ext uri="{FF2B5EF4-FFF2-40B4-BE49-F238E27FC236}">
                <a16:creationId xmlns:a16="http://schemas.microsoft.com/office/drawing/2014/main" id="{340B46F8-EE71-4449-8697-007F41A6C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0133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04" name="Line 112">
            <a:extLst>
              <a:ext uri="{FF2B5EF4-FFF2-40B4-BE49-F238E27FC236}">
                <a16:creationId xmlns:a16="http://schemas.microsoft.com/office/drawing/2014/main" id="{5AC64896-D902-DE43-8325-6DE2B87BB5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41900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05" name="Line 113">
            <a:extLst>
              <a:ext uri="{FF2B5EF4-FFF2-40B4-BE49-F238E27FC236}">
                <a16:creationId xmlns:a16="http://schemas.microsoft.com/office/drawing/2014/main" id="{1988D546-462E-4149-B935-84EE74207B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4895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06" name="Line 114">
            <a:extLst>
              <a:ext uri="{FF2B5EF4-FFF2-40B4-BE49-F238E27FC236}">
                <a16:creationId xmlns:a16="http://schemas.microsoft.com/office/drawing/2014/main" id="{72F41AEF-2BD3-DA42-982F-0E087651A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9482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07" name="Rectangle 115">
            <a:extLst>
              <a:ext uri="{FF2B5EF4-FFF2-40B4-BE49-F238E27FC236}">
                <a16:creationId xmlns:a16="http://schemas.microsoft.com/office/drawing/2014/main" id="{76469B83-4FB2-2F4B-B5B9-46EE7D9CE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6497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1408" name="Rectangle 116">
            <a:extLst>
              <a:ext uri="{FF2B5EF4-FFF2-40B4-BE49-F238E27FC236}">
                <a16:creationId xmlns:a16="http://schemas.microsoft.com/office/drawing/2014/main" id="{39B50ACC-E085-DA4A-AA5A-B344EA5C0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13138"/>
            <a:ext cx="1381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41409" name="Line 117">
            <a:extLst>
              <a:ext uri="{FF2B5EF4-FFF2-40B4-BE49-F238E27FC236}">
                <a16:creationId xmlns:a16="http://schemas.microsoft.com/office/drawing/2014/main" id="{2E733B76-E6B5-F546-A11D-3510FA1EF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085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10" name="Line 118">
            <a:extLst>
              <a:ext uri="{FF2B5EF4-FFF2-40B4-BE49-F238E27FC236}">
                <a16:creationId xmlns:a16="http://schemas.microsoft.com/office/drawing/2014/main" id="{E81C22AD-7261-FE41-B791-1AB8D563A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54600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11" name="Rectangle 119">
            <a:extLst>
              <a:ext uri="{FF2B5EF4-FFF2-40B4-BE49-F238E27FC236}">
                <a16:creationId xmlns:a16="http://schemas.microsoft.com/office/drawing/2014/main" id="{F1E0D442-3217-BF4C-B1C9-5E9BA8AF3B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0727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41412" name="Rectangle 120">
            <a:extLst>
              <a:ext uri="{FF2B5EF4-FFF2-40B4-BE49-F238E27FC236}">
                <a16:creationId xmlns:a16="http://schemas.microsoft.com/office/drawing/2014/main" id="{947A6208-C6A0-4348-A406-32FBE1D07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993900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413" name="Line 121">
            <a:extLst>
              <a:ext uri="{FF2B5EF4-FFF2-40B4-BE49-F238E27FC236}">
                <a16:creationId xmlns:a16="http://schemas.microsoft.com/office/drawing/2014/main" id="{41B184A3-A3B8-3E45-948F-37F2DEFDE0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7209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14" name="Line 122">
            <a:extLst>
              <a:ext uri="{FF2B5EF4-FFF2-40B4-BE49-F238E27FC236}">
                <a16:creationId xmlns:a16="http://schemas.microsoft.com/office/drawing/2014/main" id="{EE90C714-A6A1-2848-A999-0C5E7D950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26447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15" name="Line 123">
            <a:extLst>
              <a:ext uri="{FF2B5EF4-FFF2-40B4-BE49-F238E27FC236}">
                <a16:creationId xmlns:a16="http://schemas.microsoft.com/office/drawing/2014/main" id="{DDDAF004-19C7-AF46-AC43-961ADDB440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7336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16" name="Oval 124">
            <a:extLst>
              <a:ext uri="{FF2B5EF4-FFF2-40B4-BE49-F238E27FC236}">
                <a16:creationId xmlns:a16="http://schemas.microsoft.com/office/drawing/2014/main" id="{2B22FAE9-2CB7-E341-BF23-B407394F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6797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1417" name="Rectangle 125">
            <a:extLst>
              <a:ext uri="{FF2B5EF4-FFF2-40B4-BE49-F238E27FC236}">
                <a16:creationId xmlns:a16="http://schemas.microsoft.com/office/drawing/2014/main" id="{68E50D0F-9238-E64D-B285-3FCB53978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078038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41418" name="Rectangle 126">
            <a:extLst>
              <a:ext uri="{FF2B5EF4-FFF2-40B4-BE49-F238E27FC236}">
                <a16:creationId xmlns:a16="http://schemas.microsoft.com/office/drawing/2014/main" id="{A72D8745-2F1C-9646-91D9-FAC7384CD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5304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41419" name="Line 127">
            <a:extLst>
              <a:ext uri="{FF2B5EF4-FFF2-40B4-BE49-F238E27FC236}">
                <a16:creationId xmlns:a16="http://schemas.microsoft.com/office/drawing/2014/main" id="{5A2F0079-57BA-AE45-B0F1-0747895DF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70200"/>
            <a:ext cx="0" cy="1193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0" name="Line 128">
            <a:extLst>
              <a:ext uri="{FF2B5EF4-FFF2-40B4-BE49-F238E27FC236}">
                <a16:creationId xmlns:a16="http://schemas.microsoft.com/office/drawing/2014/main" id="{0C17CE21-FA61-6F47-B98A-D135A18A4E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1000" y="4038600"/>
            <a:ext cx="20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1" name="Rectangle 129">
            <a:extLst>
              <a:ext uri="{FF2B5EF4-FFF2-40B4-BE49-F238E27FC236}">
                <a16:creationId xmlns:a16="http://schemas.microsoft.com/office/drawing/2014/main" id="{907604FC-2592-4F45-B79E-E094AFD93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50520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41422" name="Line 130">
            <a:extLst>
              <a:ext uri="{FF2B5EF4-FFF2-40B4-BE49-F238E27FC236}">
                <a16:creationId xmlns:a16="http://schemas.microsoft.com/office/drawing/2014/main" id="{0C7A1427-9890-0746-B2D2-E3E46D907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1336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3" name="Rectangle 131">
            <a:extLst>
              <a:ext uri="{FF2B5EF4-FFF2-40B4-BE49-F238E27FC236}">
                <a16:creationId xmlns:a16="http://schemas.microsoft.com/office/drawing/2014/main" id="{4623B395-3470-BD42-B81C-1811D6596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74466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1424" name="Line 132">
            <a:extLst>
              <a:ext uri="{FF2B5EF4-FFF2-40B4-BE49-F238E27FC236}">
                <a16:creationId xmlns:a16="http://schemas.microsoft.com/office/drawing/2014/main" id="{C3D03885-2BA4-964B-90C3-6262BFE30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43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5" name="Line 133">
            <a:extLst>
              <a:ext uri="{FF2B5EF4-FFF2-40B4-BE49-F238E27FC236}">
                <a16:creationId xmlns:a16="http://schemas.microsoft.com/office/drawing/2014/main" id="{D3AFACD0-FB06-8E4F-AE09-B7BC515D1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133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6" name="Rectangle 134">
            <a:extLst>
              <a:ext uri="{FF2B5EF4-FFF2-40B4-BE49-F238E27FC236}">
                <a16:creationId xmlns:a16="http://schemas.microsoft.com/office/drawing/2014/main" id="{C4068F8F-A61F-EC42-A156-14032B749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2225675"/>
            <a:ext cx="1177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 = 0</a:t>
            </a:r>
          </a:p>
        </p:txBody>
      </p:sp>
      <p:sp>
        <p:nvSpPr>
          <p:cNvPr id="141427" name="Rectangle 135">
            <a:extLst>
              <a:ext uri="{FF2B5EF4-FFF2-40B4-BE49-F238E27FC236}">
                <a16:creationId xmlns:a16="http://schemas.microsoft.com/office/drawing/2014/main" id="{F5B1AC16-8256-E54D-AC94-C8001B151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1844675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 = 1</a:t>
            </a:r>
          </a:p>
        </p:txBody>
      </p:sp>
      <p:sp>
        <p:nvSpPr>
          <p:cNvPr id="141428" name="Rectangle 136">
            <a:extLst>
              <a:ext uri="{FF2B5EF4-FFF2-40B4-BE49-F238E27FC236}">
                <a16:creationId xmlns:a16="http://schemas.microsoft.com/office/drawing/2014/main" id="{28981369-931E-114B-A64B-BEA54186A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1429" name="Rectangle 137">
            <a:extLst>
              <a:ext uri="{FF2B5EF4-FFF2-40B4-BE49-F238E27FC236}">
                <a16:creationId xmlns:a16="http://schemas.microsoft.com/office/drawing/2014/main" id="{17670B93-F2D0-B54B-89FD-7FDEF22D9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1430" name="Rectangle 138">
            <a:extLst>
              <a:ext uri="{FF2B5EF4-FFF2-40B4-BE49-F238E27FC236}">
                <a16:creationId xmlns:a16="http://schemas.microsoft.com/office/drawing/2014/main" id="{4F98A536-033A-AC4C-84BD-D47A1B3EB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1431" name="Rectangle 139">
            <a:extLst>
              <a:ext uri="{FF2B5EF4-FFF2-40B4-BE49-F238E27FC236}">
                <a16:creationId xmlns:a16="http://schemas.microsoft.com/office/drawing/2014/main" id="{611AC4E9-66A3-A444-BE3D-A2B11FC37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1432" name="Rectangle 140">
            <a:extLst>
              <a:ext uri="{FF2B5EF4-FFF2-40B4-BE49-F238E27FC236}">
                <a16:creationId xmlns:a16="http://schemas.microsoft.com/office/drawing/2014/main" id="{31A15F09-514F-3943-AEB3-8ED2CBE6F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1433" name="Rectangle 141">
            <a:extLst>
              <a:ext uri="{FF2B5EF4-FFF2-40B4-BE49-F238E27FC236}">
                <a16:creationId xmlns:a16="http://schemas.microsoft.com/office/drawing/2014/main" id="{9B13E59A-FA59-1B4A-863A-F199832D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1434" name="Line 142">
            <a:extLst>
              <a:ext uri="{FF2B5EF4-FFF2-40B4-BE49-F238E27FC236}">
                <a16:creationId xmlns:a16="http://schemas.microsoft.com/office/drawing/2014/main" id="{63AD479F-2674-C446-A00B-4632E2E1BE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35" name="Rectangle 143">
            <a:extLst>
              <a:ext uri="{FF2B5EF4-FFF2-40B4-BE49-F238E27FC236}">
                <a16:creationId xmlns:a16="http://schemas.microsoft.com/office/drawing/2014/main" id="{734B4F39-611D-BF4E-93D1-1EA68F27479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41436" name="Rectangle 144">
            <a:extLst>
              <a:ext uri="{FF2B5EF4-FFF2-40B4-BE49-F238E27FC236}">
                <a16:creationId xmlns:a16="http://schemas.microsoft.com/office/drawing/2014/main" id="{7F5E3C6E-CFC0-C443-8E33-06AFDCF1C36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41437" name="Rectangle 145">
            <a:extLst>
              <a:ext uri="{FF2B5EF4-FFF2-40B4-BE49-F238E27FC236}">
                <a16:creationId xmlns:a16="http://schemas.microsoft.com/office/drawing/2014/main" id="{ED496F45-C629-314F-A444-D1FE441972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41438" name="Rectangle 146">
            <a:extLst>
              <a:ext uri="{FF2B5EF4-FFF2-40B4-BE49-F238E27FC236}">
                <a16:creationId xmlns:a16="http://schemas.microsoft.com/office/drawing/2014/main" id="{19EF4CF9-83AE-A04F-8394-11BE5F7EC12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412207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41439" name="Line 147">
            <a:extLst>
              <a:ext uri="{FF2B5EF4-FFF2-40B4-BE49-F238E27FC236}">
                <a16:creationId xmlns:a16="http://schemas.microsoft.com/office/drawing/2014/main" id="{650EE5FB-DBE5-254B-B11B-7AD33BC37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40" name="Line 148">
            <a:extLst>
              <a:ext uri="{FF2B5EF4-FFF2-40B4-BE49-F238E27FC236}">
                <a16:creationId xmlns:a16="http://schemas.microsoft.com/office/drawing/2014/main" id="{086B1FBB-09C7-C440-9198-0C899059C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41" name="Line 149">
            <a:extLst>
              <a:ext uri="{FF2B5EF4-FFF2-40B4-BE49-F238E27FC236}">
                <a16:creationId xmlns:a16="http://schemas.microsoft.com/office/drawing/2014/main" id="{91B1AED8-A2F2-0C44-941D-07B58F83B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42" name="Rectangle 150">
            <a:extLst>
              <a:ext uri="{FF2B5EF4-FFF2-40B4-BE49-F238E27FC236}">
                <a16:creationId xmlns:a16="http://schemas.microsoft.com/office/drawing/2014/main" id="{8732FA94-4ECF-E049-86AB-C9429FEC4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9718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41443" name="Rectangle 151">
            <a:extLst>
              <a:ext uri="{FF2B5EF4-FFF2-40B4-BE49-F238E27FC236}">
                <a16:creationId xmlns:a16="http://schemas.microsoft.com/office/drawing/2014/main" id="{98D54EEE-7D0F-AD42-A363-3AF192E0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9718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41444" name="Rectangle 152">
            <a:extLst>
              <a:ext uri="{FF2B5EF4-FFF2-40B4-BE49-F238E27FC236}">
                <a16:creationId xmlns:a16="http://schemas.microsoft.com/office/drawing/2014/main" id="{DB46F322-1341-7A48-9142-BF763592D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18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41445" name="Rectangle 153">
            <a:extLst>
              <a:ext uri="{FF2B5EF4-FFF2-40B4-BE49-F238E27FC236}">
                <a16:creationId xmlns:a16="http://schemas.microsoft.com/office/drawing/2014/main" id="{DF97B4FE-EB9E-C042-9DF7-FBCEDB712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718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41446" name="Rectangle 154">
            <a:extLst>
              <a:ext uri="{FF2B5EF4-FFF2-40B4-BE49-F238E27FC236}">
                <a16:creationId xmlns:a16="http://schemas.microsoft.com/office/drawing/2014/main" id="{C87854D2-C405-FE4F-BCAF-1FF8E4AD1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4478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if  (R[rs] - R[rt]  ==  0)   then  Zero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1 ;  else  Zero </a:t>
            </a:r>
            <a:r>
              <a:rPr lang="en-US" altLang="zh-CN">
                <a:ea typeface="宋体" panose="02010600030101010101" pitchFamily="2" charset="-122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0</a:t>
            </a:r>
          </a:p>
        </p:txBody>
      </p:sp>
      <p:grpSp>
        <p:nvGrpSpPr>
          <p:cNvPr id="141447" name="Group 155">
            <a:extLst>
              <a:ext uri="{FF2B5EF4-FFF2-40B4-BE49-F238E27FC236}">
                <a16:creationId xmlns:a16="http://schemas.microsoft.com/office/drawing/2014/main" id="{A2F2DF42-61AB-FE4E-A95C-AA9CBB67E0C3}"/>
              </a:ext>
            </a:extLst>
          </p:cNvPr>
          <p:cNvGrpSpPr>
            <a:grpSpLocks/>
          </p:cNvGrpSpPr>
          <p:nvPr/>
        </p:nvGrpSpPr>
        <p:grpSpPr bwMode="auto">
          <a:xfrm>
            <a:off x="1749425" y="609600"/>
            <a:ext cx="5975350" cy="668338"/>
            <a:chOff x="1102" y="384"/>
            <a:chExt cx="3764" cy="421"/>
          </a:xfrm>
        </p:grpSpPr>
        <p:sp>
          <p:nvSpPr>
            <p:cNvPr id="141461" name="Rectangle 156">
              <a:extLst>
                <a:ext uri="{FF2B5EF4-FFF2-40B4-BE49-F238E27FC236}">
                  <a16:creationId xmlns:a16="http://schemas.microsoft.com/office/drawing/2014/main" id="{A0BDEDE6-CF04-D144-8221-13E8631BB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584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41462" name="Group 157">
              <a:extLst>
                <a:ext uri="{FF2B5EF4-FFF2-40B4-BE49-F238E27FC236}">
                  <a16:creationId xmlns:a16="http://schemas.microsoft.com/office/drawing/2014/main" id="{867B3464-1044-C742-B3F4-E466EE7CE6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3" y="576"/>
              <a:ext cx="624" cy="229"/>
              <a:chOff x="1163" y="576"/>
              <a:chExt cx="624" cy="229"/>
            </a:xfrm>
          </p:grpSpPr>
          <p:sp>
            <p:nvSpPr>
              <p:cNvPr id="141476" name="Rectangle 158">
                <a:extLst>
                  <a:ext uri="{FF2B5EF4-FFF2-40B4-BE49-F238E27FC236}">
                    <a16:creationId xmlns:a16="http://schemas.microsoft.com/office/drawing/2014/main" id="{8D6D50F8-A1E2-4442-B4B8-F316C4276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580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1477" name="Rectangle 159">
                <a:extLst>
                  <a:ext uri="{FF2B5EF4-FFF2-40B4-BE49-F238E27FC236}">
                    <a16:creationId xmlns:a16="http://schemas.microsoft.com/office/drawing/2014/main" id="{5C03DB2A-5DF0-324B-B54E-977F8C2F9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576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41463" name="Group 160">
              <a:extLst>
                <a:ext uri="{FF2B5EF4-FFF2-40B4-BE49-F238E27FC236}">
                  <a16:creationId xmlns:a16="http://schemas.microsoft.com/office/drawing/2014/main" id="{2C2EAB2D-C4C8-7940-96FE-B5501A0B1E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576"/>
              <a:ext cx="580" cy="229"/>
              <a:chOff x="1795" y="576"/>
              <a:chExt cx="580" cy="229"/>
            </a:xfrm>
          </p:grpSpPr>
          <p:sp>
            <p:nvSpPr>
              <p:cNvPr id="141474" name="Rectangle 161">
                <a:extLst>
                  <a:ext uri="{FF2B5EF4-FFF2-40B4-BE49-F238E27FC236}">
                    <a16:creationId xmlns:a16="http://schemas.microsoft.com/office/drawing/2014/main" id="{F58F5435-CB9F-4B40-9A9E-0C118CF19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580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1475" name="Rectangle 162">
                <a:extLst>
                  <a:ext uri="{FF2B5EF4-FFF2-40B4-BE49-F238E27FC236}">
                    <a16:creationId xmlns:a16="http://schemas.microsoft.com/office/drawing/2014/main" id="{B1609430-ACDD-5543-BA78-7F05F7E33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0" y="576"/>
                <a:ext cx="25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41464" name="Group 163">
              <a:extLst>
                <a:ext uri="{FF2B5EF4-FFF2-40B4-BE49-F238E27FC236}">
                  <a16:creationId xmlns:a16="http://schemas.microsoft.com/office/drawing/2014/main" id="{5843286D-48AA-C84E-A79C-0272704C8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3" y="576"/>
              <a:ext cx="579" cy="229"/>
              <a:chOff x="2383" y="576"/>
              <a:chExt cx="579" cy="229"/>
            </a:xfrm>
          </p:grpSpPr>
          <p:sp>
            <p:nvSpPr>
              <p:cNvPr id="141472" name="Rectangle 164">
                <a:extLst>
                  <a:ext uri="{FF2B5EF4-FFF2-40B4-BE49-F238E27FC236}">
                    <a16:creationId xmlns:a16="http://schemas.microsoft.com/office/drawing/2014/main" id="{A999A209-4F93-C342-979C-8C571DEBA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3" y="580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1473" name="Rectangle 165">
                <a:extLst>
                  <a:ext uri="{FF2B5EF4-FFF2-40B4-BE49-F238E27FC236}">
                    <a16:creationId xmlns:a16="http://schemas.microsoft.com/office/drawing/2014/main" id="{8C9BD94F-CD94-194E-A90A-546548BF4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7" y="576"/>
                <a:ext cx="21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41465" name="Rectangle 166">
              <a:extLst>
                <a:ext uri="{FF2B5EF4-FFF2-40B4-BE49-F238E27FC236}">
                  <a16:creationId xmlns:a16="http://schemas.microsoft.com/office/drawing/2014/main" id="{03627BC2-90B9-B044-940D-C802E747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580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1466" name="Rectangle 167">
              <a:extLst>
                <a:ext uri="{FF2B5EF4-FFF2-40B4-BE49-F238E27FC236}">
                  <a16:creationId xmlns:a16="http://schemas.microsoft.com/office/drawing/2014/main" id="{B02C2A71-3018-9243-80E7-E6C66CE77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3" y="576"/>
              <a:ext cx="8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141467" name="Rectangle 168">
              <a:extLst>
                <a:ext uri="{FF2B5EF4-FFF2-40B4-BE49-F238E27FC236}">
                  <a16:creationId xmlns:a16="http://schemas.microsoft.com/office/drawing/2014/main" id="{AC71672A-6D29-3D4C-B3D8-B180AB0B2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384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1468" name="Rectangle 169">
              <a:extLst>
                <a:ext uri="{FF2B5EF4-FFF2-40B4-BE49-F238E27FC236}">
                  <a16:creationId xmlns:a16="http://schemas.microsoft.com/office/drawing/2014/main" id="{2359C557-682F-E641-B214-C0DBBF357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41469" name="Rectangle 170">
              <a:extLst>
                <a:ext uri="{FF2B5EF4-FFF2-40B4-BE49-F238E27FC236}">
                  <a16:creationId xmlns:a16="http://schemas.microsoft.com/office/drawing/2014/main" id="{9F6CFFE7-53A3-E54B-9985-3B65E21ED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6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41470" name="Rectangle 171">
              <a:extLst>
                <a:ext uri="{FF2B5EF4-FFF2-40B4-BE49-F238E27FC236}">
                  <a16:creationId xmlns:a16="http://schemas.microsoft.com/office/drawing/2014/main" id="{982CC2C6-4A59-E349-BC77-D623502F8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41471" name="Rectangle 172">
              <a:extLst>
                <a:ext uri="{FF2B5EF4-FFF2-40B4-BE49-F238E27FC236}">
                  <a16:creationId xmlns:a16="http://schemas.microsoft.com/office/drawing/2014/main" id="{537A804A-E28A-C945-86D1-2F4A83E2A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38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</p:grpSp>
      <p:grpSp>
        <p:nvGrpSpPr>
          <p:cNvPr id="260269" name="Group 173">
            <a:extLst>
              <a:ext uri="{FF2B5EF4-FFF2-40B4-BE49-F238E27FC236}">
                <a16:creationId xmlns:a16="http://schemas.microsoft.com/office/drawing/2014/main" id="{7D81F3AD-FE53-C643-9A44-B4CA7474267C}"/>
              </a:ext>
            </a:extLst>
          </p:cNvPr>
          <p:cNvGrpSpPr>
            <a:grpSpLocks/>
          </p:cNvGrpSpPr>
          <p:nvPr/>
        </p:nvGrpSpPr>
        <p:grpSpPr bwMode="auto">
          <a:xfrm>
            <a:off x="2600325" y="3236913"/>
            <a:ext cx="442913" cy="374650"/>
            <a:chOff x="1638" y="2039"/>
            <a:chExt cx="279" cy="236"/>
          </a:xfrm>
        </p:grpSpPr>
        <p:sp>
          <p:nvSpPr>
            <p:cNvPr id="141459" name="Line 174">
              <a:extLst>
                <a:ext uri="{FF2B5EF4-FFF2-40B4-BE49-F238E27FC236}">
                  <a16:creationId xmlns:a16="http://schemas.microsoft.com/office/drawing/2014/main" id="{02B0CAF4-7C89-F14F-8373-50E115516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7" y="2039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60" name="Line 175">
              <a:extLst>
                <a:ext uri="{FF2B5EF4-FFF2-40B4-BE49-F238E27FC236}">
                  <a16:creationId xmlns:a16="http://schemas.microsoft.com/office/drawing/2014/main" id="{8DC1DC47-40A7-144A-949F-460B9415C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8" y="2039"/>
              <a:ext cx="0" cy="236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0272" name="Group 176">
            <a:extLst>
              <a:ext uri="{FF2B5EF4-FFF2-40B4-BE49-F238E27FC236}">
                <a16:creationId xmlns:a16="http://schemas.microsoft.com/office/drawing/2014/main" id="{24F20C39-D898-C549-800C-E8C9E03E3974}"/>
              </a:ext>
            </a:extLst>
          </p:cNvPr>
          <p:cNvGrpSpPr>
            <a:grpSpLocks/>
          </p:cNvGrpSpPr>
          <p:nvPr/>
        </p:nvGrpSpPr>
        <p:grpSpPr bwMode="auto">
          <a:xfrm>
            <a:off x="3221038" y="3794125"/>
            <a:ext cx="1792287" cy="1962150"/>
            <a:chOff x="2029" y="2390"/>
            <a:chExt cx="1129" cy="1236"/>
          </a:xfrm>
        </p:grpSpPr>
        <p:sp>
          <p:nvSpPr>
            <p:cNvPr id="141455" name="Line 177">
              <a:extLst>
                <a:ext uri="{FF2B5EF4-FFF2-40B4-BE49-F238E27FC236}">
                  <a16:creationId xmlns:a16="http://schemas.microsoft.com/office/drawing/2014/main" id="{2189A5A3-9D1B-A945-AB79-D2AEBB318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8" y="2390"/>
              <a:ext cx="1120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56" name="Line 178">
              <a:extLst>
                <a:ext uri="{FF2B5EF4-FFF2-40B4-BE49-F238E27FC236}">
                  <a16:creationId xmlns:a16="http://schemas.microsoft.com/office/drawing/2014/main" id="{25DA036F-E138-CF49-80C3-C545ABE42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822"/>
              <a:ext cx="592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57" name="Line 179">
              <a:extLst>
                <a:ext uri="{FF2B5EF4-FFF2-40B4-BE49-F238E27FC236}">
                  <a16:creationId xmlns:a16="http://schemas.microsoft.com/office/drawing/2014/main" id="{805CB175-B7C0-1C43-9352-690CEB5C1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3374"/>
              <a:ext cx="0" cy="25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58" name="Line 180">
              <a:extLst>
                <a:ext uri="{FF2B5EF4-FFF2-40B4-BE49-F238E27FC236}">
                  <a16:creationId xmlns:a16="http://schemas.microsoft.com/office/drawing/2014/main" id="{19411C9E-5021-4C4A-A331-23B34B140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4" y="2918"/>
              <a:ext cx="304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0277" name="Line 181">
            <a:extLst>
              <a:ext uri="{FF2B5EF4-FFF2-40B4-BE49-F238E27FC236}">
                <a16:creationId xmlns:a16="http://schemas.microsoft.com/office/drawing/2014/main" id="{7EAE5C85-D7CB-0B43-89CA-765F1E807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0338" y="2128838"/>
            <a:ext cx="584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0278" name="Group 182">
            <a:extLst>
              <a:ext uri="{FF2B5EF4-FFF2-40B4-BE49-F238E27FC236}">
                <a16:creationId xmlns:a16="http://schemas.microsoft.com/office/drawing/2014/main" id="{D5E349A7-E7F4-7440-B9AD-EBEC5EB63FB0}"/>
              </a:ext>
            </a:extLst>
          </p:cNvPr>
          <p:cNvGrpSpPr>
            <a:grpSpLocks/>
          </p:cNvGrpSpPr>
          <p:nvPr/>
        </p:nvGrpSpPr>
        <p:grpSpPr bwMode="auto">
          <a:xfrm>
            <a:off x="5454650" y="2879725"/>
            <a:ext cx="203200" cy="1193800"/>
            <a:chOff x="3446" y="1814"/>
            <a:chExt cx="128" cy="752"/>
          </a:xfrm>
        </p:grpSpPr>
        <p:sp>
          <p:nvSpPr>
            <p:cNvPr id="141453" name="Line 183">
              <a:extLst>
                <a:ext uri="{FF2B5EF4-FFF2-40B4-BE49-F238E27FC236}">
                  <a16:creationId xmlns:a16="http://schemas.microsoft.com/office/drawing/2014/main" id="{CC5F8ABE-480B-1A40-B8F2-433EBD107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8" y="1814"/>
              <a:ext cx="0" cy="752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54" name="Line 184">
              <a:extLst>
                <a:ext uri="{FF2B5EF4-FFF2-40B4-BE49-F238E27FC236}">
                  <a16:creationId xmlns:a16="http://schemas.microsoft.com/office/drawing/2014/main" id="{C802CB90-34D4-0347-86C6-7E9E14647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6" y="2541"/>
              <a:ext cx="128" cy="0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0281" name="Line 185">
            <a:extLst>
              <a:ext uri="{FF2B5EF4-FFF2-40B4-BE49-F238E27FC236}">
                <a16:creationId xmlns:a16="http://schemas.microsoft.com/office/drawing/2014/main" id="{F1021C11-1BDF-EC47-AD71-1AAE2869AC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3038" y="3284538"/>
            <a:ext cx="0" cy="482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6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6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6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6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FDF0D077-3838-2A42-A6EC-B7CF24D31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853238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Branch</a:t>
            </a:r>
            <a:r>
              <a:rPr lang="zh-CN" altLang="en-US">
                <a:ea typeface="宋体" panose="02010600030101010101" pitchFamily="2" charset="-122"/>
              </a:rPr>
              <a:t>指令最后阶段取指部件中的动作</a:t>
            </a:r>
          </a:p>
        </p:txBody>
      </p:sp>
      <p:sp>
        <p:nvSpPr>
          <p:cNvPr id="143363" name="Line 3">
            <a:extLst>
              <a:ext uri="{FF2B5EF4-FFF2-40B4-BE49-F238E27FC236}">
                <a16:creationId xmlns:a16="http://schemas.microsoft.com/office/drawing/2014/main" id="{B24C2981-7484-D248-AF94-9B88496E1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0525" y="3581400"/>
            <a:ext cx="9048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64" name="Line 4">
            <a:extLst>
              <a:ext uri="{FF2B5EF4-FFF2-40B4-BE49-F238E27FC236}">
                <a16:creationId xmlns:a16="http://schemas.microsoft.com/office/drawing/2014/main" id="{58EE4C51-A038-B84F-AB78-0858B7608C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35163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65" name="Rectangle 5">
            <a:extLst>
              <a:ext uri="{FF2B5EF4-FFF2-40B4-BE49-F238E27FC236}">
                <a16:creationId xmlns:a16="http://schemas.microsoft.com/office/drawing/2014/main" id="{307891A0-B060-4846-8E46-F13513D88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6512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3366" name="Line 6">
            <a:extLst>
              <a:ext uri="{FF2B5EF4-FFF2-40B4-BE49-F238E27FC236}">
                <a16:creationId xmlns:a16="http://schemas.microsoft.com/office/drawing/2014/main" id="{6EB7A3A3-13FF-EA4D-B619-DCF8F9B75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8100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67" name="Line 7">
            <a:extLst>
              <a:ext uri="{FF2B5EF4-FFF2-40B4-BE49-F238E27FC236}">
                <a16:creationId xmlns:a16="http://schemas.microsoft.com/office/drawing/2014/main" id="{2B315F22-E9EA-424B-B894-66CDB6D78A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3740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68" name="Rectangle 8">
            <a:extLst>
              <a:ext uri="{FF2B5EF4-FFF2-40B4-BE49-F238E27FC236}">
                <a16:creationId xmlns:a16="http://schemas.microsoft.com/office/drawing/2014/main" id="{76AE5C47-F531-0A47-93C5-9058E18FE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3914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3369" name="Rectangle 9">
            <a:extLst>
              <a:ext uri="{FF2B5EF4-FFF2-40B4-BE49-F238E27FC236}">
                <a16:creationId xmlns:a16="http://schemas.microsoft.com/office/drawing/2014/main" id="{39EEEBA4-CFC1-104E-A70C-95A053AC9BC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50281" y="5117307"/>
            <a:ext cx="1031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SignExt</a:t>
            </a:r>
          </a:p>
        </p:txBody>
      </p:sp>
      <p:sp>
        <p:nvSpPr>
          <p:cNvPr id="143370" name="Line 10">
            <a:extLst>
              <a:ext uri="{FF2B5EF4-FFF2-40B4-BE49-F238E27FC236}">
                <a16:creationId xmlns:a16="http://schemas.microsoft.com/office/drawing/2014/main" id="{9ED3D12E-017D-8D4D-8AA8-60CFD410C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4643438"/>
            <a:ext cx="635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1" name="Rectangle 11">
            <a:extLst>
              <a:ext uri="{FF2B5EF4-FFF2-40B4-BE49-F238E27FC236}">
                <a16:creationId xmlns:a16="http://schemas.microsoft.com/office/drawing/2014/main" id="{B8109B4E-4DB8-D842-A6B7-9CC0FD0FB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4754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3372" name="Line 12">
            <a:extLst>
              <a:ext uri="{FF2B5EF4-FFF2-40B4-BE49-F238E27FC236}">
                <a16:creationId xmlns:a16="http://schemas.microsoft.com/office/drawing/2014/main" id="{CBC67ED4-5FB1-B941-B75F-46C51A2DB1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4578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3" name="Line 13">
            <a:extLst>
              <a:ext uri="{FF2B5EF4-FFF2-40B4-BE49-F238E27FC236}">
                <a16:creationId xmlns:a16="http://schemas.microsoft.com/office/drawing/2014/main" id="{7DFD88B3-1906-F743-AFF5-7459CFFA3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0400" y="5334000"/>
            <a:ext cx="635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4" name="Line 14">
            <a:extLst>
              <a:ext uri="{FF2B5EF4-FFF2-40B4-BE49-F238E27FC236}">
                <a16:creationId xmlns:a16="http://schemas.microsoft.com/office/drawing/2014/main" id="{2CD70F16-6B07-514B-BC57-F674F7714B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7250" y="5251450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5" name="Rectangle 15">
            <a:extLst>
              <a:ext uri="{FF2B5EF4-FFF2-40B4-BE49-F238E27FC236}">
                <a16:creationId xmlns:a16="http://schemas.microsoft.com/office/drawing/2014/main" id="{D3E24E7E-E762-EA4E-BA77-3498ECDCD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9863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43376" name="Rectangle 16">
            <a:extLst>
              <a:ext uri="{FF2B5EF4-FFF2-40B4-BE49-F238E27FC236}">
                <a16:creationId xmlns:a16="http://schemas.microsoft.com/office/drawing/2014/main" id="{1004BC34-087D-1641-B0E0-B6225179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145088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43377" name="Line 17">
            <a:extLst>
              <a:ext uri="{FF2B5EF4-FFF2-40B4-BE49-F238E27FC236}">
                <a16:creationId xmlns:a16="http://schemas.microsoft.com/office/drawing/2014/main" id="{1D38A369-CF7C-DE43-A18A-614E281DA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800" y="4449763"/>
            <a:ext cx="482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8" name="Rectangle 18">
            <a:extLst>
              <a:ext uri="{FF2B5EF4-FFF2-40B4-BE49-F238E27FC236}">
                <a16:creationId xmlns:a16="http://schemas.microsoft.com/office/drawing/2014/main" id="{E3A59F03-9339-1F45-B10E-70B6A4129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133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43379" name="Group 19">
            <a:extLst>
              <a:ext uri="{FF2B5EF4-FFF2-40B4-BE49-F238E27FC236}">
                <a16:creationId xmlns:a16="http://schemas.microsoft.com/office/drawing/2014/main" id="{BB1E82E7-4FB9-4E4D-AB22-D7B8AC475D46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3563938"/>
            <a:ext cx="376237" cy="1325562"/>
            <a:chOff x="2979" y="2245"/>
            <a:chExt cx="237" cy="835"/>
          </a:xfrm>
        </p:grpSpPr>
        <p:grpSp>
          <p:nvGrpSpPr>
            <p:cNvPr id="143493" name="Group 20">
              <a:extLst>
                <a:ext uri="{FF2B5EF4-FFF2-40B4-BE49-F238E27FC236}">
                  <a16:creationId xmlns:a16="http://schemas.microsoft.com/office/drawing/2014/main" id="{99A186E7-685A-0D40-AF72-A6F455E9A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245"/>
              <a:ext cx="192" cy="835"/>
              <a:chOff x="3024" y="2245"/>
              <a:chExt cx="192" cy="835"/>
            </a:xfrm>
          </p:grpSpPr>
          <p:sp>
            <p:nvSpPr>
              <p:cNvPr id="143497" name="Line 21">
                <a:extLst>
                  <a:ext uri="{FF2B5EF4-FFF2-40B4-BE49-F238E27FC236}">
                    <a16:creationId xmlns:a16="http://schemas.microsoft.com/office/drawing/2014/main" id="{8E634424-CD22-3443-BE61-07262174F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245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98" name="Line 22">
                <a:extLst>
                  <a:ext uri="{FF2B5EF4-FFF2-40B4-BE49-F238E27FC236}">
                    <a16:creationId xmlns:a16="http://schemas.microsoft.com/office/drawing/2014/main" id="{FB85CDD3-AA1B-CB4F-83C4-D5D8E98E2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2245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99" name="Line 23">
                <a:extLst>
                  <a:ext uri="{FF2B5EF4-FFF2-40B4-BE49-F238E27FC236}">
                    <a16:creationId xmlns:a16="http://schemas.microsoft.com/office/drawing/2014/main" id="{CC26F5E2-BBF2-B646-82AB-525888022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2" y="2953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00" name="Line 24">
                <a:extLst>
                  <a:ext uri="{FF2B5EF4-FFF2-40B4-BE49-F238E27FC236}">
                    <a16:creationId xmlns:a16="http://schemas.microsoft.com/office/drawing/2014/main" id="{9067C74D-A134-3148-85D1-B9741EFE6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356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94" name="Rectangle 25">
              <a:extLst>
                <a:ext uri="{FF2B5EF4-FFF2-40B4-BE49-F238E27FC236}">
                  <a16:creationId xmlns:a16="http://schemas.microsoft.com/office/drawing/2014/main" id="{A82A8473-F7F2-0448-AC0B-12427E3C75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93" y="2566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43495" name="Rectangle 26">
              <a:extLst>
                <a:ext uri="{FF2B5EF4-FFF2-40B4-BE49-F238E27FC236}">
                  <a16:creationId xmlns:a16="http://schemas.microsoft.com/office/drawing/2014/main" id="{F9872B3E-4C68-0547-A1C8-6B1F7F822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32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3496" name="Rectangle 27">
              <a:extLst>
                <a:ext uri="{FF2B5EF4-FFF2-40B4-BE49-F238E27FC236}">
                  <a16:creationId xmlns:a16="http://schemas.microsoft.com/office/drawing/2014/main" id="{FBA7581B-FF30-8646-AE96-B45731570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79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43380" name="Group 28">
            <a:extLst>
              <a:ext uri="{FF2B5EF4-FFF2-40B4-BE49-F238E27FC236}">
                <a16:creationId xmlns:a16="http://schemas.microsoft.com/office/drawing/2014/main" id="{658FE0EE-71A4-D342-8A50-1E606BA186B8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449638"/>
            <a:ext cx="476250" cy="1157287"/>
            <a:chOff x="1632" y="2173"/>
            <a:chExt cx="300" cy="729"/>
          </a:xfrm>
        </p:grpSpPr>
        <p:grpSp>
          <p:nvGrpSpPr>
            <p:cNvPr id="143483" name="Group 29">
              <a:extLst>
                <a:ext uri="{FF2B5EF4-FFF2-40B4-BE49-F238E27FC236}">
                  <a16:creationId xmlns:a16="http://schemas.microsoft.com/office/drawing/2014/main" id="{89564EF0-5D51-314D-A402-E02E3D7E39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173"/>
              <a:ext cx="288" cy="729"/>
              <a:chOff x="1632" y="2173"/>
              <a:chExt cx="288" cy="729"/>
            </a:xfrm>
          </p:grpSpPr>
          <p:sp>
            <p:nvSpPr>
              <p:cNvPr id="143485" name="Line 30">
                <a:extLst>
                  <a:ext uri="{FF2B5EF4-FFF2-40B4-BE49-F238E27FC236}">
                    <a16:creationId xmlns:a16="http://schemas.microsoft.com/office/drawing/2014/main" id="{BC44150A-8233-684E-9498-6B0B858AD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73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86" name="Line 31">
                <a:extLst>
                  <a:ext uri="{FF2B5EF4-FFF2-40B4-BE49-F238E27FC236}">
                    <a16:creationId xmlns:a16="http://schemas.microsoft.com/office/drawing/2014/main" id="{6F2487EB-1E9B-314B-9D57-9306655F3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173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87" name="Line 32">
                <a:extLst>
                  <a:ext uri="{FF2B5EF4-FFF2-40B4-BE49-F238E27FC236}">
                    <a16:creationId xmlns:a16="http://schemas.microsoft.com/office/drawing/2014/main" id="{110F1B79-AF1D-BF4F-8CBC-9D3EB46EF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355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88" name="Line 33">
                <a:extLst>
                  <a:ext uri="{FF2B5EF4-FFF2-40B4-BE49-F238E27FC236}">
                    <a16:creationId xmlns:a16="http://schemas.microsoft.com/office/drawing/2014/main" id="{30FFF6AD-C096-6843-8FEB-A8E10E88A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44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89" name="Line 34">
                <a:extLst>
                  <a:ext uri="{FF2B5EF4-FFF2-40B4-BE49-F238E27FC236}">
                    <a16:creationId xmlns:a16="http://schemas.microsoft.com/office/drawing/2014/main" id="{6D8F898E-7FE0-BD44-8F86-B5EE01F21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355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90" name="Line 35">
                <a:extLst>
                  <a:ext uri="{FF2B5EF4-FFF2-40B4-BE49-F238E27FC236}">
                    <a16:creationId xmlns:a16="http://schemas.microsoft.com/office/drawing/2014/main" id="{51E80563-8408-7D42-93B4-A807517CB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613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91" name="Line 36">
                <a:extLst>
                  <a:ext uri="{FF2B5EF4-FFF2-40B4-BE49-F238E27FC236}">
                    <a16:creationId xmlns:a16="http://schemas.microsoft.com/office/drawing/2014/main" id="{69B880A3-3F8B-5341-B407-0370BE8B6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20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92" name="Line 37">
                <a:extLst>
                  <a:ext uri="{FF2B5EF4-FFF2-40B4-BE49-F238E27FC236}">
                    <a16:creationId xmlns:a16="http://schemas.microsoft.com/office/drawing/2014/main" id="{D55032DB-6DA0-AD43-A79C-91575856F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704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84" name="Rectangle 38">
              <a:extLst>
                <a:ext uri="{FF2B5EF4-FFF2-40B4-BE49-F238E27FC236}">
                  <a16:creationId xmlns:a16="http://schemas.microsoft.com/office/drawing/2014/main" id="{18C1398D-8CAA-4444-98A7-B4BAC57FDA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53" y="2460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43381" name="Rectangle 39">
            <a:extLst>
              <a:ext uri="{FF2B5EF4-FFF2-40B4-BE49-F238E27FC236}">
                <a16:creationId xmlns:a16="http://schemas.microsoft.com/office/drawing/2014/main" id="{838F938D-4456-5048-B902-AEFA5262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41148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“1”</a:t>
            </a:r>
          </a:p>
        </p:txBody>
      </p:sp>
      <p:grpSp>
        <p:nvGrpSpPr>
          <p:cNvPr id="143382" name="Group 40">
            <a:extLst>
              <a:ext uri="{FF2B5EF4-FFF2-40B4-BE49-F238E27FC236}">
                <a16:creationId xmlns:a16="http://schemas.microsoft.com/office/drawing/2014/main" id="{8F5BB7BD-6B40-8B40-9EDE-E27D99E5EA49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2984500"/>
            <a:ext cx="585788" cy="2103438"/>
            <a:chOff x="824" y="1880"/>
            <a:chExt cx="369" cy="1325"/>
          </a:xfrm>
        </p:grpSpPr>
        <p:sp>
          <p:nvSpPr>
            <p:cNvPr id="143478" name="Rectangle 41">
              <a:extLst>
                <a:ext uri="{FF2B5EF4-FFF2-40B4-BE49-F238E27FC236}">
                  <a16:creationId xmlns:a16="http://schemas.microsoft.com/office/drawing/2014/main" id="{3597842E-2849-CA4F-A0DD-5A9028DAF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880"/>
              <a:ext cx="176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3479" name="Oval 42">
              <a:extLst>
                <a:ext uri="{FF2B5EF4-FFF2-40B4-BE49-F238E27FC236}">
                  <a16:creationId xmlns:a16="http://schemas.microsoft.com/office/drawing/2014/main" id="{5307379E-009E-E347-8F5C-255B3A9F3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64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3480" name="Line 43">
              <a:extLst>
                <a:ext uri="{FF2B5EF4-FFF2-40B4-BE49-F238E27FC236}">
                  <a16:creationId xmlns:a16="http://schemas.microsoft.com/office/drawing/2014/main" id="{2FC3B972-3C34-4A4C-81EE-FC20BCDBC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74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81" name="Rectangle 44">
              <a:extLst>
                <a:ext uri="{FF2B5EF4-FFF2-40B4-BE49-F238E27FC236}">
                  <a16:creationId xmlns:a16="http://schemas.microsoft.com/office/drawing/2014/main" id="{CAF58B8B-846E-6345-9754-0908C3BD5F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2" y="2212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43482" name="Rectangle 45">
              <a:extLst>
                <a:ext uri="{FF2B5EF4-FFF2-40B4-BE49-F238E27FC236}">
                  <a16:creationId xmlns:a16="http://schemas.microsoft.com/office/drawing/2014/main" id="{58E31947-9E2E-7145-AA5E-D2D28BB09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2976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Clk</a:t>
              </a:r>
            </a:p>
          </p:txBody>
        </p:sp>
      </p:grpSp>
      <p:grpSp>
        <p:nvGrpSpPr>
          <p:cNvPr id="143383" name="Group 46">
            <a:extLst>
              <a:ext uri="{FF2B5EF4-FFF2-40B4-BE49-F238E27FC236}">
                <a16:creationId xmlns:a16="http://schemas.microsoft.com/office/drawing/2014/main" id="{3D1F0442-28ED-E642-9930-D386A9B5D55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059238"/>
            <a:ext cx="476250" cy="1157287"/>
            <a:chOff x="2304" y="2557"/>
            <a:chExt cx="300" cy="729"/>
          </a:xfrm>
        </p:grpSpPr>
        <p:grpSp>
          <p:nvGrpSpPr>
            <p:cNvPr id="143468" name="Group 47">
              <a:extLst>
                <a:ext uri="{FF2B5EF4-FFF2-40B4-BE49-F238E27FC236}">
                  <a16:creationId xmlns:a16="http://schemas.microsoft.com/office/drawing/2014/main" id="{46FA9443-AC38-0F47-9BF1-B11D43F61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557"/>
              <a:ext cx="288" cy="729"/>
              <a:chOff x="2304" y="2557"/>
              <a:chExt cx="288" cy="729"/>
            </a:xfrm>
          </p:grpSpPr>
          <p:sp>
            <p:nvSpPr>
              <p:cNvPr id="143470" name="Line 48">
                <a:extLst>
                  <a:ext uri="{FF2B5EF4-FFF2-40B4-BE49-F238E27FC236}">
                    <a16:creationId xmlns:a16="http://schemas.microsoft.com/office/drawing/2014/main" id="{4E60259A-7CCE-3142-9F98-E660F182B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55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1" name="Line 49">
                <a:extLst>
                  <a:ext uri="{FF2B5EF4-FFF2-40B4-BE49-F238E27FC236}">
                    <a16:creationId xmlns:a16="http://schemas.microsoft.com/office/drawing/2014/main" id="{76A0802D-3C3B-9143-8CA2-2C320E71C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557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2" name="Line 50">
                <a:extLst>
                  <a:ext uri="{FF2B5EF4-FFF2-40B4-BE49-F238E27FC236}">
                    <a16:creationId xmlns:a16="http://schemas.microsoft.com/office/drawing/2014/main" id="{60DCC6CA-1100-4341-A9D9-4DB1D79D7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739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3" name="Line 51">
                <a:extLst>
                  <a:ext uri="{FF2B5EF4-FFF2-40B4-BE49-F238E27FC236}">
                    <a16:creationId xmlns:a16="http://schemas.microsoft.com/office/drawing/2014/main" id="{F5E27B55-23A9-AC4C-9209-7AFDA391A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1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4" name="Line 52">
                <a:extLst>
                  <a:ext uri="{FF2B5EF4-FFF2-40B4-BE49-F238E27FC236}">
                    <a16:creationId xmlns:a16="http://schemas.microsoft.com/office/drawing/2014/main" id="{AEAF8A92-3D90-A248-ADFD-0BFD52FDC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739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5" name="Line 53">
                <a:extLst>
                  <a:ext uri="{FF2B5EF4-FFF2-40B4-BE49-F238E27FC236}">
                    <a16:creationId xmlns:a16="http://schemas.microsoft.com/office/drawing/2014/main" id="{FC19440F-5378-7A48-942C-145196865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2997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6" name="Line 54">
                <a:extLst>
                  <a:ext uri="{FF2B5EF4-FFF2-40B4-BE49-F238E27FC236}">
                    <a16:creationId xmlns:a16="http://schemas.microsoft.com/office/drawing/2014/main" id="{352D3EB9-6C4F-EA4E-A03E-AB7AF2DF1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104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77" name="Line 55">
                <a:extLst>
                  <a:ext uri="{FF2B5EF4-FFF2-40B4-BE49-F238E27FC236}">
                    <a16:creationId xmlns:a16="http://schemas.microsoft.com/office/drawing/2014/main" id="{3BEECB14-1F50-4F47-AF28-C0C24E7A0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3088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69" name="Rectangle 56">
              <a:extLst>
                <a:ext uri="{FF2B5EF4-FFF2-40B4-BE49-F238E27FC236}">
                  <a16:creationId xmlns:a16="http://schemas.microsoft.com/office/drawing/2014/main" id="{F60CF49F-2AE6-4641-AB79-C4C4C789C1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5" y="2844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43384" name="Line 57">
            <a:extLst>
              <a:ext uri="{FF2B5EF4-FFF2-40B4-BE49-F238E27FC236}">
                <a16:creationId xmlns:a16="http://schemas.microsoft.com/office/drawing/2014/main" id="{92F2147F-E7CF-5E44-B04F-18AB4951D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5925" y="5100638"/>
            <a:ext cx="6762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5" name="Rectangle 58">
            <a:extLst>
              <a:ext uri="{FF2B5EF4-FFF2-40B4-BE49-F238E27FC236}">
                <a16:creationId xmlns:a16="http://schemas.microsoft.com/office/drawing/2014/main" id="{232898BE-E50B-8E4E-8D4F-05CAFD84C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5135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3386" name="Line 59">
            <a:extLst>
              <a:ext uri="{FF2B5EF4-FFF2-40B4-BE49-F238E27FC236}">
                <a16:creationId xmlns:a16="http://schemas.microsoft.com/office/drawing/2014/main" id="{43C89EF4-D32C-EE48-9543-94D609B33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4050" y="5035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3387" name="Group 60">
            <a:extLst>
              <a:ext uri="{FF2B5EF4-FFF2-40B4-BE49-F238E27FC236}">
                <a16:creationId xmlns:a16="http://schemas.microsoft.com/office/drawing/2014/main" id="{8C3A946A-E39E-5743-B73E-5F2D5A41463E}"/>
              </a:ext>
            </a:extLst>
          </p:cNvPr>
          <p:cNvGrpSpPr>
            <a:grpSpLocks/>
          </p:cNvGrpSpPr>
          <p:nvPr/>
        </p:nvGrpSpPr>
        <p:grpSpPr bwMode="auto">
          <a:xfrm>
            <a:off x="4799013" y="5087938"/>
            <a:ext cx="385762" cy="385762"/>
            <a:chOff x="3023" y="3205"/>
            <a:chExt cx="243" cy="243"/>
          </a:xfrm>
        </p:grpSpPr>
        <p:sp>
          <p:nvSpPr>
            <p:cNvPr id="143463" name="Arc 61">
              <a:extLst>
                <a:ext uri="{FF2B5EF4-FFF2-40B4-BE49-F238E27FC236}">
                  <a16:creationId xmlns:a16="http://schemas.microsoft.com/office/drawing/2014/main" id="{99ADD364-67C0-8042-AD93-740CBA615CB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35" y="3193"/>
              <a:ext cx="91" cy="1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64" name="Arc 62">
              <a:extLst>
                <a:ext uri="{FF2B5EF4-FFF2-40B4-BE49-F238E27FC236}">
                  <a16:creationId xmlns:a16="http://schemas.microsoft.com/office/drawing/2014/main" id="{C6EBB3AC-4CBC-894C-B0D6-495E2651037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63" y="3193"/>
              <a:ext cx="91" cy="115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599" fill="none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</a:path>
                <a:path w="21599" h="21599" stroke="0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  <a:lnTo>
                    <a:pt x="21599" y="21599"/>
                  </a:lnTo>
                  <a:lnTo>
                    <a:pt x="-1" y="2141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65" name="Line 63">
              <a:extLst>
                <a:ext uri="{FF2B5EF4-FFF2-40B4-BE49-F238E27FC236}">
                  <a16:creationId xmlns:a16="http://schemas.microsoft.com/office/drawing/2014/main" id="{9BE56647-6206-1F4F-9763-598F71522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66" name="Line 64">
              <a:extLst>
                <a:ext uri="{FF2B5EF4-FFF2-40B4-BE49-F238E27FC236}">
                  <a16:creationId xmlns:a16="http://schemas.microsoft.com/office/drawing/2014/main" id="{BACCBAD6-4991-3242-A634-ED117BEF0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44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67" name="Line 65">
              <a:extLst>
                <a:ext uri="{FF2B5EF4-FFF2-40B4-BE49-F238E27FC236}">
                  <a16:creationId xmlns:a16="http://schemas.microsoft.com/office/drawing/2014/main" id="{C9FA8693-3572-0447-ACE7-8587F4994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388" name="Line 66">
            <a:extLst>
              <a:ext uri="{FF2B5EF4-FFF2-40B4-BE49-F238E27FC236}">
                <a16:creationId xmlns:a16="http://schemas.microsoft.com/office/drawing/2014/main" id="{06A56D5A-D2FE-1E43-9E6E-1C227D4125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4789488"/>
            <a:ext cx="0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9" name="Line 67">
            <a:extLst>
              <a:ext uri="{FF2B5EF4-FFF2-40B4-BE49-F238E27FC236}">
                <a16:creationId xmlns:a16="http://schemas.microsoft.com/office/drawing/2014/main" id="{11F956C2-E64B-0A40-8451-F5F0D4B55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499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0" name="Line 68">
            <a:extLst>
              <a:ext uri="{FF2B5EF4-FFF2-40B4-BE49-F238E27FC236}">
                <a16:creationId xmlns:a16="http://schemas.microsoft.com/office/drawing/2014/main" id="{F3F6CEE9-1707-014A-B7BF-8BA26F3BF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4991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1" name="Line 69">
            <a:extLst>
              <a:ext uri="{FF2B5EF4-FFF2-40B4-BE49-F238E27FC236}">
                <a16:creationId xmlns:a16="http://schemas.microsoft.com/office/drawing/2014/main" id="{1F7B3D03-081C-9E4E-805B-6E9F34F70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3313" y="3429000"/>
            <a:ext cx="192087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2" name="Line 70">
            <a:extLst>
              <a:ext uri="{FF2B5EF4-FFF2-40B4-BE49-F238E27FC236}">
                <a16:creationId xmlns:a16="http://schemas.microsoft.com/office/drawing/2014/main" id="{F50B1DAF-6916-864B-93A4-C4CBCAB21A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879600"/>
            <a:ext cx="0" cy="157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3" name="Line 71">
            <a:extLst>
              <a:ext uri="{FF2B5EF4-FFF2-40B4-BE49-F238E27FC236}">
                <a16:creationId xmlns:a16="http://schemas.microsoft.com/office/drawing/2014/main" id="{1A7C5227-8D73-2946-B19F-F3BAA492A6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1905000"/>
            <a:ext cx="5689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4" name="Line 72">
            <a:extLst>
              <a:ext uri="{FF2B5EF4-FFF2-40B4-BE49-F238E27FC236}">
                <a16:creationId xmlns:a16="http://schemas.microsoft.com/office/drawing/2014/main" id="{F3F0188A-AEBC-EF43-959A-8BDFC092F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885950"/>
            <a:ext cx="0" cy="1701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5" name="Line 73">
            <a:extLst>
              <a:ext uri="{FF2B5EF4-FFF2-40B4-BE49-F238E27FC236}">
                <a16:creationId xmlns:a16="http://schemas.microsoft.com/office/drawing/2014/main" id="{F032ADE6-B3F9-AF47-91FA-7CB4AAA7C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" y="3567113"/>
            <a:ext cx="58102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6" name="Line 74">
            <a:extLst>
              <a:ext uri="{FF2B5EF4-FFF2-40B4-BE49-F238E27FC236}">
                <a16:creationId xmlns:a16="http://schemas.microsoft.com/office/drawing/2014/main" id="{A4C36FC6-1B07-DB47-81F5-699827C443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835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7" name="Rectangle 75">
            <a:extLst>
              <a:ext uri="{FF2B5EF4-FFF2-40B4-BE49-F238E27FC236}">
                <a16:creationId xmlns:a16="http://schemas.microsoft.com/office/drawing/2014/main" id="{A2257D01-500F-EB44-8E10-2AE584C4C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9335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3398" name="Rectangle 76">
            <a:extLst>
              <a:ext uri="{FF2B5EF4-FFF2-40B4-BE49-F238E27FC236}">
                <a16:creationId xmlns:a16="http://schemas.microsoft.com/office/drawing/2014/main" id="{B573AC87-0080-DE41-9CE2-07EC9B64C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5867400"/>
            <a:ext cx="1355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 = 1</a:t>
            </a:r>
          </a:p>
        </p:txBody>
      </p:sp>
      <p:sp>
        <p:nvSpPr>
          <p:cNvPr id="143399" name="Rectangle 77">
            <a:extLst>
              <a:ext uri="{FF2B5EF4-FFF2-40B4-BE49-F238E27FC236}">
                <a16:creationId xmlns:a16="http://schemas.microsoft.com/office/drawing/2014/main" id="{901B58B7-4C35-6E42-AD19-F1E49DDB7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5943600"/>
            <a:ext cx="10636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 = 1</a:t>
            </a:r>
          </a:p>
        </p:txBody>
      </p:sp>
      <p:sp>
        <p:nvSpPr>
          <p:cNvPr id="143400" name="Line 78">
            <a:extLst>
              <a:ext uri="{FF2B5EF4-FFF2-40B4-BE49-F238E27FC236}">
                <a16:creationId xmlns:a16="http://schemas.microsoft.com/office/drawing/2014/main" id="{786CB48D-87CA-894B-837D-BB7C4A09D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2590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1" name="Rectangle 79">
            <a:extLst>
              <a:ext uri="{FF2B5EF4-FFF2-40B4-BE49-F238E27FC236}">
                <a16:creationId xmlns:a16="http://schemas.microsoft.com/office/drawing/2014/main" id="{BE5B07A6-706E-E14E-9843-B288E468E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590800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“00”</a:t>
            </a:r>
          </a:p>
        </p:txBody>
      </p:sp>
      <p:sp>
        <p:nvSpPr>
          <p:cNvPr id="143402" name="Rectangle 80">
            <a:extLst>
              <a:ext uri="{FF2B5EF4-FFF2-40B4-BE49-F238E27FC236}">
                <a16:creationId xmlns:a16="http://schemas.microsoft.com/office/drawing/2014/main" id="{61283F05-BF9F-D44F-9DD6-0F741FD1D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2146300"/>
            <a:ext cx="1355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03" name="Rectangle 81">
            <a:extLst>
              <a:ext uri="{FF2B5EF4-FFF2-40B4-BE49-F238E27FC236}">
                <a16:creationId xmlns:a16="http://schemas.microsoft.com/office/drawing/2014/main" id="{FD9C6CFF-24D0-D341-873C-B4A79AB2B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133600"/>
            <a:ext cx="1438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Addr&lt;31:2&gt;</a:t>
            </a:r>
          </a:p>
        </p:txBody>
      </p:sp>
      <p:sp>
        <p:nvSpPr>
          <p:cNvPr id="143404" name="Rectangle 82">
            <a:extLst>
              <a:ext uri="{FF2B5EF4-FFF2-40B4-BE49-F238E27FC236}">
                <a16:creationId xmlns:a16="http://schemas.microsoft.com/office/drawing/2014/main" id="{28A53209-1A1C-0C47-B6FF-BDA4C146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819400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43405" name="Rectangle 83">
            <a:extLst>
              <a:ext uri="{FF2B5EF4-FFF2-40B4-BE49-F238E27FC236}">
                <a16:creationId xmlns:a16="http://schemas.microsoft.com/office/drawing/2014/main" id="{8CC921D6-75FF-1B4B-BFFB-2BD343147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438400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3406" name="Line 84">
            <a:extLst>
              <a:ext uri="{FF2B5EF4-FFF2-40B4-BE49-F238E27FC236}">
                <a16:creationId xmlns:a16="http://schemas.microsoft.com/office/drawing/2014/main" id="{DFE4BA23-BFB4-4049-9E43-C15904316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441700"/>
            <a:ext cx="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7" name="Line 85">
            <a:extLst>
              <a:ext uri="{FF2B5EF4-FFF2-40B4-BE49-F238E27FC236}">
                <a16:creationId xmlns:a16="http://schemas.microsoft.com/office/drawing/2014/main" id="{69E3A675-D481-B743-9B6C-AFD016CB16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380365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8" name="Rectangle 86">
            <a:extLst>
              <a:ext uri="{FF2B5EF4-FFF2-40B4-BE49-F238E27FC236}">
                <a16:creationId xmlns:a16="http://schemas.microsoft.com/office/drawing/2014/main" id="{99195ADD-CDC2-FF48-A106-111D9EA19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3657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3409" name="Line 87">
            <a:extLst>
              <a:ext uri="{FF2B5EF4-FFF2-40B4-BE49-F238E27FC236}">
                <a16:creationId xmlns:a16="http://schemas.microsoft.com/office/drawing/2014/main" id="{D4BDD7FF-BE65-9743-B491-ECA65309E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9925" y="4191000"/>
            <a:ext cx="4508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0" name="Line 88">
            <a:extLst>
              <a:ext uri="{FF2B5EF4-FFF2-40B4-BE49-F238E27FC236}">
                <a16:creationId xmlns:a16="http://schemas.microsoft.com/office/drawing/2014/main" id="{D054622C-7356-A247-B9B7-B15CF02206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8975" y="3784600"/>
            <a:ext cx="0" cy="431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3411" name="Group 89">
            <a:extLst>
              <a:ext uri="{FF2B5EF4-FFF2-40B4-BE49-F238E27FC236}">
                <a16:creationId xmlns:a16="http://schemas.microsoft.com/office/drawing/2014/main" id="{7494EA09-44C8-624F-A9F2-3F6849F32F9D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649538"/>
            <a:ext cx="376237" cy="1325562"/>
            <a:chOff x="3651" y="1669"/>
            <a:chExt cx="237" cy="835"/>
          </a:xfrm>
        </p:grpSpPr>
        <p:grpSp>
          <p:nvGrpSpPr>
            <p:cNvPr id="143455" name="Group 90">
              <a:extLst>
                <a:ext uri="{FF2B5EF4-FFF2-40B4-BE49-F238E27FC236}">
                  <a16:creationId xmlns:a16="http://schemas.microsoft.com/office/drawing/2014/main" id="{BBFC249E-B5D2-D440-8258-04B980AF60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669"/>
              <a:ext cx="192" cy="835"/>
              <a:chOff x="3696" y="1669"/>
              <a:chExt cx="192" cy="835"/>
            </a:xfrm>
          </p:grpSpPr>
          <p:sp>
            <p:nvSpPr>
              <p:cNvPr id="143459" name="Line 91">
                <a:extLst>
                  <a:ext uri="{FF2B5EF4-FFF2-40B4-BE49-F238E27FC236}">
                    <a16:creationId xmlns:a16="http://schemas.microsoft.com/office/drawing/2014/main" id="{722C1ECD-02CA-7347-85D8-8CBC3F7D5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669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60" name="Line 92">
                <a:extLst>
                  <a:ext uri="{FF2B5EF4-FFF2-40B4-BE49-F238E27FC236}">
                    <a16:creationId xmlns:a16="http://schemas.microsoft.com/office/drawing/2014/main" id="{C838A14B-430D-AB47-A58C-E04B13AE9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1669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61" name="Line 93">
                <a:extLst>
                  <a:ext uri="{FF2B5EF4-FFF2-40B4-BE49-F238E27FC236}">
                    <a16:creationId xmlns:a16="http://schemas.microsoft.com/office/drawing/2014/main" id="{D376CCF5-5CC5-8A4E-B4D4-DE381CCC4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4" y="2377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62" name="Line 94">
                <a:extLst>
                  <a:ext uri="{FF2B5EF4-FFF2-40B4-BE49-F238E27FC236}">
                    <a16:creationId xmlns:a16="http://schemas.microsoft.com/office/drawing/2014/main" id="{1E3C930B-77CC-4D41-B6CC-932CFAF18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780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456" name="Rectangle 95">
              <a:extLst>
                <a:ext uri="{FF2B5EF4-FFF2-40B4-BE49-F238E27FC236}">
                  <a16:creationId xmlns:a16="http://schemas.microsoft.com/office/drawing/2014/main" id="{A7131B77-AC5B-0A47-AB20-73CFA36F9F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5" y="1990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43457" name="Rectangle 96">
              <a:extLst>
                <a:ext uri="{FF2B5EF4-FFF2-40B4-BE49-F238E27FC236}">
                  <a16:creationId xmlns:a16="http://schemas.microsoft.com/office/drawing/2014/main" id="{6435D4D1-7F9D-4D48-9298-1FEBF2F17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74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458" name="Rectangle 97">
              <a:extLst>
                <a:ext uri="{FF2B5EF4-FFF2-40B4-BE49-F238E27FC236}">
                  <a16:creationId xmlns:a16="http://schemas.microsoft.com/office/drawing/2014/main" id="{ADBC8D2F-DF20-D44A-82F9-64BF4A314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21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43412" name="Line 98">
            <a:extLst>
              <a:ext uri="{FF2B5EF4-FFF2-40B4-BE49-F238E27FC236}">
                <a16:creationId xmlns:a16="http://schemas.microsoft.com/office/drawing/2014/main" id="{70A036AA-B6A8-054A-8080-30662E220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4100" y="31242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3" name="Line 99">
            <a:extLst>
              <a:ext uri="{FF2B5EF4-FFF2-40B4-BE49-F238E27FC236}">
                <a16:creationId xmlns:a16="http://schemas.microsoft.com/office/drawing/2014/main" id="{1E9BA118-AEE0-A14B-A090-2A8B0E1A41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30591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4" name="Rectangle 100">
            <a:extLst>
              <a:ext uri="{FF2B5EF4-FFF2-40B4-BE49-F238E27FC236}">
                <a16:creationId xmlns:a16="http://schemas.microsoft.com/office/drawing/2014/main" id="{AEC7A681-E321-AE47-9523-0DB5FB222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1178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43415" name="Line 101">
            <a:extLst>
              <a:ext uri="{FF2B5EF4-FFF2-40B4-BE49-F238E27FC236}">
                <a16:creationId xmlns:a16="http://schemas.microsoft.com/office/drawing/2014/main" id="{0827D0C9-3E3C-174A-8427-5C227065B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6670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6" name="Line 102">
            <a:extLst>
              <a:ext uri="{FF2B5EF4-FFF2-40B4-BE49-F238E27FC236}">
                <a16:creationId xmlns:a16="http://schemas.microsoft.com/office/drawing/2014/main" id="{91FE278F-0E8A-5C43-9771-A317A63FFA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26019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7" name="Rectangle 103">
            <a:extLst>
              <a:ext uri="{FF2B5EF4-FFF2-40B4-BE49-F238E27FC236}">
                <a16:creationId xmlns:a16="http://schemas.microsoft.com/office/drawing/2014/main" id="{9C9DA2DD-1408-9144-B016-7A012BA11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26606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43418" name="Line 104">
            <a:extLst>
              <a:ext uri="{FF2B5EF4-FFF2-40B4-BE49-F238E27FC236}">
                <a16:creationId xmlns:a16="http://schemas.microsoft.com/office/drawing/2014/main" id="{4A484922-049B-4043-B711-E4B4DEE305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2733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9" name="Rectangle 105">
            <a:extLst>
              <a:ext uri="{FF2B5EF4-FFF2-40B4-BE49-F238E27FC236}">
                <a16:creationId xmlns:a16="http://schemas.microsoft.com/office/drawing/2014/main" id="{3D692829-492B-3E42-9E03-AC9FC1F6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2362200"/>
            <a:ext cx="1349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PC&lt;31:28&gt;</a:t>
            </a:r>
          </a:p>
        </p:txBody>
      </p:sp>
      <p:sp>
        <p:nvSpPr>
          <p:cNvPr id="143420" name="Rectangle 106">
            <a:extLst>
              <a:ext uri="{FF2B5EF4-FFF2-40B4-BE49-F238E27FC236}">
                <a16:creationId xmlns:a16="http://schemas.microsoft.com/office/drawing/2014/main" id="{064F5962-7B7F-6A49-88CE-18A92CFE8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667000"/>
            <a:ext cx="879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Target</a:t>
            </a:r>
          </a:p>
        </p:txBody>
      </p:sp>
      <p:sp>
        <p:nvSpPr>
          <p:cNvPr id="143421" name="Line 107">
            <a:extLst>
              <a:ext uri="{FF2B5EF4-FFF2-40B4-BE49-F238E27FC236}">
                <a16:creationId xmlns:a16="http://schemas.microsoft.com/office/drawing/2014/main" id="{3B89B868-14E7-5841-9F67-F3380458B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6797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2" name="Line 108">
            <a:extLst>
              <a:ext uri="{FF2B5EF4-FFF2-40B4-BE49-F238E27FC236}">
                <a16:creationId xmlns:a16="http://schemas.microsoft.com/office/drawing/2014/main" id="{27B1A512-F13F-BF44-AA36-7475EA0BF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895600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3" name="Line 109">
            <a:extLst>
              <a:ext uri="{FF2B5EF4-FFF2-40B4-BE49-F238E27FC236}">
                <a16:creationId xmlns:a16="http://schemas.microsoft.com/office/drawing/2014/main" id="{7C5753DE-8CA3-EC41-B6DB-FE97BBA58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4325" y="3733800"/>
            <a:ext cx="447675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4" name="Line 110">
            <a:extLst>
              <a:ext uri="{FF2B5EF4-FFF2-40B4-BE49-F238E27FC236}">
                <a16:creationId xmlns:a16="http://schemas.microsoft.com/office/drawing/2014/main" id="{D1462FFE-918E-8648-A842-AC017A7110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0800" y="4191000"/>
            <a:ext cx="29845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5" name="Line 111">
            <a:extLst>
              <a:ext uri="{FF2B5EF4-FFF2-40B4-BE49-F238E27FC236}">
                <a16:creationId xmlns:a16="http://schemas.microsoft.com/office/drawing/2014/main" id="{F32CDDB6-179F-C04A-A970-08233C00AF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3708400"/>
            <a:ext cx="0" cy="5080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6" name="Line 112">
            <a:extLst>
              <a:ext uri="{FF2B5EF4-FFF2-40B4-BE49-F238E27FC236}">
                <a16:creationId xmlns:a16="http://schemas.microsoft.com/office/drawing/2014/main" id="{2578C149-29DE-4F46-B9AC-D732199238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28257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7" name="Rectangle 113">
            <a:extLst>
              <a:ext uri="{FF2B5EF4-FFF2-40B4-BE49-F238E27FC236}">
                <a16:creationId xmlns:a16="http://schemas.microsoft.com/office/drawing/2014/main" id="{2AF6733E-D0A3-7A40-9794-F225C1825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29241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3428" name="Line 114">
            <a:extLst>
              <a:ext uri="{FF2B5EF4-FFF2-40B4-BE49-F238E27FC236}">
                <a16:creationId xmlns:a16="http://schemas.microsoft.com/office/drawing/2014/main" id="{B8D0BFDE-2C2F-7044-B712-BB7250D837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3873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9" name="Rectangle 115">
            <a:extLst>
              <a:ext uri="{FF2B5EF4-FFF2-40B4-BE49-F238E27FC236}">
                <a16:creationId xmlns:a16="http://schemas.microsoft.com/office/drawing/2014/main" id="{52F2A90F-9CE5-004E-AA03-BEF030F41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4343400"/>
            <a:ext cx="1165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43430" name="Rectangle 116">
            <a:extLst>
              <a:ext uri="{FF2B5EF4-FFF2-40B4-BE49-F238E27FC236}">
                <a16:creationId xmlns:a16="http://schemas.microsoft.com/office/drawing/2014/main" id="{86D83B54-D559-D145-BF2D-59ACB3E66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54864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3431" name="Rectangle 117">
            <a:extLst>
              <a:ext uri="{FF2B5EF4-FFF2-40B4-BE49-F238E27FC236}">
                <a16:creationId xmlns:a16="http://schemas.microsoft.com/office/drawing/2014/main" id="{010857CA-8AA0-F242-8A2E-977396B10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4196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3432" name="Line 118">
            <a:extLst>
              <a:ext uri="{FF2B5EF4-FFF2-40B4-BE49-F238E27FC236}">
                <a16:creationId xmlns:a16="http://schemas.microsoft.com/office/drawing/2014/main" id="{CC0C0616-195B-0840-977E-6B8C1BCAC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286000"/>
            <a:ext cx="523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3" name="Line 119">
            <a:extLst>
              <a:ext uri="{FF2B5EF4-FFF2-40B4-BE49-F238E27FC236}">
                <a16:creationId xmlns:a16="http://schemas.microsoft.com/office/drawing/2014/main" id="{85AB8F7F-E413-A440-A453-9B29BCBE7A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9050" y="2216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4" name="Rectangle 120">
            <a:extLst>
              <a:ext uri="{FF2B5EF4-FFF2-40B4-BE49-F238E27FC236}">
                <a16:creationId xmlns:a16="http://schemas.microsoft.com/office/drawing/2014/main" id="{11BE14CC-8EE5-8540-B348-B64ACBDD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3145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</a:t>
            </a:r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3435" name="Rectangle 121">
            <a:extLst>
              <a:ext uri="{FF2B5EF4-FFF2-40B4-BE49-F238E27FC236}">
                <a16:creationId xmlns:a16="http://schemas.microsoft.com/office/drawing/2014/main" id="{B97B3FC2-68A2-B24C-8035-8D616B690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29337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Instruction&lt;25:0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3436" name="Rectangle 122">
            <a:extLst>
              <a:ext uri="{FF2B5EF4-FFF2-40B4-BE49-F238E27FC236}">
                <a16:creationId xmlns:a16="http://schemas.microsoft.com/office/drawing/2014/main" id="{1615D3F1-1B37-1A42-BF79-7B4CFF8BA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371600"/>
            <a:ext cx="8535988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if  (Zero == 1)   then  PC = PC + 4 + SignExt[imm16]*4 ;  else  PC = PC + 4</a:t>
            </a:r>
          </a:p>
        </p:txBody>
      </p:sp>
      <p:sp>
        <p:nvSpPr>
          <p:cNvPr id="143437" name="Rectangle 123">
            <a:extLst>
              <a:ext uri="{FF2B5EF4-FFF2-40B4-BE49-F238E27FC236}">
                <a16:creationId xmlns:a16="http://schemas.microsoft.com/office/drawing/2014/main" id="{F0A6C4C6-989E-0145-B98F-95C65BE5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850900"/>
            <a:ext cx="5713412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43438" name="Group 124">
            <a:extLst>
              <a:ext uri="{FF2B5EF4-FFF2-40B4-BE49-F238E27FC236}">
                <a16:creationId xmlns:a16="http://schemas.microsoft.com/office/drawing/2014/main" id="{DEE8CD97-6A0E-FE46-B64E-125164B12959}"/>
              </a:ext>
            </a:extLst>
          </p:cNvPr>
          <p:cNvGrpSpPr>
            <a:grpSpLocks/>
          </p:cNvGrpSpPr>
          <p:nvPr/>
        </p:nvGrpSpPr>
        <p:grpSpPr bwMode="auto">
          <a:xfrm>
            <a:off x="1846263" y="838200"/>
            <a:ext cx="990600" cy="363538"/>
            <a:chOff x="1163" y="528"/>
            <a:chExt cx="624" cy="229"/>
          </a:xfrm>
        </p:grpSpPr>
        <p:sp>
          <p:nvSpPr>
            <p:cNvPr id="143453" name="Rectangle 125">
              <a:extLst>
                <a:ext uri="{FF2B5EF4-FFF2-40B4-BE49-F238E27FC236}">
                  <a16:creationId xmlns:a16="http://schemas.microsoft.com/office/drawing/2014/main" id="{58D901BE-B478-094A-97A5-D05EC8B5B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" y="532"/>
              <a:ext cx="624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3454" name="Rectangle 126">
              <a:extLst>
                <a:ext uri="{FF2B5EF4-FFF2-40B4-BE49-F238E27FC236}">
                  <a16:creationId xmlns:a16="http://schemas.microsoft.com/office/drawing/2014/main" id="{C6566C73-4F34-E440-8D57-48DF6FBA5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528"/>
              <a:ext cx="2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</a:t>
              </a:r>
            </a:p>
          </p:txBody>
        </p:sp>
      </p:grpSp>
      <p:grpSp>
        <p:nvGrpSpPr>
          <p:cNvPr id="143439" name="Group 127">
            <a:extLst>
              <a:ext uri="{FF2B5EF4-FFF2-40B4-BE49-F238E27FC236}">
                <a16:creationId xmlns:a16="http://schemas.microsoft.com/office/drawing/2014/main" id="{3F620775-91C5-DE42-A50B-02B4071BEE41}"/>
              </a:ext>
            </a:extLst>
          </p:cNvPr>
          <p:cNvGrpSpPr>
            <a:grpSpLocks/>
          </p:cNvGrpSpPr>
          <p:nvPr/>
        </p:nvGrpSpPr>
        <p:grpSpPr bwMode="auto">
          <a:xfrm>
            <a:off x="2849563" y="838200"/>
            <a:ext cx="920750" cy="363538"/>
            <a:chOff x="1795" y="528"/>
            <a:chExt cx="580" cy="229"/>
          </a:xfrm>
        </p:grpSpPr>
        <p:sp>
          <p:nvSpPr>
            <p:cNvPr id="143451" name="Rectangle 128">
              <a:extLst>
                <a:ext uri="{FF2B5EF4-FFF2-40B4-BE49-F238E27FC236}">
                  <a16:creationId xmlns:a16="http://schemas.microsoft.com/office/drawing/2014/main" id="{94278F16-E71B-B24E-9A23-DCBD8AB5E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532"/>
              <a:ext cx="58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3452" name="Rectangle 129">
              <a:extLst>
                <a:ext uri="{FF2B5EF4-FFF2-40B4-BE49-F238E27FC236}">
                  <a16:creationId xmlns:a16="http://schemas.microsoft.com/office/drawing/2014/main" id="{09A19415-90F0-F846-AE72-ABC359BB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528"/>
              <a:ext cx="2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rs</a:t>
              </a:r>
            </a:p>
          </p:txBody>
        </p:sp>
      </p:grpSp>
      <p:grpSp>
        <p:nvGrpSpPr>
          <p:cNvPr id="143440" name="Group 130">
            <a:extLst>
              <a:ext uri="{FF2B5EF4-FFF2-40B4-BE49-F238E27FC236}">
                <a16:creationId xmlns:a16="http://schemas.microsoft.com/office/drawing/2014/main" id="{860729ED-7BD3-1B46-812C-E88D2B55A6A6}"/>
              </a:ext>
            </a:extLst>
          </p:cNvPr>
          <p:cNvGrpSpPr>
            <a:grpSpLocks/>
          </p:cNvGrpSpPr>
          <p:nvPr/>
        </p:nvGrpSpPr>
        <p:grpSpPr bwMode="auto">
          <a:xfrm>
            <a:off x="3768725" y="838200"/>
            <a:ext cx="933450" cy="363538"/>
            <a:chOff x="2383" y="528"/>
            <a:chExt cx="579" cy="229"/>
          </a:xfrm>
        </p:grpSpPr>
        <p:sp>
          <p:nvSpPr>
            <p:cNvPr id="143449" name="Rectangle 131">
              <a:extLst>
                <a:ext uri="{FF2B5EF4-FFF2-40B4-BE49-F238E27FC236}">
                  <a16:creationId xmlns:a16="http://schemas.microsoft.com/office/drawing/2014/main" id="{1FAC07BC-5C20-F54E-B7E9-8C4B9E33E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" y="532"/>
              <a:ext cx="579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3450" name="Rectangle 132">
              <a:extLst>
                <a:ext uri="{FF2B5EF4-FFF2-40B4-BE49-F238E27FC236}">
                  <a16:creationId xmlns:a16="http://schemas.microsoft.com/office/drawing/2014/main" id="{04D7BF1A-20C0-104E-8AC9-77494AF0B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528"/>
              <a:ext cx="2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rt</a:t>
              </a:r>
            </a:p>
          </p:txBody>
        </p:sp>
      </p:grpSp>
      <p:sp>
        <p:nvSpPr>
          <p:cNvPr id="143441" name="Rectangle 133">
            <a:extLst>
              <a:ext uri="{FF2B5EF4-FFF2-40B4-BE49-F238E27FC236}">
                <a16:creationId xmlns:a16="http://schemas.microsoft.com/office/drawing/2014/main" id="{BEB558FB-965C-984C-9EEA-1EEC2A737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844550"/>
            <a:ext cx="28575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442" name="Rectangle 134">
            <a:extLst>
              <a:ext uri="{FF2B5EF4-FFF2-40B4-BE49-F238E27FC236}">
                <a16:creationId xmlns:a16="http://schemas.microsoft.com/office/drawing/2014/main" id="{0636382B-0F26-9A4A-86EE-DF62E2E35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388" y="838200"/>
            <a:ext cx="1311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immediate</a:t>
            </a:r>
          </a:p>
        </p:txBody>
      </p:sp>
      <p:sp>
        <p:nvSpPr>
          <p:cNvPr id="143443" name="Rectangle 135">
            <a:extLst>
              <a:ext uri="{FF2B5EF4-FFF2-40B4-BE49-F238E27FC236}">
                <a16:creationId xmlns:a16="http://schemas.microsoft.com/office/drawing/2014/main" id="{FBE92A34-C23F-004B-9238-2FFE4D393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0" y="533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3444" name="Rectangle 136">
            <a:extLst>
              <a:ext uri="{FF2B5EF4-FFF2-40B4-BE49-F238E27FC236}">
                <a16:creationId xmlns:a16="http://schemas.microsoft.com/office/drawing/2014/main" id="{79D20E09-F4EE-364D-8614-67AA0D0A1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5334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43445" name="Rectangle 137">
            <a:extLst>
              <a:ext uri="{FF2B5EF4-FFF2-40B4-BE49-F238E27FC236}">
                <a16:creationId xmlns:a16="http://schemas.microsoft.com/office/drawing/2014/main" id="{C56E2ED3-B32A-2E4C-8CD2-A01D1C976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275" y="5334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21</a:t>
            </a:r>
          </a:p>
        </p:txBody>
      </p:sp>
      <p:sp>
        <p:nvSpPr>
          <p:cNvPr id="143446" name="Rectangle 138">
            <a:extLst>
              <a:ext uri="{FF2B5EF4-FFF2-40B4-BE49-F238E27FC236}">
                <a16:creationId xmlns:a16="http://schemas.microsoft.com/office/drawing/2014/main" id="{70071DEC-C346-5645-99C5-D2909899D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825" y="5334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43447" name="Rectangle 139">
            <a:extLst>
              <a:ext uri="{FF2B5EF4-FFF2-40B4-BE49-F238E27FC236}">
                <a16:creationId xmlns:a16="http://schemas.microsoft.com/office/drawing/2014/main" id="{D1B9AFC9-045E-D140-B102-739ADBBD8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425" y="5334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43448" name="Line 140">
            <a:extLst>
              <a:ext uri="{FF2B5EF4-FFF2-40B4-BE49-F238E27FC236}">
                <a16:creationId xmlns:a16="http://schemas.microsoft.com/office/drawing/2014/main" id="{1493D7C6-73CC-9E4A-9A7A-B6ED1A87D7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1175" y="3810000"/>
            <a:ext cx="2032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4CBFAD56-4CD5-544C-A26E-CF0409945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545138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Jump</a:t>
            </a:r>
            <a:r>
              <a:rPr lang="zh-CN" altLang="en-US">
                <a:ea typeface="宋体" panose="02010600030101010101" pitchFamily="2" charset="-122"/>
              </a:rPr>
              <a:t>指令译码后的执行过程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45411" name="Group 3">
            <a:extLst>
              <a:ext uri="{FF2B5EF4-FFF2-40B4-BE49-F238E27FC236}">
                <a16:creationId xmlns:a16="http://schemas.microsoft.com/office/drawing/2014/main" id="{0368CA02-3A99-EA43-830A-A54B67B89B8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854450"/>
            <a:ext cx="457200" cy="1136650"/>
            <a:chOff x="3168" y="2302"/>
            <a:chExt cx="288" cy="716"/>
          </a:xfrm>
        </p:grpSpPr>
        <p:sp>
          <p:nvSpPr>
            <p:cNvPr id="145567" name="Line 4">
              <a:extLst>
                <a:ext uri="{FF2B5EF4-FFF2-40B4-BE49-F238E27FC236}">
                  <a16:creationId xmlns:a16="http://schemas.microsoft.com/office/drawing/2014/main" id="{F683F02A-FC0F-6348-8D20-536B5AFA4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8" name="Line 5">
              <a:extLst>
                <a:ext uri="{FF2B5EF4-FFF2-40B4-BE49-F238E27FC236}">
                  <a16:creationId xmlns:a16="http://schemas.microsoft.com/office/drawing/2014/main" id="{7757943F-A986-8A40-9E4F-F5A115357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9" name="Line 6">
              <a:extLst>
                <a:ext uri="{FF2B5EF4-FFF2-40B4-BE49-F238E27FC236}">
                  <a16:creationId xmlns:a16="http://schemas.microsoft.com/office/drawing/2014/main" id="{6D10431C-1E26-E34F-9605-D78A84F5D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70" name="Line 7">
              <a:extLst>
                <a:ext uri="{FF2B5EF4-FFF2-40B4-BE49-F238E27FC236}">
                  <a16:creationId xmlns:a16="http://schemas.microsoft.com/office/drawing/2014/main" id="{31B4FA64-FD9A-D445-8FF1-D82A3E079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71" name="Line 8">
              <a:extLst>
                <a:ext uri="{FF2B5EF4-FFF2-40B4-BE49-F238E27FC236}">
                  <a16:creationId xmlns:a16="http://schemas.microsoft.com/office/drawing/2014/main" id="{649714B2-CDB5-FC49-A687-B4A537D41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72" name="Line 9">
              <a:extLst>
                <a:ext uri="{FF2B5EF4-FFF2-40B4-BE49-F238E27FC236}">
                  <a16:creationId xmlns:a16="http://schemas.microsoft.com/office/drawing/2014/main" id="{D4EEF13E-2FCD-9A4C-80BA-3839A915C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73" name="Line 10">
              <a:extLst>
                <a:ext uri="{FF2B5EF4-FFF2-40B4-BE49-F238E27FC236}">
                  <a16:creationId xmlns:a16="http://schemas.microsoft.com/office/drawing/2014/main" id="{AFBCE0A7-1F36-7844-9FCA-3B038B0C4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74" name="Line 11">
              <a:extLst>
                <a:ext uri="{FF2B5EF4-FFF2-40B4-BE49-F238E27FC236}">
                  <a16:creationId xmlns:a16="http://schemas.microsoft.com/office/drawing/2014/main" id="{7853B03E-CEB4-D64F-B33B-026C81874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5412" name="Line 12">
            <a:extLst>
              <a:ext uri="{FF2B5EF4-FFF2-40B4-BE49-F238E27FC236}">
                <a16:creationId xmlns:a16="http://schemas.microsoft.com/office/drawing/2014/main" id="{B2229D76-3738-2746-AE9D-22711BDEA2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410075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3" name="Line 13">
            <a:extLst>
              <a:ext uri="{FF2B5EF4-FFF2-40B4-BE49-F238E27FC236}">
                <a16:creationId xmlns:a16="http://schemas.microsoft.com/office/drawing/2014/main" id="{99FDEA7F-5516-CB46-9E6A-D23D7C3FFF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346575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4" name="Rectangle 14">
            <a:extLst>
              <a:ext uri="{FF2B5EF4-FFF2-40B4-BE49-F238E27FC236}">
                <a16:creationId xmlns:a16="http://schemas.microsoft.com/office/drawing/2014/main" id="{76A07ABF-29FB-424D-AD20-9F6C1B4C7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4084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5415" name="Line 15">
            <a:extLst>
              <a:ext uri="{FF2B5EF4-FFF2-40B4-BE49-F238E27FC236}">
                <a16:creationId xmlns:a16="http://schemas.microsoft.com/office/drawing/2014/main" id="{4368DA48-53AA-4147-84FF-576DBA477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489325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6" name="Rectangle 16">
            <a:extLst>
              <a:ext uri="{FF2B5EF4-FFF2-40B4-BE49-F238E27FC236}">
                <a16:creationId xmlns:a16="http://schemas.microsoft.com/office/drawing/2014/main" id="{4F68C8ED-B19D-2049-95DB-B1ACEB49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588" y="3195638"/>
            <a:ext cx="15462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ALUctr = x</a:t>
            </a:r>
          </a:p>
        </p:txBody>
      </p:sp>
      <p:sp>
        <p:nvSpPr>
          <p:cNvPr id="145417" name="Rectangle 17">
            <a:extLst>
              <a:ext uri="{FF2B5EF4-FFF2-40B4-BE49-F238E27FC236}">
                <a16:creationId xmlns:a16="http://schemas.microsoft.com/office/drawing/2014/main" id="{BC7CAF22-C74C-B947-A32C-70BF0EF58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47879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45418" name="Rectangle 18">
            <a:extLst>
              <a:ext uri="{FF2B5EF4-FFF2-40B4-BE49-F238E27FC236}">
                <a16:creationId xmlns:a16="http://schemas.microsoft.com/office/drawing/2014/main" id="{04EB3DA3-D46C-7849-85F7-DAB2A7C8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981450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45419" name="Rectangle 19">
            <a:extLst>
              <a:ext uri="{FF2B5EF4-FFF2-40B4-BE49-F238E27FC236}">
                <a16:creationId xmlns:a16="http://schemas.microsoft.com/office/drawing/2014/main" id="{3BA08892-C45D-6748-A503-30AD007FA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854450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420" name="Line 20">
            <a:extLst>
              <a:ext uri="{FF2B5EF4-FFF2-40B4-BE49-F238E27FC236}">
                <a16:creationId xmlns:a16="http://schemas.microsoft.com/office/drawing/2014/main" id="{905F7F5A-C87C-ED4D-8166-EB0579980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760913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1" name="Line 21">
            <a:extLst>
              <a:ext uri="{FF2B5EF4-FFF2-40B4-BE49-F238E27FC236}">
                <a16:creationId xmlns:a16="http://schemas.microsoft.com/office/drawing/2014/main" id="{C22DEE3E-8FA9-1B49-A707-F7FAEB9A52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849813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2" name="Oval 22">
            <a:extLst>
              <a:ext uri="{FF2B5EF4-FFF2-40B4-BE49-F238E27FC236}">
                <a16:creationId xmlns:a16="http://schemas.microsoft.com/office/drawing/2014/main" id="{16A4D2F4-FC9C-E448-AD8A-F62995EA6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795838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4215" name="Rectangle 23">
            <a:extLst>
              <a:ext uri="{FF2B5EF4-FFF2-40B4-BE49-F238E27FC236}">
                <a16:creationId xmlns:a16="http://schemas.microsoft.com/office/drawing/2014/main" id="{0ADE73BA-24EC-4745-AFD1-5FF60C613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3302000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  <a:r>
              <a:rPr lang="en-US" altLang="zh-CN" u="sng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45424" name="Line 24">
            <a:extLst>
              <a:ext uri="{FF2B5EF4-FFF2-40B4-BE49-F238E27FC236}">
                <a16:creationId xmlns:a16="http://schemas.microsoft.com/office/drawing/2014/main" id="{04A2199F-273A-5C44-A90D-166E9FF8D9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4340225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5" name="Line 25">
            <a:extLst>
              <a:ext uri="{FF2B5EF4-FFF2-40B4-BE49-F238E27FC236}">
                <a16:creationId xmlns:a16="http://schemas.microsoft.com/office/drawing/2014/main" id="{CA3A695C-2DF4-3A4F-BA65-14B10BCA04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2751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6" name="Rectangle 26">
            <a:extLst>
              <a:ext uri="{FF2B5EF4-FFF2-40B4-BE49-F238E27FC236}">
                <a16:creationId xmlns:a16="http://schemas.microsoft.com/office/drawing/2014/main" id="{2D34E05F-D8E2-0A4D-A410-EAAFFF4DE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3370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5427" name="Line 27">
            <a:extLst>
              <a:ext uri="{FF2B5EF4-FFF2-40B4-BE49-F238E27FC236}">
                <a16:creationId xmlns:a16="http://schemas.microsoft.com/office/drawing/2014/main" id="{94896806-C678-FA44-9362-F10012B6E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984625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8" name="Line 28">
            <a:extLst>
              <a:ext uri="{FF2B5EF4-FFF2-40B4-BE49-F238E27FC236}">
                <a16:creationId xmlns:a16="http://schemas.microsoft.com/office/drawing/2014/main" id="{7DEDD526-4160-014A-B673-7982FF661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91953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29" name="Rectangle 29">
            <a:extLst>
              <a:ext uri="{FF2B5EF4-FFF2-40B4-BE49-F238E27FC236}">
                <a16:creationId xmlns:a16="http://schemas.microsoft.com/office/drawing/2014/main" id="{40FC10DB-EA16-3040-B046-AFEA7861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40528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5430" name="Rectangle 30">
            <a:extLst>
              <a:ext uri="{FF2B5EF4-FFF2-40B4-BE49-F238E27FC236}">
                <a16:creationId xmlns:a16="http://schemas.microsoft.com/office/drawing/2014/main" id="{31401D36-A3EA-814B-8646-580E5C685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69728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45431" name="Line 31">
            <a:extLst>
              <a:ext uri="{FF2B5EF4-FFF2-40B4-BE49-F238E27FC236}">
                <a16:creationId xmlns:a16="http://schemas.microsoft.com/office/drawing/2014/main" id="{2AA3F82C-6793-4141-8CC6-4732E264B3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616325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2" name="Line 32">
            <a:extLst>
              <a:ext uri="{FF2B5EF4-FFF2-40B4-BE49-F238E27FC236}">
                <a16:creationId xmlns:a16="http://schemas.microsoft.com/office/drawing/2014/main" id="{D56A9FEA-229C-B043-9A39-3D50A7811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68471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3" name="Line 33">
            <a:extLst>
              <a:ext uri="{FF2B5EF4-FFF2-40B4-BE49-F238E27FC236}">
                <a16:creationId xmlns:a16="http://schemas.microsoft.com/office/drawing/2014/main" id="{44DDAE18-DA69-4F4E-A503-1AE37AC998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537075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4" name="Rectangle 34">
            <a:extLst>
              <a:ext uri="{FF2B5EF4-FFF2-40B4-BE49-F238E27FC236}">
                <a16:creationId xmlns:a16="http://schemas.microsoft.com/office/drawing/2014/main" id="{95BD2204-3F58-3046-9DC0-BB344E7F0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6815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5435" name="Rectangle 35">
            <a:extLst>
              <a:ext uri="{FF2B5EF4-FFF2-40B4-BE49-F238E27FC236}">
                <a16:creationId xmlns:a16="http://schemas.microsoft.com/office/drawing/2014/main" id="{F5254EF2-3498-0741-99B4-35DA9220E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4333875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45436" name="Line 36">
            <a:extLst>
              <a:ext uri="{FF2B5EF4-FFF2-40B4-BE49-F238E27FC236}">
                <a16:creationId xmlns:a16="http://schemas.microsoft.com/office/drawing/2014/main" id="{FA4FCBA5-944F-884B-81AC-B5D6572487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83711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7" name="Line 37">
            <a:extLst>
              <a:ext uri="{FF2B5EF4-FFF2-40B4-BE49-F238E27FC236}">
                <a16:creationId xmlns:a16="http://schemas.microsoft.com/office/drawing/2014/main" id="{739E9EB8-8C5E-0845-9128-E77ED1E05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42900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8" name="Line 38">
            <a:extLst>
              <a:ext uri="{FF2B5EF4-FFF2-40B4-BE49-F238E27FC236}">
                <a16:creationId xmlns:a16="http://schemas.microsoft.com/office/drawing/2014/main" id="{DD8CD717-3D64-7F44-B249-AD42700FBA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5512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9" name="Rectangle 39">
            <a:extLst>
              <a:ext uri="{FF2B5EF4-FFF2-40B4-BE49-F238E27FC236}">
                <a16:creationId xmlns:a16="http://schemas.microsoft.com/office/drawing/2014/main" id="{693763FB-C039-7D47-BF6D-A5D21F6C1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4131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5440" name="Line 40">
            <a:extLst>
              <a:ext uri="{FF2B5EF4-FFF2-40B4-BE49-F238E27FC236}">
                <a16:creationId xmlns:a16="http://schemas.microsoft.com/office/drawing/2014/main" id="{71C30575-3080-B848-B2B1-9FABCB0A0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216275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1" name="Line 41">
            <a:extLst>
              <a:ext uri="{FF2B5EF4-FFF2-40B4-BE49-F238E27FC236}">
                <a16:creationId xmlns:a16="http://schemas.microsoft.com/office/drawing/2014/main" id="{4D050D86-F1AB-9F43-8012-89097429FE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5512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2" name="Rectangle 42">
            <a:extLst>
              <a:ext uri="{FF2B5EF4-FFF2-40B4-BE49-F238E27FC236}">
                <a16:creationId xmlns:a16="http://schemas.microsoft.com/office/drawing/2014/main" id="{6D0D318D-A761-B145-BC37-0B2E111DD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4131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5443" name="Line 43">
            <a:extLst>
              <a:ext uri="{FF2B5EF4-FFF2-40B4-BE49-F238E27FC236}">
                <a16:creationId xmlns:a16="http://schemas.microsoft.com/office/drawing/2014/main" id="{3BF4A8D2-0EBC-6944-A4C1-CB5AE172B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42900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4" name="Line 44">
            <a:extLst>
              <a:ext uri="{FF2B5EF4-FFF2-40B4-BE49-F238E27FC236}">
                <a16:creationId xmlns:a16="http://schemas.microsoft.com/office/drawing/2014/main" id="{B673C7D0-DB5C-C94E-A112-B25F065465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5512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5" name="Rectangle 45">
            <a:extLst>
              <a:ext uri="{FF2B5EF4-FFF2-40B4-BE49-F238E27FC236}">
                <a16:creationId xmlns:a16="http://schemas.microsoft.com/office/drawing/2014/main" id="{9EC156E6-7B4C-EA4E-B710-B33E36A49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4131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45446" name="Rectangle 46">
            <a:extLst>
              <a:ext uri="{FF2B5EF4-FFF2-40B4-BE49-F238E27FC236}">
                <a16:creationId xmlns:a16="http://schemas.microsoft.com/office/drawing/2014/main" id="{7207189D-EDCA-B64C-8D3C-AC1624639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840163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45447" name="Rectangle 47">
            <a:extLst>
              <a:ext uri="{FF2B5EF4-FFF2-40B4-BE49-F238E27FC236}">
                <a16:creationId xmlns:a16="http://schemas.microsoft.com/office/drawing/2014/main" id="{54AFE214-C0C9-994D-AA23-D47C0DB3F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840163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45448" name="Rectangle 48">
            <a:extLst>
              <a:ext uri="{FF2B5EF4-FFF2-40B4-BE49-F238E27FC236}">
                <a16:creationId xmlns:a16="http://schemas.microsoft.com/office/drawing/2014/main" id="{C050BC70-5924-3B4A-9D17-F8F9F38C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8401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45449" name="Rectangle 49">
            <a:extLst>
              <a:ext uri="{FF2B5EF4-FFF2-40B4-BE49-F238E27FC236}">
                <a16:creationId xmlns:a16="http://schemas.microsoft.com/office/drawing/2014/main" id="{9243861E-43A1-D645-BF66-7FB24498F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4124325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45450" name="Line 50">
            <a:extLst>
              <a:ext uri="{FF2B5EF4-FFF2-40B4-BE49-F238E27FC236}">
                <a16:creationId xmlns:a16="http://schemas.microsoft.com/office/drawing/2014/main" id="{3B1C1226-B819-3440-B9E2-CAEA34E5D0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6372225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1" name="Line 51">
            <a:extLst>
              <a:ext uri="{FF2B5EF4-FFF2-40B4-BE49-F238E27FC236}">
                <a16:creationId xmlns:a16="http://schemas.microsoft.com/office/drawing/2014/main" id="{3F06F609-CDE0-CF4F-ABBF-79FFC269D2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32752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2" name="Rectangle 52">
            <a:extLst>
              <a:ext uri="{FF2B5EF4-FFF2-40B4-BE49-F238E27FC236}">
                <a16:creationId xmlns:a16="http://schemas.microsoft.com/office/drawing/2014/main" id="{DB54B6C3-4F7E-3B4A-AA6D-B62195756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2004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45453" name="Rectangle 53">
            <a:extLst>
              <a:ext uri="{FF2B5EF4-FFF2-40B4-BE49-F238E27FC236}">
                <a16:creationId xmlns:a16="http://schemas.microsoft.com/office/drawing/2014/main" id="{97EB89AE-BE4F-124F-AEBD-07BC49AF5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560638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45454" name="Group 54">
            <a:extLst>
              <a:ext uri="{FF2B5EF4-FFF2-40B4-BE49-F238E27FC236}">
                <a16:creationId xmlns:a16="http://schemas.microsoft.com/office/drawing/2014/main" id="{8D44336E-0344-6847-98EA-18C858CA8AFF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403725"/>
            <a:ext cx="304800" cy="1227138"/>
            <a:chOff x="2640" y="2648"/>
            <a:chExt cx="192" cy="773"/>
          </a:xfrm>
        </p:grpSpPr>
        <p:sp>
          <p:nvSpPr>
            <p:cNvPr id="145563" name="Line 55">
              <a:extLst>
                <a:ext uri="{FF2B5EF4-FFF2-40B4-BE49-F238E27FC236}">
                  <a16:creationId xmlns:a16="http://schemas.microsoft.com/office/drawing/2014/main" id="{BC7C7F20-F12C-0145-891C-8C7B254D6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4" name="Line 56">
              <a:extLst>
                <a:ext uri="{FF2B5EF4-FFF2-40B4-BE49-F238E27FC236}">
                  <a16:creationId xmlns:a16="http://schemas.microsoft.com/office/drawing/2014/main" id="{0373BCB2-F769-A14D-8BC4-1DA9FFC22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5" name="Line 57">
              <a:extLst>
                <a:ext uri="{FF2B5EF4-FFF2-40B4-BE49-F238E27FC236}">
                  <a16:creationId xmlns:a16="http://schemas.microsoft.com/office/drawing/2014/main" id="{0B463861-B4ED-484A-B5E7-21C53A347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6" name="Line 58">
              <a:extLst>
                <a:ext uri="{FF2B5EF4-FFF2-40B4-BE49-F238E27FC236}">
                  <a16:creationId xmlns:a16="http://schemas.microsoft.com/office/drawing/2014/main" id="{3896A7EA-586C-8748-853A-F446A1DC2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5455" name="Group 59">
            <a:extLst>
              <a:ext uri="{FF2B5EF4-FFF2-40B4-BE49-F238E27FC236}">
                <a16:creationId xmlns:a16="http://schemas.microsoft.com/office/drawing/2014/main" id="{97C152F9-C641-684C-8E39-DAA543AD400F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954338"/>
            <a:ext cx="1168400" cy="284162"/>
            <a:chOff x="928" y="1735"/>
            <a:chExt cx="736" cy="179"/>
          </a:xfrm>
        </p:grpSpPr>
        <p:sp>
          <p:nvSpPr>
            <p:cNvPr id="145559" name="Line 60">
              <a:extLst>
                <a:ext uri="{FF2B5EF4-FFF2-40B4-BE49-F238E27FC236}">
                  <a16:creationId xmlns:a16="http://schemas.microsoft.com/office/drawing/2014/main" id="{31C8327C-B4FB-314F-9922-4A74CF8DA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0" name="Line 61">
              <a:extLst>
                <a:ext uri="{FF2B5EF4-FFF2-40B4-BE49-F238E27FC236}">
                  <a16:creationId xmlns:a16="http://schemas.microsoft.com/office/drawing/2014/main" id="{1B7747ED-41DC-4E4B-BE73-8F448759DB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1" name="Line 62">
              <a:extLst>
                <a:ext uri="{FF2B5EF4-FFF2-40B4-BE49-F238E27FC236}">
                  <a16:creationId xmlns:a16="http://schemas.microsoft.com/office/drawing/2014/main" id="{4C71AADB-1968-8D4A-9395-7ADB0175F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62" name="Line 63">
              <a:extLst>
                <a:ext uri="{FF2B5EF4-FFF2-40B4-BE49-F238E27FC236}">
                  <a16:creationId xmlns:a16="http://schemas.microsoft.com/office/drawing/2014/main" id="{156CA948-DDDF-EA45-BC27-43E84A85B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5456" name="Rectangle 64">
            <a:extLst>
              <a:ext uri="{FF2B5EF4-FFF2-40B4-BE49-F238E27FC236}">
                <a16:creationId xmlns:a16="http://schemas.microsoft.com/office/drawing/2014/main" id="{0288549E-16F2-674E-A1C0-4A4A00CEA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2004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45457" name="Line 65">
            <a:extLst>
              <a:ext uri="{FF2B5EF4-FFF2-40B4-BE49-F238E27FC236}">
                <a16:creationId xmlns:a16="http://schemas.microsoft.com/office/drawing/2014/main" id="{F82B0C1C-C67B-FE47-B240-911C925D9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717800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8" name="Line 66">
            <a:extLst>
              <a:ext uri="{FF2B5EF4-FFF2-40B4-BE49-F238E27FC236}">
                <a16:creationId xmlns:a16="http://schemas.microsoft.com/office/drawing/2014/main" id="{B73ECC11-92AA-F241-ACE3-7DD501784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717800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9" name="Rectangle 67">
            <a:extLst>
              <a:ext uri="{FF2B5EF4-FFF2-40B4-BE49-F238E27FC236}">
                <a16:creationId xmlns:a16="http://schemas.microsoft.com/office/drawing/2014/main" id="{6D623D81-4801-794E-9F0F-97BC63B0C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5606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45460" name="Line 68">
            <a:extLst>
              <a:ext uri="{FF2B5EF4-FFF2-40B4-BE49-F238E27FC236}">
                <a16:creationId xmlns:a16="http://schemas.microsoft.com/office/drawing/2014/main" id="{95577B26-FC61-D94A-A3B1-00B6938DE3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309562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1" name="Rectangle 69">
            <a:extLst>
              <a:ext uri="{FF2B5EF4-FFF2-40B4-BE49-F238E27FC236}">
                <a16:creationId xmlns:a16="http://schemas.microsoft.com/office/drawing/2014/main" id="{ECDDF776-134D-D24C-B312-7A241E40C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717800"/>
            <a:ext cx="13684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RegDst = x</a:t>
            </a:r>
          </a:p>
        </p:txBody>
      </p:sp>
      <p:sp>
        <p:nvSpPr>
          <p:cNvPr id="145462" name="Rectangle 70">
            <a:extLst>
              <a:ext uri="{FF2B5EF4-FFF2-40B4-BE49-F238E27FC236}">
                <a16:creationId xmlns:a16="http://schemas.microsoft.com/office/drawing/2014/main" id="{4F77C344-3E5A-5B46-A5F9-24AB259C1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5089525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463" name="Rectangle 71">
            <a:extLst>
              <a:ext uri="{FF2B5EF4-FFF2-40B4-BE49-F238E27FC236}">
                <a16:creationId xmlns:a16="http://schemas.microsoft.com/office/drawing/2014/main" id="{6FE3C0F0-CA75-704D-BD5C-B698B4E0C1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12281" y="5360194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45464" name="Rectangle 72">
            <a:extLst>
              <a:ext uri="{FF2B5EF4-FFF2-40B4-BE49-F238E27FC236}">
                <a16:creationId xmlns:a16="http://schemas.microsoft.com/office/drawing/2014/main" id="{21E1D504-2278-EF41-98D5-A498A5422F0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820444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5465" name="Rectangle 73">
            <a:extLst>
              <a:ext uri="{FF2B5EF4-FFF2-40B4-BE49-F238E27FC236}">
                <a16:creationId xmlns:a16="http://schemas.microsoft.com/office/drawing/2014/main" id="{1B423FD6-48DB-DB4F-BEF4-7C716C78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951163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5466" name="Line 74">
            <a:extLst>
              <a:ext uri="{FF2B5EF4-FFF2-40B4-BE49-F238E27FC236}">
                <a16:creationId xmlns:a16="http://schemas.microsoft.com/office/drawing/2014/main" id="{C0311B3E-A946-3949-99AB-FEFD2EBA7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547687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7" name="Rectangle 75">
            <a:extLst>
              <a:ext uri="{FF2B5EF4-FFF2-40B4-BE49-F238E27FC236}">
                <a16:creationId xmlns:a16="http://schemas.microsoft.com/office/drawing/2014/main" id="{73BCEE70-BF82-6947-93EE-C24A6ADA4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5086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5468" name="Line 76">
            <a:extLst>
              <a:ext uri="{FF2B5EF4-FFF2-40B4-BE49-F238E27FC236}">
                <a16:creationId xmlns:a16="http://schemas.microsoft.com/office/drawing/2014/main" id="{65026849-E49D-FD49-B09B-DE7DB67746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541178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9" name="Line 77">
            <a:extLst>
              <a:ext uri="{FF2B5EF4-FFF2-40B4-BE49-F238E27FC236}">
                <a16:creationId xmlns:a16="http://schemas.microsoft.com/office/drawing/2014/main" id="{9FBF639C-36C3-0649-8C07-CB92AD0B6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561816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0" name="Line 78">
            <a:extLst>
              <a:ext uri="{FF2B5EF4-FFF2-40B4-BE49-F238E27FC236}">
                <a16:creationId xmlns:a16="http://schemas.microsoft.com/office/drawing/2014/main" id="{FD7C25BD-708E-A741-865C-2B58D63997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5546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1" name="Rectangle 79">
            <a:extLst>
              <a:ext uri="{FF2B5EF4-FFF2-40B4-BE49-F238E27FC236}">
                <a16:creationId xmlns:a16="http://schemas.microsoft.com/office/drawing/2014/main" id="{81D42AB3-6EBA-CD44-B05F-5A33B8843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6149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45472" name="Rectangle 80">
            <a:extLst>
              <a:ext uri="{FF2B5EF4-FFF2-40B4-BE49-F238E27FC236}">
                <a16:creationId xmlns:a16="http://schemas.microsoft.com/office/drawing/2014/main" id="{66E22533-A20E-694F-BB65-FB9BC1517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54737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45473" name="Line 81">
            <a:extLst>
              <a:ext uri="{FF2B5EF4-FFF2-40B4-BE49-F238E27FC236}">
                <a16:creationId xmlns:a16="http://schemas.microsoft.com/office/drawing/2014/main" id="{8AA70D1A-0877-C94E-9F05-F56EEE89E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561013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4" name="Rectangle 82">
            <a:extLst>
              <a:ext uri="{FF2B5EF4-FFF2-40B4-BE49-F238E27FC236}">
                <a16:creationId xmlns:a16="http://schemas.microsoft.com/office/drawing/2014/main" id="{A155A6D1-8703-1C49-BD60-D8D8DB339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981700"/>
            <a:ext cx="14065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ALUSrc = x</a:t>
            </a:r>
          </a:p>
        </p:txBody>
      </p:sp>
      <p:sp>
        <p:nvSpPr>
          <p:cNvPr id="145475" name="Line 83">
            <a:extLst>
              <a:ext uri="{FF2B5EF4-FFF2-40B4-BE49-F238E27FC236}">
                <a16:creationId xmlns:a16="http://schemas.microsoft.com/office/drawing/2014/main" id="{D6E092CD-4729-734C-BB70-8EDDBC393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83711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6" name="Line 84">
            <a:extLst>
              <a:ext uri="{FF2B5EF4-FFF2-40B4-BE49-F238E27FC236}">
                <a16:creationId xmlns:a16="http://schemas.microsoft.com/office/drawing/2014/main" id="{6B986F9E-5877-3D4C-AC5C-22B7F154B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706938"/>
            <a:ext cx="0" cy="1652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7" name="Line 85">
            <a:extLst>
              <a:ext uri="{FF2B5EF4-FFF2-40B4-BE49-F238E27FC236}">
                <a16:creationId xmlns:a16="http://schemas.microsoft.com/office/drawing/2014/main" id="{FB80BEE6-8E39-8249-A346-22F6493D54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6062663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8" name="Rectangle 86">
            <a:extLst>
              <a:ext uri="{FF2B5EF4-FFF2-40B4-BE49-F238E27FC236}">
                <a16:creationId xmlns:a16="http://schemas.microsoft.com/office/drawing/2014/main" id="{1E188DD7-46F1-4547-9F51-EE30D5B2E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3" y="6454775"/>
            <a:ext cx="1228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x</a:t>
            </a:r>
          </a:p>
        </p:txBody>
      </p:sp>
      <p:grpSp>
        <p:nvGrpSpPr>
          <p:cNvPr id="145479" name="Group 87">
            <a:extLst>
              <a:ext uri="{FF2B5EF4-FFF2-40B4-BE49-F238E27FC236}">
                <a16:creationId xmlns:a16="http://schemas.microsoft.com/office/drawing/2014/main" id="{58D83536-088E-214A-8A91-80102ECB4328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138613"/>
            <a:ext cx="304800" cy="1255712"/>
            <a:chOff x="4896" y="2481"/>
            <a:chExt cx="192" cy="791"/>
          </a:xfrm>
        </p:grpSpPr>
        <p:sp>
          <p:nvSpPr>
            <p:cNvPr id="145555" name="Line 88">
              <a:extLst>
                <a:ext uri="{FF2B5EF4-FFF2-40B4-BE49-F238E27FC236}">
                  <a16:creationId xmlns:a16="http://schemas.microsoft.com/office/drawing/2014/main" id="{64A00993-339C-BE43-8413-7425BAE8E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56" name="Line 89">
              <a:extLst>
                <a:ext uri="{FF2B5EF4-FFF2-40B4-BE49-F238E27FC236}">
                  <a16:creationId xmlns:a16="http://schemas.microsoft.com/office/drawing/2014/main" id="{3A7C07AD-FF88-8841-831E-C2367F7C6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57" name="Line 90">
              <a:extLst>
                <a:ext uri="{FF2B5EF4-FFF2-40B4-BE49-F238E27FC236}">
                  <a16:creationId xmlns:a16="http://schemas.microsoft.com/office/drawing/2014/main" id="{76E89E78-DC00-7945-85A1-1D94CFD46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558" name="Line 91">
              <a:extLst>
                <a:ext uri="{FF2B5EF4-FFF2-40B4-BE49-F238E27FC236}">
                  <a16:creationId xmlns:a16="http://schemas.microsoft.com/office/drawing/2014/main" id="{04DAAC5B-5ADB-2940-8F59-B06D2749F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5480" name="Rectangle 92">
            <a:extLst>
              <a:ext uri="{FF2B5EF4-FFF2-40B4-BE49-F238E27FC236}">
                <a16:creationId xmlns:a16="http://schemas.microsoft.com/office/drawing/2014/main" id="{EC4F33F4-A7E6-F449-84BD-0416325E8CE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675982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5481" name="Line 93">
            <a:extLst>
              <a:ext uri="{FF2B5EF4-FFF2-40B4-BE49-F238E27FC236}">
                <a16:creationId xmlns:a16="http://schemas.microsoft.com/office/drawing/2014/main" id="{A7A7B859-90D1-3348-B786-BBA4B1172E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759200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82" name="Rectangle 94">
            <a:extLst>
              <a:ext uri="{FF2B5EF4-FFF2-40B4-BE49-F238E27FC236}">
                <a16:creationId xmlns:a16="http://schemas.microsoft.com/office/drawing/2014/main" id="{21FA3B57-0CFD-1F41-8D76-6E45126AF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433763"/>
            <a:ext cx="17240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  <a:r>
              <a:rPr lang="en-US" altLang="zh-CN" u="sng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x</a:t>
            </a:r>
          </a:p>
        </p:txBody>
      </p:sp>
      <p:sp>
        <p:nvSpPr>
          <p:cNvPr id="145483" name="Line 95">
            <a:extLst>
              <a:ext uri="{FF2B5EF4-FFF2-40B4-BE49-F238E27FC236}">
                <a16:creationId xmlns:a16="http://schemas.microsoft.com/office/drawing/2014/main" id="{661C6710-7E0A-274D-B9E8-397F78646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69423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84" name="Rectangle 96">
            <a:extLst>
              <a:ext uri="{FF2B5EF4-FFF2-40B4-BE49-F238E27FC236}">
                <a16:creationId xmlns:a16="http://schemas.microsoft.com/office/drawing/2014/main" id="{FC028FF7-7804-3146-9CAF-D4E2C9FD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5062538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485" name="Line 97">
            <a:extLst>
              <a:ext uri="{FF2B5EF4-FFF2-40B4-BE49-F238E27FC236}">
                <a16:creationId xmlns:a16="http://schemas.microsoft.com/office/drawing/2014/main" id="{30B70321-219A-FC41-A58B-5C9017BFF5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6045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86" name="Rectangle 98">
            <a:extLst>
              <a:ext uri="{FF2B5EF4-FFF2-40B4-BE49-F238E27FC236}">
                <a16:creationId xmlns:a16="http://schemas.microsoft.com/office/drawing/2014/main" id="{5C005AC8-143E-364C-B6F0-59F0864EF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7277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45487" name="Rectangle 99">
            <a:extLst>
              <a:ext uri="{FF2B5EF4-FFF2-40B4-BE49-F238E27FC236}">
                <a16:creationId xmlns:a16="http://schemas.microsoft.com/office/drawing/2014/main" id="{44BFAA8E-B6F3-1B45-9EA7-4F175F0D9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5260975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In</a:t>
            </a:r>
          </a:p>
        </p:txBody>
      </p:sp>
      <p:sp>
        <p:nvSpPr>
          <p:cNvPr id="145488" name="Line 100">
            <a:extLst>
              <a:ext uri="{FF2B5EF4-FFF2-40B4-BE49-F238E27FC236}">
                <a16:creationId xmlns:a16="http://schemas.microsoft.com/office/drawing/2014/main" id="{07CBAF62-0ABD-1D4A-B56E-772932D80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969000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89" name="Line 101">
            <a:extLst>
              <a:ext uri="{FF2B5EF4-FFF2-40B4-BE49-F238E27FC236}">
                <a16:creationId xmlns:a16="http://schemas.microsoft.com/office/drawing/2014/main" id="{265D4222-FF99-804D-9DFA-E006E7C9BE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6057900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90" name="Oval 102">
            <a:extLst>
              <a:ext uri="{FF2B5EF4-FFF2-40B4-BE49-F238E27FC236}">
                <a16:creationId xmlns:a16="http://schemas.microsoft.com/office/drawing/2014/main" id="{0A8E7548-C91E-3C41-8C3A-433F71382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6003925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491" name="Rectangle 103">
            <a:extLst>
              <a:ext uri="{FF2B5EF4-FFF2-40B4-BE49-F238E27FC236}">
                <a16:creationId xmlns:a16="http://schemas.microsoft.com/office/drawing/2014/main" id="{4B4BBBFC-53BA-4545-BD81-13BFFED0E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5045075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45492" name="Line 104">
            <a:extLst>
              <a:ext uri="{FF2B5EF4-FFF2-40B4-BE49-F238E27FC236}">
                <a16:creationId xmlns:a16="http://schemas.microsoft.com/office/drawing/2014/main" id="{7B2D6487-58AE-CA41-B22E-1219B35C44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262563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93" name="Line 105">
            <a:extLst>
              <a:ext uri="{FF2B5EF4-FFF2-40B4-BE49-F238E27FC236}">
                <a16:creationId xmlns:a16="http://schemas.microsoft.com/office/drawing/2014/main" id="{7E0BA6E7-44E0-5245-B8AA-D5722B3807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51990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94" name="Rectangle 106">
            <a:extLst>
              <a:ext uri="{FF2B5EF4-FFF2-40B4-BE49-F238E27FC236}">
                <a16:creationId xmlns:a16="http://schemas.microsoft.com/office/drawing/2014/main" id="{086B0A69-EE8C-A147-BBED-BC6619FE9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3308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5495" name="Line 107">
            <a:extLst>
              <a:ext uri="{FF2B5EF4-FFF2-40B4-BE49-F238E27FC236}">
                <a16:creationId xmlns:a16="http://schemas.microsoft.com/office/drawing/2014/main" id="{C7D55DC0-C6AF-C848-BFDF-59B2880DDF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759200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96" name="Line 108">
            <a:extLst>
              <a:ext uri="{FF2B5EF4-FFF2-40B4-BE49-F238E27FC236}">
                <a16:creationId xmlns:a16="http://schemas.microsoft.com/office/drawing/2014/main" id="{2C4AAB98-F1F0-1542-AAE6-8AFB2A305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422775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97" name="Rectangle 109">
            <a:extLst>
              <a:ext uri="{FF2B5EF4-FFF2-40B4-BE49-F238E27FC236}">
                <a16:creationId xmlns:a16="http://schemas.microsoft.com/office/drawing/2014/main" id="{799E0824-ECF4-1A48-ADF6-0A608605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5046663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45498" name="Rectangle 110">
            <a:extLst>
              <a:ext uri="{FF2B5EF4-FFF2-40B4-BE49-F238E27FC236}">
                <a16:creationId xmlns:a16="http://schemas.microsoft.com/office/drawing/2014/main" id="{4E054BC3-BE5F-EC46-BB24-0B44A5853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402263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45499" name="Line 111">
            <a:extLst>
              <a:ext uri="{FF2B5EF4-FFF2-40B4-BE49-F238E27FC236}">
                <a16:creationId xmlns:a16="http://schemas.microsoft.com/office/drawing/2014/main" id="{962D05A9-33FE-774F-BD6B-CAC3CEBAB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2133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00" name="Line 112">
            <a:extLst>
              <a:ext uri="{FF2B5EF4-FFF2-40B4-BE49-F238E27FC236}">
                <a16:creationId xmlns:a16="http://schemas.microsoft.com/office/drawing/2014/main" id="{5CACFAE6-CCCC-5D4D-8602-7443397CA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241925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01" name="Line 113">
            <a:extLst>
              <a:ext uri="{FF2B5EF4-FFF2-40B4-BE49-F238E27FC236}">
                <a16:creationId xmlns:a16="http://schemas.microsoft.com/office/drawing/2014/main" id="{235F128B-9429-3246-BCF8-870B784633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689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02" name="Line 114">
            <a:extLst>
              <a:ext uri="{FF2B5EF4-FFF2-40B4-BE49-F238E27FC236}">
                <a16:creationId xmlns:a16="http://schemas.microsoft.com/office/drawing/2014/main" id="{91386E22-88BA-374A-9768-E28D19B365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51482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03" name="Rectangle 115">
            <a:extLst>
              <a:ext uri="{FF2B5EF4-FFF2-40B4-BE49-F238E27FC236}">
                <a16:creationId xmlns:a16="http://schemas.microsoft.com/office/drawing/2014/main" id="{F0E3E1A3-EB4C-FA4F-943B-060AEBA78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8498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264308" name="Rectangle 116">
            <a:extLst>
              <a:ext uri="{FF2B5EF4-FFF2-40B4-BE49-F238E27FC236}">
                <a16:creationId xmlns:a16="http://schemas.microsoft.com/office/drawing/2014/main" id="{6E78F79A-8534-4941-918A-96F27C512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713163"/>
            <a:ext cx="13938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MemWr = 0</a:t>
            </a:r>
          </a:p>
        </p:txBody>
      </p:sp>
      <p:sp>
        <p:nvSpPr>
          <p:cNvPr id="145505" name="Line 117">
            <a:extLst>
              <a:ext uri="{FF2B5EF4-FFF2-40B4-BE49-F238E27FC236}">
                <a16:creationId xmlns:a16="http://schemas.microsoft.com/office/drawing/2014/main" id="{769B6BA0-E9F6-FB45-BD35-5CF9CE0A7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708525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06" name="Line 118">
            <a:extLst>
              <a:ext uri="{FF2B5EF4-FFF2-40B4-BE49-F238E27FC236}">
                <a16:creationId xmlns:a16="http://schemas.microsoft.com/office/drawing/2014/main" id="{92C71930-EA5E-3442-9B03-F7CF9D5B8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254625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07" name="Rectangle 119">
            <a:extLst>
              <a:ext uri="{FF2B5EF4-FFF2-40B4-BE49-F238E27FC236}">
                <a16:creationId xmlns:a16="http://schemas.microsoft.com/office/drawing/2014/main" id="{70B99E2B-BA03-674B-80C5-745594AB74A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272757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45508" name="Rectangle 120">
            <a:extLst>
              <a:ext uri="{FF2B5EF4-FFF2-40B4-BE49-F238E27FC236}">
                <a16:creationId xmlns:a16="http://schemas.microsoft.com/office/drawing/2014/main" id="{7CA8AA57-0D1D-384F-985C-8E1639FE2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2193925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509" name="Line 121">
            <a:extLst>
              <a:ext uri="{FF2B5EF4-FFF2-40B4-BE49-F238E27FC236}">
                <a16:creationId xmlns:a16="http://schemas.microsoft.com/office/drawing/2014/main" id="{BDBA85CE-5E75-4C42-8F0F-F57B67D0D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921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10" name="Line 122">
            <a:extLst>
              <a:ext uri="{FF2B5EF4-FFF2-40B4-BE49-F238E27FC236}">
                <a16:creationId xmlns:a16="http://schemas.microsoft.com/office/drawing/2014/main" id="{C2B48271-5EC8-0044-8732-A3491A261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2844800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11" name="Line 123">
            <a:extLst>
              <a:ext uri="{FF2B5EF4-FFF2-40B4-BE49-F238E27FC236}">
                <a16:creationId xmlns:a16="http://schemas.microsoft.com/office/drawing/2014/main" id="{64D48F87-E97F-7942-B091-67C779503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933700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12" name="Oval 124">
            <a:extLst>
              <a:ext uri="{FF2B5EF4-FFF2-40B4-BE49-F238E27FC236}">
                <a16:creationId xmlns:a16="http://schemas.microsoft.com/office/drawing/2014/main" id="{6651EBA7-5207-E846-98B5-E04B7F700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879725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5513" name="Rectangle 125">
            <a:extLst>
              <a:ext uri="{FF2B5EF4-FFF2-40B4-BE49-F238E27FC236}">
                <a16:creationId xmlns:a16="http://schemas.microsoft.com/office/drawing/2014/main" id="{16D53EF3-13C7-4940-8F37-AF7D6C6B1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278063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Fetch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45514" name="Rectangle 126">
            <a:extLst>
              <a:ext uri="{FF2B5EF4-FFF2-40B4-BE49-F238E27FC236}">
                <a16:creationId xmlns:a16="http://schemas.microsoft.com/office/drawing/2014/main" id="{8AEF12C7-0B5A-A747-98A4-2A43F65C2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7305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45515" name="Line 127">
            <a:extLst>
              <a:ext uri="{FF2B5EF4-FFF2-40B4-BE49-F238E27FC236}">
                <a16:creationId xmlns:a16="http://schemas.microsoft.com/office/drawing/2014/main" id="{1EB2F4F3-20ED-A642-9DE1-466ACFE457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082925"/>
            <a:ext cx="0" cy="116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16" name="Line 128">
            <a:extLst>
              <a:ext uri="{FF2B5EF4-FFF2-40B4-BE49-F238E27FC236}">
                <a16:creationId xmlns:a16="http://schemas.microsoft.com/office/drawing/2014/main" id="{5DA936AC-D01B-7642-AF89-0584C62766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23862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17" name="Rectangle 129">
            <a:extLst>
              <a:ext uri="{FF2B5EF4-FFF2-40B4-BE49-F238E27FC236}">
                <a16:creationId xmlns:a16="http://schemas.microsoft.com/office/drawing/2014/main" id="{6E28CCA0-64C5-0944-80A8-B159A0A36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705225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45518" name="Line 130">
            <a:extLst>
              <a:ext uri="{FF2B5EF4-FFF2-40B4-BE49-F238E27FC236}">
                <a16:creationId xmlns:a16="http://schemas.microsoft.com/office/drawing/2014/main" id="{BCEE3E84-A26B-1F43-AFDE-899ADF857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333625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19" name="Rectangle 131">
            <a:extLst>
              <a:ext uri="{FF2B5EF4-FFF2-40B4-BE49-F238E27FC236}">
                <a16:creationId xmlns:a16="http://schemas.microsoft.com/office/drawing/2014/main" id="{90A80C59-0E6D-C44C-AC47-4798E6536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944688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5520" name="Line 132">
            <a:extLst>
              <a:ext uri="{FF2B5EF4-FFF2-40B4-BE49-F238E27FC236}">
                <a16:creationId xmlns:a16="http://schemas.microsoft.com/office/drawing/2014/main" id="{3E8D585F-1CAC-B14A-98C3-E08D076BF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638425"/>
            <a:ext cx="5842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21" name="Line 133">
            <a:extLst>
              <a:ext uri="{FF2B5EF4-FFF2-40B4-BE49-F238E27FC236}">
                <a16:creationId xmlns:a16="http://schemas.microsoft.com/office/drawing/2014/main" id="{5D609E17-C6F6-3C42-9C45-D5A3707D6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333625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22" name="Rectangle 134">
            <a:extLst>
              <a:ext uri="{FF2B5EF4-FFF2-40B4-BE49-F238E27FC236}">
                <a16:creationId xmlns:a16="http://schemas.microsoft.com/office/drawing/2014/main" id="{8E629AFA-19BA-AC4D-8D0B-789D8F33D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2425700"/>
            <a:ext cx="1165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  <a:r>
              <a:rPr lang="en-US" altLang="zh-CN" u="sng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1</a:t>
            </a:r>
          </a:p>
        </p:txBody>
      </p:sp>
      <p:sp>
        <p:nvSpPr>
          <p:cNvPr id="145523" name="Rectangle 135">
            <a:extLst>
              <a:ext uri="{FF2B5EF4-FFF2-40B4-BE49-F238E27FC236}">
                <a16:creationId xmlns:a16="http://schemas.microsoft.com/office/drawing/2014/main" id="{FBF520FD-11BC-E645-A6AA-937F37C62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2044700"/>
            <a:ext cx="1343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  <a:r>
              <a:rPr lang="en-US" altLang="zh-CN" u="sng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145524" name="Rectangle 136">
            <a:extLst>
              <a:ext uri="{FF2B5EF4-FFF2-40B4-BE49-F238E27FC236}">
                <a16:creationId xmlns:a16="http://schemas.microsoft.com/office/drawing/2014/main" id="{F351867F-A954-1940-8273-AD6358041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23862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5525" name="Rectangle 137">
            <a:extLst>
              <a:ext uri="{FF2B5EF4-FFF2-40B4-BE49-F238E27FC236}">
                <a16:creationId xmlns:a16="http://schemas.microsoft.com/office/drawing/2014/main" id="{DD38832D-D8FB-4541-A728-0F3CAFAF9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501808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5526" name="Rectangle 138">
            <a:extLst>
              <a:ext uri="{FF2B5EF4-FFF2-40B4-BE49-F238E27FC236}">
                <a16:creationId xmlns:a16="http://schemas.microsoft.com/office/drawing/2014/main" id="{464F0640-486D-8A4E-B299-831D0FA57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46722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5527" name="Rectangle 139">
            <a:extLst>
              <a:ext uri="{FF2B5EF4-FFF2-40B4-BE49-F238E27FC236}">
                <a16:creationId xmlns:a16="http://schemas.microsoft.com/office/drawing/2014/main" id="{E11D1B3A-C58F-B34B-90AF-BF72714F1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24668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5528" name="Rectangle 140">
            <a:extLst>
              <a:ext uri="{FF2B5EF4-FFF2-40B4-BE49-F238E27FC236}">
                <a16:creationId xmlns:a16="http://schemas.microsoft.com/office/drawing/2014/main" id="{F997D6C5-5ECF-724D-B131-1804A51C6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91782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5529" name="Rectangle 141">
            <a:extLst>
              <a:ext uri="{FF2B5EF4-FFF2-40B4-BE49-F238E27FC236}">
                <a16:creationId xmlns:a16="http://schemas.microsoft.com/office/drawing/2014/main" id="{531448C1-7784-5B44-B5B8-FA4BD20EA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91782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5530" name="Line 142">
            <a:extLst>
              <a:ext uri="{FF2B5EF4-FFF2-40B4-BE49-F238E27FC236}">
                <a16:creationId xmlns:a16="http://schemas.microsoft.com/office/drawing/2014/main" id="{821D23D8-A003-9E4C-8EF7-B8ECBBF16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346325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31" name="Rectangle 143">
            <a:extLst>
              <a:ext uri="{FF2B5EF4-FFF2-40B4-BE49-F238E27FC236}">
                <a16:creationId xmlns:a16="http://schemas.microsoft.com/office/drawing/2014/main" id="{704B3FE4-64E4-0645-BB55-47DA19BBEDB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624932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45532" name="Rectangle 144">
            <a:extLst>
              <a:ext uri="{FF2B5EF4-FFF2-40B4-BE49-F238E27FC236}">
                <a16:creationId xmlns:a16="http://schemas.microsoft.com/office/drawing/2014/main" id="{E3F89D2F-60E7-9F4E-AB7A-D64EDFFD00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624932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45533" name="Rectangle 145">
            <a:extLst>
              <a:ext uri="{FF2B5EF4-FFF2-40B4-BE49-F238E27FC236}">
                <a16:creationId xmlns:a16="http://schemas.microsoft.com/office/drawing/2014/main" id="{37908B66-492D-7249-A6BA-43279359456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624932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45534" name="Rectangle 146">
            <a:extLst>
              <a:ext uri="{FF2B5EF4-FFF2-40B4-BE49-F238E27FC236}">
                <a16:creationId xmlns:a16="http://schemas.microsoft.com/office/drawing/2014/main" id="{5A58D0EF-FD3C-CF40-9809-6FC0361450A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612232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45535" name="Line 147">
            <a:extLst>
              <a:ext uri="{FF2B5EF4-FFF2-40B4-BE49-F238E27FC236}">
                <a16:creationId xmlns:a16="http://schemas.microsoft.com/office/drawing/2014/main" id="{D1DAB462-16AF-A546-B595-85FCFA4F2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346325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36" name="Line 148">
            <a:extLst>
              <a:ext uri="{FF2B5EF4-FFF2-40B4-BE49-F238E27FC236}">
                <a16:creationId xmlns:a16="http://schemas.microsoft.com/office/drawing/2014/main" id="{30F14469-8A7F-184A-8D2A-14651FAB4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346325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37" name="Line 149">
            <a:extLst>
              <a:ext uri="{FF2B5EF4-FFF2-40B4-BE49-F238E27FC236}">
                <a16:creationId xmlns:a16="http://schemas.microsoft.com/office/drawing/2014/main" id="{40B28048-E06D-4A4C-9C6B-4A288C757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346325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538" name="Rectangle 150">
            <a:extLst>
              <a:ext uri="{FF2B5EF4-FFF2-40B4-BE49-F238E27FC236}">
                <a16:creationId xmlns:a16="http://schemas.microsoft.com/office/drawing/2014/main" id="{6F4C9803-896C-3940-8D9B-2710D50EB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17182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45539" name="Rectangle 151">
            <a:extLst>
              <a:ext uri="{FF2B5EF4-FFF2-40B4-BE49-F238E27FC236}">
                <a16:creationId xmlns:a16="http://schemas.microsoft.com/office/drawing/2014/main" id="{F4A8AF8B-2765-2545-9779-FF6C73B72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3171825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45540" name="Rectangle 152">
            <a:extLst>
              <a:ext uri="{FF2B5EF4-FFF2-40B4-BE49-F238E27FC236}">
                <a16:creationId xmlns:a16="http://schemas.microsoft.com/office/drawing/2014/main" id="{2E95AC30-AB6A-6340-8C5E-3794A8FFC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317182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45541" name="Rectangle 153">
            <a:extLst>
              <a:ext uri="{FF2B5EF4-FFF2-40B4-BE49-F238E27FC236}">
                <a16:creationId xmlns:a16="http://schemas.microsoft.com/office/drawing/2014/main" id="{F0C32A7F-5E4A-ED40-86C2-A8D9695CB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317182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64346" name="Rectangle 154">
            <a:extLst>
              <a:ext uri="{FF2B5EF4-FFF2-40B4-BE49-F238E27FC236}">
                <a16:creationId xmlns:a16="http://schemas.microsoft.com/office/drawing/2014/main" id="{B9798427-03AE-7342-AB24-DB683112F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243013"/>
            <a:ext cx="8715375" cy="38735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zh-CN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IFU</a:t>
            </a: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中目标地址送</a:t>
            </a:r>
            <a:r>
              <a:rPr lang="en-US" altLang="zh-CN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，其他什么都不做（只要保证存储部件不发生写的动作） </a:t>
            </a:r>
          </a:p>
        </p:txBody>
      </p:sp>
      <p:grpSp>
        <p:nvGrpSpPr>
          <p:cNvPr id="145543" name="Group 155">
            <a:extLst>
              <a:ext uri="{FF2B5EF4-FFF2-40B4-BE49-F238E27FC236}">
                <a16:creationId xmlns:a16="http://schemas.microsoft.com/office/drawing/2014/main" id="{F43790D5-22EE-8B40-B014-53CA39F84532}"/>
              </a:ext>
            </a:extLst>
          </p:cNvPr>
          <p:cNvGrpSpPr>
            <a:grpSpLocks/>
          </p:cNvGrpSpPr>
          <p:nvPr/>
        </p:nvGrpSpPr>
        <p:grpSpPr bwMode="auto">
          <a:xfrm>
            <a:off x="1585913" y="533400"/>
            <a:ext cx="6327775" cy="668338"/>
            <a:chOff x="999" y="336"/>
            <a:chExt cx="3986" cy="421"/>
          </a:xfrm>
        </p:grpSpPr>
        <p:sp>
          <p:nvSpPr>
            <p:cNvPr id="145546" name="Rectangle 156">
              <a:extLst>
                <a:ext uri="{FF2B5EF4-FFF2-40B4-BE49-F238E27FC236}">
                  <a16:creationId xmlns:a16="http://schemas.microsoft.com/office/drawing/2014/main" id="{52A98C42-9021-B647-8228-B944E8375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536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45547" name="Group 157">
              <a:extLst>
                <a:ext uri="{FF2B5EF4-FFF2-40B4-BE49-F238E27FC236}">
                  <a16:creationId xmlns:a16="http://schemas.microsoft.com/office/drawing/2014/main" id="{3DB73694-CBFC-FD41-8D16-C06AA62974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0" y="528"/>
              <a:ext cx="664" cy="229"/>
              <a:chOff x="1060" y="528"/>
              <a:chExt cx="664" cy="229"/>
            </a:xfrm>
          </p:grpSpPr>
          <p:sp>
            <p:nvSpPr>
              <p:cNvPr id="145553" name="Rectangle 158">
                <a:extLst>
                  <a:ext uri="{FF2B5EF4-FFF2-40B4-BE49-F238E27FC236}">
                    <a16:creationId xmlns:a16="http://schemas.microsoft.com/office/drawing/2014/main" id="{CDA381C3-8B66-9E46-AFAE-D29AC6680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532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5554" name="Rectangle 159">
                <a:extLst>
                  <a:ext uri="{FF2B5EF4-FFF2-40B4-BE49-F238E27FC236}">
                    <a16:creationId xmlns:a16="http://schemas.microsoft.com/office/drawing/2014/main" id="{8671B3F5-1121-E94B-AD9A-6C9BC6838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7" y="528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145548" name="Rectangle 160">
              <a:extLst>
                <a:ext uri="{FF2B5EF4-FFF2-40B4-BE49-F238E27FC236}">
                  <a16:creationId xmlns:a16="http://schemas.microsoft.com/office/drawing/2014/main" id="{D233A0AD-62F7-5745-A2D1-6B76F4A36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532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5549" name="Rectangle 161">
              <a:extLst>
                <a:ext uri="{FF2B5EF4-FFF2-40B4-BE49-F238E27FC236}">
                  <a16:creationId xmlns:a16="http://schemas.microsoft.com/office/drawing/2014/main" id="{DDDE41ED-4BFE-6E49-A181-5ECE7CD7F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528"/>
              <a:ext cx="11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 address</a:t>
              </a:r>
            </a:p>
          </p:txBody>
        </p:sp>
        <p:sp>
          <p:nvSpPr>
            <p:cNvPr id="145550" name="Rectangle 162">
              <a:extLst>
                <a:ext uri="{FF2B5EF4-FFF2-40B4-BE49-F238E27FC236}">
                  <a16:creationId xmlns:a16="http://schemas.microsoft.com/office/drawing/2014/main" id="{4F79F3BC-7BAE-BE4A-88AD-7AC5AE56E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" y="336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5551" name="Rectangle 163">
              <a:extLst>
                <a:ext uri="{FF2B5EF4-FFF2-40B4-BE49-F238E27FC236}">
                  <a16:creationId xmlns:a16="http://schemas.microsoft.com/office/drawing/2014/main" id="{CFEA7C1D-37A5-C64F-80B6-9A8163ED1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" y="336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45552" name="Rectangle 164">
              <a:extLst>
                <a:ext uri="{FF2B5EF4-FFF2-40B4-BE49-F238E27FC236}">
                  <a16:creationId xmlns:a16="http://schemas.microsoft.com/office/drawing/2014/main" id="{F3FEE3CC-836A-1645-8436-0D67B1F75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36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</p:grpSp>
      <p:sp>
        <p:nvSpPr>
          <p:cNvPr id="264357" name="Text Box 165">
            <a:extLst>
              <a:ext uri="{FF2B5EF4-FFF2-40B4-BE49-F238E27FC236}">
                <a16:creationId xmlns:a16="http://schemas.microsoft.com/office/drawing/2014/main" id="{9042C955-8D1C-CC4D-AE49-F5C5713EE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639888"/>
            <a:ext cx="3509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如何保证存储部件不发生写？</a:t>
            </a:r>
          </a:p>
        </p:txBody>
      </p:sp>
      <p:sp>
        <p:nvSpPr>
          <p:cNvPr id="264358" name="Rectangle 166">
            <a:extLst>
              <a:ext uri="{FF2B5EF4-FFF2-40B4-BE49-F238E27FC236}">
                <a16:creationId xmlns:a16="http://schemas.microsoft.com/office/drawing/2014/main" id="{AE34FD4A-EC1A-DE46-B9B7-1FCD1FC5E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25" y="1622425"/>
            <a:ext cx="45735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使相应的写使能信号为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15" grpId="0"/>
      <p:bldP spid="264308" grpId="0"/>
      <p:bldP spid="264346" grpId="0" build="p"/>
      <p:bldP spid="264357" grpId="0"/>
      <p:bldP spid="2643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0DB544E1-EEAC-D143-BAC9-4CCA3224E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3182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Jump</a:t>
            </a:r>
            <a:r>
              <a:rPr lang="zh-CN" altLang="en-US">
                <a:ea typeface="宋体" panose="02010600030101010101" pitchFamily="2" charset="-122"/>
              </a:rPr>
              <a:t>指令结束前</a:t>
            </a:r>
            <a:r>
              <a:rPr lang="en-US" altLang="zh-CN">
                <a:ea typeface="宋体" panose="02010600030101010101" pitchFamily="2" charset="-122"/>
              </a:rPr>
              <a:t>IFU</a:t>
            </a:r>
            <a:r>
              <a:rPr lang="zh-CN" altLang="en-US">
                <a:ea typeface="宋体" panose="02010600030101010101" pitchFamily="2" charset="-122"/>
              </a:rPr>
              <a:t>中的动作</a:t>
            </a:r>
          </a:p>
        </p:txBody>
      </p:sp>
      <p:sp>
        <p:nvSpPr>
          <p:cNvPr id="147459" name="Line 3">
            <a:extLst>
              <a:ext uri="{FF2B5EF4-FFF2-40B4-BE49-F238E27FC236}">
                <a16:creationId xmlns:a16="http://schemas.microsoft.com/office/drawing/2014/main" id="{72C8D22C-69A8-C840-81A8-037FB77BE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35814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60" name="Line 4">
            <a:extLst>
              <a:ext uri="{FF2B5EF4-FFF2-40B4-BE49-F238E27FC236}">
                <a16:creationId xmlns:a16="http://schemas.microsoft.com/office/drawing/2014/main" id="{5904D7F9-3108-9440-A055-BB39A9B5B6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35163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61" name="Rectangle 5">
            <a:extLst>
              <a:ext uri="{FF2B5EF4-FFF2-40B4-BE49-F238E27FC236}">
                <a16:creationId xmlns:a16="http://schemas.microsoft.com/office/drawing/2014/main" id="{F36D62C1-2F12-6A43-ABA1-F6C52BB0F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6512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462" name="Line 6">
            <a:extLst>
              <a:ext uri="{FF2B5EF4-FFF2-40B4-BE49-F238E27FC236}">
                <a16:creationId xmlns:a16="http://schemas.microsoft.com/office/drawing/2014/main" id="{72C1901A-1911-2A4F-9341-1D050F732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0700" y="38100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63" name="Line 7">
            <a:extLst>
              <a:ext uri="{FF2B5EF4-FFF2-40B4-BE49-F238E27FC236}">
                <a16:creationId xmlns:a16="http://schemas.microsoft.com/office/drawing/2014/main" id="{E4A99B91-2073-3047-8D89-9670A04C60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3740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64" name="Rectangle 8">
            <a:extLst>
              <a:ext uri="{FF2B5EF4-FFF2-40B4-BE49-F238E27FC236}">
                <a16:creationId xmlns:a16="http://schemas.microsoft.com/office/drawing/2014/main" id="{8B446737-ADAB-B448-A380-2040D4C73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3914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465" name="Rectangle 9">
            <a:extLst>
              <a:ext uri="{FF2B5EF4-FFF2-40B4-BE49-F238E27FC236}">
                <a16:creationId xmlns:a16="http://schemas.microsoft.com/office/drawing/2014/main" id="{8E45D0B9-E019-3F4C-8DF0-0C563C5F39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50281" y="5180807"/>
            <a:ext cx="1031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SignExt</a:t>
            </a:r>
          </a:p>
        </p:txBody>
      </p:sp>
      <p:sp>
        <p:nvSpPr>
          <p:cNvPr id="147466" name="Line 10">
            <a:extLst>
              <a:ext uri="{FF2B5EF4-FFF2-40B4-BE49-F238E27FC236}">
                <a16:creationId xmlns:a16="http://schemas.microsoft.com/office/drawing/2014/main" id="{05176C2C-C161-374F-8012-A5D394AE1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464343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67" name="Rectangle 11">
            <a:extLst>
              <a:ext uri="{FF2B5EF4-FFF2-40B4-BE49-F238E27FC236}">
                <a16:creationId xmlns:a16="http://schemas.microsoft.com/office/drawing/2014/main" id="{1B6A13AD-C9F7-8F4C-B705-94339B1CF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4754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468" name="Line 12">
            <a:extLst>
              <a:ext uri="{FF2B5EF4-FFF2-40B4-BE49-F238E27FC236}">
                <a16:creationId xmlns:a16="http://schemas.microsoft.com/office/drawing/2014/main" id="{39CEA1E9-7452-6143-9176-68C821C6A2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45783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69" name="Line 13">
            <a:extLst>
              <a:ext uri="{FF2B5EF4-FFF2-40B4-BE49-F238E27FC236}">
                <a16:creationId xmlns:a16="http://schemas.microsoft.com/office/drawing/2014/main" id="{0A7D5914-45DE-9F42-A08E-6625322AD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53340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0" name="Line 14">
            <a:extLst>
              <a:ext uri="{FF2B5EF4-FFF2-40B4-BE49-F238E27FC236}">
                <a16:creationId xmlns:a16="http://schemas.microsoft.com/office/drawing/2014/main" id="{A0179D89-0BEB-4944-BB38-50E81FB979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7250" y="5251450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1" name="Rectangle 15">
            <a:extLst>
              <a:ext uri="{FF2B5EF4-FFF2-40B4-BE49-F238E27FC236}">
                <a16:creationId xmlns:a16="http://schemas.microsoft.com/office/drawing/2014/main" id="{16DED205-2F7F-5446-9402-384A6A942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53165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47472" name="Rectangle 16">
            <a:extLst>
              <a:ext uri="{FF2B5EF4-FFF2-40B4-BE49-F238E27FC236}">
                <a16:creationId xmlns:a16="http://schemas.microsoft.com/office/drawing/2014/main" id="{FF352C1D-AEF4-B34B-A08A-4D87A442D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5145088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47473" name="Line 17">
            <a:extLst>
              <a:ext uri="{FF2B5EF4-FFF2-40B4-BE49-F238E27FC236}">
                <a16:creationId xmlns:a16="http://schemas.microsoft.com/office/drawing/2014/main" id="{883A5CBA-060D-2B49-9BFB-EF1E8A397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444976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4" name="Rectangle 18">
            <a:extLst>
              <a:ext uri="{FF2B5EF4-FFF2-40B4-BE49-F238E27FC236}">
                <a16:creationId xmlns:a16="http://schemas.microsoft.com/office/drawing/2014/main" id="{170544A8-F6A0-704D-8C5F-9B4C95875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813300"/>
            <a:ext cx="355600" cy="1054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47475" name="Group 19">
            <a:extLst>
              <a:ext uri="{FF2B5EF4-FFF2-40B4-BE49-F238E27FC236}">
                <a16:creationId xmlns:a16="http://schemas.microsoft.com/office/drawing/2014/main" id="{75ABE996-3091-6941-8E46-1B54E07477F8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3563938"/>
            <a:ext cx="376237" cy="1325562"/>
            <a:chOff x="2979" y="2245"/>
            <a:chExt cx="237" cy="835"/>
          </a:xfrm>
        </p:grpSpPr>
        <p:grpSp>
          <p:nvGrpSpPr>
            <p:cNvPr id="147583" name="Group 20">
              <a:extLst>
                <a:ext uri="{FF2B5EF4-FFF2-40B4-BE49-F238E27FC236}">
                  <a16:creationId xmlns:a16="http://schemas.microsoft.com/office/drawing/2014/main" id="{D3B6DBF6-D360-EA4F-8744-B8FBDBD38A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245"/>
              <a:ext cx="192" cy="835"/>
              <a:chOff x="3024" y="2245"/>
              <a:chExt cx="192" cy="835"/>
            </a:xfrm>
          </p:grpSpPr>
          <p:sp>
            <p:nvSpPr>
              <p:cNvPr id="147587" name="Line 21">
                <a:extLst>
                  <a:ext uri="{FF2B5EF4-FFF2-40B4-BE49-F238E27FC236}">
                    <a16:creationId xmlns:a16="http://schemas.microsoft.com/office/drawing/2014/main" id="{FD442F7B-109E-6545-8FEF-7ADC49B4E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245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88" name="Line 22">
                <a:extLst>
                  <a:ext uri="{FF2B5EF4-FFF2-40B4-BE49-F238E27FC236}">
                    <a16:creationId xmlns:a16="http://schemas.microsoft.com/office/drawing/2014/main" id="{A306E389-AA87-1A4D-A6F7-3C2DD341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2" y="2245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89" name="Line 23">
                <a:extLst>
                  <a:ext uri="{FF2B5EF4-FFF2-40B4-BE49-F238E27FC236}">
                    <a16:creationId xmlns:a16="http://schemas.microsoft.com/office/drawing/2014/main" id="{814792F6-CFBB-6B40-81A4-AA9DC3218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32" y="2953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90" name="Line 24">
                <a:extLst>
                  <a:ext uri="{FF2B5EF4-FFF2-40B4-BE49-F238E27FC236}">
                    <a16:creationId xmlns:a16="http://schemas.microsoft.com/office/drawing/2014/main" id="{F1B83F42-F55A-7142-A298-EFC8437A4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356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7584" name="Rectangle 25">
              <a:extLst>
                <a:ext uri="{FF2B5EF4-FFF2-40B4-BE49-F238E27FC236}">
                  <a16:creationId xmlns:a16="http://schemas.microsoft.com/office/drawing/2014/main" id="{07767E79-E28C-5A43-B864-BD6684AAEC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93" y="2566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47585" name="Rectangle 26">
              <a:extLst>
                <a:ext uri="{FF2B5EF4-FFF2-40B4-BE49-F238E27FC236}">
                  <a16:creationId xmlns:a16="http://schemas.microsoft.com/office/drawing/2014/main" id="{75AF7796-B8F5-2E41-AD9A-454618198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32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7586" name="Rectangle 27">
              <a:extLst>
                <a:ext uri="{FF2B5EF4-FFF2-40B4-BE49-F238E27FC236}">
                  <a16:creationId xmlns:a16="http://schemas.microsoft.com/office/drawing/2014/main" id="{47C2D45E-96AB-984F-A7CB-67E128ACF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795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47476" name="Group 28">
            <a:extLst>
              <a:ext uri="{FF2B5EF4-FFF2-40B4-BE49-F238E27FC236}">
                <a16:creationId xmlns:a16="http://schemas.microsoft.com/office/drawing/2014/main" id="{8EF8BF59-30E7-064A-8400-DAE3091F0DD4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3449638"/>
            <a:ext cx="476250" cy="1157287"/>
            <a:chOff x="1632" y="2173"/>
            <a:chExt cx="300" cy="729"/>
          </a:xfrm>
        </p:grpSpPr>
        <p:grpSp>
          <p:nvGrpSpPr>
            <p:cNvPr id="147573" name="Group 29">
              <a:extLst>
                <a:ext uri="{FF2B5EF4-FFF2-40B4-BE49-F238E27FC236}">
                  <a16:creationId xmlns:a16="http://schemas.microsoft.com/office/drawing/2014/main" id="{295C06B9-D44D-3747-8803-18CEF6342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173"/>
              <a:ext cx="288" cy="729"/>
              <a:chOff x="1632" y="2173"/>
              <a:chExt cx="288" cy="729"/>
            </a:xfrm>
          </p:grpSpPr>
          <p:sp>
            <p:nvSpPr>
              <p:cNvPr id="147575" name="Line 30">
                <a:extLst>
                  <a:ext uri="{FF2B5EF4-FFF2-40B4-BE49-F238E27FC236}">
                    <a16:creationId xmlns:a16="http://schemas.microsoft.com/office/drawing/2014/main" id="{7F7B6E89-203A-D846-AB78-FEF979C9A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173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76" name="Line 31">
                <a:extLst>
                  <a:ext uri="{FF2B5EF4-FFF2-40B4-BE49-F238E27FC236}">
                    <a16:creationId xmlns:a16="http://schemas.microsoft.com/office/drawing/2014/main" id="{9F867651-E14C-DC48-B83E-43CD821BD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173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77" name="Line 32">
                <a:extLst>
                  <a:ext uri="{FF2B5EF4-FFF2-40B4-BE49-F238E27FC236}">
                    <a16:creationId xmlns:a16="http://schemas.microsoft.com/office/drawing/2014/main" id="{DD32FE2A-9AFC-3345-AC45-D4651AFD3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0" y="2355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78" name="Line 33">
                <a:extLst>
                  <a:ext uri="{FF2B5EF4-FFF2-40B4-BE49-F238E27FC236}">
                    <a16:creationId xmlns:a16="http://schemas.microsoft.com/office/drawing/2014/main" id="{F05DA6EE-D8F7-7540-A234-AA328C4D55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44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79" name="Line 34">
                <a:extLst>
                  <a:ext uri="{FF2B5EF4-FFF2-40B4-BE49-F238E27FC236}">
                    <a16:creationId xmlns:a16="http://schemas.microsoft.com/office/drawing/2014/main" id="{A25B6603-29C9-CE42-9AC2-69023DBEF8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355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80" name="Line 35">
                <a:extLst>
                  <a:ext uri="{FF2B5EF4-FFF2-40B4-BE49-F238E27FC236}">
                    <a16:creationId xmlns:a16="http://schemas.microsoft.com/office/drawing/2014/main" id="{59A45BB7-806B-724D-BB59-46CE4450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613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81" name="Line 36">
                <a:extLst>
                  <a:ext uri="{FF2B5EF4-FFF2-40B4-BE49-F238E27FC236}">
                    <a16:creationId xmlns:a16="http://schemas.microsoft.com/office/drawing/2014/main" id="{3AC01361-33D7-4241-BBEB-4709FC6CF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20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82" name="Line 37">
                <a:extLst>
                  <a:ext uri="{FF2B5EF4-FFF2-40B4-BE49-F238E27FC236}">
                    <a16:creationId xmlns:a16="http://schemas.microsoft.com/office/drawing/2014/main" id="{0355B9AD-7190-314D-BB42-41AFC45B6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0" y="2704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7574" name="Rectangle 38">
              <a:extLst>
                <a:ext uri="{FF2B5EF4-FFF2-40B4-BE49-F238E27FC236}">
                  <a16:creationId xmlns:a16="http://schemas.microsoft.com/office/drawing/2014/main" id="{535BBD6A-7410-0442-8B4E-CE99357B48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553" y="2460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47477" name="Rectangle 39">
            <a:extLst>
              <a:ext uri="{FF2B5EF4-FFF2-40B4-BE49-F238E27FC236}">
                <a16:creationId xmlns:a16="http://schemas.microsoft.com/office/drawing/2014/main" id="{178A9017-2EF0-0E48-8B91-9C9319EC7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41148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“1”</a:t>
            </a:r>
          </a:p>
        </p:txBody>
      </p:sp>
      <p:grpSp>
        <p:nvGrpSpPr>
          <p:cNvPr id="147478" name="Group 40">
            <a:extLst>
              <a:ext uri="{FF2B5EF4-FFF2-40B4-BE49-F238E27FC236}">
                <a16:creationId xmlns:a16="http://schemas.microsoft.com/office/drawing/2014/main" id="{50E62AC3-1D95-F241-9464-54F2BE92F57C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2984500"/>
            <a:ext cx="585788" cy="2103438"/>
            <a:chOff x="824" y="1880"/>
            <a:chExt cx="369" cy="1325"/>
          </a:xfrm>
        </p:grpSpPr>
        <p:sp>
          <p:nvSpPr>
            <p:cNvPr id="147568" name="Rectangle 41">
              <a:extLst>
                <a:ext uri="{FF2B5EF4-FFF2-40B4-BE49-F238E27FC236}">
                  <a16:creationId xmlns:a16="http://schemas.microsoft.com/office/drawing/2014/main" id="{6F3AC397-025D-F647-A4BE-8FB29AC8B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880"/>
              <a:ext cx="176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7569" name="Oval 42">
              <a:extLst>
                <a:ext uri="{FF2B5EF4-FFF2-40B4-BE49-F238E27FC236}">
                  <a16:creationId xmlns:a16="http://schemas.microsoft.com/office/drawing/2014/main" id="{DDEE1CCB-205E-7845-A05F-3DD4CA8F9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64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7570" name="Line 43">
              <a:extLst>
                <a:ext uri="{FF2B5EF4-FFF2-40B4-BE49-F238E27FC236}">
                  <a16:creationId xmlns:a16="http://schemas.microsoft.com/office/drawing/2014/main" id="{A08CB1A5-FE16-3645-BF83-CD01EE9B6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74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71" name="Rectangle 44">
              <a:extLst>
                <a:ext uri="{FF2B5EF4-FFF2-40B4-BE49-F238E27FC236}">
                  <a16:creationId xmlns:a16="http://schemas.microsoft.com/office/drawing/2014/main" id="{918E0A6F-0E26-3646-BE2F-69E5AAE2BD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2" y="2212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47572" name="Rectangle 45">
              <a:extLst>
                <a:ext uri="{FF2B5EF4-FFF2-40B4-BE49-F238E27FC236}">
                  <a16:creationId xmlns:a16="http://schemas.microsoft.com/office/drawing/2014/main" id="{DFC39414-81C3-B44F-A7AC-2F899486F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2976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</p:grpSp>
      <p:grpSp>
        <p:nvGrpSpPr>
          <p:cNvPr id="147479" name="Group 46">
            <a:extLst>
              <a:ext uri="{FF2B5EF4-FFF2-40B4-BE49-F238E27FC236}">
                <a16:creationId xmlns:a16="http://schemas.microsoft.com/office/drawing/2014/main" id="{5BF849F4-D082-B24F-B8E7-CC4899B3ED60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059238"/>
            <a:ext cx="476250" cy="1157287"/>
            <a:chOff x="2304" y="2557"/>
            <a:chExt cx="300" cy="729"/>
          </a:xfrm>
        </p:grpSpPr>
        <p:grpSp>
          <p:nvGrpSpPr>
            <p:cNvPr id="147558" name="Group 47">
              <a:extLst>
                <a:ext uri="{FF2B5EF4-FFF2-40B4-BE49-F238E27FC236}">
                  <a16:creationId xmlns:a16="http://schemas.microsoft.com/office/drawing/2014/main" id="{78FA27E5-0B1E-694D-8261-30DE91E48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557"/>
              <a:ext cx="288" cy="729"/>
              <a:chOff x="2304" y="2557"/>
              <a:chExt cx="288" cy="729"/>
            </a:xfrm>
          </p:grpSpPr>
          <p:sp>
            <p:nvSpPr>
              <p:cNvPr id="147560" name="Line 48">
                <a:extLst>
                  <a:ext uri="{FF2B5EF4-FFF2-40B4-BE49-F238E27FC236}">
                    <a16:creationId xmlns:a16="http://schemas.microsoft.com/office/drawing/2014/main" id="{BC615DDD-B48F-2A49-B0DE-A3FC2CDCA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55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1" name="Line 49">
                <a:extLst>
                  <a:ext uri="{FF2B5EF4-FFF2-40B4-BE49-F238E27FC236}">
                    <a16:creationId xmlns:a16="http://schemas.microsoft.com/office/drawing/2014/main" id="{E17E0156-2B9C-A644-B1F7-2C73A3FF3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557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2" name="Line 50">
                <a:extLst>
                  <a:ext uri="{FF2B5EF4-FFF2-40B4-BE49-F238E27FC236}">
                    <a16:creationId xmlns:a16="http://schemas.microsoft.com/office/drawing/2014/main" id="{A1888308-904E-B84F-B29A-2CBE93FF1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739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3" name="Line 51">
                <a:extLst>
                  <a:ext uri="{FF2B5EF4-FFF2-40B4-BE49-F238E27FC236}">
                    <a16:creationId xmlns:a16="http://schemas.microsoft.com/office/drawing/2014/main" id="{ED86C434-AE25-A048-A91E-82CD07363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1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4" name="Line 52">
                <a:extLst>
                  <a:ext uri="{FF2B5EF4-FFF2-40B4-BE49-F238E27FC236}">
                    <a16:creationId xmlns:a16="http://schemas.microsoft.com/office/drawing/2014/main" id="{58142287-7E41-154D-BA93-887FF7031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739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5" name="Line 53">
                <a:extLst>
                  <a:ext uri="{FF2B5EF4-FFF2-40B4-BE49-F238E27FC236}">
                    <a16:creationId xmlns:a16="http://schemas.microsoft.com/office/drawing/2014/main" id="{4731BC01-CAF6-F049-83AF-6229FC50C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2997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6" name="Line 54">
                <a:extLst>
                  <a:ext uri="{FF2B5EF4-FFF2-40B4-BE49-F238E27FC236}">
                    <a16:creationId xmlns:a16="http://schemas.microsoft.com/office/drawing/2014/main" id="{868006C1-2DA7-934C-83D4-859B1A9D8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104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67" name="Line 55">
                <a:extLst>
                  <a:ext uri="{FF2B5EF4-FFF2-40B4-BE49-F238E27FC236}">
                    <a16:creationId xmlns:a16="http://schemas.microsoft.com/office/drawing/2014/main" id="{25ABFB40-D6F4-D841-9330-E3A6B96D4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3088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7559" name="Rectangle 56">
              <a:extLst>
                <a:ext uri="{FF2B5EF4-FFF2-40B4-BE49-F238E27FC236}">
                  <a16:creationId xmlns:a16="http://schemas.microsoft.com/office/drawing/2014/main" id="{319D0517-BD1A-9C49-9E38-13842F274E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5" y="2844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47480" name="Line 57">
            <a:extLst>
              <a:ext uri="{FF2B5EF4-FFF2-40B4-BE49-F238E27FC236}">
                <a16:creationId xmlns:a16="http://schemas.microsoft.com/office/drawing/2014/main" id="{F4EA91B9-790B-9149-A09F-781FBEDA4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0" y="510063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81" name="Rectangle 58">
            <a:extLst>
              <a:ext uri="{FF2B5EF4-FFF2-40B4-BE49-F238E27FC236}">
                <a16:creationId xmlns:a16="http://schemas.microsoft.com/office/drawing/2014/main" id="{535887D6-6618-1143-9953-5885F735C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5135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482" name="Line 59">
            <a:extLst>
              <a:ext uri="{FF2B5EF4-FFF2-40B4-BE49-F238E27FC236}">
                <a16:creationId xmlns:a16="http://schemas.microsoft.com/office/drawing/2014/main" id="{2F672FCD-43AF-BE4B-9633-6BC499E6FB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4050" y="5035550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7483" name="Group 60">
            <a:extLst>
              <a:ext uri="{FF2B5EF4-FFF2-40B4-BE49-F238E27FC236}">
                <a16:creationId xmlns:a16="http://schemas.microsoft.com/office/drawing/2014/main" id="{EEF7426E-A7F0-5A41-9AC8-D4BFB6CB4F2E}"/>
              </a:ext>
            </a:extLst>
          </p:cNvPr>
          <p:cNvGrpSpPr>
            <a:grpSpLocks/>
          </p:cNvGrpSpPr>
          <p:nvPr/>
        </p:nvGrpSpPr>
        <p:grpSpPr bwMode="auto">
          <a:xfrm>
            <a:off x="4799013" y="5087938"/>
            <a:ext cx="385762" cy="385762"/>
            <a:chOff x="3023" y="3205"/>
            <a:chExt cx="243" cy="243"/>
          </a:xfrm>
        </p:grpSpPr>
        <p:sp>
          <p:nvSpPr>
            <p:cNvPr id="147553" name="Arc 61">
              <a:extLst>
                <a:ext uri="{FF2B5EF4-FFF2-40B4-BE49-F238E27FC236}">
                  <a16:creationId xmlns:a16="http://schemas.microsoft.com/office/drawing/2014/main" id="{BD435C0C-A6AF-114B-9C3B-E829A1A284C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35" y="3193"/>
              <a:ext cx="91" cy="1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54" name="Arc 62">
              <a:extLst>
                <a:ext uri="{FF2B5EF4-FFF2-40B4-BE49-F238E27FC236}">
                  <a16:creationId xmlns:a16="http://schemas.microsoft.com/office/drawing/2014/main" id="{50033372-1F3F-634B-92E6-EA77153D623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63" y="3193"/>
              <a:ext cx="91" cy="115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599" fill="none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</a:path>
                <a:path w="21599" h="21599" stroke="0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  <a:lnTo>
                    <a:pt x="21599" y="21599"/>
                  </a:lnTo>
                  <a:lnTo>
                    <a:pt x="-1" y="2141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55" name="Line 63">
              <a:extLst>
                <a:ext uri="{FF2B5EF4-FFF2-40B4-BE49-F238E27FC236}">
                  <a16:creationId xmlns:a16="http://schemas.microsoft.com/office/drawing/2014/main" id="{305E251E-CC20-9B48-8538-11F0E20E6A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56" name="Line 64">
              <a:extLst>
                <a:ext uri="{FF2B5EF4-FFF2-40B4-BE49-F238E27FC236}">
                  <a16:creationId xmlns:a16="http://schemas.microsoft.com/office/drawing/2014/main" id="{97A4EF64-5AB7-FA4D-89C4-6965BB28F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44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557" name="Line 65">
              <a:extLst>
                <a:ext uri="{FF2B5EF4-FFF2-40B4-BE49-F238E27FC236}">
                  <a16:creationId xmlns:a16="http://schemas.microsoft.com/office/drawing/2014/main" id="{069132BC-3353-0647-B52A-2FCB132B1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7484" name="Line 66">
            <a:extLst>
              <a:ext uri="{FF2B5EF4-FFF2-40B4-BE49-F238E27FC236}">
                <a16:creationId xmlns:a16="http://schemas.microsoft.com/office/drawing/2014/main" id="{D6AEB5CE-AC1C-3242-83C2-6A49EA697C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4789488"/>
            <a:ext cx="0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85" name="Line 67">
            <a:extLst>
              <a:ext uri="{FF2B5EF4-FFF2-40B4-BE49-F238E27FC236}">
                <a16:creationId xmlns:a16="http://schemas.microsoft.com/office/drawing/2014/main" id="{D5227D36-DAC1-3A4E-AA92-A35EEE91A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499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86" name="Line 68">
            <a:extLst>
              <a:ext uri="{FF2B5EF4-FFF2-40B4-BE49-F238E27FC236}">
                <a16:creationId xmlns:a16="http://schemas.microsoft.com/office/drawing/2014/main" id="{872F790E-7FF7-1746-A7B8-F14319281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4991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87" name="Line 69">
            <a:extLst>
              <a:ext uri="{FF2B5EF4-FFF2-40B4-BE49-F238E27FC236}">
                <a16:creationId xmlns:a16="http://schemas.microsoft.com/office/drawing/2014/main" id="{22881E0D-9360-DE43-9304-0D0FEA011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7600" y="3429000"/>
            <a:ext cx="177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88" name="Line 70">
            <a:extLst>
              <a:ext uri="{FF2B5EF4-FFF2-40B4-BE49-F238E27FC236}">
                <a16:creationId xmlns:a16="http://schemas.microsoft.com/office/drawing/2014/main" id="{CDE93F50-FE11-E046-8D45-17D2B11D34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879600"/>
            <a:ext cx="0" cy="15748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89" name="Line 71">
            <a:extLst>
              <a:ext uri="{FF2B5EF4-FFF2-40B4-BE49-F238E27FC236}">
                <a16:creationId xmlns:a16="http://schemas.microsoft.com/office/drawing/2014/main" id="{11C30A93-2A47-F540-8B76-6827005666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600" y="1905000"/>
            <a:ext cx="56896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90" name="Line 72">
            <a:extLst>
              <a:ext uri="{FF2B5EF4-FFF2-40B4-BE49-F238E27FC236}">
                <a16:creationId xmlns:a16="http://schemas.microsoft.com/office/drawing/2014/main" id="{81033F82-F721-D341-B966-9F438111A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930400"/>
            <a:ext cx="0" cy="16256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91" name="Line 73">
            <a:extLst>
              <a:ext uri="{FF2B5EF4-FFF2-40B4-BE49-F238E27FC236}">
                <a16:creationId xmlns:a16="http://schemas.microsoft.com/office/drawing/2014/main" id="{587F34C6-3EB5-784A-A40C-E6445D5F8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" y="3581400"/>
            <a:ext cx="558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92" name="Line 74">
            <a:extLst>
              <a:ext uri="{FF2B5EF4-FFF2-40B4-BE49-F238E27FC236}">
                <a16:creationId xmlns:a16="http://schemas.microsoft.com/office/drawing/2014/main" id="{77264FB2-0B9C-A74D-AC8C-915AC14921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835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93" name="Rectangle 75">
            <a:extLst>
              <a:ext uri="{FF2B5EF4-FFF2-40B4-BE49-F238E27FC236}">
                <a16:creationId xmlns:a16="http://schemas.microsoft.com/office/drawing/2014/main" id="{7A086FB4-A3B4-FE4A-A339-9971D2A52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9335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494" name="Rectangle 76">
            <a:extLst>
              <a:ext uri="{FF2B5EF4-FFF2-40B4-BE49-F238E27FC236}">
                <a16:creationId xmlns:a16="http://schemas.microsoft.com/office/drawing/2014/main" id="{80E12392-E97C-F348-B342-3340D9D0B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5816600"/>
            <a:ext cx="1343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Branch =</a:t>
            </a:r>
            <a:r>
              <a:rPr lang="en-US" altLang="zh-CN" u="sng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47495" name="Rectangle 77">
            <a:extLst>
              <a:ext uri="{FF2B5EF4-FFF2-40B4-BE49-F238E27FC236}">
                <a16:creationId xmlns:a16="http://schemas.microsoft.com/office/drawing/2014/main" id="{2B9769E0-D9E5-954F-8AE7-31948CFBC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5943600"/>
            <a:ext cx="10636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 = x</a:t>
            </a:r>
          </a:p>
        </p:txBody>
      </p:sp>
      <p:sp>
        <p:nvSpPr>
          <p:cNvPr id="147496" name="Line 78">
            <a:extLst>
              <a:ext uri="{FF2B5EF4-FFF2-40B4-BE49-F238E27FC236}">
                <a16:creationId xmlns:a16="http://schemas.microsoft.com/office/drawing/2014/main" id="{AB96C520-FB58-F348-B34B-614DD77FF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25908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97" name="Rectangle 79">
            <a:extLst>
              <a:ext uri="{FF2B5EF4-FFF2-40B4-BE49-F238E27FC236}">
                <a16:creationId xmlns:a16="http://schemas.microsoft.com/office/drawing/2014/main" id="{3B3B59B9-2553-E14E-BF97-38303AFCA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590800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“00”</a:t>
            </a:r>
          </a:p>
        </p:txBody>
      </p:sp>
      <p:sp>
        <p:nvSpPr>
          <p:cNvPr id="147498" name="Rectangle 80">
            <a:extLst>
              <a:ext uri="{FF2B5EF4-FFF2-40B4-BE49-F238E27FC236}">
                <a16:creationId xmlns:a16="http://schemas.microsoft.com/office/drawing/2014/main" id="{F2E3ED10-196F-224E-BD62-1E6EFA57A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2146300"/>
            <a:ext cx="1355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7499" name="Rectangle 81">
            <a:extLst>
              <a:ext uri="{FF2B5EF4-FFF2-40B4-BE49-F238E27FC236}">
                <a16:creationId xmlns:a16="http://schemas.microsoft.com/office/drawing/2014/main" id="{D70A185F-6070-EC40-9676-5D28D9B8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133600"/>
            <a:ext cx="1438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Addr&lt;31:2&gt;</a:t>
            </a:r>
          </a:p>
        </p:txBody>
      </p:sp>
      <p:sp>
        <p:nvSpPr>
          <p:cNvPr id="147500" name="Rectangle 82">
            <a:extLst>
              <a:ext uri="{FF2B5EF4-FFF2-40B4-BE49-F238E27FC236}">
                <a16:creationId xmlns:a16="http://schemas.microsoft.com/office/drawing/2014/main" id="{BB5922E3-3333-3C48-8CFA-CF48DCE44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819400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47501" name="Rectangle 83">
            <a:extLst>
              <a:ext uri="{FF2B5EF4-FFF2-40B4-BE49-F238E27FC236}">
                <a16:creationId xmlns:a16="http://schemas.microsoft.com/office/drawing/2014/main" id="{88F52BDE-D2E8-AD44-8DEE-ED4ABA77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438400"/>
            <a:ext cx="1292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7502" name="Line 84">
            <a:extLst>
              <a:ext uri="{FF2B5EF4-FFF2-40B4-BE49-F238E27FC236}">
                <a16:creationId xmlns:a16="http://schemas.microsoft.com/office/drawing/2014/main" id="{EF1A9990-42CB-F846-A7E6-D56196CE0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441700"/>
            <a:ext cx="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03" name="Line 85">
            <a:extLst>
              <a:ext uri="{FF2B5EF4-FFF2-40B4-BE49-F238E27FC236}">
                <a16:creationId xmlns:a16="http://schemas.microsoft.com/office/drawing/2014/main" id="{744ABA59-BD25-1E45-8E06-BA105608E5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380365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04" name="Rectangle 86">
            <a:extLst>
              <a:ext uri="{FF2B5EF4-FFF2-40B4-BE49-F238E27FC236}">
                <a16:creationId xmlns:a16="http://schemas.microsoft.com/office/drawing/2014/main" id="{ACED3A80-C96C-1842-8E49-C3885B10A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3657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47505" name="Line 87">
            <a:extLst>
              <a:ext uri="{FF2B5EF4-FFF2-40B4-BE49-F238E27FC236}">
                <a16:creationId xmlns:a16="http://schemas.microsoft.com/office/drawing/2014/main" id="{605CC313-427F-0348-BD7C-B95AA1C8F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1910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06" name="Line 88">
            <a:extLst>
              <a:ext uri="{FF2B5EF4-FFF2-40B4-BE49-F238E27FC236}">
                <a16:creationId xmlns:a16="http://schemas.microsoft.com/office/drawing/2014/main" id="{E703DDBE-9ED4-054B-86C1-879BC52A01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797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7507" name="Group 89">
            <a:extLst>
              <a:ext uri="{FF2B5EF4-FFF2-40B4-BE49-F238E27FC236}">
                <a16:creationId xmlns:a16="http://schemas.microsoft.com/office/drawing/2014/main" id="{1A40376C-48AB-DB47-8418-2E331E777578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649538"/>
            <a:ext cx="376237" cy="1325562"/>
            <a:chOff x="3651" y="1669"/>
            <a:chExt cx="237" cy="835"/>
          </a:xfrm>
        </p:grpSpPr>
        <p:grpSp>
          <p:nvGrpSpPr>
            <p:cNvPr id="147545" name="Group 90">
              <a:extLst>
                <a:ext uri="{FF2B5EF4-FFF2-40B4-BE49-F238E27FC236}">
                  <a16:creationId xmlns:a16="http://schemas.microsoft.com/office/drawing/2014/main" id="{30AA9985-F510-7646-82DE-4771CACA80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669"/>
              <a:ext cx="192" cy="835"/>
              <a:chOff x="3696" y="1669"/>
              <a:chExt cx="192" cy="835"/>
            </a:xfrm>
          </p:grpSpPr>
          <p:sp>
            <p:nvSpPr>
              <p:cNvPr id="147549" name="Line 91">
                <a:extLst>
                  <a:ext uri="{FF2B5EF4-FFF2-40B4-BE49-F238E27FC236}">
                    <a16:creationId xmlns:a16="http://schemas.microsoft.com/office/drawing/2014/main" id="{B554FF16-7B2C-1C4F-AC03-114E77DEC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669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50" name="Line 92">
                <a:extLst>
                  <a:ext uri="{FF2B5EF4-FFF2-40B4-BE49-F238E27FC236}">
                    <a16:creationId xmlns:a16="http://schemas.microsoft.com/office/drawing/2014/main" id="{391006E5-D7F8-354C-9503-FD56D33FB4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1669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51" name="Line 93">
                <a:extLst>
                  <a:ext uri="{FF2B5EF4-FFF2-40B4-BE49-F238E27FC236}">
                    <a16:creationId xmlns:a16="http://schemas.microsoft.com/office/drawing/2014/main" id="{462A780A-EB04-4240-98D8-F9BEC2D61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4" y="2377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552" name="Line 94">
                <a:extLst>
                  <a:ext uri="{FF2B5EF4-FFF2-40B4-BE49-F238E27FC236}">
                    <a16:creationId xmlns:a16="http://schemas.microsoft.com/office/drawing/2014/main" id="{06D8D949-1FC6-344D-BDB9-956640BE0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780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7546" name="Rectangle 95">
              <a:extLst>
                <a:ext uri="{FF2B5EF4-FFF2-40B4-BE49-F238E27FC236}">
                  <a16:creationId xmlns:a16="http://schemas.microsoft.com/office/drawing/2014/main" id="{9839A126-833B-BE48-8824-E0EB0C8895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65" y="1990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47547" name="Rectangle 96">
              <a:extLst>
                <a:ext uri="{FF2B5EF4-FFF2-40B4-BE49-F238E27FC236}">
                  <a16:creationId xmlns:a16="http://schemas.microsoft.com/office/drawing/2014/main" id="{7D2A7D6D-E7C6-CE49-9760-0A2B5F711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74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7548" name="Rectangle 97">
              <a:extLst>
                <a:ext uri="{FF2B5EF4-FFF2-40B4-BE49-F238E27FC236}">
                  <a16:creationId xmlns:a16="http://schemas.microsoft.com/office/drawing/2014/main" id="{F0F72DA3-3D6A-FA49-9DC5-92B23E818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219"/>
              <a:ext cx="17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47508" name="Line 98">
            <a:extLst>
              <a:ext uri="{FF2B5EF4-FFF2-40B4-BE49-F238E27FC236}">
                <a16:creationId xmlns:a16="http://schemas.microsoft.com/office/drawing/2014/main" id="{8295565D-9547-CA41-8C1C-5F7227583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3124200"/>
            <a:ext cx="7874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09" name="Line 99">
            <a:extLst>
              <a:ext uri="{FF2B5EF4-FFF2-40B4-BE49-F238E27FC236}">
                <a16:creationId xmlns:a16="http://schemas.microsoft.com/office/drawing/2014/main" id="{4308CDEF-36C7-0548-87EE-A745D34F8F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30591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10" name="Rectangle 100">
            <a:extLst>
              <a:ext uri="{FF2B5EF4-FFF2-40B4-BE49-F238E27FC236}">
                <a16:creationId xmlns:a16="http://schemas.microsoft.com/office/drawing/2014/main" id="{77F0E886-BA8F-A54F-80A5-40F763C11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1178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26</a:t>
            </a:r>
          </a:p>
        </p:txBody>
      </p:sp>
      <p:sp>
        <p:nvSpPr>
          <p:cNvPr id="147511" name="Line 101">
            <a:extLst>
              <a:ext uri="{FF2B5EF4-FFF2-40B4-BE49-F238E27FC236}">
                <a16:creationId xmlns:a16="http://schemas.microsoft.com/office/drawing/2014/main" id="{7E33BC77-A240-CE49-86E2-0632EF172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0400" y="2667000"/>
            <a:ext cx="2463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12" name="Line 102">
            <a:extLst>
              <a:ext uri="{FF2B5EF4-FFF2-40B4-BE49-F238E27FC236}">
                <a16:creationId xmlns:a16="http://schemas.microsoft.com/office/drawing/2014/main" id="{83BA53D8-20FC-E840-913F-96A6093218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9850" y="26019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13" name="Rectangle 103">
            <a:extLst>
              <a:ext uri="{FF2B5EF4-FFF2-40B4-BE49-F238E27FC236}">
                <a16:creationId xmlns:a16="http://schemas.microsoft.com/office/drawing/2014/main" id="{98A69D75-FEB3-8B4A-B9EE-14DB1AD0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26606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47514" name="Line 104">
            <a:extLst>
              <a:ext uri="{FF2B5EF4-FFF2-40B4-BE49-F238E27FC236}">
                <a16:creationId xmlns:a16="http://schemas.microsoft.com/office/drawing/2014/main" id="{64FD7C36-6720-AF42-A939-C4E19937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641600"/>
            <a:ext cx="0" cy="9652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15" name="Rectangle 105">
            <a:extLst>
              <a:ext uri="{FF2B5EF4-FFF2-40B4-BE49-F238E27FC236}">
                <a16:creationId xmlns:a16="http://schemas.microsoft.com/office/drawing/2014/main" id="{96A8A1CF-C9C8-224F-82FE-18692A674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2362200"/>
            <a:ext cx="13303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PC&lt;31:28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7516" name="Rectangle 106">
            <a:extLst>
              <a:ext uri="{FF2B5EF4-FFF2-40B4-BE49-F238E27FC236}">
                <a16:creationId xmlns:a16="http://schemas.microsoft.com/office/drawing/2014/main" id="{201DD950-EEE3-CE4E-A8C2-87C2A30E2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113" y="2654300"/>
            <a:ext cx="879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Target</a:t>
            </a:r>
          </a:p>
        </p:txBody>
      </p:sp>
      <p:sp>
        <p:nvSpPr>
          <p:cNvPr id="147517" name="Line 107">
            <a:extLst>
              <a:ext uri="{FF2B5EF4-FFF2-40B4-BE49-F238E27FC236}">
                <a16:creationId xmlns:a16="http://schemas.microsoft.com/office/drawing/2014/main" id="{B7304CD4-1A5C-0541-8154-919418AF1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646363"/>
            <a:ext cx="0" cy="51435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18" name="Line 108">
            <a:extLst>
              <a:ext uri="{FF2B5EF4-FFF2-40B4-BE49-F238E27FC236}">
                <a16:creationId xmlns:a16="http://schemas.microsoft.com/office/drawing/2014/main" id="{79B9E646-FD27-634D-BF23-B891AE9BB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5000" y="2895600"/>
            <a:ext cx="13970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19" name="Line 109">
            <a:extLst>
              <a:ext uri="{FF2B5EF4-FFF2-40B4-BE49-F238E27FC236}">
                <a16:creationId xmlns:a16="http://schemas.microsoft.com/office/drawing/2014/main" id="{432BA148-EE3B-5C4D-8555-FFDD0A71E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2900" y="37338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20" name="Line 110">
            <a:extLst>
              <a:ext uri="{FF2B5EF4-FFF2-40B4-BE49-F238E27FC236}">
                <a16:creationId xmlns:a16="http://schemas.microsoft.com/office/drawing/2014/main" id="{FC316C02-5503-B341-978D-C3E7579F0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8100" y="4191000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21" name="Line 111">
            <a:extLst>
              <a:ext uri="{FF2B5EF4-FFF2-40B4-BE49-F238E27FC236}">
                <a16:creationId xmlns:a16="http://schemas.microsoft.com/office/drawing/2014/main" id="{E1257DEE-1EE3-BB41-B51F-D4F92414A9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3721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22" name="Line 112">
            <a:extLst>
              <a:ext uri="{FF2B5EF4-FFF2-40B4-BE49-F238E27FC236}">
                <a16:creationId xmlns:a16="http://schemas.microsoft.com/office/drawing/2014/main" id="{A8E04AC3-9A60-F145-BB77-92CDA52E96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2850" y="28257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23" name="Rectangle 113">
            <a:extLst>
              <a:ext uri="{FF2B5EF4-FFF2-40B4-BE49-F238E27FC236}">
                <a16:creationId xmlns:a16="http://schemas.microsoft.com/office/drawing/2014/main" id="{A006872A-D50F-8B4B-AC57-EC1D05463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29241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524" name="Rectangle 114">
            <a:extLst>
              <a:ext uri="{FF2B5EF4-FFF2-40B4-BE49-F238E27FC236}">
                <a16:creationId xmlns:a16="http://schemas.microsoft.com/office/drawing/2014/main" id="{B8EB9AEC-1679-0D4D-88F8-8D682295C1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3716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PC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PC&lt;31:29&gt;  concat  target&lt;25:0&gt;  concat  “00”</a:t>
            </a:r>
          </a:p>
        </p:txBody>
      </p:sp>
      <p:sp>
        <p:nvSpPr>
          <p:cNvPr id="147525" name="Line 115">
            <a:extLst>
              <a:ext uri="{FF2B5EF4-FFF2-40B4-BE49-F238E27FC236}">
                <a16:creationId xmlns:a16="http://schemas.microsoft.com/office/drawing/2014/main" id="{4D48FA1D-5CED-BC44-994B-5EEEBC5814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3873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26" name="Rectangle 116">
            <a:extLst>
              <a:ext uri="{FF2B5EF4-FFF2-40B4-BE49-F238E27FC236}">
                <a16:creationId xmlns:a16="http://schemas.microsoft.com/office/drawing/2014/main" id="{799EC0F2-8129-9E4C-B104-EC243204F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4343400"/>
            <a:ext cx="1177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u="sng">
                <a:solidFill>
                  <a:schemeClr val="accent1"/>
                </a:solidFill>
                <a:ea typeface="宋体" panose="02010600030101010101" pitchFamily="2" charset="-122"/>
              </a:rPr>
              <a:t>Jump = 1</a:t>
            </a:r>
          </a:p>
        </p:txBody>
      </p:sp>
      <p:sp>
        <p:nvSpPr>
          <p:cNvPr id="147527" name="Rectangle 117">
            <a:extLst>
              <a:ext uri="{FF2B5EF4-FFF2-40B4-BE49-F238E27FC236}">
                <a16:creationId xmlns:a16="http://schemas.microsoft.com/office/drawing/2014/main" id="{5237B182-921E-EA4B-88EB-774D070C6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5626100"/>
            <a:ext cx="2133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7528" name="Rectangle 118">
            <a:extLst>
              <a:ext uri="{FF2B5EF4-FFF2-40B4-BE49-F238E27FC236}">
                <a16:creationId xmlns:a16="http://schemas.microsoft.com/office/drawing/2014/main" id="{1AE8E201-E790-174A-9DF7-046D4B890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4196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47529" name="Line 119">
            <a:extLst>
              <a:ext uri="{FF2B5EF4-FFF2-40B4-BE49-F238E27FC236}">
                <a16:creationId xmlns:a16="http://schemas.microsoft.com/office/drawing/2014/main" id="{BCF383BD-AA52-7C48-A4D4-14B80E597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2286000"/>
            <a:ext cx="523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30" name="Line 120">
            <a:extLst>
              <a:ext uri="{FF2B5EF4-FFF2-40B4-BE49-F238E27FC236}">
                <a16:creationId xmlns:a16="http://schemas.microsoft.com/office/drawing/2014/main" id="{24C6E977-8B93-4E49-88CE-0AAC5BC645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9050" y="2216150"/>
            <a:ext cx="88900" cy="166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31" name="Rectangle 121">
            <a:extLst>
              <a:ext uri="{FF2B5EF4-FFF2-40B4-BE49-F238E27FC236}">
                <a16:creationId xmlns:a16="http://schemas.microsoft.com/office/drawing/2014/main" id="{DB7436BC-FD5A-394B-BCE7-8698E702D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3145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47532" name="Rectangle 122">
            <a:extLst>
              <a:ext uri="{FF2B5EF4-FFF2-40B4-BE49-F238E27FC236}">
                <a16:creationId xmlns:a16="http://schemas.microsoft.com/office/drawing/2014/main" id="{A696E4C1-C0C3-944B-A7F4-728BFDBCC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2971800"/>
            <a:ext cx="2085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Instruction&lt;25:0&gt;</a:t>
            </a:r>
          </a:p>
        </p:txBody>
      </p:sp>
      <p:grpSp>
        <p:nvGrpSpPr>
          <p:cNvPr id="147533" name="Group 123">
            <a:extLst>
              <a:ext uri="{FF2B5EF4-FFF2-40B4-BE49-F238E27FC236}">
                <a16:creationId xmlns:a16="http://schemas.microsoft.com/office/drawing/2014/main" id="{98D92563-34C1-2249-AA16-D42D1693A311}"/>
              </a:ext>
            </a:extLst>
          </p:cNvPr>
          <p:cNvGrpSpPr>
            <a:grpSpLocks/>
          </p:cNvGrpSpPr>
          <p:nvPr/>
        </p:nvGrpSpPr>
        <p:grpSpPr bwMode="auto">
          <a:xfrm>
            <a:off x="1585913" y="533400"/>
            <a:ext cx="6327775" cy="668338"/>
            <a:chOff x="999" y="336"/>
            <a:chExt cx="3986" cy="421"/>
          </a:xfrm>
        </p:grpSpPr>
        <p:sp>
          <p:nvSpPr>
            <p:cNvPr id="147536" name="Rectangle 124">
              <a:extLst>
                <a:ext uri="{FF2B5EF4-FFF2-40B4-BE49-F238E27FC236}">
                  <a16:creationId xmlns:a16="http://schemas.microsoft.com/office/drawing/2014/main" id="{F0C58035-A037-C146-B2FB-0E1E0A9FB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536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47537" name="Group 125">
              <a:extLst>
                <a:ext uri="{FF2B5EF4-FFF2-40B4-BE49-F238E27FC236}">
                  <a16:creationId xmlns:a16="http://schemas.microsoft.com/office/drawing/2014/main" id="{721115E8-5830-5F47-B978-882120F41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0" y="528"/>
              <a:ext cx="664" cy="229"/>
              <a:chOff x="1060" y="528"/>
              <a:chExt cx="664" cy="229"/>
            </a:xfrm>
          </p:grpSpPr>
          <p:sp>
            <p:nvSpPr>
              <p:cNvPr id="147543" name="Rectangle 126">
                <a:extLst>
                  <a:ext uri="{FF2B5EF4-FFF2-40B4-BE49-F238E27FC236}">
                    <a16:creationId xmlns:a16="http://schemas.microsoft.com/office/drawing/2014/main" id="{2586406E-67C6-D446-A5EE-AB5EDD3A5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532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7544" name="Rectangle 127">
                <a:extLst>
                  <a:ext uri="{FF2B5EF4-FFF2-40B4-BE49-F238E27FC236}">
                    <a16:creationId xmlns:a16="http://schemas.microsoft.com/office/drawing/2014/main" id="{7FB560C2-FCB3-C244-AC65-67D3AE279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7" y="528"/>
                <a:ext cx="290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147538" name="Rectangle 128">
              <a:extLst>
                <a:ext uri="{FF2B5EF4-FFF2-40B4-BE49-F238E27FC236}">
                  <a16:creationId xmlns:a16="http://schemas.microsoft.com/office/drawing/2014/main" id="{FE94944D-BDF4-3349-9B15-0A2956051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532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7539" name="Rectangle 129">
              <a:extLst>
                <a:ext uri="{FF2B5EF4-FFF2-40B4-BE49-F238E27FC236}">
                  <a16:creationId xmlns:a16="http://schemas.microsoft.com/office/drawing/2014/main" id="{06344E3F-2E8D-554F-B566-D40F7683B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528"/>
              <a:ext cx="109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47540" name="Rectangle 130">
              <a:extLst>
                <a:ext uri="{FF2B5EF4-FFF2-40B4-BE49-F238E27FC236}">
                  <a16:creationId xmlns:a16="http://schemas.microsoft.com/office/drawing/2014/main" id="{BD155F23-39DE-3E44-9847-ED18A79EB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" y="336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7541" name="Rectangle 131">
              <a:extLst>
                <a:ext uri="{FF2B5EF4-FFF2-40B4-BE49-F238E27FC236}">
                  <a16:creationId xmlns:a16="http://schemas.microsoft.com/office/drawing/2014/main" id="{E7F618DE-4BF6-524F-B9A2-340E6D268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" y="336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47542" name="Rectangle 132">
              <a:extLst>
                <a:ext uri="{FF2B5EF4-FFF2-40B4-BE49-F238E27FC236}">
                  <a16:creationId xmlns:a16="http://schemas.microsoft.com/office/drawing/2014/main" id="{2DF957C5-853E-304E-B24D-9548D5CD5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36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</p:grpSp>
      <p:sp>
        <p:nvSpPr>
          <p:cNvPr id="147534" name="Line 133">
            <a:extLst>
              <a:ext uri="{FF2B5EF4-FFF2-40B4-BE49-F238E27FC236}">
                <a16:creationId xmlns:a16="http://schemas.microsoft.com/office/drawing/2014/main" id="{1AA91138-00D2-4C45-A6DE-CE42CAD8E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1800" y="3581400"/>
            <a:ext cx="177800" cy="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35" name="Line 134">
            <a:extLst>
              <a:ext uri="{FF2B5EF4-FFF2-40B4-BE49-F238E27FC236}">
                <a16:creationId xmlns:a16="http://schemas.microsoft.com/office/drawing/2014/main" id="{C387EEF5-F656-AE45-97A4-F6FFCBD12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2987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2B85D482-14FD-8441-9342-9F0F8C7AA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1475" y="142875"/>
            <a:ext cx="815022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综合分析结果，得到如下指令与控制信号的关系表</a:t>
            </a:r>
          </a:p>
        </p:txBody>
      </p:sp>
      <p:grpSp>
        <p:nvGrpSpPr>
          <p:cNvPr id="149507" name="Group 3">
            <a:extLst>
              <a:ext uri="{FF2B5EF4-FFF2-40B4-BE49-F238E27FC236}">
                <a16:creationId xmlns:a16="http://schemas.microsoft.com/office/drawing/2014/main" id="{D7C7E56A-4F34-A341-8DD0-C4E9AA6EF56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511300"/>
            <a:ext cx="6858000" cy="3108325"/>
            <a:chOff x="672" y="952"/>
            <a:chExt cx="4320" cy="1958"/>
          </a:xfrm>
        </p:grpSpPr>
        <p:grpSp>
          <p:nvGrpSpPr>
            <p:cNvPr id="149588" name="Group 4">
              <a:extLst>
                <a:ext uri="{FF2B5EF4-FFF2-40B4-BE49-F238E27FC236}">
                  <a16:creationId xmlns:a16="http://schemas.microsoft.com/office/drawing/2014/main" id="{9BD18A4B-7D20-4F4A-B9CD-C2C0B29EDB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952"/>
              <a:ext cx="4320" cy="1946"/>
              <a:chOff x="672" y="952"/>
              <a:chExt cx="4320" cy="1946"/>
            </a:xfrm>
          </p:grpSpPr>
          <p:sp>
            <p:nvSpPr>
              <p:cNvPr id="149652" name="Rectangle 5">
                <a:extLst>
                  <a:ext uri="{FF2B5EF4-FFF2-40B4-BE49-F238E27FC236}">
                    <a16:creationId xmlns:a16="http://schemas.microsoft.com/office/drawing/2014/main" id="{7BB064B7-B2CC-4941-9617-3F0676DA0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" y="960"/>
                <a:ext cx="34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add</a:t>
                </a:r>
              </a:p>
            </p:txBody>
          </p:sp>
          <p:sp>
            <p:nvSpPr>
              <p:cNvPr id="149653" name="Rectangle 6">
                <a:extLst>
                  <a:ext uri="{FF2B5EF4-FFF2-40B4-BE49-F238E27FC236}">
                    <a16:creationId xmlns:a16="http://schemas.microsoft.com/office/drawing/2014/main" id="{61B5FCE5-58EA-A847-9F15-F9B24F812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960"/>
                <a:ext cx="34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sub</a:t>
                </a:r>
              </a:p>
            </p:txBody>
          </p:sp>
          <p:sp>
            <p:nvSpPr>
              <p:cNvPr id="149654" name="Rectangle 7">
                <a:extLst>
                  <a:ext uri="{FF2B5EF4-FFF2-40B4-BE49-F238E27FC236}">
                    <a16:creationId xmlns:a16="http://schemas.microsoft.com/office/drawing/2014/main" id="{DD287A4E-940E-DC4A-8262-C31BEA9A6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9" y="960"/>
                <a:ext cx="27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ori</a:t>
                </a:r>
              </a:p>
            </p:txBody>
          </p:sp>
          <p:sp>
            <p:nvSpPr>
              <p:cNvPr id="149655" name="Rectangle 8">
                <a:extLst>
                  <a:ext uri="{FF2B5EF4-FFF2-40B4-BE49-F238E27FC236}">
                    <a16:creationId xmlns:a16="http://schemas.microsoft.com/office/drawing/2014/main" id="{CB8985E4-88BF-4947-9A27-2C6C6B690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9" y="960"/>
                <a:ext cx="25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lw</a:t>
                </a:r>
              </a:p>
            </p:txBody>
          </p:sp>
          <p:sp>
            <p:nvSpPr>
              <p:cNvPr id="149656" name="Rectangle 9">
                <a:extLst>
                  <a:ext uri="{FF2B5EF4-FFF2-40B4-BE49-F238E27FC236}">
                    <a16:creationId xmlns:a16="http://schemas.microsoft.com/office/drawing/2014/main" id="{798137B6-9893-8A44-800C-5C96586C9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9" y="960"/>
                <a:ext cx="28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sw</a:t>
                </a:r>
              </a:p>
            </p:txBody>
          </p:sp>
          <p:sp>
            <p:nvSpPr>
              <p:cNvPr id="149657" name="Rectangle 10">
                <a:extLst>
                  <a:ext uri="{FF2B5EF4-FFF2-40B4-BE49-F238E27FC236}">
                    <a16:creationId xmlns:a16="http://schemas.microsoft.com/office/drawing/2014/main" id="{64473815-0CBD-A447-80BB-2A90AA231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960"/>
                <a:ext cx="34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beq</a:t>
                </a:r>
              </a:p>
            </p:txBody>
          </p:sp>
          <p:sp>
            <p:nvSpPr>
              <p:cNvPr id="149658" name="Rectangle 11">
                <a:extLst>
                  <a:ext uri="{FF2B5EF4-FFF2-40B4-BE49-F238E27FC236}">
                    <a16:creationId xmlns:a16="http://schemas.microsoft.com/office/drawing/2014/main" id="{FE37F3FF-9A29-1A4F-B331-7F0FB182D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1" y="960"/>
                <a:ext cx="42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jump</a:t>
                </a:r>
              </a:p>
            </p:txBody>
          </p:sp>
          <p:sp>
            <p:nvSpPr>
              <p:cNvPr id="149659" name="Rectangle 12">
                <a:extLst>
                  <a:ext uri="{FF2B5EF4-FFF2-40B4-BE49-F238E27FC236}">
                    <a16:creationId xmlns:a16="http://schemas.microsoft.com/office/drawing/2014/main" id="{79988544-20B6-B543-B704-1C5562B09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1152"/>
                <a:ext cx="56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RegDst</a:t>
                </a:r>
              </a:p>
            </p:txBody>
          </p:sp>
          <p:sp>
            <p:nvSpPr>
              <p:cNvPr id="149660" name="Rectangle 13">
                <a:extLst>
                  <a:ext uri="{FF2B5EF4-FFF2-40B4-BE49-F238E27FC236}">
                    <a16:creationId xmlns:a16="http://schemas.microsoft.com/office/drawing/2014/main" id="{6E044D94-64A3-2B40-89A3-4FD4E38F8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1344"/>
                <a:ext cx="582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ALUSrc</a:t>
                </a:r>
              </a:p>
            </p:txBody>
          </p:sp>
          <p:sp>
            <p:nvSpPr>
              <p:cNvPr id="149661" name="Rectangle 14">
                <a:extLst>
                  <a:ext uri="{FF2B5EF4-FFF2-40B4-BE49-F238E27FC236}">
                    <a16:creationId xmlns:a16="http://schemas.microsoft.com/office/drawing/2014/main" id="{2ED15109-6CC5-6743-9BB1-FAE20CE13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1536"/>
                <a:ext cx="76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MemtoReg</a:t>
                </a:r>
              </a:p>
            </p:txBody>
          </p:sp>
          <p:sp>
            <p:nvSpPr>
              <p:cNvPr id="149662" name="Rectangle 15">
                <a:extLst>
                  <a:ext uri="{FF2B5EF4-FFF2-40B4-BE49-F238E27FC236}">
                    <a16:creationId xmlns:a16="http://schemas.microsoft.com/office/drawing/2014/main" id="{15BAAD98-3903-D848-824A-16473A270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1728"/>
                <a:ext cx="67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RegWrite</a:t>
                </a:r>
              </a:p>
            </p:txBody>
          </p:sp>
          <p:sp>
            <p:nvSpPr>
              <p:cNvPr id="149663" name="Rectangle 16">
                <a:extLst>
                  <a:ext uri="{FF2B5EF4-FFF2-40B4-BE49-F238E27FC236}">
                    <a16:creationId xmlns:a16="http://schemas.microsoft.com/office/drawing/2014/main" id="{B490439E-3448-974E-BE63-3812642D3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1920"/>
                <a:ext cx="7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MemWrite</a:t>
                </a:r>
              </a:p>
            </p:txBody>
          </p:sp>
          <p:sp>
            <p:nvSpPr>
              <p:cNvPr id="149664" name="Rectangle 17">
                <a:extLst>
                  <a:ext uri="{FF2B5EF4-FFF2-40B4-BE49-F238E27FC236}">
                    <a16:creationId xmlns:a16="http://schemas.microsoft.com/office/drawing/2014/main" id="{36E5BF19-43AB-524C-8097-D21BBC8C7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2112"/>
                <a:ext cx="554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Branch</a:t>
                </a:r>
              </a:p>
            </p:txBody>
          </p:sp>
          <p:sp>
            <p:nvSpPr>
              <p:cNvPr id="149665" name="Rectangle 18">
                <a:extLst>
                  <a:ext uri="{FF2B5EF4-FFF2-40B4-BE49-F238E27FC236}">
                    <a16:creationId xmlns:a16="http://schemas.microsoft.com/office/drawing/2014/main" id="{051FD15C-CEB3-FA45-B628-F2281F83F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2304"/>
                <a:ext cx="45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Jump</a:t>
                </a:r>
              </a:p>
            </p:txBody>
          </p:sp>
          <p:sp>
            <p:nvSpPr>
              <p:cNvPr id="149666" name="Rectangle 19">
                <a:extLst>
                  <a:ext uri="{FF2B5EF4-FFF2-40B4-BE49-F238E27FC236}">
                    <a16:creationId xmlns:a16="http://schemas.microsoft.com/office/drawing/2014/main" id="{78AC8FA3-5AA4-FF4C-B415-44DADA381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2496"/>
                <a:ext cx="491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ExtOp</a:t>
                </a:r>
              </a:p>
            </p:txBody>
          </p:sp>
          <p:sp>
            <p:nvSpPr>
              <p:cNvPr id="149667" name="Rectangle 20">
                <a:extLst>
                  <a:ext uri="{FF2B5EF4-FFF2-40B4-BE49-F238E27FC236}">
                    <a16:creationId xmlns:a16="http://schemas.microsoft.com/office/drawing/2014/main" id="{19B09325-F3E0-D541-8959-1EA64CFB0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" y="2688"/>
                <a:ext cx="87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ALUctr&lt;2:0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</a:p>
            </p:txBody>
          </p:sp>
          <p:sp>
            <p:nvSpPr>
              <p:cNvPr id="149668" name="Line 21">
                <a:extLst>
                  <a:ext uri="{FF2B5EF4-FFF2-40B4-BE49-F238E27FC236}">
                    <a16:creationId xmlns:a16="http://schemas.microsoft.com/office/drawing/2014/main" id="{0A49F026-673C-3745-BFDA-DB3EDF0FE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1344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69" name="Line 22">
                <a:extLst>
                  <a:ext uri="{FF2B5EF4-FFF2-40B4-BE49-F238E27FC236}">
                    <a16:creationId xmlns:a16="http://schemas.microsoft.com/office/drawing/2014/main" id="{A18FDCF5-BC74-A541-A47F-DD74A838F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1536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0" name="Line 23">
                <a:extLst>
                  <a:ext uri="{FF2B5EF4-FFF2-40B4-BE49-F238E27FC236}">
                    <a16:creationId xmlns:a16="http://schemas.microsoft.com/office/drawing/2014/main" id="{4A221D66-FE0B-3D40-9C07-C809B6AD53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1728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1" name="Line 24">
                <a:extLst>
                  <a:ext uri="{FF2B5EF4-FFF2-40B4-BE49-F238E27FC236}">
                    <a16:creationId xmlns:a16="http://schemas.microsoft.com/office/drawing/2014/main" id="{896C8799-43F0-F041-A801-549F965A50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1920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2" name="Line 25">
                <a:extLst>
                  <a:ext uri="{FF2B5EF4-FFF2-40B4-BE49-F238E27FC236}">
                    <a16:creationId xmlns:a16="http://schemas.microsoft.com/office/drawing/2014/main" id="{D38000A2-7A53-EF42-B859-D646D85E6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2112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3" name="Line 26">
                <a:extLst>
                  <a:ext uri="{FF2B5EF4-FFF2-40B4-BE49-F238E27FC236}">
                    <a16:creationId xmlns:a16="http://schemas.microsoft.com/office/drawing/2014/main" id="{37C0FC3F-29B8-3B4C-BFE4-3F19CA16C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2304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4" name="Line 27">
                <a:extLst>
                  <a:ext uri="{FF2B5EF4-FFF2-40B4-BE49-F238E27FC236}">
                    <a16:creationId xmlns:a16="http://schemas.microsoft.com/office/drawing/2014/main" id="{CDD0CB73-5668-6848-A10E-EDB945B51E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2496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5" name="Line 28">
                <a:extLst>
                  <a:ext uri="{FF2B5EF4-FFF2-40B4-BE49-F238E27FC236}">
                    <a16:creationId xmlns:a16="http://schemas.microsoft.com/office/drawing/2014/main" id="{4ED12A91-B58D-7D43-B133-20D9A7F99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2688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6" name="Line 29">
                <a:extLst>
                  <a:ext uri="{FF2B5EF4-FFF2-40B4-BE49-F238E27FC236}">
                    <a16:creationId xmlns:a16="http://schemas.microsoft.com/office/drawing/2014/main" id="{76871157-095F-DC49-BE55-FE1D1E28C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1152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7" name="Line 30">
                <a:extLst>
                  <a:ext uri="{FF2B5EF4-FFF2-40B4-BE49-F238E27FC236}">
                    <a16:creationId xmlns:a16="http://schemas.microsoft.com/office/drawing/2014/main" id="{D60757C5-3523-EA44-9771-E935DECB5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2880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8" name="Line 31">
                <a:extLst>
                  <a:ext uri="{FF2B5EF4-FFF2-40B4-BE49-F238E27FC236}">
                    <a16:creationId xmlns:a16="http://schemas.microsoft.com/office/drawing/2014/main" id="{2DD751FB-4491-EC44-B0DA-97911A4D68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79" name="Line 32">
                <a:extLst>
                  <a:ext uri="{FF2B5EF4-FFF2-40B4-BE49-F238E27FC236}">
                    <a16:creationId xmlns:a16="http://schemas.microsoft.com/office/drawing/2014/main" id="{6A23B89F-EBE9-4D4C-89A5-D808FA5B0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960"/>
                <a:ext cx="43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0" name="Line 33">
                <a:extLst>
                  <a:ext uri="{FF2B5EF4-FFF2-40B4-BE49-F238E27FC236}">
                    <a16:creationId xmlns:a16="http://schemas.microsoft.com/office/drawing/2014/main" id="{86EED3B4-F7A4-CA4C-87D7-CED1F9F27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1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1" name="Line 34">
                <a:extLst>
                  <a:ext uri="{FF2B5EF4-FFF2-40B4-BE49-F238E27FC236}">
                    <a16:creationId xmlns:a16="http://schemas.microsoft.com/office/drawing/2014/main" id="{04E4F5BB-3F97-2145-9341-61CBA00E8B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2" name="Line 35">
                <a:extLst>
                  <a:ext uri="{FF2B5EF4-FFF2-40B4-BE49-F238E27FC236}">
                    <a16:creationId xmlns:a16="http://schemas.microsoft.com/office/drawing/2014/main" id="{6AD2393A-3881-BC4A-9F26-393C9A4A8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3" name="Line 36">
                <a:extLst>
                  <a:ext uri="{FF2B5EF4-FFF2-40B4-BE49-F238E27FC236}">
                    <a16:creationId xmlns:a16="http://schemas.microsoft.com/office/drawing/2014/main" id="{DD7B2AA7-C4B4-E44E-90B3-3F9779643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4" name="Line 37">
                <a:extLst>
                  <a:ext uri="{FF2B5EF4-FFF2-40B4-BE49-F238E27FC236}">
                    <a16:creationId xmlns:a16="http://schemas.microsoft.com/office/drawing/2014/main" id="{C9E44F3C-4CE1-C643-B418-86815C155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5" name="Line 38">
                <a:extLst>
                  <a:ext uri="{FF2B5EF4-FFF2-40B4-BE49-F238E27FC236}">
                    <a16:creationId xmlns:a16="http://schemas.microsoft.com/office/drawing/2014/main" id="{22464DEB-1D07-3D44-9DDC-5667EBEAC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6" name="Line 39">
                <a:extLst>
                  <a:ext uri="{FF2B5EF4-FFF2-40B4-BE49-F238E27FC236}">
                    <a16:creationId xmlns:a16="http://schemas.microsoft.com/office/drawing/2014/main" id="{02C89CA0-5C68-D342-AE2E-4642C37451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87" name="Line 40">
                <a:extLst>
                  <a:ext uri="{FF2B5EF4-FFF2-40B4-BE49-F238E27FC236}">
                    <a16:creationId xmlns:a16="http://schemas.microsoft.com/office/drawing/2014/main" id="{1651665A-CBAD-8345-A647-07A6F7A7C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52"/>
                <a:ext cx="0" cy="19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9589" name="Rectangle 41">
              <a:extLst>
                <a:ext uri="{FF2B5EF4-FFF2-40B4-BE49-F238E27FC236}">
                  <a16:creationId xmlns:a16="http://schemas.microsoft.com/office/drawing/2014/main" id="{6F77EE6B-3A8D-4E46-8884-79D3C5544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590" name="Rectangle 42">
              <a:extLst>
                <a:ext uri="{FF2B5EF4-FFF2-40B4-BE49-F238E27FC236}">
                  <a16:creationId xmlns:a16="http://schemas.microsoft.com/office/drawing/2014/main" id="{916CBE0B-2CB5-E344-B735-4DC7675B5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591" name="Rectangle 43">
              <a:extLst>
                <a:ext uri="{FF2B5EF4-FFF2-40B4-BE49-F238E27FC236}">
                  <a16:creationId xmlns:a16="http://schemas.microsoft.com/office/drawing/2014/main" id="{0085A2C7-53F2-004F-BE69-1B328884B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592" name="Rectangle 44">
              <a:extLst>
                <a:ext uri="{FF2B5EF4-FFF2-40B4-BE49-F238E27FC236}">
                  <a16:creationId xmlns:a16="http://schemas.microsoft.com/office/drawing/2014/main" id="{34A4E6BA-D733-D04E-BD8C-2A13B5EDC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593" name="Rectangle 45">
              <a:extLst>
                <a:ext uri="{FF2B5EF4-FFF2-40B4-BE49-F238E27FC236}">
                  <a16:creationId xmlns:a16="http://schemas.microsoft.com/office/drawing/2014/main" id="{9B01DD86-12A6-754C-9E99-82A458E3A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594" name="Rectangle 46">
              <a:extLst>
                <a:ext uri="{FF2B5EF4-FFF2-40B4-BE49-F238E27FC236}">
                  <a16:creationId xmlns:a16="http://schemas.microsoft.com/office/drawing/2014/main" id="{6A53AB34-52A6-FD48-97EB-F1918F187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595" name="Rectangle 47">
              <a:extLst>
                <a:ext uri="{FF2B5EF4-FFF2-40B4-BE49-F238E27FC236}">
                  <a16:creationId xmlns:a16="http://schemas.microsoft.com/office/drawing/2014/main" id="{4BDC3F9D-DB9F-E145-9A6C-B93CB7C32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596" name="Rectangle 48">
              <a:extLst>
                <a:ext uri="{FF2B5EF4-FFF2-40B4-BE49-F238E27FC236}">
                  <a16:creationId xmlns:a16="http://schemas.microsoft.com/office/drawing/2014/main" id="{07A00472-6782-9148-B1EB-095F4143A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597" name="Rectangle 49">
              <a:extLst>
                <a:ext uri="{FF2B5EF4-FFF2-40B4-BE49-F238E27FC236}">
                  <a16:creationId xmlns:a16="http://schemas.microsoft.com/office/drawing/2014/main" id="{00DD89A6-11F0-ED49-AE87-BF6CAC371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2688"/>
              <a:ext cx="34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49598" name="Rectangle 50">
              <a:extLst>
                <a:ext uri="{FF2B5EF4-FFF2-40B4-BE49-F238E27FC236}">
                  <a16:creationId xmlns:a16="http://schemas.microsoft.com/office/drawing/2014/main" id="{0A61CD2B-6EB8-0643-9006-70B315C33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599" name="Rectangle 51">
              <a:extLst>
                <a:ext uri="{FF2B5EF4-FFF2-40B4-BE49-F238E27FC236}">
                  <a16:creationId xmlns:a16="http://schemas.microsoft.com/office/drawing/2014/main" id="{38BEEE17-CE16-8A4B-9AD7-334FF7A95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00" name="Rectangle 52">
              <a:extLst>
                <a:ext uri="{FF2B5EF4-FFF2-40B4-BE49-F238E27FC236}">
                  <a16:creationId xmlns:a16="http://schemas.microsoft.com/office/drawing/2014/main" id="{D236C902-17F4-AB4A-AF34-EAC7300A9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01" name="Rectangle 53">
              <a:extLst>
                <a:ext uri="{FF2B5EF4-FFF2-40B4-BE49-F238E27FC236}">
                  <a16:creationId xmlns:a16="http://schemas.microsoft.com/office/drawing/2014/main" id="{4AC05B7D-AAA0-E443-98B6-B1F896680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02" name="Rectangle 54">
              <a:extLst>
                <a:ext uri="{FF2B5EF4-FFF2-40B4-BE49-F238E27FC236}">
                  <a16:creationId xmlns:a16="http://schemas.microsoft.com/office/drawing/2014/main" id="{5A66A56C-D025-9946-9F3A-A43E739C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03" name="Rectangle 55">
              <a:extLst>
                <a:ext uri="{FF2B5EF4-FFF2-40B4-BE49-F238E27FC236}">
                  <a16:creationId xmlns:a16="http://schemas.microsoft.com/office/drawing/2014/main" id="{D02A4D0B-193C-8C43-82F3-F0C85F9E1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04" name="Rectangle 56">
              <a:extLst>
                <a:ext uri="{FF2B5EF4-FFF2-40B4-BE49-F238E27FC236}">
                  <a16:creationId xmlns:a16="http://schemas.microsoft.com/office/drawing/2014/main" id="{6AA574AD-5319-1E4C-A0C7-E21DDEEA6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05" name="Rectangle 57">
              <a:extLst>
                <a:ext uri="{FF2B5EF4-FFF2-40B4-BE49-F238E27FC236}">
                  <a16:creationId xmlns:a16="http://schemas.microsoft.com/office/drawing/2014/main" id="{86C03E68-A999-4043-B072-AFEF753D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06" name="Rectangle 58">
              <a:extLst>
                <a:ext uri="{FF2B5EF4-FFF2-40B4-BE49-F238E27FC236}">
                  <a16:creationId xmlns:a16="http://schemas.microsoft.com/office/drawing/2014/main" id="{5D426481-8C45-C84B-A837-41571B235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" y="2688"/>
              <a:ext cx="44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   sub</a:t>
              </a:r>
            </a:p>
          </p:txBody>
        </p:sp>
        <p:sp>
          <p:nvSpPr>
            <p:cNvPr id="149607" name="Rectangle 59">
              <a:extLst>
                <a:ext uri="{FF2B5EF4-FFF2-40B4-BE49-F238E27FC236}">
                  <a16:creationId xmlns:a16="http://schemas.microsoft.com/office/drawing/2014/main" id="{560B3AA3-F6E6-8A47-BFFF-9BE34DB7A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08" name="Rectangle 60">
              <a:extLst>
                <a:ext uri="{FF2B5EF4-FFF2-40B4-BE49-F238E27FC236}">
                  <a16:creationId xmlns:a16="http://schemas.microsoft.com/office/drawing/2014/main" id="{9B94C118-9E9F-D740-9BF7-69F52F2E8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09" name="Rectangle 61">
              <a:extLst>
                <a:ext uri="{FF2B5EF4-FFF2-40B4-BE49-F238E27FC236}">
                  <a16:creationId xmlns:a16="http://schemas.microsoft.com/office/drawing/2014/main" id="{F4DEA1B7-8804-2F44-9668-D60176557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10" name="Rectangle 62">
              <a:extLst>
                <a:ext uri="{FF2B5EF4-FFF2-40B4-BE49-F238E27FC236}">
                  <a16:creationId xmlns:a16="http://schemas.microsoft.com/office/drawing/2014/main" id="{92DBDEB0-1173-9946-AF56-F5DEE38C5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11" name="Rectangle 63">
              <a:extLst>
                <a:ext uri="{FF2B5EF4-FFF2-40B4-BE49-F238E27FC236}">
                  <a16:creationId xmlns:a16="http://schemas.microsoft.com/office/drawing/2014/main" id="{8ED0DA2D-08BF-B54A-9956-3D6EFFABD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12" name="Rectangle 64">
              <a:extLst>
                <a:ext uri="{FF2B5EF4-FFF2-40B4-BE49-F238E27FC236}">
                  <a16:creationId xmlns:a16="http://schemas.microsoft.com/office/drawing/2014/main" id="{421E03C0-84ED-3941-BC3A-D92F8759F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13" name="Rectangle 65">
              <a:extLst>
                <a:ext uri="{FF2B5EF4-FFF2-40B4-BE49-F238E27FC236}">
                  <a16:creationId xmlns:a16="http://schemas.microsoft.com/office/drawing/2014/main" id="{D484990D-799D-5446-B889-6E222B3E4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14" name="Rectangle 66">
              <a:extLst>
                <a:ext uri="{FF2B5EF4-FFF2-40B4-BE49-F238E27FC236}">
                  <a16:creationId xmlns:a16="http://schemas.microsoft.com/office/drawing/2014/main" id="{F14E6F17-0C75-FB4E-9358-DFDC339C2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15" name="Rectangle 67">
              <a:extLst>
                <a:ext uri="{FF2B5EF4-FFF2-40B4-BE49-F238E27FC236}">
                  <a16:creationId xmlns:a16="http://schemas.microsoft.com/office/drawing/2014/main" id="{A3467B3E-8998-F34F-8F7A-D1C37FAEE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2688"/>
              <a:ext cx="2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or</a:t>
              </a:r>
            </a:p>
          </p:txBody>
        </p:sp>
        <p:sp>
          <p:nvSpPr>
            <p:cNvPr id="149616" name="Rectangle 68">
              <a:extLst>
                <a:ext uri="{FF2B5EF4-FFF2-40B4-BE49-F238E27FC236}">
                  <a16:creationId xmlns:a16="http://schemas.microsoft.com/office/drawing/2014/main" id="{50B31695-2E6B-EE41-BA48-6AA2FFABD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17" name="Rectangle 69">
              <a:extLst>
                <a:ext uri="{FF2B5EF4-FFF2-40B4-BE49-F238E27FC236}">
                  <a16:creationId xmlns:a16="http://schemas.microsoft.com/office/drawing/2014/main" id="{0280C6DC-AD9E-9141-9A42-D77FD9539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18" name="Rectangle 70">
              <a:extLst>
                <a:ext uri="{FF2B5EF4-FFF2-40B4-BE49-F238E27FC236}">
                  <a16:creationId xmlns:a16="http://schemas.microsoft.com/office/drawing/2014/main" id="{3C8B326C-240E-294D-BD67-7617A35AB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19" name="Rectangle 71">
              <a:extLst>
                <a:ext uri="{FF2B5EF4-FFF2-40B4-BE49-F238E27FC236}">
                  <a16:creationId xmlns:a16="http://schemas.microsoft.com/office/drawing/2014/main" id="{3334C8B2-00DA-BD4E-A3DF-F8C6FB8BC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20" name="Rectangle 72">
              <a:extLst>
                <a:ext uri="{FF2B5EF4-FFF2-40B4-BE49-F238E27FC236}">
                  <a16:creationId xmlns:a16="http://schemas.microsoft.com/office/drawing/2014/main" id="{6A9A438B-14FD-C645-AD33-2781FD0F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21" name="Rectangle 73">
              <a:extLst>
                <a:ext uri="{FF2B5EF4-FFF2-40B4-BE49-F238E27FC236}">
                  <a16:creationId xmlns:a16="http://schemas.microsoft.com/office/drawing/2014/main" id="{8DA11789-5EFF-FA46-BADB-5786FBD14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22" name="Rectangle 74">
              <a:extLst>
                <a:ext uri="{FF2B5EF4-FFF2-40B4-BE49-F238E27FC236}">
                  <a16:creationId xmlns:a16="http://schemas.microsoft.com/office/drawing/2014/main" id="{2CA0E525-373B-2F4B-A7D5-07146144B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23" name="Rectangle 75">
              <a:extLst>
                <a:ext uri="{FF2B5EF4-FFF2-40B4-BE49-F238E27FC236}">
                  <a16:creationId xmlns:a16="http://schemas.microsoft.com/office/drawing/2014/main" id="{A408850A-94DE-024C-BFB4-6BE111A7A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24" name="Rectangle 76">
              <a:extLst>
                <a:ext uri="{FF2B5EF4-FFF2-40B4-BE49-F238E27FC236}">
                  <a16:creationId xmlns:a16="http://schemas.microsoft.com/office/drawing/2014/main" id="{503C79BB-6CC2-2744-9B7C-BB212C258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2688"/>
              <a:ext cx="3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49625" name="Rectangle 77">
              <a:extLst>
                <a:ext uri="{FF2B5EF4-FFF2-40B4-BE49-F238E27FC236}">
                  <a16:creationId xmlns:a16="http://schemas.microsoft.com/office/drawing/2014/main" id="{109844AF-9E55-594C-938E-70AA4D34C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26" name="Rectangle 78">
              <a:extLst>
                <a:ext uri="{FF2B5EF4-FFF2-40B4-BE49-F238E27FC236}">
                  <a16:creationId xmlns:a16="http://schemas.microsoft.com/office/drawing/2014/main" id="{1E12F994-719A-3C47-A9C3-D7A789150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27" name="Rectangle 79">
              <a:extLst>
                <a:ext uri="{FF2B5EF4-FFF2-40B4-BE49-F238E27FC236}">
                  <a16:creationId xmlns:a16="http://schemas.microsoft.com/office/drawing/2014/main" id="{C6FAD739-8642-BF48-9930-749E8353C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28" name="Rectangle 80">
              <a:extLst>
                <a:ext uri="{FF2B5EF4-FFF2-40B4-BE49-F238E27FC236}">
                  <a16:creationId xmlns:a16="http://schemas.microsoft.com/office/drawing/2014/main" id="{273D9CF3-4FFA-BA4B-8A8C-D7CBC6BFD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29" name="Rectangle 81">
              <a:extLst>
                <a:ext uri="{FF2B5EF4-FFF2-40B4-BE49-F238E27FC236}">
                  <a16:creationId xmlns:a16="http://schemas.microsoft.com/office/drawing/2014/main" id="{8651765E-EC7D-194D-A682-88678A2C9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30" name="Rectangle 82">
              <a:extLst>
                <a:ext uri="{FF2B5EF4-FFF2-40B4-BE49-F238E27FC236}">
                  <a16:creationId xmlns:a16="http://schemas.microsoft.com/office/drawing/2014/main" id="{FA0DF655-CC92-9D47-B7EC-C65DE832C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31" name="Rectangle 83">
              <a:extLst>
                <a:ext uri="{FF2B5EF4-FFF2-40B4-BE49-F238E27FC236}">
                  <a16:creationId xmlns:a16="http://schemas.microsoft.com/office/drawing/2014/main" id="{2F605F7F-60BB-CB43-BA73-0B8067602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32" name="Rectangle 84">
              <a:extLst>
                <a:ext uri="{FF2B5EF4-FFF2-40B4-BE49-F238E27FC236}">
                  <a16:creationId xmlns:a16="http://schemas.microsoft.com/office/drawing/2014/main" id="{708CB5E8-8180-6045-9ECC-BA15E61CC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33" name="Rectangle 85">
              <a:extLst>
                <a:ext uri="{FF2B5EF4-FFF2-40B4-BE49-F238E27FC236}">
                  <a16:creationId xmlns:a16="http://schemas.microsoft.com/office/drawing/2014/main" id="{C04B0836-3650-044F-B07B-70BAE6D08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2688"/>
              <a:ext cx="3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49634" name="Rectangle 86">
              <a:extLst>
                <a:ext uri="{FF2B5EF4-FFF2-40B4-BE49-F238E27FC236}">
                  <a16:creationId xmlns:a16="http://schemas.microsoft.com/office/drawing/2014/main" id="{5A2A4BEB-1A29-D54D-9D92-C39514478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35" name="Rectangle 87">
              <a:extLst>
                <a:ext uri="{FF2B5EF4-FFF2-40B4-BE49-F238E27FC236}">
                  <a16:creationId xmlns:a16="http://schemas.microsoft.com/office/drawing/2014/main" id="{38D45D59-5119-CF40-85A6-3E02E5F5A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36" name="Rectangle 88">
              <a:extLst>
                <a:ext uri="{FF2B5EF4-FFF2-40B4-BE49-F238E27FC236}">
                  <a16:creationId xmlns:a16="http://schemas.microsoft.com/office/drawing/2014/main" id="{D0D109FB-9B96-0543-9C48-CEB0BDECE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37" name="Rectangle 89">
              <a:extLst>
                <a:ext uri="{FF2B5EF4-FFF2-40B4-BE49-F238E27FC236}">
                  <a16:creationId xmlns:a16="http://schemas.microsoft.com/office/drawing/2014/main" id="{B384E16B-7F4F-D044-B9DE-2929521B6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38" name="Rectangle 90">
              <a:extLst>
                <a:ext uri="{FF2B5EF4-FFF2-40B4-BE49-F238E27FC236}">
                  <a16:creationId xmlns:a16="http://schemas.microsoft.com/office/drawing/2014/main" id="{D2F6E9BA-0C58-7144-8C56-705666F51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39" name="Rectangle 91">
              <a:extLst>
                <a:ext uri="{FF2B5EF4-FFF2-40B4-BE49-F238E27FC236}">
                  <a16:creationId xmlns:a16="http://schemas.microsoft.com/office/drawing/2014/main" id="{A7AA4A09-3D9A-A04F-A792-95293F714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40" name="Rectangle 92">
              <a:extLst>
                <a:ext uri="{FF2B5EF4-FFF2-40B4-BE49-F238E27FC236}">
                  <a16:creationId xmlns:a16="http://schemas.microsoft.com/office/drawing/2014/main" id="{2C01E50E-AF01-CF4F-B40A-0886727ED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41" name="Rectangle 93">
              <a:extLst>
                <a:ext uri="{FF2B5EF4-FFF2-40B4-BE49-F238E27FC236}">
                  <a16:creationId xmlns:a16="http://schemas.microsoft.com/office/drawing/2014/main" id="{876ADFD0-FDC1-8E44-A925-DC735260A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42" name="Rectangle 94">
              <a:extLst>
                <a:ext uri="{FF2B5EF4-FFF2-40B4-BE49-F238E27FC236}">
                  <a16:creationId xmlns:a16="http://schemas.microsoft.com/office/drawing/2014/main" id="{AE2361D2-507E-D84B-B87C-12960BD07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2698"/>
              <a:ext cx="3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 sub</a:t>
              </a:r>
            </a:p>
          </p:txBody>
        </p:sp>
        <p:sp>
          <p:nvSpPr>
            <p:cNvPr id="149643" name="Rectangle 95">
              <a:extLst>
                <a:ext uri="{FF2B5EF4-FFF2-40B4-BE49-F238E27FC236}">
                  <a16:creationId xmlns:a16="http://schemas.microsoft.com/office/drawing/2014/main" id="{484A3D58-F9F8-3244-B270-643EF6235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15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44" name="Rectangle 96">
              <a:extLst>
                <a:ext uri="{FF2B5EF4-FFF2-40B4-BE49-F238E27FC236}">
                  <a16:creationId xmlns:a16="http://schemas.microsoft.com/office/drawing/2014/main" id="{3261F461-F7A1-124A-95BD-F9474ACEE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34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45" name="Rectangle 97">
              <a:extLst>
                <a:ext uri="{FF2B5EF4-FFF2-40B4-BE49-F238E27FC236}">
                  <a16:creationId xmlns:a16="http://schemas.microsoft.com/office/drawing/2014/main" id="{5446840C-7C35-B44E-B140-7A4EB7BF6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53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46" name="Rectangle 98">
              <a:extLst>
                <a:ext uri="{FF2B5EF4-FFF2-40B4-BE49-F238E27FC236}">
                  <a16:creationId xmlns:a16="http://schemas.microsoft.com/office/drawing/2014/main" id="{C9614095-0B1F-184A-A3DB-184A8089D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7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47" name="Rectangle 99">
              <a:extLst>
                <a:ext uri="{FF2B5EF4-FFF2-40B4-BE49-F238E27FC236}">
                  <a16:creationId xmlns:a16="http://schemas.microsoft.com/office/drawing/2014/main" id="{A4E3276B-FB1D-8E45-BA8C-59648967B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920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48" name="Rectangle 100">
              <a:extLst>
                <a:ext uri="{FF2B5EF4-FFF2-40B4-BE49-F238E27FC236}">
                  <a16:creationId xmlns:a16="http://schemas.microsoft.com/office/drawing/2014/main" id="{491F2F68-4C48-5C43-950E-D68AAD86F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211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649" name="Rectangle 101">
              <a:extLst>
                <a:ext uri="{FF2B5EF4-FFF2-40B4-BE49-F238E27FC236}">
                  <a16:creationId xmlns:a16="http://schemas.microsoft.com/office/drawing/2014/main" id="{4EBFBB40-605A-4B4E-9AD5-39F19EC42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2304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9650" name="Rectangle 102">
              <a:extLst>
                <a:ext uri="{FF2B5EF4-FFF2-40B4-BE49-F238E27FC236}">
                  <a16:creationId xmlns:a16="http://schemas.microsoft.com/office/drawing/2014/main" id="{4BDA2A9F-F044-5049-A937-5D4420A7E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2496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9651" name="Rectangle 103">
              <a:extLst>
                <a:ext uri="{FF2B5EF4-FFF2-40B4-BE49-F238E27FC236}">
                  <a16:creationId xmlns:a16="http://schemas.microsoft.com/office/drawing/2014/main" id="{5582920A-7913-9D49-AFB9-9E314E66A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68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xxx</a:t>
              </a:r>
            </a:p>
          </p:txBody>
        </p:sp>
      </p:grpSp>
      <p:sp>
        <p:nvSpPr>
          <p:cNvPr id="149508" name="Line 104">
            <a:extLst>
              <a:ext uri="{FF2B5EF4-FFF2-40B4-BE49-F238E27FC236}">
                <a16:creationId xmlns:a16="http://schemas.microsoft.com/office/drawing/2014/main" id="{85D75E96-2DEE-F84D-932C-4633220E20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12192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9509" name="Group 105">
            <a:extLst>
              <a:ext uri="{FF2B5EF4-FFF2-40B4-BE49-F238E27FC236}">
                <a16:creationId xmlns:a16="http://schemas.microsoft.com/office/drawing/2014/main" id="{6640C610-67D1-A74A-8891-F44DE9A9F089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6096000"/>
            <a:ext cx="6083300" cy="333375"/>
            <a:chOff x="868" y="3840"/>
            <a:chExt cx="3832" cy="210"/>
          </a:xfrm>
        </p:grpSpPr>
        <p:sp>
          <p:nvSpPr>
            <p:cNvPr id="149582" name="Rectangle 106">
              <a:extLst>
                <a:ext uri="{FF2B5EF4-FFF2-40B4-BE49-F238E27FC236}">
                  <a16:creationId xmlns:a16="http://schemas.microsoft.com/office/drawing/2014/main" id="{160B335B-A090-8B46-99C0-F7B837CD7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3848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49583" name="Group 107">
              <a:extLst>
                <a:ext uri="{FF2B5EF4-FFF2-40B4-BE49-F238E27FC236}">
                  <a16:creationId xmlns:a16="http://schemas.microsoft.com/office/drawing/2014/main" id="{3C86E524-FB91-FD48-8905-A187B39D8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840"/>
              <a:ext cx="664" cy="210"/>
              <a:chOff x="868" y="3840"/>
              <a:chExt cx="664" cy="210"/>
            </a:xfrm>
          </p:grpSpPr>
          <p:sp>
            <p:nvSpPr>
              <p:cNvPr id="149586" name="Rectangle 108">
                <a:extLst>
                  <a:ext uri="{FF2B5EF4-FFF2-40B4-BE49-F238E27FC236}">
                    <a16:creationId xmlns:a16="http://schemas.microsoft.com/office/drawing/2014/main" id="{8323DB8F-AA2D-1F48-AA60-41D953841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" y="3844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9587" name="Rectangle 109">
                <a:extLst>
                  <a:ext uri="{FF2B5EF4-FFF2-40B4-BE49-F238E27FC236}">
                    <a16:creationId xmlns:a16="http://schemas.microsoft.com/office/drawing/2014/main" id="{00A0A01D-1430-F348-8326-2968552C6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5" y="3840"/>
                <a:ext cx="2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149584" name="Rectangle 110">
              <a:extLst>
                <a:ext uri="{FF2B5EF4-FFF2-40B4-BE49-F238E27FC236}">
                  <a16:creationId xmlns:a16="http://schemas.microsoft.com/office/drawing/2014/main" id="{FC45C068-B971-C148-BE91-BFFD63980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3844"/>
              <a:ext cx="316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9585" name="Rectangle 111">
              <a:extLst>
                <a:ext uri="{FF2B5EF4-FFF2-40B4-BE49-F238E27FC236}">
                  <a16:creationId xmlns:a16="http://schemas.microsoft.com/office/drawing/2014/main" id="{94227270-A876-FB47-8D99-DBE0F54C7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6" y="3840"/>
              <a:ext cx="99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address</a:t>
              </a:r>
            </a:p>
          </p:txBody>
        </p:sp>
      </p:grpSp>
      <p:grpSp>
        <p:nvGrpSpPr>
          <p:cNvPr id="149510" name="Group 112">
            <a:extLst>
              <a:ext uri="{FF2B5EF4-FFF2-40B4-BE49-F238E27FC236}">
                <a16:creationId xmlns:a16="http://schemas.microsoft.com/office/drawing/2014/main" id="{BAE14315-6BAE-4147-88CD-1EC1109B1F87}"/>
              </a:ext>
            </a:extLst>
          </p:cNvPr>
          <p:cNvGrpSpPr>
            <a:grpSpLocks/>
          </p:cNvGrpSpPr>
          <p:nvPr/>
        </p:nvGrpSpPr>
        <p:grpSpPr bwMode="auto">
          <a:xfrm>
            <a:off x="1281113" y="4876800"/>
            <a:ext cx="6313487" cy="638175"/>
            <a:chOff x="807" y="3072"/>
            <a:chExt cx="3977" cy="402"/>
          </a:xfrm>
        </p:grpSpPr>
        <p:grpSp>
          <p:nvGrpSpPr>
            <p:cNvPr id="149554" name="Group 113">
              <a:extLst>
                <a:ext uri="{FF2B5EF4-FFF2-40B4-BE49-F238E27FC236}">
                  <a16:creationId xmlns:a16="http://schemas.microsoft.com/office/drawing/2014/main" id="{4BAA9266-86D9-2D42-92B3-B6C093967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264"/>
              <a:ext cx="3832" cy="210"/>
              <a:chOff x="868" y="3264"/>
              <a:chExt cx="3832" cy="210"/>
            </a:xfrm>
          </p:grpSpPr>
          <p:sp>
            <p:nvSpPr>
              <p:cNvPr id="149562" name="Rectangle 114">
                <a:extLst>
                  <a:ext uri="{FF2B5EF4-FFF2-40B4-BE49-F238E27FC236}">
                    <a16:creationId xmlns:a16="http://schemas.microsoft.com/office/drawing/2014/main" id="{0D9F5206-B937-9645-9247-794917E4C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3272"/>
                <a:ext cx="3824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149563" name="Group 115">
                <a:extLst>
                  <a:ext uri="{FF2B5EF4-FFF2-40B4-BE49-F238E27FC236}">
                    <a16:creationId xmlns:a16="http://schemas.microsoft.com/office/drawing/2014/main" id="{A94E6D4E-9CC5-1844-AA61-CACC16E9CD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8" y="3264"/>
                <a:ext cx="3832" cy="210"/>
                <a:chOff x="868" y="3264"/>
                <a:chExt cx="3832" cy="210"/>
              </a:xfrm>
            </p:grpSpPr>
            <p:grpSp>
              <p:nvGrpSpPr>
                <p:cNvPr id="149564" name="Group 116">
                  <a:extLst>
                    <a:ext uri="{FF2B5EF4-FFF2-40B4-BE49-F238E27FC236}">
                      <a16:creationId xmlns:a16="http://schemas.microsoft.com/office/drawing/2014/main" id="{B2B63803-65E6-5F4B-A233-80517EB429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68" y="3264"/>
                  <a:ext cx="664" cy="210"/>
                  <a:chOff x="868" y="3264"/>
                  <a:chExt cx="664" cy="210"/>
                </a:xfrm>
              </p:grpSpPr>
              <p:sp>
                <p:nvSpPr>
                  <p:cNvPr id="149580" name="Rectangle 117">
                    <a:extLst>
                      <a:ext uri="{FF2B5EF4-FFF2-40B4-BE49-F238E27FC236}">
                        <a16:creationId xmlns:a16="http://schemas.microsoft.com/office/drawing/2014/main" id="{364421E0-CB53-004B-8C7A-DE1538FD93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8" y="3268"/>
                    <a:ext cx="664" cy="18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9581" name="Rectangle 118">
                    <a:extLst>
                      <a:ext uri="{FF2B5EF4-FFF2-40B4-BE49-F238E27FC236}">
                        <a16:creationId xmlns:a16="http://schemas.microsoft.com/office/drawing/2014/main" id="{CEF67834-497E-374A-A8EF-056CC69B6C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5" y="3264"/>
                    <a:ext cx="270" cy="2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>
                        <a:ea typeface="宋体" panose="02010600030101010101" pitchFamily="2" charset="-122"/>
                      </a:rPr>
                      <a:t>op</a:t>
                    </a:r>
                  </a:p>
                </p:txBody>
              </p:sp>
            </p:grpSp>
            <p:grpSp>
              <p:nvGrpSpPr>
                <p:cNvPr id="149565" name="Group 119">
                  <a:extLst>
                    <a:ext uri="{FF2B5EF4-FFF2-40B4-BE49-F238E27FC236}">
                      <a16:creationId xmlns:a16="http://schemas.microsoft.com/office/drawing/2014/main" id="{86EB8AA3-705F-1F4B-BFB4-D05E56E9E6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40" y="3264"/>
                  <a:ext cx="616" cy="210"/>
                  <a:chOff x="1540" y="3264"/>
                  <a:chExt cx="616" cy="210"/>
                </a:xfrm>
              </p:grpSpPr>
              <p:sp>
                <p:nvSpPr>
                  <p:cNvPr id="149578" name="Rectangle 120">
                    <a:extLst>
                      <a:ext uri="{FF2B5EF4-FFF2-40B4-BE49-F238E27FC236}">
                        <a16:creationId xmlns:a16="http://schemas.microsoft.com/office/drawing/2014/main" id="{E819DCDE-607C-EE49-8B88-E0DB9469FC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40" y="3268"/>
                    <a:ext cx="616" cy="18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9579" name="Rectangle 121">
                    <a:extLst>
                      <a:ext uri="{FF2B5EF4-FFF2-40B4-BE49-F238E27FC236}">
                        <a16:creationId xmlns:a16="http://schemas.microsoft.com/office/drawing/2014/main" id="{46580208-C9E4-384B-92A7-6F28371B7A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19" y="3264"/>
                    <a:ext cx="235" cy="2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>
                        <a:ea typeface="宋体" panose="02010600030101010101" pitchFamily="2" charset="-122"/>
                      </a:rPr>
                      <a:t>rs</a:t>
                    </a:r>
                  </a:p>
                </p:txBody>
              </p:sp>
            </p:grpSp>
            <p:grpSp>
              <p:nvGrpSpPr>
                <p:cNvPr id="149566" name="Group 122">
                  <a:extLst>
                    <a:ext uri="{FF2B5EF4-FFF2-40B4-BE49-F238E27FC236}">
                      <a16:creationId xmlns:a16="http://schemas.microsoft.com/office/drawing/2014/main" id="{3ED08E35-FBF3-9B45-B69A-E73C2EE7E3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64" y="3264"/>
                  <a:ext cx="616" cy="210"/>
                  <a:chOff x="2164" y="3264"/>
                  <a:chExt cx="616" cy="210"/>
                </a:xfrm>
              </p:grpSpPr>
              <p:sp>
                <p:nvSpPr>
                  <p:cNvPr id="149576" name="Rectangle 123">
                    <a:extLst>
                      <a:ext uri="{FF2B5EF4-FFF2-40B4-BE49-F238E27FC236}">
                        <a16:creationId xmlns:a16="http://schemas.microsoft.com/office/drawing/2014/main" id="{C0AA6CE5-3406-9C4C-9EE2-8BA36B15C2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3268"/>
                    <a:ext cx="616" cy="18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9577" name="Rectangle 124">
                    <a:extLst>
                      <a:ext uri="{FF2B5EF4-FFF2-40B4-BE49-F238E27FC236}">
                        <a16:creationId xmlns:a16="http://schemas.microsoft.com/office/drawing/2014/main" id="{27CBCE12-FB9D-C244-B73E-C547DCB192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43" y="3264"/>
                    <a:ext cx="207" cy="2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>
                        <a:ea typeface="宋体" panose="02010600030101010101" pitchFamily="2" charset="-122"/>
                      </a:rPr>
                      <a:t>rt</a:t>
                    </a:r>
                  </a:p>
                </p:txBody>
              </p:sp>
            </p:grpSp>
            <p:grpSp>
              <p:nvGrpSpPr>
                <p:cNvPr id="149567" name="Group 125">
                  <a:extLst>
                    <a:ext uri="{FF2B5EF4-FFF2-40B4-BE49-F238E27FC236}">
                      <a16:creationId xmlns:a16="http://schemas.microsoft.com/office/drawing/2014/main" id="{678131F6-4A12-A149-A03E-98180A8B60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88" y="3264"/>
                  <a:ext cx="616" cy="210"/>
                  <a:chOff x="2788" y="3264"/>
                  <a:chExt cx="616" cy="210"/>
                </a:xfrm>
              </p:grpSpPr>
              <p:sp>
                <p:nvSpPr>
                  <p:cNvPr id="149574" name="Rectangle 126">
                    <a:extLst>
                      <a:ext uri="{FF2B5EF4-FFF2-40B4-BE49-F238E27FC236}">
                        <a16:creationId xmlns:a16="http://schemas.microsoft.com/office/drawing/2014/main" id="{B4F0109B-4844-B84E-8FCD-2D209B93AB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88" y="3268"/>
                    <a:ext cx="616" cy="18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9575" name="Rectangle 127">
                    <a:extLst>
                      <a:ext uri="{FF2B5EF4-FFF2-40B4-BE49-F238E27FC236}">
                        <a16:creationId xmlns:a16="http://schemas.microsoft.com/office/drawing/2014/main" id="{0E96F759-06A6-E143-B485-2F8A9C490F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67" y="3264"/>
                    <a:ext cx="242" cy="2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>
                        <a:ea typeface="宋体" panose="02010600030101010101" pitchFamily="2" charset="-122"/>
                      </a:rPr>
                      <a:t>rd</a:t>
                    </a:r>
                  </a:p>
                </p:txBody>
              </p:sp>
            </p:grpSp>
            <p:grpSp>
              <p:nvGrpSpPr>
                <p:cNvPr id="149568" name="Group 128">
                  <a:extLst>
                    <a:ext uri="{FF2B5EF4-FFF2-40B4-BE49-F238E27FC236}">
                      <a16:creationId xmlns:a16="http://schemas.microsoft.com/office/drawing/2014/main" id="{8F597BA1-3E50-6A4F-A7A2-7B606406D0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12" y="3264"/>
                  <a:ext cx="616" cy="210"/>
                  <a:chOff x="3412" y="3264"/>
                  <a:chExt cx="616" cy="210"/>
                </a:xfrm>
              </p:grpSpPr>
              <p:sp>
                <p:nvSpPr>
                  <p:cNvPr id="149572" name="Rectangle 129">
                    <a:extLst>
                      <a:ext uri="{FF2B5EF4-FFF2-40B4-BE49-F238E27FC236}">
                        <a16:creationId xmlns:a16="http://schemas.microsoft.com/office/drawing/2014/main" id="{BE3D3272-04B6-9549-B1C7-92AE709407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12" y="3268"/>
                    <a:ext cx="616" cy="18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9573" name="Rectangle 130">
                    <a:extLst>
                      <a:ext uri="{FF2B5EF4-FFF2-40B4-BE49-F238E27FC236}">
                        <a16:creationId xmlns:a16="http://schemas.microsoft.com/office/drawing/2014/main" id="{A32A765B-AFEB-AC4B-81B8-ABA978FBAD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95" y="3264"/>
                    <a:ext cx="491" cy="2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>
                        <a:ea typeface="宋体" panose="02010600030101010101" pitchFamily="2" charset="-122"/>
                      </a:rPr>
                      <a:t>shamt</a:t>
                    </a:r>
                  </a:p>
                </p:txBody>
              </p:sp>
            </p:grpSp>
            <p:grpSp>
              <p:nvGrpSpPr>
                <p:cNvPr id="149569" name="Group 131">
                  <a:extLst>
                    <a:ext uri="{FF2B5EF4-FFF2-40B4-BE49-F238E27FC236}">
                      <a16:creationId xmlns:a16="http://schemas.microsoft.com/office/drawing/2014/main" id="{B4BB2963-F881-3C49-93C0-7303AE6B62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36" y="3264"/>
                  <a:ext cx="664" cy="210"/>
                  <a:chOff x="4036" y="3264"/>
                  <a:chExt cx="664" cy="210"/>
                </a:xfrm>
              </p:grpSpPr>
              <p:sp>
                <p:nvSpPr>
                  <p:cNvPr id="149570" name="Rectangle 132">
                    <a:extLst>
                      <a:ext uri="{FF2B5EF4-FFF2-40B4-BE49-F238E27FC236}">
                        <a16:creationId xmlns:a16="http://schemas.microsoft.com/office/drawing/2014/main" id="{E4B02F90-AD35-A540-B7AD-56DFA2DFFD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36" y="3268"/>
                    <a:ext cx="664" cy="18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9571" name="Rectangle 133">
                    <a:extLst>
                      <a:ext uri="{FF2B5EF4-FFF2-40B4-BE49-F238E27FC236}">
                        <a16:creationId xmlns:a16="http://schemas.microsoft.com/office/drawing/2014/main" id="{C49A3D8A-D71E-FB4D-8C50-1456668FFD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3" y="3264"/>
                    <a:ext cx="384" cy="2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>
                        <a:ea typeface="宋体" panose="02010600030101010101" pitchFamily="2" charset="-122"/>
                      </a:rPr>
                      <a:t>func</a:t>
                    </a:r>
                  </a:p>
                </p:txBody>
              </p:sp>
            </p:grpSp>
          </p:grpSp>
        </p:grpSp>
        <p:sp>
          <p:nvSpPr>
            <p:cNvPr id="149555" name="Rectangle 134">
              <a:extLst>
                <a:ext uri="{FF2B5EF4-FFF2-40B4-BE49-F238E27FC236}">
                  <a16:creationId xmlns:a16="http://schemas.microsoft.com/office/drawing/2014/main" id="{175750A8-B1C2-D84E-8FFD-7DC67D261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307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9556" name="Rectangle 135">
              <a:extLst>
                <a:ext uri="{FF2B5EF4-FFF2-40B4-BE49-F238E27FC236}">
                  <a16:creationId xmlns:a16="http://schemas.microsoft.com/office/drawing/2014/main" id="{32997C6B-4680-E04B-A86C-37C125162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307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9557" name="Rectangle 136">
              <a:extLst>
                <a:ext uri="{FF2B5EF4-FFF2-40B4-BE49-F238E27FC236}">
                  <a16:creationId xmlns:a16="http://schemas.microsoft.com/office/drawing/2014/main" id="{81871BD3-4525-CE4A-A7B6-E29DE348E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7" y="307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149558" name="Rectangle 137">
              <a:extLst>
                <a:ext uri="{FF2B5EF4-FFF2-40B4-BE49-F238E27FC236}">
                  <a16:creationId xmlns:a16="http://schemas.microsoft.com/office/drawing/2014/main" id="{96B21A25-0A45-824C-AE0E-78B8DC7FF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307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49559" name="Rectangle 138">
              <a:extLst>
                <a:ext uri="{FF2B5EF4-FFF2-40B4-BE49-F238E27FC236}">
                  <a16:creationId xmlns:a16="http://schemas.microsoft.com/office/drawing/2014/main" id="{B2B0AF0F-5193-2F40-B0F5-CA1513B95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307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49560" name="Rectangle 139">
              <a:extLst>
                <a:ext uri="{FF2B5EF4-FFF2-40B4-BE49-F238E27FC236}">
                  <a16:creationId xmlns:a16="http://schemas.microsoft.com/office/drawing/2014/main" id="{EDF367D2-8D2D-DA4D-87D4-77C685F7C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307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49561" name="Rectangle 140">
              <a:extLst>
                <a:ext uri="{FF2B5EF4-FFF2-40B4-BE49-F238E27FC236}">
                  <a16:creationId xmlns:a16="http://schemas.microsoft.com/office/drawing/2014/main" id="{5DD3B323-35AC-4B4B-BF83-0FB8D26BD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" y="307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31</a:t>
              </a:r>
            </a:p>
          </p:txBody>
        </p:sp>
      </p:grpSp>
      <p:grpSp>
        <p:nvGrpSpPr>
          <p:cNvPr id="149511" name="Group 141">
            <a:extLst>
              <a:ext uri="{FF2B5EF4-FFF2-40B4-BE49-F238E27FC236}">
                <a16:creationId xmlns:a16="http://schemas.microsoft.com/office/drawing/2014/main" id="{5311485A-7F77-3C48-A49F-C34DB35FAA1A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5621338"/>
            <a:ext cx="6083300" cy="350837"/>
            <a:chOff x="868" y="3541"/>
            <a:chExt cx="3832" cy="221"/>
          </a:xfrm>
        </p:grpSpPr>
        <p:sp>
          <p:nvSpPr>
            <p:cNvPr id="149542" name="Rectangle 142">
              <a:extLst>
                <a:ext uri="{FF2B5EF4-FFF2-40B4-BE49-F238E27FC236}">
                  <a16:creationId xmlns:a16="http://schemas.microsoft.com/office/drawing/2014/main" id="{778939AE-37BE-9749-AB9D-B731D31E6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3560"/>
              <a:ext cx="3824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49543" name="Group 143">
              <a:extLst>
                <a:ext uri="{FF2B5EF4-FFF2-40B4-BE49-F238E27FC236}">
                  <a16:creationId xmlns:a16="http://schemas.microsoft.com/office/drawing/2014/main" id="{981A5102-D3F6-734C-A81A-9FC8C5AE6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8" y="3552"/>
              <a:ext cx="664" cy="210"/>
              <a:chOff x="868" y="3552"/>
              <a:chExt cx="664" cy="210"/>
            </a:xfrm>
          </p:grpSpPr>
          <p:sp>
            <p:nvSpPr>
              <p:cNvPr id="149552" name="Rectangle 144">
                <a:extLst>
                  <a:ext uri="{FF2B5EF4-FFF2-40B4-BE49-F238E27FC236}">
                    <a16:creationId xmlns:a16="http://schemas.microsoft.com/office/drawing/2014/main" id="{E74DC05A-52CD-2645-9EC1-5DAEF9561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" y="3556"/>
                <a:ext cx="66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9553" name="Rectangle 145">
                <a:extLst>
                  <a:ext uri="{FF2B5EF4-FFF2-40B4-BE49-F238E27FC236}">
                    <a16:creationId xmlns:a16="http://schemas.microsoft.com/office/drawing/2014/main" id="{4E44C1F7-4A89-8C40-B1F2-DDDFC75D0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5" y="3552"/>
                <a:ext cx="2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49544" name="Group 146">
              <a:extLst>
                <a:ext uri="{FF2B5EF4-FFF2-40B4-BE49-F238E27FC236}">
                  <a16:creationId xmlns:a16="http://schemas.microsoft.com/office/drawing/2014/main" id="{6377890C-6CFC-3C4E-AE00-F043A7A5C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0" y="3552"/>
              <a:ext cx="616" cy="210"/>
              <a:chOff x="1540" y="3552"/>
              <a:chExt cx="616" cy="210"/>
            </a:xfrm>
          </p:grpSpPr>
          <p:sp>
            <p:nvSpPr>
              <p:cNvPr id="149550" name="Rectangle 147">
                <a:extLst>
                  <a:ext uri="{FF2B5EF4-FFF2-40B4-BE49-F238E27FC236}">
                    <a16:creationId xmlns:a16="http://schemas.microsoft.com/office/drawing/2014/main" id="{A5673CE3-510B-1D45-97A0-37FD471D5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" y="3556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9551" name="Rectangle 148">
                <a:extLst>
                  <a:ext uri="{FF2B5EF4-FFF2-40B4-BE49-F238E27FC236}">
                    <a16:creationId xmlns:a16="http://schemas.microsoft.com/office/drawing/2014/main" id="{8B2AC63E-45FF-4C4B-819E-298152B33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" y="3552"/>
                <a:ext cx="2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49545" name="Group 149">
              <a:extLst>
                <a:ext uri="{FF2B5EF4-FFF2-40B4-BE49-F238E27FC236}">
                  <a16:creationId xmlns:a16="http://schemas.microsoft.com/office/drawing/2014/main" id="{A542537B-0FFF-ED4D-A2E2-2BE2EBD8F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4" y="3552"/>
              <a:ext cx="616" cy="210"/>
              <a:chOff x="2164" y="3552"/>
              <a:chExt cx="616" cy="210"/>
            </a:xfrm>
          </p:grpSpPr>
          <p:sp>
            <p:nvSpPr>
              <p:cNvPr id="149548" name="Rectangle 150">
                <a:extLst>
                  <a:ext uri="{FF2B5EF4-FFF2-40B4-BE49-F238E27FC236}">
                    <a16:creationId xmlns:a16="http://schemas.microsoft.com/office/drawing/2014/main" id="{60134F51-F31B-734D-9214-09931DC53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" y="3556"/>
                <a:ext cx="616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49549" name="Rectangle 151">
                <a:extLst>
                  <a:ext uri="{FF2B5EF4-FFF2-40B4-BE49-F238E27FC236}">
                    <a16:creationId xmlns:a16="http://schemas.microsoft.com/office/drawing/2014/main" id="{B4810622-8496-F245-AA08-29789A8C6C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3" y="3552"/>
                <a:ext cx="20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49546" name="Rectangle 152">
              <a:extLst>
                <a:ext uri="{FF2B5EF4-FFF2-40B4-BE49-F238E27FC236}">
                  <a16:creationId xmlns:a16="http://schemas.microsoft.com/office/drawing/2014/main" id="{082BCE68-B826-5C40-A09D-C7D3FCA5D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3556"/>
              <a:ext cx="1912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49547" name="Rectangle 153">
              <a:extLst>
                <a:ext uri="{FF2B5EF4-FFF2-40B4-BE49-F238E27FC236}">
                  <a16:creationId xmlns:a16="http://schemas.microsoft.com/office/drawing/2014/main" id="{06EA9368-1915-4140-A81C-7C8F00BE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3541"/>
              <a:ext cx="7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immediate</a:t>
              </a:r>
            </a:p>
          </p:txBody>
        </p:sp>
      </p:grpSp>
      <p:sp>
        <p:nvSpPr>
          <p:cNvPr id="149512" name="Rectangle 154">
            <a:extLst>
              <a:ext uri="{FF2B5EF4-FFF2-40B4-BE49-F238E27FC236}">
                <a16:creationId xmlns:a16="http://schemas.microsoft.com/office/drawing/2014/main" id="{9ED75278-63C5-B74B-867C-906C82A08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5181600"/>
            <a:ext cx="812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149513" name="Rectangle 155">
            <a:extLst>
              <a:ext uri="{FF2B5EF4-FFF2-40B4-BE49-F238E27FC236}">
                <a16:creationId xmlns:a16="http://schemas.microsoft.com/office/drawing/2014/main" id="{4C6B45B1-6FF7-384B-9C74-FB275149D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5638800"/>
            <a:ext cx="723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I-type</a:t>
            </a:r>
          </a:p>
        </p:txBody>
      </p:sp>
      <p:sp>
        <p:nvSpPr>
          <p:cNvPr id="149514" name="Rectangle 156">
            <a:extLst>
              <a:ext uri="{FF2B5EF4-FFF2-40B4-BE49-F238E27FC236}">
                <a16:creationId xmlns:a16="http://schemas.microsoft.com/office/drawing/2014/main" id="{9A7566F3-D15F-0843-B90B-49ABFD25D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6096000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J-type</a:t>
            </a:r>
          </a:p>
        </p:txBody>
      </p:sp>
      <p:sp>
        <p:nvSpPr>
          <p:cNvPr id="149515" name="Rectangle 157">
            <a:extLst>
              <a:ext uri="{FF2B5EF4-FFF2-40B4-BE49-F238E27FC236}">
                <a16:creationId xmlns:a16="http://schemas.microsoft.com/office/drawing/2014/main" id="{7111D940-EC6C-254C-86A0-3419F5F56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5181600"/>
            <a:ext cx="10160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add, sub</a:t>
            </a:r>
          </a:p>
        </p:txBody>
      </p:sp>
      <p:sp>
        <p:nvSpPr>
          <p:cNvPr id="149516" name="Rectangle 158">
            <a:extLst>
              <a:ext uri="{FF2B5EF4-FFF2-40B4-BE49-F238E27FC236}">
                <a16:creationId xmlns:a16="http://schemas.microsoft.com/office/drawing/2014/main" id="{5729E549-2D0B-C04B-BCB6-C15C8B27F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5638800"/>
            <a:ext cx="16319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ori, lw, sw, beq</a:t>
            </a:r>
          </a:p>
        </p:txBody>
      </p:sp>
      <p:sp>
        <p:nvSpPr>
          <p:cNvPr id="149517" name="Rectangle 159">
            <a:extLst>
              <a:ext uri="{FF2B5EF4-FFF2-40B4-BE49-F238E27FC236}">
                <a16:creationId xmlns:a16="http://schemas.microsoft.com/office/drawing/2014/main" id="{26178E8F-C195-7146-BC2F-AC11FDA69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6096000"/>
            <a:ext cx="6667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49518" name="Rectangle 160">
            <a:extLst>
              <a:ext uri="{FF2B5EF4-FFF2-40B4-BE49-F238E27FC236}">
                <a16:creationId xmlns:a16="http://schemas.microsoft.com/office/drawing/2014/main" id="{8EAD1EF6-6A55-944E-B32C-8A9AF8C36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914400"/>
            <a:ext cx="6096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149519" name="Rectangle 161">
            <a:extLst>
              <a:ext uri="{FF2B5EF4-FFF2-40B4-BE49-F238E27FC236}">
                <a16:creationId xmlns:a16="http://schemas.microsoft.com/office/drawing/2014/main" id="{2760BC03-FB76-9547-B215-227DA7CDA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219200"/>
            <a:ext cx="4286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149520" name="Rectangle 162">
            <a:extLst>
              <a:ext uri="{FF2B5EF4-FFF2-40B4-BE49-F238E27FC236}">
                <a16:creationId xmlns:a16="http://schemas.microsoft.com/office/drawing/2014/main" id="{8C8EEE37-15F2-4745-83BB-FCC9CA3B8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1219200"/>
            <a:ext cx="914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00 0000</a:t>
            </a:r>
          </a:p>
        </p:txBody>
      </p:sp>
      <p:sp>
        <p:nvSpPr>
          <p:cNvPr id="149521" name="Rectangle 163">
            <a:extLst>
              <a:ext uri="{FF2B5EF4-FFF2-40B4-BE49-F238E27FC236}">
                <a16:creationId xmlns:a16="http://schemas.microsoft.com/office/drawing/2014/main" id="{2382E78B-531A-C543-9BC2-DDBAFB781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1219200"/>
            <a:ext cx="9080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0000</a:t>
            </a:r>
          </a:p>
        </p:txBody>
      </p:sp>
      <p:sp>
        <p:nvSpPr>
          <p:cNvPr id="149522" name="Rectangle 164">
            <a:extLst>
              <a:ext uri="{FF2B5EF4-FFF2-40B4-BE49-F238E27FC236}">
                <a16:creationId xmlns:a16="http://schemas.microsoft.com/office/drawing/2014/main" id="{BC126B32-BF7D-D440-A949-295E6726F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013" y="1219200"/>
            <a:ext cx="9080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1101</a:t>
            </a:r>
          </a:p>
        </p:txBody>
      </p:sp>
      <p:sp>
        <p:nvSpPr>
          <p:cNvPr id="149523" name="Rectangle 165">
            <a:extLst>
              <a:ext uri="{FF2B5EF4-FFF2-40B4-BE49-F238E27FC236}">
                <a16:creationId xmlns:a16="http://schemas.microsoft.com/office/drawing/2014/main" id="{BF37D9DB-7C05-3142-ABB8-A9005AA23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1219200"/>
            <a:ext cx="914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10 0011</a:t>
            </a:r>
          </a:p>
        </p:txBody>
      </p:sp>
      <p:sp>
        <p:nvSpPr>
          <p:cNvPr id="149524" name="Rectangle 166">
            <a:extLst>
              <a:ext uri="{FF2B5EF4-FFF2-40B4-BE49-F238E27FC236}">
                <a16:creationId xmlns:a16="http://schemas.microsoft.com/office/drawing/2014/main" id="{FBC8A4CC-14AF-E841-9E39-7BD56CC4B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013" y="1219200"/>
            <a:ext cx="914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10 1011</a:t>
            </a:r>
          </a:p>
        </p:txBody>
      </p:sp>
      <p:sp>
        <p:nvSpPr>
          <p:cNvPr id="149525" name="Rectangle 167">
            <a:extLst>
              <a:ext uri="{FF2B5EF4-FFF2-40B4-BE49-F238E27FC236}">
                <a16:creationId xmlns:a16="http://schemas.microsoft.com/office/drawing/2014/main" id="{ACDF1D88-1C2E-BA49-9B4C-A1ECBE716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013" y="1219200"/>
            <a:ext cx="914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00 0100</a:t>
            </a:r>
          </a:p>
        </p:txBody>
      </p:sp>
      <p:sp>
        <p:nvSpPr>
          <p:cNvPr id="149526" name="Rectangle 168">
            <a:extLst>
              <a:ext uri="{FF2B5EF4-FFF2-40B4-BE49-F238E27FC236}">
                <a16:creationId xmlns:a16="http://schemas.microsoft.com/office/drawing/2014/main" id="{FF250F11-0599-F841-B54F-0E4AB95BB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1219200"/>
            <a:ext cx="9080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0010</a:t>
            </a:r>
          </a:p>
        </p:txBody>
      </p:sp>
      <p:sp>
        <p:nvSpPr>
          <p:cNvPr id="149527" name="Line 169">
            <a:extLst>
              <a:ext uri="{FF2B5EF4-FFF2-40B4-BE49-F238E27FC236}">
                <a16:creationId xmlns:a16="http://schemas.microsoft.com/office/drawing/2014/main" id="{1D7D0A2A-9EF7-6B47-8379-F77FBC47FE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9017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28" name="Line 170">
            <a:extLst>
              <a:ext uri="{FF2B5EF4-FFF2-40B4-BE49-F238E27FC236}">
                <a16:creationId xmlns:a16="http://schemas.microsoft.com/office/drawing/2014/main" id="{B1B524BF-C455-F445-8CB1-6C0395B86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9144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29" name="Line 171">
            <a:extLst>
              <a:ext uri="{FF2B5EF4-FFF2-40B4-BE49-F238E27FC236}">
                <a16:creationId xmlns:a16="http://schemas.microsoft.com/office/drawing/2014/main" id="{6D877C9F-2510-C14F-926E-23E825590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9017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0" name="Line 172">
            <a:extLst>
              <a:ext uri="{FF2B5EF4-FFF2-40B4-BE49-F238E27FC236}">
                <a16:creationId xmlns:a16="http://schemas.microsoft.com/office/drawing/2014/main" id="{EA06103E-9D02-3244-9BDA-38CDB1BA6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9017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1" name="Line 173">
            <a:extLst>
              <a:ext uri="{FF2B5EF4-FFF2-40B4-BE49-F238E27FC236}">
                <a16:creationId xmlns:a16="http://schemas.microsoft.com/office/drawing/2014/main" id="{DBAEE06D-0A6C-8444-A3AA-8F5106E18D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2" name="Line 174">
            <a:extLst>
              <a:ext uri="{FF2B5EF4-FFF2-40B4-BE49-F238E27FC236}">
                <a16:creationId xmlns:a16="http://schemas.microsoft.com/office/drawing/2014/main" id="{E0AB02B3-0A2D-7240-BC71-F54C0FD832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3" name="Line 175">
            <a:extLst>
              <a:ext uri="{FF2B5EF4-FFF2-40B4-BE49-F238E27FC236}">
                <a16:creationId xmlns:a16="http://schemas.microsoft.com/office/drawing/2014/main" id="{48BCE197-3F0C-4648-BCC3-17D101A822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4" name="Line 176">
            <a:extLst>
              <a:ext uri="{FF2B5EF4-FFF2-40B4-BE49-F238E27FC236}">
                <a16:creationId xmlns:a16="http://schemas.microsoft.com/office/drawing/2014/main" id="{23EF871D-D7AF-E64A-8B9A-613FF5F695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5" name="Line 177">
            <a:extLst>
              <a:ext uri="{FF2B5EF4-FFF2-40B4-BE49-F238E27FC236}">
                <a16:creationId xmlns:a16="http://schemas.microsoft.com/office/drawing/2014/main" id="{7C650A4A-4C10-5942-9093-2CFE4184C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9017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6" name="Line 178">
            <a:extLst>
              <a:ext uri="{FF2B5EF4-FFF2-40B4-BE49-F238E27FC236}">
                <a16:creationId xmlns:a16="http://schemas.microsoft.com/office/drawing/2014/main" id="{92FC4908-B201-DD4A-BFF3-949B9A2BB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0668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7" name="Rectangle 179">
            <a:extLst>
              <a:ext uri="{FF2B5EF4-FFF2-40B4-BE49-F238E27FC236}">
                <a16:creationId xmlns:a16="http://schemas.microsoft.com/office/drawing/2014/main" id="{17FFE13A-7EAA-EA41-B374-FCD9824B2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013" y="914400"/>
            <a:ext cx="914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10 0000</a:t>
            </a:r>
          </a:p>
        </p:txBody>
      </p:sp>
      <p:sp>
        <p:nvSpPr>
          <p:cNvPr id="149538" name="Line 180">
            <a:extLst>
              <a:ext uri="{FF2B5EF4-FFF2-40B4-BE49-F238E27FC236}">
                <a16:creationId xmlns:a16="http://schemas.microsoft.com/office/drawing/2014/main" id="{4C4AB39D-7C48-AA44-91D9-148EA09A8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079500"/>
            <a:ext cx="0" cy="307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39" name="Line 181">
            <a:extLst>
              <a:ext uri="{FF2B5EF4-FFF2-40B4-BE49-F238E27FC236}">
                <a16:creationId xmlns:a16="http://schemas.microsoft.com/office/drawing/2014/main" id="{B3FE79D1-AA40-5945-AAAA-F49B99AB5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6700" y="13716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540" name="Rectangle 182">
            <a:extLst>
              <a:ext uri="{FF2B5EF4-FFF2-40B4-BE49-F238E27FC236}">
                <a16:creationId xmlns:a16="http://schemas.microsoft.com/office/drawing/2014/main" id="{587858C9-9738-CB47-95E7-03D61204D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914400"/>
            <a:ext cx="9080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10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0010</a:t>
            </a:r>
          </a:p>
        </p:txBody>
      </p:sp>
      <p:sp>
        <p:nvSpPr>
          <p:cNvPr id="149541" name="Rectangle 183">
            <a:extLst>
              <a:ext uri="{FF2B5EF4-FFF2-40B4-BE49-F238E27FC236}">
                <a16:creationId xmlns:a16="http://schemas.microsoft.com/office/drawing/2014/main" id="{D6BC2A80-859A-834B-8CDF-DBD051765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914400"/>
            <a:ext cx="1941512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700">
                <a:ea typeface="黑体" panose="02010609060101010101" pitchFamily="49" charset="-122"/>
              </a:rPr>
              <a:t>与</a:t>
            </a:r>
            <a:r>
              <a:rPr lang="en-US" altLang="zh-CN" sz="1700">
                <a:ea typeface="黑体" panose="02010609060101010101" pitchFamily="49" charset="-122"/>
              </a:rPr>
              <a:t>func</a:t>
            </a:r>
            <a:r>
              <a:rPr lang="zh-CN" altLang="en-US" sz="1700">
                <a:ea typeface="黑体" panose="02010609060101010101" pitchFamily="49" charset="-122"/>
              </a:rPr>
              <a:t>字段无关！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B2A53970-C793-A843-A2A8-F8D40C66E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6388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主控制单元和</a:t>
            </a:r>
            <a:r>
              <a:rPr lang="en-US" altLang="zh-CN">
                <a:ea typeface="宋体" panose="02010600030101010101" pitchFamily="2" charset="-122"/>
              </a:rPr>
              <a:t>ALU</a:t>
            </a:r>
            <a:r>
              <a:rPr lang="zh-CN" altLang="en-US">
                <a:ea typeface="宋体" panose="02010600030101010101" pitchFamily="2" charset="-122"/>
              </a:rPr>
              <a:t>局部控制单元</a:t>
            </a:r>
          </a:p>
        </p:txBody>
      </p:sp>
      <p:grpSp>
        <p:nvGrpSpPr>
          <p:cNvPr id="151555" name="Group 3">
            <a:extLst>
              <a:ext uri="{FF2B5EF4-FFF2-40B4-BE49-F238E27FC236}">
                <a16:creationId xmlns:a16="http://schemas.microsoft.com/office/drawing/2014/main" id="{A4A4F119-1DEB-4842-A7D9-19F894F19DE3}"/>
              </a:ext>
            </a:extLst>
          </p:cNvPr>
          <p:cNvGrpSpPr>
            <a:grpSpLocks/>
          </p:cNvGrpSpPr>
          <p:nvPr/>
        </p:nvGrpSpPr>
        <p:grpSpPr bwMode="auto">
          <a:xfrm>
            <a:off x="447675" y="1120775"/>
            <a:ext cx="7499350" cy="3413125"/>
            <a:chOff x="624" y="472"/>
            <a:chExt cx="4359" cy="2150"/>
          </a:xfrm>
        </p:grpSpPr>
        <p:sp>
          <p:nvSpPr>
            <p:cNvPr id="151605" name="Rectangle 4">
              <a:extLst>
                <a:ext uri="{FF2B5EF4-FFF2-40B4-BE49-F238E27FC236}">
                  <a16:creationId xmlns:a16="http://schemas.microsoft.com/office/drawing/2014/main" id="{5541C990-2316-E94E-A9C0-253080512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672"/>
              <a:ext cx="47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sp>
          <p:nvSpPr>
            <p:cNvPr id="151606" name="Rectangle 5">
              <a:extLst>
                <a:ext uri="{FF2B5EF4-FFF2-40B4-BE49-F238E27FC236}">
                  <a16:creationId xmlns:a16="http://schemas.microsoft.com/office/drawing/2014/main" id="{7F8EF5B8-0DB7-8D42-B7CD-3073BD31D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672"/>
              <a:ext cx="25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ori</a:t>
              </a:r>
            </a:p>
          </p:txBody>
        </p:sp>
        <p:sp>
          <p:nvSpPr>
            <p:cNvPr id="151607" name="Rectangle 6">
              <a:extLst>
                <a:ext uri="{FF2B5EF4-FFF2-40B4-BE49-F238E27FC236}">
                  <a16:creationId xmlns:a16="http://schemas.microsoft.com/office/drawing/2014/main" id="{06A79302-6C96-BC42-92E4-D1B4832E1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672"/>
              <a:ext cx="23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lw</a:t>
              </a:r>
            </a:p>
          </p:txBody>
        </p:sp>
        <p:sp>
          <p:nvSpPr>
            <p:cNvPr id="151608" name="Rectangle 7">
              <a:extLst>
                <a:ext uri="{FF2B5EF4-FFF2-40B4-BE49-F238E27FC236}">
                  <a16:creationId xmlns:a16="http://schemas.microsoft.com/office/drawing/2014/main" id="{C14B6871-D206-2F44-B1A9-E57CCF68D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672"/>
              <a:ext cx="2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sw</a:t>
              </a:r>
            </a:p>
          </p:txBody>
        </p:sp>
        <p:sp>
          <p:nvSpPr>
            <p:cNvPr id="151609" name="Rectangle 8">
              <a:extLst>
                <a:ext uri="{FF2B5EF4-FFF2-40B4-BE49-F238E27FC236}">
                  <a16:creationId xmlns:a16="http://schemas.microsoft.com/office/drawing/2014/main" id="{5708FD31-99CA-8C43-B1FC-2E74D676D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672"/>
              <a:ext cx="31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beq</a:t>
              </a:r>
            </a:p>
          </p:txBody>
        </p:sp>
        <p:sp>
          <p:nvSpPr>
            <p:cNvPr id="151610" name="Rectangle 9">
              <a:extLst>
                <a:ext uri="{FF2B5EF4-FFF2-40B4-BE49-F238E27FC236}">
                  <a16:creationId xmlns:a16="http://schemas.microsoft.com/office/drawing/2014/main" id="{88E02F68-13B0-1C42-A91B-D40AD48D3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3" y="672"/>
              <a:ext cx="38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jump</a:t>
              </a:r>
            </a:p>
          </p:txBody>
        </p:sp>
        <p:sp>
          <p:nvSpPr>
            <p:cNvPr id="151611" name="Rectangle 10">
              <a:extLst>
                <a:ext uri="{FF2B5EF4-FFF2-40B4-BE49-F238E27FC236}">
                  <a16:creationId xmlns:a16="http://schemas.microsoft.com/office/drawing/2014/main" id="{69216671-05B0-2548-9405-7611B2C3C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864"/>
              <a:ext cx="51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RegDst</a:t>
              </a:r>
            </a:p>
          </p:txBody>
        </p:sp>
        <p:sp>
          <p:nvSpPr>
            <p:cNvPr id="151612" name="Rectangle 11">
              <a:extLst>
                <a:ext uri="{FF2B5EF4-FFF2-40B4-BE49-F238E27FC236}">
                  <a16:creationId xmlns:a16="http://schemas.microsoft.com/office/drawing/2014/main" id="{68F4FF5A-6559-9C4F-9A7F-755D77BF4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056"/>
              <a:ext cx="53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ALUSrc</a:t>
              </a:r>
            </a:p>
          </p:txBody>
        </p:sp>
        <p:sp>
          <p:nvSpPr>
            <p:cNvPr id="151613" name="Rectangle 12">
              <a:extLst>
                <a:ext uri="{FF2B5EF4-FFF2-40B4-BE49-F238E27FC236}">
                  <a16:creationId xmlns:a16="http://schemas.microsoft.com/office/drawing/2014/main" id="{A68D171F-6AC6-C64D-B157-79834F1F4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248"/>
              <a:ext cx="70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MemtoReg</a:t>
              </a:r>
            </a:p>
          </p:txBody>
        </p:sp>
        <p:sp>
          <p:nvSpPr>
            <p:cNvPr id="151614" name="Rectangle 13">
              <a:extLst>
                <a:ext uri="{FF2B5EF4-FFF2-40B4-BE49-F238E27FC236}">
                  <a16:creationId xmlns:a16="http://schemas.microsoft.com/office/drawing/2014/main" id="{3906EA12-1818-F544-9FBD-14521AC08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440"/>
              <a:ext cx="62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RegWrite</a:t>
              </a:r>
            </a:p>
          </p:txBody>
        </p:sp>
        <p:sp>
          <p:nvSpPr>
            <p:cNvPr id="151615" name="Rectangle 14">
              <a:extLst>
                <a:ext uri="{FF2B5EF4-FFF2-40B4-BE49-F238E27FC236}">
                  <a16:creationId xmlns:a16="http://schemas.microsoft.com/office/drawing/2014/main" id="{810D3C7D-72D9-DE41-8913-FA5A2B838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632"/>
              <a:ext cx="6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MemWrite</a:t>
              </a:r>
            </a:p>
          </p:txBody>
        </p:sp>
        <p:sp>
          <p:nvSpPr>
            <p:cNvPr id="151616" name="Rectangle 15">
              <a:extLst>
                <a:ext uri="{FF2B5EF4-FFF2-40B4-BE49-F238E27FC236}">
                  <a16:creationId xmlns:a16="http://schemas.microsoft.com/office/drawing/2014/main" id="{7E6558EF-09AB-E641-A1C6-0CB4DC25E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824"/>
              <a:ext cx="51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151617" name="Rectangle 16">
              <a:extLst>
                <a:ext uri="{FF2B5EF4-FFF2-40B4-BE49-F238E27FC236}">
                  <a16:creationId xmlns:a16="http://schemas.microsoft.com/office/drawing/2014/main" id="{460B2102-199D-9B48-ABD2-9FB098C7C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016"/>
              <a:ext cx="42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Jump</a:t>
              </a:r>
            </a:p>
          </p:txBody>
        </p:sp>
        <p:sp>
          <p:nvSpPr>
            <p:cNvPr id="151618" name="Rectangle 17">
              <a:extLst>
                <a:ext uri="{FF2B5EF4-FFF2-40B4-BE49-F238E27FC236}">
                  <a16:creationId xmlns:a16="http://schemas.microsoft.com/office/drawing/2014/main" id="{E81C206B-198B-0D42-B1D4-C9403E83E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208"/>
              <a:ext cx="4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ExtOp</a:t>
              </a:r>
            </a:p>
          </p:txBody>
        </p:sp>
        <p:sp>
          <p:nvSpPr>
            <p:cNvPr id="151619" name="Rectangle 18">
              <a:extLst>
                <a:ext uri="{FF2B5EF4-FFF2-40B4-BE49-F238E27FC236}">
                  <a16:creationId xmlns:a16="http://schemas.microsoft.com/office/drawing/2014/main" id="{DF539A6D-6228-0848-A036-5451A9327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400"/>
              <a:ext cx="9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0000FF"/>
                  </a:solidFill>
                  <a:ea typeface="宋体" panose="02010600030101010101" pitchFamily="2" charset="-122"/>
                </a:rPr>
                <a:t>ALUctr</a:t>
              </a:r>
            </a:p>
          </p:txBody>
        </p:sp>
        <p:sp>
          <p:nvSpPr>
            <p:cNvPr id="151620" name="Line 19">
              <a:extLst>
                <a:ext uri="{FF2B5EF4-FFF2-40B4-BE49-F238E27FC236}">
                  <a16:creationId xmlns:a16="http://schemas.microsoft.com/office/drawing/2014/main" id="{D41F3B14-CA7F-AC46-82CA-BF493133E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056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1" name="Line 20">
              <a:extLst>
                <a:ext uri="{FF2B5EF4-FFF2-40B4-BE49-F238E27FC236}">
                  <a16:creationId xmlns:a16="http://schemas.microsoft.com/office/drawing/2014/main" id="{E7AEED01-527A-3148-A1FB-C2B82CED2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248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2" name="Line 21">
              <a:extLst>
                <a:ext uri="{FF2B5EF4-FFF2-40B4-BE49-F238E27FC236}">
                  <a16:creationId xmlns:a16="http://schemas.microsoft.com/office/drawing/2014/main" id="{9B7A0415-C7DB-F448-905F-E64370F5D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440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3" name="Line 22">
              <a:extLst>
                <a:ext uri="{FF2B5EF4-FFF2-40B4-BE49-F238E27FC236}">
                  <a16:creationId xmlns:a16="http://schemas.microsoft.com/office/drawing/2014/main" id="{E43A50E6-F31A-A440-A846-6AD27FBA5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632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4" name="Line 23">
              <a:extLst>
                <a:ext uri="{FF2B5EF4-FFF2-40B4-BE49-F238E27FC236}">
                  <a16:creationId xmlns:a16="http://schemas.microsoft.com/office/drawing/2014/main" id="{B28D41B9-906D-1D4C-AD5F-3083B24BE0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1824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5" name="Line 24">
              <a:extLst>
                <a:ext uri="{FF2B5EF4-FFF2-40B4-BE49-F238E27FC236}">
                  <a16:creationId xmlns:a16="http://schemas.microsoft.com/office/drawing/2014/main" id="{2181CAA6-28C0-7D48-BF92-B8EDF5AC5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016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6" name="Line 25">
              <a:extLst>
                <a:ext uri="{FF2B5EF4-FFF2-40B4-BE49-F238E27FC236}">
                  <a16:creationId xmlns:a16="http://schemas.microsoft.com/office/drawing/2014/main" id="{40639470-009B-5045-9DC3-2A3E0289E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208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7" name="Line 26">
              <a:extLst>
                <a:ext uri="{FF2B5EF4-FFF2-40B4-BE49-F238E27FC236}">
                  <a16:creationId xmlns:a16="http://schemas.microsoft.com/office/drawing/2014/main" id="{1E0ECDEB-D6D0-3547-9D1C-889723263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400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8" name="Line 27">
              <a:extLst>
                <a:ext uri="{FF2B5EF4-FFF2-40B4-BE49-F238E27FC236}">
                  <a16:creationId xmlns:a16="http://schemas.microsoft.com/office/drawing/2014/main" id="{8A59B044-3132-BF4B-AE2A-6854998C6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864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29" name="Line 28">
              <a:extLst>
                <a:ext uri="{FF2B5EF4-FFF2-40B4-BE49-F238E27FC236}">
                  <a16:creationId xmlns:a16="http://schemas.microsoft.com/office/drawing/2014/main" id="{AEB627D3-E69A-A148-AAA5-736FC11E0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2592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0" name="Line 29">
              <a:extLst>
                <a:ext uri="{FF2B5EF4-FFF2-40B4-BE49-F238E27FC236}">
                  <a16:creationId xmlns:a16="http://schemas.microsoft.com/office/drawing/2014/main" id="{E83903A6-2C0C-3742-A68E-EC58580BC2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1" name="Line 30">
              <a:extLst>
                <a:ext uri="{FF2B5EF4-FFF2-40B4-BE49-F238E27FC236}">
                  <a16:creationId xmlns:a16="http://schemas.microsoft.com/office/drawing/2014/main" id="{F39F2EEC-321E-9C41-B720-EBFACA4EA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" y="672"/>
              <a:ext cx="4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2" name="Line 31">
              <a:extLst>
                <a:ext uri="{FF2B5EF4-FFF2-40B4-BE49-F238E27FC236}">
                  <a16:creationId xmlns:a16="http://schemas.microsoft.com/office/drawing/2014/main" id="{F4F4A831-D9BC-C64C-8DDB-5D2C1947C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3" name="Line 32">
              <a:extLst>
                <a:ext uri="{FF2B5EF4-FFF2-40B4-BE49-F238E27FC236}">
                  <a16:creationId xmlns:a16="http://schemas.microsoft.com/office/drawing/2014/main" id="{420CFE33-DBF0-E84B-BFB7-D9B2CE7BA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4" name="Line 33">
              <a:extLst>
                <a:ext uri="{FF2B5EF4-FFF2-40B4-BE49-F238E27FC236}">
                  <a16:creationId xmlns:a16="http://schemas.microsoft.com/office/drawing/2014/main" id="{2790BD55-4D15-444F-BC93-6F7E6513E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5" name="Line 34">
              <a:extLst>
                <a:ext uri="{FF2B5EF4-FFF2-40B4-BE49-F238E27FC236}">
                  <a16:creationId xmlns:a16="http://schemas.microsoft.com/office/drawing/2014/main" id="{1E2B6635-2C10-1543-B253-9FC46EE35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6" name="Line 35">
              <a:extLst>
                <a:ext uri="{FF2B5EF4-FFF2-40B4-BE49-F238E27FC236}">
                  <a16:creationId xmlns:a16="http://schemas.microsoft.com/office/drawing/2014/main" id="{E3868F94-8806-3A46-8CA2-39FDEF444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7" name="Line 36">
              <a:extLst>
                <a:ext uri="{FF2B5EF4-FFF2-40B4-BE49-F238E27FC236}">
                  <a16:creationId xmlns:a16="http://schemas.microsoft.com/office/drawing/2014/main" id="{3F69DF4C-BB06-F24C-8C30-8E51FEB69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8" name="Line 37">
              <a:extLst>
                <a:ext uri="{FF2B5EF4-FFF2-40B4-BE49-F238E27FC236}">
                  <a16:creationId xmlns:a16="http://schemas.microsoft.com/office/drawing/2014/main" id="{DE998C8D-3ECB-E84A-AC39-58070CB4D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664"/>
              <a:ext cx="0" cy="1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39" name="Rectangle 38">
              <a:extLst>
                <a:ext uri="{FF2B5EF4-FFF2-40B4-BE49-F238E27FC236}">
                  <a16:creationId xmlns:a16="http://schemas.microsoft.com/office/drawing/2014/main" id="{C59741F0-E461-2240-99FB-7C1BB17ED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86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40" name="Rectangle 39">
              <a:extLst>
                <a:ext uri="{FF2B5EF4-FFF2-40B4-BE49-F238E27FC236}">
                  <a16:creationId xmlns:a16="http://schemas.microsoft.com/office/drawing/2014/main" id="{E362DEBC-AE89-D445-96D6-D92F07EA2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05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41" name="Rectangle 40">
              <a:extLst>
                <a:ext uri="{FF2B5EF4-FFF2-40B4-BE49-F238E27FC236}">
                  <a16:creationId xmlns:a16="http://schemas.microsoft.com/office/drawing/2014/main" id="{0050D270-DA16-2C40-9803-D4720D491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24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42" name="Rectangle 41">
              <a:extLst>
                <a:ext uri="{FF2B5EF4-FFF2-40B4-BE49-F238E27FC236}">
                  <a16:creationId xmlns:a16="http://schemas.microsoft.com/office/drawing/2014/main" id="{9210D6E9-D566-C748-839C-24576ADA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440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43" name="Rectangle 42">
              <a:extLst>
                <a:ext uri="{FF2B5EF4-FFF2-40B4-BE49-F238E27FC236}">
                  <a16:creationId xmlns:a16="http://schemas.microsoft.com/office/drawing/2014/main" id="{179F0A9C-A972-1642-95B0-67A3FBF5F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632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44" name="Rectangle 43">
              <a:extLst>
                <a:ext uri="{FF2B5EF4-FFF2-40B4-BE49-F238E27FC236}">
                  <a16:creationId xmlns:a16="http://schemas.microsoft.com/office/drawing/2014/main" id="{957FA0D4-41D3-1A4C-A1A0-562ECFD58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182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45" name="Rectangle 44">
              <a:extLst>
                <a:ext uri="{FF2B5EF4-FFF2-40B4-BE49-F238E27FC236}">
                  <a16:creationId xmlns:a16="http://schemas.microsoft.com/office/drawing/2014/main" id="{91D64061-FABB-8644-BDF0-F85A55D67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01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46" name="Rectangle 45">
              <a:extLst>
                <a:ext uri="{FF2B5EF4-FFF2-40B4-BE49-F238E27FC236}">
                  <a16:creationId xmlns:a16="http://schemas.microsoft.com/office/drawing/2014/main" id="{9AB0E2A1-E463-D343-9DE6-8A91286B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20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47" name="Rectangle 46">
              <a:extLst>
                <a:ext uri="{FF2B5EF4-FFF2-40B4-BE49-F238E27FC236}">
                  <a16:creationId xmlns:a16="http://schemas.microsoft.com/office/drawing/2014/main" id="{00E7DECC-D965-F34D-9987-B305EC00E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4" y="2400"/>
              <a:ext cx="59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0000FF"/>
                  </a:solidFill>
                  <a:ea typeface="宋体" panose="02010600030101010101" pitchFamily="2" charset="-122"/>
                </a:rPr>
                <a:t>Add/Sub</a:t>
              </a:r>
            </a:p>
          </p:txBody>
        </p:sp>
        <p:sp>
          <p:nvSpPr>
            <p:cNvPr id="151648" name="Rectangle 47">
              <a:extLst>
                <a:ext uri="{FF2B5EF4-FFF2-40B4-BE49-F238E27FC236}">
                  <a16:creationId xmlns:a16="http://schemas.microsoft.com/office/drawing/2014/main" id="{AAA0A82D-1CF2-744D-A3DD-67CFF605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86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49" name="Rectangle 48">
              <a:extLst>
                <a:ext uri="{FF2B5EF4-FFF2-40B4-BE49-F238E27FC236}">
                  <a16:creationId xmlns:a16="http://schemas.microsoft.com/office/drawing/2014/main" id="{B909138F-A2FF-484D-9D33-DF24E2C84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05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50" name="Rectangle 49">
              <a:extLst>
                <a:ext uri="{FF2B5EF4-FFF2-40B4-BE49-F238E27FC236}">
                  <a16:creationId xmlns:a16="http://schemas.microsoft.com/office/drawing/2014/main" id="{63FB7270-2CDB-3F4C-AC03-6B4CBEBD6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24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51" name="Rectangle 50">
              <a:extLst>
                <a:ext uri="{FF2B5EF4-FFF2-40B4-BE49-F238E27FC236}">
                  <a16:creationId xmlns:a16="http://schemas.microsoft.com/office/drawing/2014/main" id="{69421DE7-3A57-8F49-A30F-CC3211F12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440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52" name="Rectangle 51">
              <a:extLst>
                <a:ext uri="{FF2B5EF4-FFF2-40B4-BE49-F238E27FC236}">
                  <a16:creationId xmlns:a16="http://schemas.microsoft.com/office/drawing/2014/main" id="{CD6A3CD2-F5E3-0344-A844-31809A0B9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632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53" name="Rectangle 52">
              <a:extLst>
                <a:ext uri="{FF2B5EF4-FFF2-40B4-BE49-F238E27FC236}">
                  <a16:creationId xmlns:a16="http://schemas.microsoft.com/office/drawing/2014/main" id="{E16CCD9C-CE4D-7049-8216-37D3A62FA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82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54" name="Rectangle 53">
              <a:extLst>
                <a:ext uri="{FF2B5EF4-FFF2-40B4-BE49-F238E27FC236}">
                  <a16:creationId xmlns:a16="http://schemas.microsoft.com/office/drawing/2014/main" id="{3DAC635D-21B5-1147-ABC3-5D9D34025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201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55" name="Rectangle 54">
              <a:extLst>
                <a:ext uri="{FF2B5EF4-FFF2-40B4-BE49-F238E27FC236}">
                  <a16:creationId xmlns:a16="http://schemas.microsoft.com/office/drawing/2014/main" id="{650120E1-A21A-244F-A123-6EF29E5AC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220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56" name="Rectangle 55">
              <a:extLst>
                <a:ext uri="{FF2B5EF4-FFF2-40B4-BE49-F238E27FC236}">
                  <a16:creationId xmlns:a16="http://schemas.microsoft.com/office/drawing/2014/main" id="{3B0D8863-1EC5-124E-A9D0-CD89F6CA3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2400"/>
              <a:ext cx="24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0000FF"/>
                  </a:solidFill>
                  <a:ea typeface="宋体" panose="02010600030101010101" pitchFamily="2" charset="-122"/>
                </a:rPr>
                <a:t>Or</a:t>
              </a:r>
            </a:p>
          </p:txBody>
        </p:sp>
        <p:sp>
          <p:nvSpPr>
            <p:cNvPr id="151657" name="Rectangle 56">
              <a:extLst>
                <a:ext uri="{FF2B5EF4-FFF2-40B4-BE49-F238E27FC236}">
                  <a16:creationId xmlns:a16="http://schemas.microsoft.com/office/drawing/2014/main" id="{67DD51BD-C2D8-B741-A395-487EE06D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864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58" name="Rectangle 57">
              <a:extLst>
                <a:ext uri="{FF2B5EF4-FFF2-40B4-BE49-F238E27FC236}">
                  <a16:creationId xmlns:a16="http://schemas.microsoft.com/office/drawing/2014/main" id="{C0CBA601-2DB4-5B4C-A0C3-6F33D5BC4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056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59" name="Rectangle 58">
              <a:extLst>
                <a:ext uri="{FF2B5EF4-FFF2-40B4-BE49-F238E27FC236}">
                  <a16:creationId xmlns:a16="http://schemas.microsoft.com/office/drawing/2014/main" id="{86E9E353-7A64-DB45-AB53-8FEEF900F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248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60" name="Rectangle 59">
              <a:extLst>
                <a:ext uri="{FF2B5EF4-FFF2-40B4-BE49-F238E27FC236}">
                  <a16:creationId xmlns:a16="http://schemas.microsoft.com/office/drawing/2014/main" id="{DC7169E0-7C5B-204B-8A43-E2E15B349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440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61" name="Rectangle 60">
              <a:extLst>
                <a:ext uri="{FF2B5EF4-FFF2-40B4-BE49-F238E27FC236}">
                  <a16:creationId xmlns:a16="http://schemas.microsoft.com/office/drawing/2014/main" id="{384FC488-A78A-C647-8127-9698BEEC0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632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62" name="Rectangle 61">
              <a:extLst>
                <a:ext uri="{FF2B5EF4-FFF2-40B4-BE49-F238E27FC236}">
                  <a16:creationId xmlns:a16="http://schemas.microsoft.com/office/drawing/2014/main" id="{55CEF84F-2B71-094D-A3B4-B59249EAB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824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63" name="Rectangle 62">
              <a:extLst>
                <a:ext uri="{FF2B5EF4-FFF2-40B4-BE49-F238E27FC236}">
                  <a16:creationId xmlns:a16="http://schemas.microsoft.com/office/drawing/2014/main" id="{52BDA759-9E2D-0D4F-A0F2-8B4FB22EF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2016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64" name="Rectangle 63">
              <a:extLst>
                <a:ext uri="{FF2B5EF4-FFF2-40B4-BE49-F238E27FC236}">
                  <a16:creationId xmlns:a16="http://schemas.microsoft.com/office/drawing/2014/main" id="{1C609F1A-931E-C146-8C16-76BA014E6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2208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65" name="Rectangle 64">
              <a:extLst>
                <a:ext uri="{FF2B5EF4-FFF2-40B4-BE49-F238E27FC236}">
                  <a16:creationId xmlns:a16="http://schemas.microsoft.com/office/drawing/2014/main" id="{89F0DFBB-8F68-F346-8A18-BBF28B9F1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2400"/>
              <a:ext cx="3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0000FF"/>
                  </a:solidFill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51666" name="Rectangle 65">
              <a:extLst>
                <a:ext uri="{FF2B5EF4-FFF2-40B4-BE49-F238E27FC236}">
                  <a16:creationId xmlns:a16="http://schemas.microsoft.com/office/drawing/2014/main" id="{C8B46706-EBFA-6B42-8292-57964C99C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864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67" name="Rectangle 66">
              <a:extLst>
                <a:ext uri="{FF2B5EF4-FFF2-40B4-BE49-F238E27FC236}">
                  <a16:creationId xmlns:a16="http://schemas.microsoft.com/office/drawing/2014/main" id="{D9DE2D1A-A991-364F-AD30-B2AC952B5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056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68" name="Rectangle 67">
              <a:extLst>
                <a:ext uri="{FF2B5EF4-FFF2-40B4-BE49-F238E27FC236}">
                  <a16:creationId xmlns:a16="http://schemas.microsoft.com/office/drawing/2014/main" id="{A4E6CAFA-8B06-1F4D-8BE3-C5AD54571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248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69" name="Rectangle 68">
              <a:extLst>
                <a:ext uri="{FF2B5EF4-FFF2-40B4-BE49-F238E27FC236}">
                  <a16:creationId xmlns:a16="http://schemas.microsoft.com/office/drawing/2014/main" id="{00B20362-4F87-B946-B00A-3FEE4893B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440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70" name="Rectangle 69">
              <a:extLst>
                <a:ext uri="{FF2B5EF4-FFF2-40B4-BE49-F238E27FC236}">
                  <a16:creationId xmlns:a16="http://schemas.microsoft.com/office/drawing/2014/main" id="{BD5D0921-2256-6F46-BDBB-7B1BEF253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632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71" name="Rectangle 70">
              <a:extLst>
                <a:ext uri="{FF2B5EF4-FFF2-40B4-BE49-F238E27FC236}">
                  <a16:creationId xmlns:a16="http://schemas.microsoft.com/office/drawing/2014/main" id="{FB64C097-367C-C04B-B004-FD2F40C80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824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72" name="Rectangle 71">
              <a:extLst>
                <a:ext uri="{FF2B5EF4-FFF2-40B4-BE49-F238E27FC236}">
                  <a16:creationId xmlns:a16="http://schemas.microsoft.com/office/drawing/2014/main" id="{6A5ECA69-EEC6-4445-BC48-2892A36A2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2016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73" name="Rectangle 72">
              <a:extLst>
                <a:ext uri="{FF2B5EF4-FFF2-40B4-BE49-F238E27FC236}">
                  <a16:creationId xmlns:a16="http://schemas.microsoft.com/office/drawing/2014/main" id="{09067915-A5A7-A247-AE75-FBBFD1F9C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2208"/>
              <a:ext cx="1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74" name="Rectangle 73">
              <a:extLst>
                <a:ext uri="{FF2B5EF4-FFF2-40B4-BE49-F238E27FC236}">
                  <a16:creationId xmlns:a16="http://schemas.microsoft.com/office/drawing/2014/main" id="{241DFB96-FEC3-6442-88CC-35C446493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2400"/>
              <a:ext cx="33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0000FF"/>
                  </a:solidFill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51675" name="Rectangle 74">
              <a:extLst>
                <a:ext uri="{FF2B5EF4-FFF2-40B4-BE49-F238E27FC236}">
                  <a16:creationId xmlns:a16="http://schemas.microsoft.com/office/drawing/2014/main" id="{6C513AFE-0155-5345-B578-94FA08324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86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76" name="Rectangle 75">
              <a:extLst>
                <a:ext uri="{FF2B5EF4-FFF2-40B4-BE49-F238E27FC236}">
                  <a16:creationId xmlns:a16="http://schemas.microsoft.com/office/drawing/2014/main" id="{BA931EB4-2D7C-2646-B38C-E6FD387BD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05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77" name="Rectangle 76">
              <a:extLst>
                <a:ext uri="{FF2B5EF4-FFF2-40B4-BE49-F238E27FC236}">
                  <a16:creationId xmlns:a16="http://schemas.microsoft.com/office/drawing/2014/main" id="{EF0C07CA-DCEF-1B4F-8638-F1C2C8A7C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24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78" name="Rectangle 77">
              <a:extLst>
                <a:ext uri="{FF2B5EF4-FFF2-40B4-BE49-F238E27FC236}">
                  <a16:creationId xmlns:a16="http://schemas.microsoft.com/office/drawing/2014/main" id="{CDAE6C2E-E77C-9746-973C-3EDF1EBD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440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79" name="Rectangle 78">
              <a:extLst>
                <a:ext uri="{FF2B5EF4-FFF2-40B4-BE49-F238E27FC236}">
                  <a16:creationId xmlns:a16="http://schemas.microsoft.com/office/drawing/2014/main" id="{C6B80DBA-02F2-1A41-879A-6381B5807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632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80" name="Rectangle 79">
              <a:extLst>
                <a:ext uri="{FF2B5EF4-FFF2-40B4-BE49-F238E27FC236}">
                  <a16:creationId xmlns:a16="http://schemas.microsoft.com/office/drawing/2014/main" id="{6B1438D2-DFE1-7C49-92FF-CFBA083A1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182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81" name="Rectangle 80">
              <a:extLst>
                <a:ext uri="{FF2B5EF4-FFF2-40B4-BE49-F238E27FC236}">
                  <a16:creationId xmlns:a16="http://schemas.microsoft.com/office/drawing/2014/main" id="{528BF61C-B6F8-EC47-9063-8AE8655D4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201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82" name="Rectangle 81">
              <a:extLst>
                <a:ext uri="{FF2B5EF4-FFF2-40B4-BE49-F238E27FC236}">
                  <a16:creationId xmlns:a16="http://schemas.microsoft.com/office/drawing/2014/main" id="{35429990-0DE4-3D42-9448-E51B238BC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220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83" name="Rectangle 82">
              <a:extLst>
                <a:ext uri="{FF2B5EF4-FFF2-40B4-BE49-F238E27FC236}">
                  <a16:creationId xmlns:a16="http://schemas.microsoft.com/office/drawing/2014/main" id="{202195ED-EDF3-E743-BF5D-686A366D3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3" y="2410"/>
              <a:ext cx="3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solidFill>
                    <a:srgbClr val="0000FF"/>
                  </a:solidFill>
                  <a:ea typeface="宋体" panose="02010600030101010101" pitchFamily="2" charset="-122"/>
                </a:rPr>
                <a:t>Sub</a:t>
              </a:r>
            </a:p>
          </p:txBody>
        </p:sp>
        <p:sp>
          <p:nvSpPr>
            <p:cNvPr id="151684" name="Rectangle 83">
              <a:extLst>
                <a:ext uri="{FF2B5EF4-FFF2-40B4-BE49-F238E27FC236}">
                  <a16:creationId xmlns:a16="http://schemas.microsoft.com/office/drawing/2014/main" id="{51FF19A3-A17E-A342-801F-A3FCF40F8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86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85" name="Rectangle 84">
              <a:extLst>
                <a:ext uri="{FF2B5EF4-FFF2-40B4-BE49-F238E27FC236}">
                  <a16:creationId xmlns:a16="http://schemas.microsoft.com/office/drawing/2014/main" id="{63F05315-EFFA-1D41-9D2A-F67F98659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105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86" name="Rectangle 85">
              <a:extLst>
                <a:ext uri="{FF2B5EF4-FFF2-40B4-BE49-F238E27FC236}">
                  <a16:creationId xmlns:a16="http://schemas.microsoft.com/office/drawing/2014/main" id="{F65B843B-8D99-E34C-8617-B4231C008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124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87" name="Rectangle 86">
              <a:extLst>
                <a:ext uri="{FF2B5EF4-FFF2-40B4-BE49-F238E27FC236}">
                  <a16:creationId xmlns:a16="http://schemas.microsoft.com/office/drawing/2014/main" id="{47BE1FBE-F442-374F-9ED1-483CFD693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1440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88" name="Rectangle 87">
              <a:extLst>
                <a:ext uri="{FF2B5EF4-FFF2-40B4-BE49-F238E27FC236}">
                  <a16:creationId xmlns:a16="http://schemas.microsoft.com/office/drawing/2014/main" id="{68B07221-4D3D-8B42-8910-1790AAF8D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1632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89" name="Rectangle 88">
              <a:extLst>
                <a:ext uri="{FF2B5EF4-FFF2-40B4-BE49-F238E27FC236}">
                  <a16:creationId xmlns:a16="http://schemas.microsoft.com/office/drawing/2014/main" id="{74B83ACF-ACED-DB4D-A1C5-5C02D5ACE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1824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690" name="Rectangle 89">
              <a:extLst>
                <a:ext uri="{FF2B5EF4-FFF2-40B4-BE49-F238E27FC236}">
                  <a16:creationId xmlns:a16="http://schemas.microsoft.com/office/drawing/2014/main" id="{56C54916-9BB1-E64F-B52B-032466280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016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91" name="Rectangle 90">
              <a:extLst>
                <a:ext uri="{FF2B5EF4-FFF2-40B4-BE49-F238E27FC236}">
                  <a16:creationId xmlns:a16="http://schemas.microsoft.com/office/drawing/2014/main" id="{1CCA88A6-8A9E-0E47-AA0C-56AE0E74E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08"/>
              <a:ext cx="1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1692" name="Rectangle 91">
              <a:extLst>
                <a:ext uri="{FF2B5EF4-FFF2-40B4-BE49-F238E27FC236}">
                  <a16:creationId xmlns:a16="http://schemas.microsoft.com/office/drawing/2014/main" id="{FA3293FB-4D40-274E-9E0E-45C839BE7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2400"/>
              <a:ext cx="30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0000FF"/>
                  </a:solidFill>
                  <a:ea typeface="宋体" panose="02010600030101010101" pitchFamily="2" charset="-122"/>
                </a:rPr>
                <a:t>xxx</a:t>
              </a:r>
            </a:p>
          </p:txBody>
        </p:sp>
        <p:sp>
          <p:nvSpPr>
            <p:cNvPr id="151693" name="Line 92">
              <a:extLst>
                <a:ext uri="{FF2B5EF4-FFF2-40B4-BE49-F238E27FC236}">
                  <a16:creationId xmlns:a16="http://schemas.microsoft.com/office/drawing/2014/main" id="{25F09AC6-3B87-6C4B-BB0A-4F78F4A26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480"/>
              <a:ext cx="3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94" name="Rectangle 93">
              <a:extLst>
                <a:ext uri="{FF2B5EF4-FFF2-40B4-BE49-F238E27FC236}">
                  <a16:creationId xmlns:a16="http://schemas.microsoft.com/office/drawing/2014/main" id="{DE4BDE92-3ECE-E74E-AF36-6BD9D21FD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480"/>
              <a:ext cx="25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op</a:t>
              </a:r>
            </a:p>
          </p:txBody>
        </p:sp>
        <p:sp>
          <p:nvSpPr>
            <p:cNvPr id="151695" name="Rectangle 94">
              <a:extLst>
                <a:ext uri="{FF2B5EF4-FFF2-40B4-BE49-F238E27FC236}">
                  <a16:creationId xmlns:a16="http://schemas.microsoft.com/office/drawing/2014/main" id="{CCD3EFFF-6B40-ED43-BFD9-4C7D054AE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480"/>
              <a:ext cx="52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0000</a:t>
              </a:r>
            </a:p>
          </p:txBody>
        </p:sp>
        <p:sp>
          <p:nvSpPr>
            <p:cNvPr id="151696" name="Rectangle 95">
              <a:extLst>
                <a:ext uri="{FF2B5EF4-FFF2-40B4-BE49-F238E27FC236}">
                  <a16:creationId xmlns:a16="http://schemas.microsoft.com/office/drawing/2014/main" id="{8DDC7FB8-FCAB-4146-937C-F897F873A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" y="480"/>
              <a:ext cx="54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1101</a:t>
              </a:r>
            </a:p>
          </p:txBody>
        </p:sp>
        <p:sp>
          <p:nvSpPr>
            <p:cNvPr id="151697" name="Rectangle 96">
              <a:extLst>
                <a:ext uri="{FF2B5EF4-FFF2-40B4-BE49-F238E27FC236}">
                  <a16:creationId xmlns:a16="http://schemas.microsoft.com/office/drawing/2014/main" id="{80A90C27-68D1-184C-A0BC-199AE2BC4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480"/>
              <a:ext cx="52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0011</a:t>
              </a:r>
            </a:p>
          </p:txBody>
        </p:sp>
        <p:sp>
          <p:nvSpPr>
            <p:cNvPr id="151698" name="Rectangle 97">
              <a:extLst>
                <a:ext uri="{FF2B5EF4-FFF2-40B4-BE49-F238E27FC236}">
                  <a16:creationId xmlns:a16="http://schemas.microsoft.com/office/drawing/2014/main" id="{871C2390-1EF8-0147-A4F5-AFE702E87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480"/>
              <a:ext cx="5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1011</a:t>
              </a:r>
            </a:p>
          </p:txBody>
        </p:sp>
        <p:sp>
          <p:nvSpPr>
            <p:cNvPr id="151699" name="Rectangle 98">
              <a:extLst>
                <a:ext uri="{FF2B5EF4-FFF2-40B4-BE49-F238E27FC236}">
                  <a16:creationId xmlns:a16="http://schemas.microsoft.com/office/drawing/2014/main" id="{49E78433-462A-754B-A326-4E99F31F4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480"/>
              <a:ext cx="52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0100</a:t>
              </a:r>
            </a:p>
          </p:txBody>
        </p:sp>
        <p:sp>
          <p:nvSpPr>
            <p:cNvPr id="151700" name="Rectangle 99">
              <a:extLst>
                <a:ext uri="{FF2B5EF4-FFF2-40B4-BE49-F238E27FC236}">
                  <a16:creationId xmlns:a16="http://schemas.microsoft.com/office/drawing/2014/main" id="{5AA5B88A-E6DF-CA41-BDC9-41B3E8C02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" y="480"/>
              <a:ext cx="52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0010</a:t>
              </a:r>
            </a:p>
          </p:txBody>
        </p:sp>
        <p:sp>
          <p:nvSpPr>
            <p:cNvPr id="151701" name="Line 100">
              <a:extLst>
                <a:ext uri="{FF2B5EF4-FFF2-40B4-BE49-F238E27FC236}">
                  <a16:creationId xmlns:a16="http://schemas.microsoft.com/office/drawing/2014/main" id="{FF5849AC-916B-584C-8139-897DC40F3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02" name="Line 101">
              <a:extLst>
                <a:ext uri="{FF2B5EF4-FFF2-40B4-BE49-F238E27FC236}">
                  <a16:creationId xmlns:a16="http://schemas.microsoft.com/office/drawing/2014/main" id="{C7684287-20BF-EE46-8EDF-6D4C31DBB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03" name="Line 102">
              <a:extLst>
                <a:ext uri="{FF2B5EF4-FFF2-40B4-BE49-F238E27FC236}">
                  <a16:creationId xmlns:a16="http://schemas.microsoft.com/office/drawing/2014/main" id="{FF4FFF00-CC72-1E40-946B-B4F1A0ECC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04" name="Line 103">
              <a:extLst>
                <a:ext uri="{FF2B5EF4-FFF2-40B4-BE49-F238E27FC236}">
                  <a16:creationId xmlns:a16="http://schemas.microsoft.com/office/drawing/2014/main" id="{38C9474A-FDD7-7345-85D9-FEC4932B52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05" name="Line 104">
              <a:extLst>
                <a:ext uri="{FF2B5EF4-FFF2-40B4-BE49-F238E27FC236}">
                  <a16:creationId xmlns:a16="http://schemas.microsoft.com/office/drawing/2014/main" id="{2847CCE3-F09A-6C4D-9175-C3A0DF1F1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06" name="Line 105">
              <a:extLst>
                <a:ext uri="{FF2B5EF4-FFF2-40B4-BE49-F238E27FC236}">
                  <a16:creationId xmlns:a16="http://schemas.microsoft.com/office/drawing/2014/main" id="{65088F25-A8A4-D642-8D92-4AC2EF8C3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07" name="Line 106">
              <a:extLst>
                <a:ext uri="{FF2B5EF4-FFF2-40B4-BE49-F238E27FC236}">
                  <a16:creationId xmlns:a16="http://schemas.microsoft.com/office/drawing/2014/main" id="{E99FDE95-0926-5249-8AB7-A3811FB258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47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1556" name="Text Box 140">
            <a:extLst>
              <a:ext uri="{FF2B5EF4-FFF2-40B4-BE49-F238E27FC236}">
                <a16:creationId xmlns:a16="http://schemas.microsoft.com/office/drawing/2014/main" id="{7749C8EC-314F-F74A-A826-BC177AE62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696913"/>
            <a:ext cx="8564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指令格式中指示操作性质的字段有两个：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op(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主控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局控）。</a:t>
            </a:r>
          </a:p>
        </p:txBody>
      </p:sp>
      <p:sp>
        <p:nvSpPr>
          <p:cNvPr id="270477" name="Text Box 141">
            <a:extLst>
              <a:ext uri="{FF2B5EF4-FFF2-40B4-BE49-F238E27FC236}">
                <a16:creationId xmlns:a16="http://schemas.microsoft.com/office/drawing/2014/main" id="{F1C3A3B5-7E99-6742-AF58-A0A35A211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4668838"/>
            <a:ext cx="1662113" cy="167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的值：</a:t>
            </a:r>
          </a:p>
          <a:p>
            <a:pPr>
              <a:spcBef>
                <a:spcPct val="25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型指令时，取决于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ALUop;</a:t>
            </a:r>
          </a:p>
          <a:p>
            <a:pPr>
              <a:spcBef>
                <a:spcPct val="25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型指令时，</a:t>
            </a:r>
          </a:p>
          <a:p>
            <a:pPr>
              <a:spcBef>
                <a:spcPct val="25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1558" name="Rectangle 127">
            <a:extLst>
              <a:ext uri="{FF2B5EF4-FFF2-40B4-BE49-F238E27FC236}">
                <a16:creationId xmlns:a16="http://schemas.microsoft.com/office/drawing/2014/main" id="{64E9FD61-E5BC-524B-8457-E06371F4C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63" y="4975225"/>
            <a:ext cx="307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grpSp>
        <p:nvGrpSpPr>
          <p:cNvPr id="151559" name="Group 128">
            <a:extLst>
              <a:ext uri="{FF2B5EF4-FFF2-40B4-BE49-F238E27FC236}">
                <a16:creationId xmlns:a16="http://schemas.microsoft.com/office/drawing/2014/main" id="{B88AF47F-7CD1-9942-94AB-2CA0F40E3355}"/>
              </a:ext>
            </a:extLst>
          </p:cNvPr>
          <p:cNvGrpSpPr>
            <a:grpSpLocks/>
          </p:cNvGrpSpPr>
          <p:nvPr/>
        </p:nvGrpSpPr>
        <p:grpSpPr bwMode="auto">
          <a:xfrm>
            <a:off x="6389688" y="5483225"/>
            <a:ext cx="457200" cy="1092200"/>
            <a:chOff x="4416" y="3367"/>
            <a:chExt cx="288" cy="688"/>
          </a:xfrm>
        </p:grpSpPr>
        <p:sp>
          <p:nvSpPr>
            <p:cNvPr id="151597" name="Line 129">
              <a:extLst>
                <a:ext uri="{FF2B5EF4-FFF2-40B4-BE49-F238E27FC236}">
                  <a16:creationId xmlns:a16="http://schemas.microsoft.com/office/drawing/2014/main" id="{E6CF629D-A134-AA4F-B929-5562E50D9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367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98" name="Line 130">
              <a:extLst>
                <a:ext uri="{FF2B5EF4-FFF2-40B4-BE49-F238E27FC236}">
                  <a16:creationId xmlns:a16="http://schemas.microsoft.com/office/drawing/2014/main" id="{2405E091-68CE-6642-B912-AA1812C52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4" y="3367"/>
              <a:ext cx="272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99" name="Line 131">
              <a:extLst>
                <a:ext uri="{FF2B5EF4-FFF2-40B4-BE49-F238E27FC236}">
                  <a16:creationId xmlns:a16="http://schemas.microsoft.com/office/drawing/2014/main" id="{7D0875A4-7955-9B46-9897-352E74F80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4" y="3539"/>
              <a:ext cx="128" cy="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0" name="Line 132">
              <a:extLst>
                <a:ext uri="{FF2B5EF4-FFF2-40B4-BE49-F238E27FC236}">
                  <a16:creationId xmlns:a16="http://schemas.microsoft.com/office/drawing/2014/main" id="{7B065902-FDF1-1349-A09D-C69CD2D4E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3625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1" name="Line 133">
              <a:extLst>
                <a:ext uri="{FF2B5EF4-FFF2-40B4-BE49-F238E27FC236}">
                  <a16:creationId xmlns:a16="http://schemas.microsoft.com/office/drawing/2014/main" id="{299C8233-13FD-E14D-B969-E88552738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539"/>
              <a:ext cx="0" cy="3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2" name="Line 134">
              <a:extLst>
                <a:ext uri="{FF2B5EF4-FFF2-40B4-BE49-F238E27FC236}">
                  <a16:creationId xmlns:a16="http://schemas.microsoft.com/office/drawing/2014/main" id="{EAC679AD-A7E5-0E4A-B373-7E69CFDDB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" y="3781"/>
              <a:ext cx="128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3" name="Line 135">
              <a:extLst>
                <a:ext uri="{FF2B5EF4-FFF2-40B4-BE49-F238E27FC236}">
                  <a16:creationId xmlns:a16="http://schemas.microsoft.com/office/drawing/2014/main" id="{823FB100-D082-C248-9244-7C3802CFE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883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604" name="Line 136">
              <a:extLst>
                <a:ext uri="{FF2B5EF4-FFF2-40B4-BE49-F238E27FC236}">
                  <a16:creationId xmlns:a16="http://schemas.microsoft.com/office/drawing/2014/main" id="{3D88D5C2-FC97-1342-8046-F827AB375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" y="3867"/>
              <a:ext cx="272" cy="1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1560" name="Rectangle 138">
            <a:extLst>
              <a:ext uri="{FF2B5EF4-FFF2-40B4-BE49-F238E27FC236}">
                <a16:creationId xmlns:a16="http://schemas.microsoft.com/office/drawing/2014/main" id="{3003746B-4783-CF42-AECA-95F057881E7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34138" y="5827712"/>
            <a:ext cx="596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grpSp>
        <p:nvGrpSpPr>
          <p:cNvPr id="151561" name="Group 155">
            <a:extLst>
              <a:ext uri="{FF2B5EF4-FFF2-40B4-BE49-F238E27FC236}">
                <a16:creationId xmlns:a16="http://schemas.microsoft.com/office/drawing/2014/main" id="{78DBA32C-CDB9-D94D-9B36-5C2E690856F3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4668838"/>
            <a:ext cx="6519862" cy="2060575"/>
            <a:chOff x="237" y="2871"/>
            <a:chExt cx="4107" cy="1298"/>
          </a:xfrm>
        </p:grpSpPr>
        <p:sp>
          <p:nvSpPr>
            <p:cNvPr id="151566" name="Text Box 142">
              <a:extLst>
                <a:ext uri="{FF2B5EF4-FFF2-40B4-BE49-F238E27FC236}">
                  <a16:creationId xmlns:a16="http://schemas.microsoft.com/office/drawing/2014/main" id="{83D4CCEC-FD9C-DD4D-B5DE-BA089D79D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" y="3919"/>
              <a:ext cx="34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ALUop</a:t>
              </a: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的输出位数</a:t>
              </a: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应为</a:t>
              </a: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  <a:r>
                <a:rPr lang="en-US" altLang="zh-CN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why</a:t>
              </a: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  <p:sp>
          <p:nvSpPr>
            <p:cNvPr id="151567" name="Rectangle 118">
              <a:extLst>
                <a:ext uri="{FF2B5EF4-FFF2-40B4-BE49-F238E27FC236}">
                  <a16:creationId xmlns:a16="http://schemas.microsoft.com/office/drawing/2014/main" id="{57184FC0-8F29-9B45-B88D-33FB519A6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2871"/>
              <a:ext cx="3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func</a:t>
              </a:r>
            </a:p>
          </p:txBody>
        </p:sp>
        <p:sp>
          <p:nvSpPr>
            <p:cNvPr id="151568" name="Rectangle 107">
              <a:extLst>
                <a:ext uri="{FF2B5EF4-FFF2-40B4-BE49-F238E27FC236}">
                  <a16:creationId xmlns:a16="http://schemas.microsoft.com/office/drawing/2014/main" id="{0CF6E23B-3B79-E94D-9B31-7D794FBCA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" y="3012"/>
              <a:ext cx="608" cy="7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1569" name="Rectangle 108">
              <a:extLst>
                <a:ext uri="{FF2B5EF4-FFF2-40B4-BE49-F238E27FC236}">
                  <a16:creationId xmlns:a16="http://schemas.microsoft.com/office/drawing/2014/main" id="{A7D0EC79-F23B-834F-A69A-549CFD368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" y="3142"/>
              <a:ext cx="56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  <p:sp>
          <p:nvSpPr>
            <p:cNvPr id="151570" name="Line 109">
              <a:extLst>
                <a:ext uri="{FF2B5EF4-FFF2-40B4-BE49-F238E27FC236}">
                  <a16:creationId xmlns:a16="http://schemas.microsoft.com/office/drawing/2014/main" id="{85DDB67C-4118-414C-8E38-B6EFFDA81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" y="3300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1" name="Line 110">
              <a:extLst>
                <a:ext uri="{FF2B5EF4-FFF2-40B4-BE49-F238E27FC236}">
                  <a16:creationId xmlns:a16="http://schemas.microsoft.com/office/drawing/2014/main" id="{105BD060-334E-1643-B70C-7AFCE14B9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" y="3208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2" name="Rectangle 111">
              <a:extLst>
                <a:ext uri="{FF2B5EF4-FFF2-40B4-BE49-F238E27FC236}">
                  <a16:creationId xmlns:a16="http://schemas.microsoft.com/office/drawing/2014/main" id="{811A0568-770C-9342-AED8-1AEE0C490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" y="3108"/>
              <a:ext cx="2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op</a:t>
              </a:r>
            </a:p>
          </p:txBody>
        </p:sp>
        <p:sp>
          <p:nvSpPr>
            <p:cNvPr id="151573" name="Rectangle 112">
              <a:extLst>
                <a:ext uri="{FF2B5EF4-FFF2-40B4-BE49-F238E27FC236}">
                  <a16:creationId xmlns:a16="http://schemas.microsoft.com/office/drawing/2014/main" id="{AEC6D46D-A822-A546-9E69-EBA8EE76A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" y="3300"/>
              <a:ext cx="19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grpSp>
          <p:nvGrpSpPr>
            <p:cNvPr id="151574" name="Group 113">
              <a:extLst>
                <a:ext uri="{FF2B5EF4-FFF2-40B4-BE49-F238E27FC236}">
                  <a16:creationId xmlns:a16="http://schemas.microsoft.com/office/drawing/2014/main" id="{C7705B9E-4CCF-0A40-99B2-C658AF4352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6" y="2898"/>
              <a:ext cx="608" cy="525"/>
              <a:chOff x="3176" y="2984"/>
              <a:chExt cx="608" cy="560"/>
            </a:xfrm>
          </p:grpSpPr>
          <p:sp>
            <p:nvSpPr>
              <p:cNvPr id="151595" name="Rectangle 114">
                <a:extLst>
                  <a:ext uri="{FF2B5EF4-FFF2-40B4-BE49-F238E27FC236}">
                    <a16:creationId xmlns:a16="http://schemas.microsoft.com/office/drawing/2014/main" id="{C0B01C5F-6C4E-A04F-97FF-F022D6AEA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984"/>
                <a:ext cx="608" cy="56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1596" name="Rectangle 115">
                <a:extLst>
                  <a:ext uri="{FF2B5EF4-FFF2-40B4-BE49-F238E27FC236}">
                    <a16:creationId xmlns:a16="http://schemas.microsoft.com/office/drawing/2014/main" id="{882EA562-EF34-5743-85E6-A4646E990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3" y="3025"/>
                <a:ext cx="569" cy="5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ALU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Control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Local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</p:grpSp>
        <p:sp>
          <p:nvSpPr>
            <p:cNvPr id="151575" name="Line 116">
              <a:extLst>
                <a:ext uri="{FF2B5EF4-FFF2-40B4-BE49-F238E27FC236}">
                  <a16:creationId xmlns:a16="http://schemas.microsoft.com/office/drawing/2014/main" id="{77233861-091A-1744-AACE-6FBB14E2C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5" y="3518"/>
              <a:ext cx="19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6" name="Line 117">
              <a:extLst>
                <a:ext uri="{FF2B5EF4-FFF2-40B4-BE49-F238E27FC236}">
                  <a16:creationId xmlns:a16="http://schemas.microsoft.com/office/drawing/2014/main" id="{CE8E8E6E-7BA3-1443-8040-1A65A30279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1" y="3382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7" name="Rectangle 119">
              <a:extLst>
                <a:ext uri="{FF2B5EF4-FFF2-40B4-BE49-F238E27FC236}">
                  <a16:creationId xmlns:a16="http://schemas.microsoft.com/office/drawing/2014/main" id="{5B10A4E0-EA64-1F46-A6D3-6EAF27FE8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3346"/>
              <a:ext cx="35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N=?</a:t>
              </a:r>
            </a:p>
          </p:txBody>
        </p:sp>
        <p:sp>
          <p:nvSpPr>
            <p:cNvPr id="151578" name="Line 120">
              <a:extLst>
                <a:ext uri="{FF2B5EF4-FFF2-40B4-BE49-F238E27FC236}">
                  <a16:creationId xmlns:a16="http://schemas.microsoft.com/office/drawing/2014/main" id="{001572FB-F35B-9346-8503-A5C3906C96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1" y="2989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9" name="Rectangle 121">
              <a:extLst>
                <a:ext uri="{FF2B5EF4-FFF2-40B4-BE49-F238E27FC236}">
                  <a16:creationId xmlns:a16="http://schemas.microsoft.com/office/drawing/2014/main" id="{D0D6D3C3-4420-534C-9DAE-B3FF67322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8" y="3072"/>
              <a:ext cx="19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151580" name="Rectangle 122">
              <a:extLst>
                <a:ext uri="{FF2B5EF4-FFF2-40B4-BE49-F238E27FC236}">
                  <a16:creationId xmlns:a16="http://schemas.microsoft.com/office/drawing/2014/main" id="{29DFF65C-54F9-6D40-A106-1BD439872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0" y="3326"/>
              <a:ext cx="53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151581" name="Line 123">
              <a:extLst>
                <a:ext uri="{FF2B5EF4-FFF2-40B4-BE49-F238E27FC236}">
                  <a16:creationId xmlns:a16="http://schemas.microsoft.com/office/drawing/2014/main" id="{398B6AB8-30AC-3C49-8631-58839A9353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" y="3072"/>
              <a:ext cx="4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82" name="Rectangle 124">
              <a:extLst>
                <a:ext uri="{FF2B5EF4-FFF2-40B4-BE49-F238E27FC236}">
                  <a16:creationId xmlns:a16="http://schemas.microsoft.com/office/drawing/2014/main" id="{EE417DF7-864F-C246-A260-4325501FB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" y="3068"/>
              <a:ext cx="54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ALUctr</a:t>
              </a:r>
            </a:p>
          </p:txBody>
        </p:sp>
        <p:sp>
          <p:nvSpPr>
            <p:cNvPr id="151583" name="Line 125">
              <a:extLst>
                <a:ext uri="{FF2B5EF4-FFF2-40B4-BE49-F238E27FC236}">
                  <a16:creationId xmlns:a16="http://schemas.microsoft.com/office/drawing/2014/main" id="{94C00FF9-AA63-FD4F-8BE4-CA3F95561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0" y="3184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84" name="Line 126">
              <a:extLst>
                <a:ext uri="{FF2B5EF4-FFF2-40B4-BE49-F238E27FC236}">
                  <a16:creationId xmlns:a16="http://schemas.microsoft.com/office/drawing/2014/main" id="{28422A97-B835-A844-9119-575E4295D7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8" y="3276"/>
              <a:ext cx="6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85" name="Line 137">
              <a:extLst>
                <a:ext uri="{FF2B5EF4-FFF2-40B4-BE49-F238E27FC236}">
                  <a16:creationId xmlns:a16="http://schemas.microsoft.com/office/drawing/2014/main" id="{F8E55AEB-27A4-1B4E-A4C1-70E2ECA1F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4" y="3261"/>
              <a:ext cx="0" cy="2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86" name="Line 145">
              <a:extLst>
                <a:ext uri="{FF2B5EF4-FFF2-40B4-BE49-F238E27FC236}">
                  <a16:creationId xmlns:a16="http://schemas.microsoft.com/office/drawing/2014/main" id="{7B9392F3-4166-6146-81E4-AE974EE01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4" y="3110"/>
              <a:ext cx="2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7" name="Line 146">
              <a:extLst>
                <a:ext uri="{FF2B5EF4-FFF2-40B4-BE49-F238E27FC236}">
                  <a16:creationId xmlns:a16="http://schemas.microsoft.com/office/drawing/2014/main" id="{47BB8B44-1029-E84B-A794-E6693D73F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9" y="3742"/>
              <a:ext cx="20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8" name="Line 147">
              <a:extLst>
                <a:ext uri="{FF2B5EF4-FFF2-40B4-BE49-F238E27FC236}">
                  <a16:creationId xmlns:a16="http://schemas.microsoft.com/office/drawing/2014/main" id="{13074021-7B37-8B43-A928-7EAA8A112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3190"/>
              <a:ext cx="0" cy="18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9" name="AutoShape 149">
              <a:extLst>
                <a:ext uri="{FF2B5EF4-FFF2-40B4-BE49-F238E27FC236}">
                  <a16:creationId xmlns:a16="http://schemas.microsoft.com/office/drawing/2014/main" id="{FDB3D7DD-DD71-8C4C-B80C-DB02B937B2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237" y="3186"/>
              <a:ext cx="644" cy="223"/>
            </a:xfrm>
            <a:prstGeom prst="flowChartManualOperation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1590" name="Line 150">
              <a:extLst>
                <a:ext uri="{FF2B5EF4-FFF2-40B4-BE49-F238E27FC236}">
                  <a16:creationId xmlns:a16="http://schemas.microsoft.com/office/drawing/2014/main" id="{FF29FCE2-BAA7-9947-B6BC-00A324339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3" y="3112"/>
              <a:ext cx="2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91" name="Line 151">
              <a:extLst>
                <a:ext uri="{FF2B5EF4-FFF2-40B4-BE49-F238E27FC236}">
                  <a16:creationId xmlns:a16="http://schemas.microsoft.com/office/drawing/2014/main" id="{ADFF0A51-50E5-5049-BD36-88CD210DFB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4" y="3530"/>
              <a:ext cx="0" cy="2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92" name="Rectangle 152">
              <a:extLst>
                <a:ext uri="{FF2B5EF4-FFF2-40B4-BE49-F238E27FC236}">
                  <a16:creationId xmlns:a16="http://schemas.microsoft.com/office/drawing/2014/main" id="{FBD870DF-8FAC-0942-86C3-31F0D5882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5" y="3547"/>
              <a:ext cx="54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sp>
          <p:nvSpPr>
            <p:cNvPr id="151593" name="Rectangle 153">
              <a:extLst>
                <a:ext uri="{FF2B5EF4-FFF2-40B4-BE49-F238E27FC236}">
                  <a16:creationId xmlns:a16="http://schemas.microsoft.com/office/drawing/2014/main" id="{E7E40778-5FC1-4F4A-B124-519BA4B10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3372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1594" name="Rectangle 154">
              <a:extLst>
                <a:ext uri="{FF2B5EF4-FFF2-40B4-BE49-F238E27FC236}">
                  <a16:creationId xmlns:a16="http://schemas.microsoft.com/office/drawing/2014/main" id="{047E4C4B-52B0-D446-9A36-0C72EB85D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" y="3028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313AA13-D801-8E40-9F5F-B7D68DBD9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8" y="4196973"/>
            <a:ext cx="4137025" cy="304800"/>
          </a:xfrm>
          <a:prstGeom prst="rect">
            <a:avLst/>
          </a:prstGeom>
          <a:solidFill>
            <a:schemeClr val="accent1">
              <a:alpha val="18823"/>
            </a:schemeClr>
          </a:solidFill>
          <a:ln w="50800" algn="ctr">
            <a:solidFill>
              <a:srgbClr val="FE9AAB"/>
            </a:solidFill>
            <a:round/>
            <a:headEnd type="triangle" w="med" len="med"/>
            <a:tailEnd/>
          </a:ln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9DB6392-6073-864A-A5C5-112AB97A0C0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49563" y="4510088"/>
            <a:ext cx="2035175" cy="884237"/>
          </a:xfrm>
          <a:prstGeom prst="straightConnector1">
            <a:avLst/>
          </a:prstGeom>
          <a:noFill/>
          <a:ln w="50800" algn="ctr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34907FFE-BCBD-0E45-897F-EF0477B9F70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119438" y="4535488"/>
            <a:ext cx="2863850" cy="512762"/>
          </a:xfrm>
          <a:prstGeom prst="straightConnector1">
            <a:avLst/>
          </a:prstGeom>
          <a:noFill/>
          <a:ln w="50800" algn="ctr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5" name="Text Box 144">
            <a:extLst>
              <a:ext uri="{FF2B5EF4-FFF2-40B4-BE49-F238E27FC236}">
                <a16:creationId xmlns:a16="http://schemas.microsoft.com/office/drawing/2014/main" id="{479D23AA-270B-A243-B435-8AF843E2C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6484938"/>
            <a:ext cx="3648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R</a:t>
            </a:r>
            <a:r>
              <a:rPr lang="zh-CN" altLang="en-US" sz="2000">
                <a:ea typeface="宋体" panose="02010600030101010101" pitchFamily="2" charset="-122"/>
              </a:rPr>
              <a:t>、</a:t>
            </a:r>
            <a:r>
              <a:rPr lang="en-US" altLang="zh-CN" sz="2000">
                <a:ea typeface="宋体" panose="02010600030101010101" pitchFamily="2" charset="-122"/>
              </a:rPr>
              <a:t>I-ori</a:t>
            </a:r>
            <a:r>
              <a:rPr lang="zh-CN" altLang="en-US" sz="2000">
                <a:ea typeface="宋体" panose="02010600030101010101" pitchFamily="2" charset="-122"/>
              </a:rPr>
              <a:t>、</a:t>
            </a:r>
            <a:r>
              <a:rPr lang="en-US" altLang="zh-CN" sz="2000">
                <a:ea typeface="宋体" panose="02010600030101010101" pitchFamily="2" charset="-122"/>
              </a:rPr>
              <a:t>I-lw/sw</a:t>
            </a:r>
            <a:r>
              <a:rPr lang="zh-CN" altLang="en-US" sz="2000">
                <a:ea typeface="宋体" panose="02010600030101010101" pitchFamily="2" charset="-122"/>
              </a:rPr>
              <a:t>、</a:t>
            </a:r>
            <a:r>
              <a:rPr lang="en-US" altLang="zh-CN" sz="2000">
                <a:ea typeface="宋体" panose="02010600030101010101" pitchFamily="2" charset="-122"/>
              </a:rPr>
              <a:t>I-beq</a:t>
            </a:r>
            <a:r>
              <a:rPr lang="zh-CN" altLang="en-US" sz="2000">
                <a:ea typeface="宋体" panose="02010600030101010101" pitchFamily="2" charset="-122"/>
              </a:rPr>
              <a:t>、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477" grpId="0"/>
      <p:bldP spid="2" grpId="0" animBg="1"/>
      <p:bldP spid="1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4DAF1A03-D784-7D47-B3D2-C882E146C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42875"/>
            <a:ext cx="702151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ALUop</a:t>
            </a:r>
            <a:r>
              <a:rPr lang="zh-CN" altLang="en-US">
                <a:ea typeface="宋体" panose="02010600030101010101" pitchFamily="2" charset="-122"/>
              </a:rPr>
              <a:t>的逻辑表达式</a:t>
            </a:r>
          </a:p>
        </p:txBody>
      </p:sp>
      <p:sp>
        <p:nvSpPr>
          <p:cNvPr id="272533" name="Text Box 149">
            <a:extLst>
              <a:ext uri="{FF2B5EF4-FFF2-40B4-BE49-F238E27FC236}">
                <a16:creationId xmlns:a16="http://schemas.microsoft.com/office/drawing/2014/main" id="{545DEF92-B78C-0242-B370-55A1A27F4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" y="2049463"/>
            <a:ext cx="68230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ALUop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的编码定义如下：</a:t>
            </a:r>
            <a:endParaRPr lang="en-US" altLang="zh-CN" sz="19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2519" name="Rectangle 135">
            <a:extLst>
              <a:ext uri="{FF2B5EF4-FFF2-40B4-BE49-F238E27FC236}">
                <a16:creationId xmlns:a16="http://schemas.microsoft.com/office/drawing/2014/main" id="{9353BA53-DFF6-1A4E-A711-BE583668B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6048375"/>
            <a:ext cx="7572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型指令时，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有关，需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建立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ALUctr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 与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func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之间对应关系</a:t>
            </a:r>
            <a:endParaRPr lang="zh-CN" altLang="en-US" sz="1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3605" name="Group 194">
            <a:extLst>
              <a:ext uri="{FF2B5EF4-FFF2-40B4-BE49-F238E27FC236}">
                <a16:creationId xmlns:a16="http://schemas.microsoft.com/office/drawing/2014/main" id="{F651868F-F54C-CA43-8A27-C737C30CB0A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935038"/>
            <a:ext cx="6207125" cy="1419225"/>
            <a:chOff x="985" y="292"/>
            <a:chExt cx="4107" cy="937"/>
          </a:xfrm>
        </p:grpSpPr>
        <p:sp>
          <p:nvSpPr>
            <p:cNvPr id="153655" name="Rectangle 164">
              <a:extLst>
                <a:ext uri="{FF2B5EF4-FFF2-40B4-BE49-F238E27FC236}">
                  <a16:creationId xmlns:a16="http://schemas.microsoft.com/office/drawing/2014/main" id="{1CF96151-9B68-8641-BA68-51185563F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5" y="292"/>
              <a:ext cx="403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func</a:t>
              </a:r>
            </a:p>
          </p:txBody>
        </p:sp>
        <p:sp>
          <p:nvSpPr>
            <p:cNvPr id="153656" name="Rectangle 165">
              <a:extLst>
                <a:ext uri="{FF2B5EF4-FFF2-40B4-BE49-F238E27FC236}">
                  <a16:creationId xmlns:a16="http://schemas.microsoft.com/office/drawing/2014/main" id="{50ED71E3-4FF6-474E-A1B4-65AE7E985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433"/>
              <a:ext cx="608" cy="7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57" name="Rectangle 166">
              <a:extLst>
                <a:ext uri="{FF2B5EF4-FFF2-40B4-BE49-F238E27FC236}">
                  <a16:creationId xmlns:a16="http://schemas.microsoft.com/office/drawing/2014/main" id="{35447DF0-11F4-9E48-8A6F-205A0E460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563"/>
              <a:ext cx="598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  <p:sp>
          <p:nvSpPr>
            <p:cNvPr id="153658" name="Line 167">
              <a:extLst>
                <a:ext uri="{FF2B5EF4-FFF2-40B4-BE49-F238E27FC236}">
                  <a16:creationId xmlns:a16="http://schemas.microsoft.com/office/drawing/2014/main" id="{2C40F65E-F001-6848-A0A1-E2A73C90D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721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59" name="Line 168">
              <a:extLst>
                <a:ext uri="{FF2B5EF4-FFF2-40B4-BE49-F238E27FC236}">
                  <a16:creationId xmlns:a16="http://schemas.microsoft.com/office/drawing/2014/main" id="{E918675A-97C3-E34C-8D17-7DB5718E6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8" y="629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60" name="Rectangle 169">
              <a:extLst>
                <a:ext uri="{FF2B5EF4-FFF2-40B4-BE49-F238E27FC236}">
                  <a16:creationId xmlns:a16="http://schemas.microsoft.com/office/drawing/2014/main" id="{E11BCDF5-4E4F-8743-A869-907EED6B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529"/>
              <a:ext cx="284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op</a:t>
              </a:r>
            </a:p>
          </p:txBody>
        </p:sp>
        <p:sp>
          <p:nvSpPr>
            <p:cNvPr id="153661" name="Rectangle 170">
              <a:extLst>
                <a:ext uri="{FF2B5EF4-FFF2-40B4-BE49-F238E27FC236}">
                  <a16:creationId xmlns:a16="http://schemas.microsoft.com/office/drawing/2014/main" id="{DBAD8084-7FBF-B64C-9869-FFBB9C984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721"/>
              <a:ext cx="205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grpSp>
          <p:nvGrpSpPr>
            <p:cNvPr id="153662" name="Group 171">
              <a:extLst>
                <a:ext uri="{FF2B5EF4-FFF2-40B4-BE49-F238E27FC236}">
                  <a16:creationId xmlns:a16="http://schemas.microsoft.com/office/drawing/2014/main" id="{C5880732-C092-EA4F-8D10-D05D8D5D2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319"/>
              <a:ext cx="608" cy="534"/>
              <a:chOff x="3176" y="2984"/>
              <a:chExt cx="608" cy="570"/>
            </a:xfrm>
          </p:grpSpPr>
          <p:sp>
            <p:nvSpPr>
              <p:cNvPr id="153683" name="Rectangle 172">
                <a:extLst>
                  <a:ext uri="{FF2B5EF4-FFF2-40B4-BE49-F238E27FC236}">
                    <a16:creationId xmlns:a16="http://schemas.microsoft.com/office/drawing/2014/main" id="{01B209FE-C08F-E64B-BB6E-DB3728931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984"/>
                <a:ext cx="608" cy="56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3684" name="Rectangle 173">
                <a:extLst>
                  <a:ext uri="{FF2B5EF4-FFF2-40B4-BE49-F238E27FC236}">
                    <a16:creationId xmlns:a16="http://schemas.microsoft.com/office/drawing/2014/main" id="{DB274067-BD66-BA42-A6A7-24E0066C4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9" y="3025"/>
                <a:ext cx="598" cy="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ALU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Control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Local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</p:grpSp>
        <p:sp>
          <p:nvSpPr>
            <p:cNvPr id="153663" name="Line 174">
              <a:extLst>
                <a:ext uri="{FF2B5EF4-FFF2-40B4-BE49-F238E27FC236}">
                  <a16:creationId xmlns:a16="http://schemas.microsoft.com/office/drawing/2014/main" id="{5669AAA2-6D8F-3A4E-91C3-EA2C6BD70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" y="939"/>
              <a:ext cx="19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64" name="Line 175">
              <a:extLst>
                <a:ext uri="{FF2B5EF4-FFF2-40B4-BE49-F238E27FC236}">
                  <a16:creationId xmlns:a16="http://schemas.microsoft.com/office/drawing/2014/main" id="{66B9324F-3EB3-2B43-B6DD-D89572ECAC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9" y="803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65" name="Rectangle 176">
              <a:extLst>
                <a:ext uri="{FF2B5EF4-FFF2-40B4-BE49-F238E27FC236}">
                  <a16:creationId xmlns:a16="http://schemas.microsoft.com/office/drawing/2014/main" id="{B1548129-F3ED-2F46-8353-CFC53AB89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767"/>
              <a:ext cx="377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N=?</a:t>
              </a:r>
            </a:p>
          </p:txBody>
        </p:sp>
        <p:sp>
          <p:nvSpPr>
            <p:cNvPr id="153666" name="Line 177">
              <a:extLst>
                <a:ext uri="{FF2B5EF4-FFF2-40B4-BE49-F238E27FC236}">
                  <a16:creationId xmlns:a16="http://schemas.microsoft.com/office/drawing/2014/main" id="{AA26D427-E6E6-2C46-AE87-ACC2140E4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9" y="410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67" name="Rectangle 178">
              <a:extLst>
                <a:ext uri="{FF2B5EF4-FFF2-40B4-BE49-F238E27FC236}">
                  <a16:creationId xmlns:a16="http://schemas.microsoft.com/office/drawing/2014/main" id="{E07F7EDC-C0FC-FF47-8F75-91D742A59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493"/>
              <a:ext cx="205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153668" name="Rectangle 179">
              <a:extLst>
                <a:ext uri="{FF2B5EF4-FFF2-40B4-BE49-F238E27FC236}">
                  <a16:creationId xmlns:a16="http://schemas.microsoft.com/office/drawing/2014/main" id="{61475F6C-9E5A-F746-B143-1809CDC27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747"/>
              <a:ext cx="559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153669" name="Line 180">
              <a:extLst>
                <a:ext uri="{FF2B5EF4-FFF2-40B4-BE49-F238E27FC236}">
                  <a16:creationId xmlns:a16="http://schemas.microsoft.com/office/drawing/2014/main" id="{B41D142B-667D-5240-BA5D-4AA4114217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1" y="493"/>
              <a:ext cx="4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0" name="Rectangle 181">
              <a:extLst>
                <a:ext uri="{FF2B5EF4-FFF2-40B4-BE49-F238E27FC236}">
                  <a16:creationId xmlns:a16="http://schemas.microsoft.com/office/drawing/2014/main" id="{F8C26B19-55EC-3A40-AA0F-5B8915F2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489"/>
              <a:ext cx="567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ALUctr</a:t>
              </a:r>
            </a:p>
          </p:txBody>
        </p:sp>
        <p:sp>
          <p:nvSpPr>
            <p:cNvPr id="153671" name="Line 182">
              <a:extLst>
                <a:ext uri="{FF2B5EF4-FFF2-40B4-BE49-F238E27FC236}">
                  <a16:creationId xmlns:a16="http://schemas.microsoft.com/office/drawing/2014/main" id="{6A0E2FC8-A694-7E46-998A-01476B26A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8" y="605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2" name="Line 183">
              <a:extLst>
                <a:ext uri="{FF2B5EF4-FFF2-40B4-BE49-F238E27FC236}">
                  <a16:creationId xmlns:a16="http://schemas.microsoft.com/office/drawing/2014/main" id="{E77642CE-3639-E04F-AFD0-CC2ED6788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6" y="697"/>
              <a:ext cx="6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3" name="Line 184">
              <a:extLst>
                <a:ext uri="{FF2B5EF4-FFF2-40B4-BE49-F238E27FC236}">
                  <a16:creationId xmlns:a16="http://schemas.microsoft.com/office/drawing/2014/main" id="{FAFB18E9-108F-894C-B51E-E203D9A20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2" y="682"/>
              <a:ext cx="0" cy="2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74" name="Line 185">
              <a:extLst>
                <a:ext uri="{FF2B5EF4-FFF2-40B4-BE49-F238E27FC236}">
                  <a16:creationId xmlns:a16="http://schemas.microsoft.com/office/drawing/2014/main" id="{1DDCB051-FC03-4643-A6D8-5D6A70027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" y="531"/>
              <a:ext cx="2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5" name="Line 186">
              <a:extLst>
                <a:ext uri="{FF2B5EF4-FFF2-40B4-BE49-F238E27FC236}">
                  <a16:creationId xmlns:a16="http://schemas.microsoft.com/office/drawing/2014/main" id="{12DA2E0F-A4F5-7A46-B6BE-78555C483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1163"/>
              <a:ext cx="20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6" name="Line 187">
              <a:extLst>
                <a:ext uri="{FF2B5EF4-FFF2-40B4-BE49-F238E27FC236}">
                  <a16:creationId xmlns:a16="http://schemas.microsoft.com/office/drawing/2014/main" id="{1800D9A3-5190-3C4F-B82D-481F6C3E5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" y="611"/>
              <a:ext cx="0" cy="18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7" name="AutoShape 188">
              <a:extLst>
                <a:ext uri="{FF2B5EF4-FFF2-40B4-BE49-F238E27FC236}">
                  <a16:creationId xmlns:a16="http://schemas.microsoft.com/office/drawing/2014/main" id="{67B51C6A-8C14-F14C-8694-B3D96727F3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85" y="607"/>
              <a:ext cx="644" cy="223"/>
            </a:xfrm>
            <a:prstGeom prst="flowChartManualOperation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78" name="Line 189">
              <a:extLst>
                <a:ext uri="{FF2B5EF4-FFF2-40B4-BE49-F238E27FC236}">
                  <a16:creationId xmlns:a16="http://schemas.microsoft.com/office/drawing/2014/main" id="{7E745549-9741-1749-A1A6-805D3BE00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1" y="533"/>
              <a:ext cx="2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9" name="Line 190">
              <a:extLst>
                <a:ext uri="{FF2B5EF4-FFF2-40B4-BE49-F238E27FC236}">
                  <a16:creationId xmlns:a16="http://schemas.microsoft.com/office/drawing/2014/main" id="{9DAA74D0-5EDF-574F-8650-7B1B1FB5A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2" y="951"/>
              <a:ext cx="0" cy="2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0" name="Rectangle 191">
              <a:extLst>
                <a:ext uri="{FF2B5EF4-FFF2-40B4-BE49-F238E27FC236}">
                  <a16:creationId xmlns:a16="http://schemas.microsoft.com/office/drawing/2014/main" id="{9AD814E1-66E6-7B43-BBBF-1147A1854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968"/>
              <a:ext cx="575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sp>
          <p:nvSpPr>
            <p:cNvPr id="153681" name="Rectangle 192">
              <a:extLst>
                <a:ext uri="{FF2B5EF4-FFF2-40B4-BE49-F238E27FC236}">
                  <a16:creationId xmlns:a16="http://schemas.microsoft.com/office/drawing/2014/main" id="{4051605C-08BE-9541-A6FC-EBF8CECA2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793"/>
              <a:ext cx="195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3682" name="Rectangle 193">
              <a:extLst>
                <a:ext uri="{FF2B5EF4-FFF2-40B4-BE49-F238E27FC236}">
                  <a16:creationId xmlns:a16="http://schemas.microsoft.com/office/drawing/2014/main" id="{D10F37F3-263F-0641-885C-A3FB578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449"/>
              <a:ext cx="194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272579" name="Rectangle 195">
            <a:extLst>
              <a:ext uri="{FF2B5EF4-FFF2-40B4-BE49-F238E27FC236}">
                <a16:creationId xmlns:a16="http://schemas.microsoft.com/office/drawing/2014/main" id="{9DCB5441-6CF7-6A47-960B-7D1A5200B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595813"/>
            <a:ext cx="8782050" cy="138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700">
                <a:ea typeface="宋体" panose="02010600030101010101" pitchFamily="2" charset="-122"/>
              </a:rPr>
              <a:t>ALUop&lt;2&gt;=beq=!op&lt;5&gt;&amp;!op&lt;4&gt;&amp;!op&lt;3&gt;&amp;op&lt;2&gt;&amp;!op&lt;1&gt;&amp;!op&lt;0&gt;         (op=000100)</a:t>
            </a:r>
            <a:endParaRPr lang="zh-CN" altLang="en-US" sz="17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700">
                <a:ea typeface="宋体" panose="02010600030101010101" pitchFamily="2" charset="-122"/>
              </a:rPr>
              <a:t>ALUop&lt;1&gt;=ori=!op&lt;5&gt;&amp;!op&lt;4&gt;&amp;op&lt;3&gt;&amp;op&lt;2&gt;&amp;!op&lt;1&gt;&amp;op&lt;0&gt;             (op=001101)</a:t>
            </a:r>
          </a:p>
          <a:p>
            <a:pPr>
              <a:spcBef>
                <a:spcPct val="50000"/>
              </a:spcBef>
            </a:pPr>
            <a:r>
              <a:rPr lang="en-US" altLang="zh-CN" sz="1700">
                <a:ea typeface="宋体" panose="02010600030101010101" pitchFamily="2" charset="-122"/>
              </a:rPr>
              <a:t>ALUop&lt;0&gt;= R-type=!op&lt;5&gt;&amp;!op&lt;4&gt;&amp;!op&lt;3&gt;&amp;!op&lt;2&gt;&amp;!op&lt;1&gt;&amp;!op&lt;0&gt;  (op=000000)</a:t>
            </a:r>
          </a:p>
          <a:p>
            <a:endParaRPr lang="zh-CN" altLang="en-US" sz="1700"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A470941-E050-6D40-8E5F-E75A05D3215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733675"/>
            <a:ext cx="8118475" cy="1727200"/>
            <a:chOff x="381000" y="2733367"/>
            <a:chExt cx="8118475" cy="1727508"/>
          </a:xfrm>
        </p:grpSpPr>
        <p:grpSp>
          <p:nvGrpSpPr>
            <p:cNvPr id="153608" name="Group 197">
              <a:extLst>
                <a:ext uri="{FF2B5EF4-FFF2-40B4-BE49-F238E27FC236}">
                  <a16:creationId xmlns:a16="http://schemas.microsoft.com/office/drawing/2014/main" id="{CBDBE086-1EFE-B24C-8CED-A838ED039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3068638"/>
              <a:ext cx="8118475" cy="1392237"/>
              <a:chOff x="240" y="1717"/>
              <a:chExt cx="4521" cy="592"/>
            </a:xfrm>
          </p:grpSpPr>
          <p:grpSp>
            <p:nvGrpSpPr>
              <p:cNvPr id="153621" name="Group 3">
                <a:extLst>
                  <a:ext uri="{FF2B5EF4-FFF2-40B4-BE49-F238E27FC236}">
                    <a16:creationId xmlns:a16="http://schemas.microsoft.com/office/drawing/2014/main" id="{50435226-6428-EA4F-A980-7C86C9ABA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1717"/>
                <a:ext cx="4521" cy="592"/>
                <a:chOff x="663" y="1432"/>
                <a:chExt cx="4521" cy="592"/>
              </a:xfrm>
            </p:grpSpPr>
            <p:sp>
              <p:nvSpPr>
                <p:cNvPr id="153623" name="Rectangle 4">
                  <a:extLst>
                    <a:ext uri="{FF2B5EF4-FFF2-40B4-BE49-F238E27FC236}">
                      <a16:creationId xmlns:a16="http://schemas.microsoft.com/office/drawing/2014/main" id="{0EA17725-56AC-1347-B522-60639E9B91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55" y="1440"/>
                  <a:ext cx="487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R-type</a:t>
                  </a:r>
                </a:p>
              </p:txBody>
            </p:sp>
            <p:sp>
              <p:nvSpPr>
                <p:cNvPr id="153624" name="Rectangle 5">
                  <a:extLst>
                    <a:ext uri="{FF2B5EF4-FFF2-40B4-BE49-F238E27FC236}">
                      <a16:creationId xmlns:a16="http://schemas.microsoft.com/office/drawing/2014/main" id="{2BB42112-E0EA-E040-B7D6-A2CE18347F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1" y="1440"/>
                  <a:ext cx="259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ori</a:t>
                  </a:r>
                </a:p>
              </p:txBody>
            </p:sp>
            <p:sp>
              <p:nvSpPr>
                <p:cNvPr id="153625" name="Rectangle 6">
                  <a:extLst>
                    <a:ext uri="{FF2B5EF4-FFF2-40B4-BE49-F238E27FC236}">
                      <a16:creationId xmlns:a16="http://schemas.microsoft.com/office/drawing/2014/main" id="{AEC1CB5A-2010-B347-B3F1-D755107363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1440"/>
                  <a:ext cx="221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lw</a:t>
                  </a:r>
                </a:p>
              </p:txBody>
            </p:sp>
            <p:sp>
              <p:nvSpPr>
                <p:cNvPr id="153626" name="Rectangle 7">
                  <a:extLst>
                    <a:ext uri="{FF2B5EF4-FFF2-40B4-BE49-F238E27FC236}">
                      <a16:creationId xmlns:a16="http://schemas.microsoft.com/office/drawing/2014/main" id="{E4AEAE9C-1F27-8540-B92E-53D0CCAC0F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1" y="1440"/>
                  <a:ext cx="252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sw</a:t>
                  </a:r>
                </a:p>
              </p:txBody>
            </p:sp>
            <p:sp>
              <p:nvSpPr>
                <p:cNvPr id="153627" name="Rectangle 8">
                  <a:extLst>
                    <a:ext uri="{FF2B5EF4-FFF2-40B4-BE49-F238E27FC236}">
                      <a16:creationId xmlns:a16="http://schemas.microsoft.com/office/drawing/2014/main" id="{8D0E6F3D-080D-5F4C-87AE-BB903FBA9D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1" y="1440"/>
                  <a:ext cx="320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beq</a:t>
                  </a:r>
                </a:p>
              </p:txBody>
            </p:sp>
            <p:sp>
              <p:nvSpPr>
                <p:cNvPr id="153628" name="Rectangle 9">
                  <a:extLst>
                    <a:ext uri="{FF2B5EF4-FFF2-40B4-BE49-F238E27FC236}">
                      <a16:creationId xmlns:a16="http://schemas.microsoft.com/office/drawing/2014/main" id="{464900CD-3CD2-7D42-9600-9D102E391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28" y="1440"/>
                  <a:ext cx="399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jump</a:t>
                  </a:r>
                </a:p>
              </p:txBody>
            </p:sp>
            <p:sp>
              <p:nvSpPr>
                <p:cNvPr id="153629" name="Line 10">
                  <a:extLst>
                    <a:ext uri="{FF2B5EF4-FFF2-40B4-BE49-F238E27FC236}">
                      <a16:creationId xmlns:a16="http://schemas.microsoft.com/office/drawing/2014/main" id="{BC9F06CD-5661-1944-9B0E-DF34F5C2B8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0" y="1824"/>
                  <a:ext cx="44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0" name="Line 11">
                  <a:extLst>
                    <a:ext uri="{FF2B5EF4-FFF2-40B4-BE49-F238E27FC236}">
                      <a16:creationId xmlns:a16="http://schemas.microsoft.com/office/drawing/2014/main" id="{AC031604-F9F7-154A-8469-8F8EF1C03D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0" y="1632"/>
                  <a:ext cx="44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1" name="Line 12">
                  <a:extLst>
                    <a:ext uri="{FF2B5EF4-FFF2-40B4-BE49-F238E27FC236}">
                      <a16:creationId xmlns:a16="http://schemas.microsoft.com/office/drawing/2014/main" id="{81F8898C-A856-3145-A295-464EFF8AE9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0" y="1440"/>
                  <a:ext cx="44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2" name="Line 13">
                  <a:extLst>
                    <a:ext uri="{FF2B5EF4-FFF2-40B4-BE49-F238E27FC236}">
                      <a16:creationId xmlns:a16="http://schemas.microsoft.com/office/drawing/2014/main" id="{C32D239E-8BF0-0B40-AC5A-63B7D6C5C1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72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3" name="Line 14">
                  <a:extLst>
                    <a:ext uri="{FF2B5EF4-FFF2-40B4-BE49-F238E27FC236}">
                      <a16:creationId xmlns:a16="http://schemas.microsoft.com/office/drawing/2014/main" id="{A9ED4FC4-1946-1140-BD68-252D01B73F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80" y="2016"/>
                  <a:ext cx="44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4" name="Line 15">
                  <a:extLst>
                    <a:ext uri="{FF2B5EF4-FFF2-40B4-BE49-F238E27FC236}">
                      <a16:creationId xmlns:a16="http://schemas.microsoft.com/office/drawing/2014/main" id="{EE373F0C-3FB9-B245-B3F3-D693499B04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2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5" name="Line 16">
                  <a:extLst>
                    <a:ext uri="{FF2B5EF4-FFF2-40B4-BE49-F238E27FC236}">
                      <a16:creationId xmlns:a16="http://schemas.microsoft.com/office/drawing/2014/main" id="{D4E084EF-C839-684C-8CD4-AFEDE20EB5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8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6" name="Line 17">
                  <a:extLst>
                    <a:ext uri="{FF2B5EF4-FFF2-40B4-BE49-F238E27FC236}">
                      <a16:creationId xmlns:a16="http://schemas.microsoft.com/office/drawing/2014/main" id="{FA9008D2-61D7-A44B-9755-8DD5180BC4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6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7" name="Line 18">
                  <a:extLst>
                    <a:ext uri="{FF2B5EF4-FFF2-40B4-BE49-F238E27FC236}">
                      <a16:creationId xmlns:a16="http://schemas.microsoft.com/office/drawing/2014/main" id="{53782715-7839-B54C-9A04-7F6EE6C2BB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4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8" name="Line 19">
                  <a:extLst>
                    <a:ext uri="{FF2B5EF4-FFF2-40B4-BE49-F238E27FC236}">
                      <a16:creationId xmlns:a16="http://schemas.microsoft.com/office/drawing/2014/main" id="{961E6DB2-A65C-904B-B546-C7EE4C9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2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39" name="Line 20">
                  <a:extLst>
                    <a:ext uri="{FF2B5EF4-FFF2-40B4-BE49-F238E27FC236}">
                      <a16:creationId xmlns:a16="http://schemas.microsoft.com/office/drawing/2014/main" id="{82C3CE95-94FF-A940-B699-64060E1B07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0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40" name="Line 21">
                  <a:extLst>
                    <a:ext uri="{FF2B5EF4-FFF2-40B4-BE49-F238E27FC236}">
                      <a16:creationId xmlns:a16="http://schemas.microsoft.com/office/drawing/2014/main" id="{A635AF27-0EC5-D340-8579-976BE660E6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84" y="1432"/>
                  <a:ext cx="0" cy="5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41" name="Rectangle 22">
                  <a:extLst>
                    <a:ext uri="{FF2B5EF4-FFF2-40B4-BE49-F238E27FC236}">
                      <a16:creationId xmlns:a16="http://schemas.microsoft.com/office/drawing/2014/main" id="{A097C7D5-DBC9-DE44-AFDC-D84E65E18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3" y="1632"/>
                  <a:ext cx="806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               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运算</a:t>
                  </a:r>
                </a:p>
              </p:txBody>
            </p:sp>
            <p:sp>
              <p:nvSpPr>
                <p:cNvPr id="153642" name="Rectangle 23">
                  <a:extLst>
                    <a:ext uri="{FF2B5EF4-FFF2-40B4-BE49-F238E27FC236}">
                      <a16:creationId xmlns:a16="http://schemas.microsoft.com/office/drawing/2014/main" id="{3810FBD4-5C57-3B41-B295-845F18F5A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34" y="1632"/>
                  <a:ext cx="701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由</a:t>
                  </a:r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func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指定</a:t>
                  </a:r>
                </a:p>
              </p:txBody>
            </p:sp>
            <p:sp>
              <p:nvSpPr>
                <p:cNvPr id="153643" name="Rectangle 24">
                  <a:extLst>
                    <a:ext uri="{FF2B5EF4-FFF2-40B4-BE49-F238E27FC236}">
                      <a16:creationId xmlns:a16="http://schemas.microsoft.com/office/drawing/2014/main" id="{4D3F9D31-AD6E-B94D-9E5D-6A65E49DDC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1" y="1632"/>
                  <a:ext cx="214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or</a:t>
                  </a:r>
                </a:p>
              </p:txBody>
            </p:sp>
            <p:sp>
              <p:nvSpPr>
                <p:cNvPr id="153644" name="Rectangle 25">
                  <a:extLst>
                    <a:ext uri="{FF2B5EF4-FFF2-40B4-BE49-F238E27FC236}">
                      <a16:creationId xmlns:a16="http://schemas.microsoft.com/office/drawing/2014/main" id="{2A5D3AB6-008C-3948-A854-F842835AB4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1632"/>
                  <a:ext cx="394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addu</a:t>
                  </a:r>
                </a:p>
              </p:txBody>
            </p:sp>
            <p:sp>
              <p:nvSpPr>
                <p:cNvPr id="153645" name="Rectangle 26">
                  <a:extLst>
                    <a:ext uri="{FF2B5EF4-FFF2-40B4-BE49-F238E27FC236}">
                      <a16:creationId xmlns:a16="http://schemas.microsoft.com/office/drawing/2014/main" id="{4B40DCC0-0075-C545-981C-21C2D2229D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1" y="1632"/>
                  <a:ext cx="394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addu</a:t>
                  </a:r>
                </a:p>
              </p:txBody>
            </p:sp>
            <p:sp>
              <p:nvSpPr>
                <p:cNvPr id="153646" name="Rectangle 27">
                  <a:extLst>
                    <a:ext uri="{FF2B5EF4-FFF2-40B4-BE49-F238E27FC236}">
                      <a16:creationId xmlns:a16="http://schemas.microsoft.com/office/drawing/2014/main" id="{270E6450-D7FD-994A-8249-5B6EC7D00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642"/>
                  <a:ext cx="414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 </a:t>
                  </a:r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subu</a:t>
                  </a:r>
                </a:p>
              </p:txBody>
            </p:sp>
            <p:sp>
              <p:nvSpPr>
                <p:cNvPr id="153647" name="Rectangle 28">
                  <a:extLst>
                    <a:ext uri="{FF2B5EF4-FFF2-40B4-BE49-F238E27FC236}">
                      <a16:creationId xmlns:a16="http://schemas.microsoft.com/office/drawing/2014/main" id="{FD61D296-5B3A-D94C-8CE1-104879FD3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1" y="1632"/>
                  <a:ext cx="289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xxx</a:t>
                  </a:r>
                </a:p>
              </p:txBody>
            </p:sp>
            <p:sp>
              <p:nvSpPr>
                <p:cNvPr id="153648" name="Rectangle 29">
                  <a:extLst>
                    <a:ext uri="{FF2B5EF4-FFF2-40B4-BE49-F238E27FC236}">
                      <a16:creationId xmlns:a16="http://schemas.microsoft.com/office/drawing/2014/main" id="{63CBB3CE-D8E9-1C4E-B69D-690B86BC16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1" y="1824"/>
                  <a:ext cx="813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ALUop&lt;2:0</a:t>
                  </a:r>
                  <a:r>
                    <a:rPr lang="en-US" altLang="zh-CN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&gt;</a:t>
                  </a:r>
                </a:p>
              </p:txBody>
            </p:sp>
            <p:sp>
              <p:nvSpPr>
                <p:cNvPr id="153649" name="Rectangle 30">
                  <a:extLst>
                    <a:ext uri="{FF2B5EF4-FFF2-40B4-BE49-F238E27FC236}">
                      <a16:creationId xmlns:a16="http://schemas.microsoft.com/office/drawing/2014/main" id="{848BE76E-B06C-4D45-B7F4-DC0F9A2AA3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96" y="1836"/>
                  <a:ext cx="684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xxx </a:t>
                  </a:r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或 </a:t>
                  </a:r>
                  <a:r>
                    <a:rPr lang="en-US" altLang="zh-CN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xx</a:t>
                  </a:r>
                  <a:r>
                    <a:rPr lang="zh-CN" altLang="en-US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1</a:t>
                  </a:r>
                  <a:endParaRPr lang="en-US" altLang="zh-CN">
                    <a:solidFill>
                      <a:schemeClr val="accent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650" name="Rectangle 31">
                  <a:extLst>
                    <a:ext uri="{FF2B5EF4-FFF2-40B4-BE49-F238E27FC236}">
                      <a16:creationId xmlns:a16="http://schemas.microsoft.com/office/drawing/2014/main" id="{BABCDF34-26AD-094E-BE1C-E688515F8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71" y="1839"/>
                  <a:ext cx="289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>
                      <a:ea typeface="宋体" panose="02010600030101010101" pitchFamily="2" charset="-122"/>
                      <a:hlinkClick r:id="" action="ppaction://hlinkshowjump?jump=nextslide"/>
                    </a:rPr>
                    <a:t>0</a:t>
                  </a:r>
                  <a:r>
                    <a:rPr lang="zh-CN" altLang="en-US">
                      <a:solidFill>
                        <a:schemeClr val="accent1"/>
                      </a:solidFill>
                      <a:ea typeface="宋体" panose="02010600030101010101" pitchFamily="2" charset="-122"/>
                      <a:hlinkClick r:id="" action="ppaction://hlinkshowjump?jump=nextslide"/>
                    </a:rPr>
                    <a:t>1</a:t>
                  </a:r>
                  <a:r>
                    <a:rPr lang="zh-CN" altLang="en-US">
                      <a:ea typeface="宋体" panose="02010600030101010101" pitchFamily="2" charset="-122"/>
                      <a:hlinkClick r:id="" action="ppaction://hlinkshowjump?jump=nextslide"/>
                    </a:rPr>
                    <a:t>0</a:t>
                  </a:r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651" name="Rectangle 32">
                  <a:extLst>
                    <a:ext uri="{FF2B5EF4-FFF2-40B4-BE49-F238E27FC236}">
                      <a16:creationId xmlns:a16="http://schemas.microsoft.com/office/drawing/2014/main" id="{C15177BF-4D52-4E45-B296-BA48F51B08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1" y="1848"/>
                  <a:ext cx="313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000</a:t>
                  </a:r>
                </a:p>
              </p:txBody>
            </p:sp>
            <p:sp>
              <p:nvSpPr>
                <p:cNvPr id="153652" name="Rectangle 33">
                  <a:extLst>
                    <a:ext uri="{FF2B5EF4-FFF2-40B4-BE49-F238E27FC236}">
                      <a16:creationId xmlns:a16="http://schemas.microsoft.com/office/drawing/2014/main" id="{471F6055-285B-FB44-BF99-08E34C5D9E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1" y="1851"/>
                  <a:ext cx="313" cy="14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000</a:t>
                  </a:r>
                </a:p>
              </p:txBody>
            </p:sp>
            <p:sp>
              <p:nvSpPr>
                <p:cNvPr id="153653" name="Rectangle 34">
                  <a:extLst>
                    <a:ext uri="{FF2B5EF4-FFF2-40B4-BE49-F238E27FC236}">
                      <a16:creationId xmlns:a16="http://schemas.microsoft.com/office/drawing/2014/main" id="{F1BB9116-191F-1A49-A019-6B156620F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9" y="1849"/>
                  <a:ext cx="318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>
                      <a:solidFill>
                        <a:schemeClr val="accent1"/>
                      </a:solidFill>
                      <a:ea typeface="宋体" panose="02010600030101010101" pitchFamily="2" charset="-122"/>
                      <a:hlinkClick r:id="" action="ppaction://hlinkshowjump?jump=nextslide"/>
                    </a:rPr>
                    <a:t>1</a:t>
                  </a:r>
                  <a:r>
                    <a:rPr lang="zh-CN" altLang="en-US">
                      <a:ea typeface="宋体" panose="02010600030101010101" pitchFamily="2" charset="-122"/>
                      <a:hlinkClick r:id="" action="ppaction://hlinkshowjump?jump=nextslide"/>
                    </a:rPr>
                    <a:t>0</a:t>
                  </a:r>
                  <a:r>
                    <a:rPr lang="en-US" altLang="zh-CN">
                      <a:ea typeface="宋体" panose="02010600030101010101" pitchFamily="2" charset="-122"/>
                      <a:hlinkClick r:id="" action="ppaction://hlinkshowjump?jump=nextslide"/>
                    </a:rPr>
                    <a:t>0</a:t>
                  </a:r>
                  <a:endParaRPr lang="en-US" altLang="zh-CN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3654" name="Rectangle 35">
                  <a:extLst>
                    <a:ext uri="{FF2B5EF4-FFF2-40B4-BE49-F238E27FC236}">
                      <a16:creationId xmlns:a16="http://schemas.microsoft.com/office/drawing/2014/main" id="{76F608CF-19EE-2744-93F6-11649CA4EB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1" y="1824"/>
                  <a:ext cx="289" cy="1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>
                      <a:ea typeface="宋体" panose="02010600030101010101" pitchFamily="2" charset="-122"/>
                    </a:rPr>
                    <a:t>xxx</a:t>
                  </a:r>
                </a:p>
              </p:txBody>
            </p:sp>
          </p:grpSp>
          <p:sp>
            <p:nvSpPr>
              <p:cNvPr id="153622" name="Rectangle 196">
                <a:extLst>
                  <a:ext uri="{FF2B5EF4-FFF2-40B4-BE49-F238E27FC236}">
                    <a16:creationId xmlns:a16="http://schemas.microsoft.com/office/drawing/2014/main" id="{A7BD5416-C7F3-7A4C-A1E4-411BB6238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" y="1721"/>
                <a:ext cx="436" cy="1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</a:t>
                </a:r>
              </a:p>
            </p:txBody>
          </p:sp>
        </p:grp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F7507B40-E39C-0E4C-9023-FEE08C7AF421}"/>
                </a:ext>
              </a:extLst>
            </p:cNvPr>
            <p:cNvCxnSpPr/>
            <p:nvPr/>
          </p:nvCxnSpPr>
          <p:spPr bwMode="auto">
            <a:xfrm>
              <a:off x="4198938" y="2750833"/>
              <a:ext cx="0" cy="317557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610" name="矩形 3">
              <a:extLst>
                <a:ext uri="{FF2B5EF4-FFF2-40B4-BE49-F238E27FC236}">
                  <a16:creationId xmlns:a16="http://schemas.microsoft.com/office/drawing/2014/main" id="{412F1CFE-CF4C-8143-89EF-9EF00887E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5837" y="2735826"/>
              <a:ext cx="6033638" cy="35162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23CDD1A1-5C4C-7B43-9892-AC1B16667A9C}"/>
                </a:ext>
              </a:extLst>
            </p:cNvPr>
            <p:cNvCxnSpPr/>
            <p:nvPr/>
          </p:nvCxnSpPr>
          <p:spPr bwMode="auto">
            <a:xfrm>
              <a:off x="5059363" y="2733367"/>
              <a:ext cx="0" cy="317557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4650FE72-401A-6E45-8086-84DD23F65F76}"/>
                </a:ext>
              </a:extLst>
            </p:cNvPr>
            <p:cNvCxnSpPr/>
            <p:nvPr/>
          </p:nvCxnSpPr>
          <p:spPr bwMode="auto">
            <a:xfrm>
              <a:off x="5921375" y="2769887"/>
              <a:ext cx="0" cy="319144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FC07320-1A7D-8349-BD53-F66C98388491}"/>
                </a:ext>
              </a:extLst>
            </p:cNvPr>
            <p:cNvCxnSpPr/>
            <p:nvPr/>
          </p:nvCxnSpPr>
          <p:spPr bwMode="auto">
            <a:xfrm>
              <a:off x="6777038" y="2741306"/>
              <a:ext cx="0" cy="317557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FA6CD81-12BE-884E-973B-BFC43EE6A930}"/>
                </a:ext>
              </a:extLst>
            </p:cNvPr>
            <p:cNvCxnSpPr/>
            <p:nvPr/>
          </p:nvCxnSpPr>
          <p:spPr bwMode="auto">
            <a:xfrm>
              <a:off x="7646988" y="2747658"/>
              <a:ext cx="0" cy="319144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3615" name="矩形 4">
              <a:extLst>
                <a:ext uri="{FF2B5EF4-FFF2-40B4-BE49-F238E27FC236}">
                  <a16:creationId xmlns:a16="http://schemas.microsoft.com/office/drawing/2014/main" id="{1E9C8C5C-1249-0C49-92AA-EACC04416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0362" y="2746595"/>
              <a:ext cx="8675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000000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16" name="矩形 79">
              <a:extLst>
                <a:ext uri="{FF2B5EF4-FFF2-40B4-BE49-F238E27FC236}">
                  <a16:creationId xmlns:a16="http://schemas.microsoft.com/office/drawing/2014/main" id="{C9B60577-C450-DD40-80F8-11FA65BFF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277" y="2772904"/>
              <a:ext cx="8561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001101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17" name="矩形 80">
              <a:extLst>
                <a:ext uri="{FF2B5EF4-FFF2-40B4-BE49-F238E27FC236}">
                  <a16:creationId xmlns:a16="http://schemas.microsoft.com/office/drawing/2014/main" id="{C529571B-581E-B540-AE9B-65DE74CDD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468" y="2771962"/>
              <a:ext cx="8561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100011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18" name="矩形 81">
              <a:extLst>
                <a:ext uri="{FF2B5EF4-FFF2-40B4-BE49-F238E27FC236}">
                  <a16:creationId xmlns:a16="http://schemas.microsoft.com/office/drawing/2014/main" id="{8B7DF77A-D432-E14E-A5EA-77148A1E2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274" y="2743984"/>
              <a:ext cx="8561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101011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19" name="矩形 82">
              <a:extLst>
                <a:ext uri="{FF2B5EF4-FFF2-40B4-BE49-F238E27FC236}">
                  <a16:creationId xmlns:a16="http://schemas.microsoft.com/office/drawing/2014/main" id="{7BF6835F-54F0-9441-A0C1-3CF980422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001" y="2753504"/>
              <a:ext cx="8675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000100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620" name="矩形 83">
              <a:extLst>
                <a:ext uri="{FF2B5EF4-FFF2-40B4-BE49-F238E27FC236}">
                  <a16:creationId xmlns:a16="http://schemas.microsoft.com/office/drawing/2014/main" id="{908D6398-EC4A-FA4F-8D75-89FF7BC3F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3132" y="2736453"/>
              <a:ext cx="8675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000010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533" grpId="0"/>
      <p:bldP spid="272519" grpId="0"/>
      <p:bldP spid="27257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90672C4D-011D-CE41-BCC8-703F7B77B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EE594237-0FD8-A343-9351-7A6AC69C7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55652" name="Picture 4">
            <a:extLst>
              <a:ext uri="{FF2B5EF4-FFF2-40B4-BE49-F238E27FC236}">
                <a16:creationId xmlns:a16="http://schemas.microsoft.com/office/drawing/2014/main" id="{46B796C1-8B31-6040-BF1B-CFB64B4C2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4425"/>
            <a:ext cx="9144000" cy="523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24F0CF3B-4219-6040-8F88-4BB381EAF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79388"/>
            <a:ext cx="4430713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ALU</a:t>
            </a:r>
            <a:r>
              <a:rPr lang="zh-CN" altLang="en-US">
                <a:ea typeface="宋体" panose="02010600030101010101" pitchFamily="2" charset="-122"/>
              </a:rPr>
              <a:t>局部控制器逻辑表达式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DC0048DD-269B-BC46-A56B-98F59C806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5072063"/>
            <a:ext cx="8191500" cy="627062"/>
          </a:xfrm>
        </p:spPr>
        <p:txBody>
          <a:bodyPr/>
          <a:lstStyle/>
          <a:p>
            <a:pPr>
              <a:spcBef>
                <a:spcPct val="1000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ALUctr&lt;0&gt;  = !func&lt;3&gt; &amp; !func&lt;2&gt;  &amp;  !func&lt;1&gt;  &amp;  !func&lt;0&gt; +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                                        !func&lt;2&gt;  &amp;  func&lt;1&gt;  &amp;  !func&lt;0&gt;</a:t>
            </a:r>
          </a:p>
        </p:txBody>
      </p:sp>
      <p:grpSp>
        <p:nvGrpSpPr>
          <p:cNvPr id="156676" name="Group 172">
            <a:extLst>
              <a:ext uri="{FF2B5EF4-FFF2-40B4-BE49-F238E27FC236}">
                <a16:creationId xmlns:a16="http://schemas.microsoft.com/office/drawing/2014/main" id="{6431812C-B846-3649-981E-974195D3043B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3022600"/>
            <a:ext cx="3535362" cy="1857375"/>
            <a:chOff x="192" y="2880"/>
            <a:chExt cx="2227" cy="1170"/>
          </a:xfrm>
        </p:grpSpPr>
        <p:sp>
          <p:nvSpPr>
            <p:cNvPr id="156777" name="Line 173">
              <a:extLst>
                <a:ext uri="{FF2B5EF4-FFF2-40B4-BE49-F238E27FC236}">
                  <a16:creationId xmlns:a16="http://schemas.microsoft.com/office/drawing/2014/main" id="{BA9453B8-A414-134E-B8B8-3A44189AE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3072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78" name="Rectangle 174">
              <a:extLst>
                <a:ext uri="{FF2B5EF4-FFF2-40B4-BE49-F238E27FC236}">
                  <a16:creationId xmlns:a16="http://schemas.microsoft.com/office/drawing/2014/main" id="{7448C6D0-BA07-9440-81A2-13B14F089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" y="2880"/>
              <a:ext cx="71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func&lt;5:0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56779" name="Rectangle 175">
              <a:extLst>
                <a:ext uri="{FF2B5EF4-FFF2-40B4-BE49-F238E27FC236}">
                  <a16:creationId xmlns:a16="http://schemas.microsoft.com/office/drawing/2014/main" id="{F93C8E80-14DA-2B4E-8766-86B4CB19D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880"/>
              <a:ext cx="14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Instruction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Operation</a:t>
              </a:r>
            </a:p>
          </p:txBody>
        </p:sp>
        <p:sp>
          <p:nvSpPr>
            <p:cNvPr id="156780" name="Rectangle 176">
              <a:extLst>
                <a:ext uri="{FF2B5EF4-FFF2-40B4-BE49-F238E27FC236}">
                  <a16:creationId xmlns:a16="http://schemas.microsoft.com/office/drawing/2014/main" id="{DBB52FE4-B8C7-7246-BA08-7882E79B3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3072"/>
              <a:ext cx="5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10 0000</a:t>
              </a:r>
            </a:p>
          </p:txBody>
        </p:sp>
        <p:sp>
          <p:nvSpPr>
            <p:cNvPr id="156781" name="Rectangle 177">
              <a:extLst>
                <a:ext uri="{FF2B5EF4-FFF2-40B4-BE49-F238E27FC236}">
                  <a16:creationId xmlns:a16="http://schemas.microsoft.com/office/drawing/2014/main" id="{67A034D1-CE76-3243-8F6C-38644F3F0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3264"/>
              <a:ext cx="57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ea typeface="宋体" panose="02010600030101010101" pitchFamily="2" charset="-122"/>
                </a:rPr>
                <a:t>0010</a:t>
              </a:r>
            </a:p>
          </p:txBody>
        </p:sp>
        <p:sp>
          <p:nvSpPr>
            <p:cNvPr id="156782" name="Line 178">
              <a:extLst>
                <a:ext uri="{FF2B5EF4-FFF2-40B4-BE49-F238E27FC236}">
                  <a16:creationId xmlns:a16="http://schemas.microsoft.com/office/drawing/2014/main" id="{C1461202-8F2E-5D45-9210-1076597D4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3264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83" name="Line 179">
              <a:extLst>
                <a:ext uri="{FF2B5EF4-FFF2-40B4-BE49-F238E27FC236}">
                  <a16:creationId xmlns:a16="http://schemas.microsoft.com/office/drawing/2014/main" id="{FE827648-E894-0547-A362-4BA032034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3456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84" name="Rectangle 180">
              <a:extLst>
                <a:ext uri="{FF2B5EF4-FFF2-40B4-BE49-F238E27FC236}">
                  <a16:creationId xmlns:a16="http://schemas.microsoft.com/office/drawing/2014/main" id="{F1B8A6DC-7766-9548-BD3A-F9BBC98FD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3456"/>
              <a:ext cx="5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10 0100</a:t>
              </a:r>
            </a:p>
          </p:txBody>
        </p:sp>
        <p:sp>
          <p:nvSpPr>
            <p:cNvPr id="156785" name="Line 181">
              <a:extLst>
                <a:ext uri="{FF2B5EF4-FFF2-40B4-BE49-F238E27FC236}">
                  <a16:creationId xmlns:a16="http://schemas.microsoft.com/office/drawing/2014/main" id="{307F3172-7E3E-3540-99D8-D8DEA88A2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3648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86" name="Rectangle 182">
              <a:extLst>
                <a:ext uri="{FF2B5EF4-FFF2-40B4-BE49-F238E27FC236}">
                  <a16:creationId xmlns:a16="http://schemas.microsoft.com/office/drawing/2014/main" id="{9B1F8F88-07B2-D24D-BEE6-47961988E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3648"/>
              <a:ext cx="5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10 0101</a:t>
              </a:r>
            </a:p>
          </p:txBody>
        </p:sp>
        <p:sp>
          <p:nvSpPr>
            <p:cNvPr id="156787" name="Line 183">
              <a:extLst>
                <a:ext uri="{FF2B5EF4-FFF2-40B4-BE49-F238E27FC236}">
                  <a16:creationId xmlns:a16="http://schemas.microsoft.com/office/drawing/2014/main" id="{6C093FB8-154A-6C43-89E5-D68173B98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3840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88" name="Rectangle 184">
              <a:extLst>
                <a:ext uri="{FF2B5EF4-FFF2-40B4-BE49-F238E27FC236}">
                  <a16:creationId xmlns:a16="http://schemas.microsoft.com/office/drawing/2014/main" id="{0AC4EC05-4765-A342-BC21-D2D20A7D2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" y="3840"/>
              <a:ext cx="57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10 1010</a:t>
              </a:r>
            </a:p>
          </p:txBody>
        </p:sp>
        <p:sp>
          <p:nvSpPr>
            <p:cNvPr id="156789" name="Line 185">
              <a:extLst>
                <a:ext uri="{FF2B5EF4-FFF2-40B4-BE49-F238E27FC236}">
                  <a16:creationId xmlns:a16="http://schemas.microsoft.com/office/drawing/2014/main" id="{159EB106-94C0-4446-8C09-B5BE0A803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4032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90" name="Rectangle 186">
              <a:extLst>
                <a:ext uri="{FF2B5EF4-FFF2-40B4-BE49-F238E27FC236}">
                  <a16:creationId xmlns:a16="http://schemas.microsoft.com/office/drawing/2014/main" id="{3E9A9A9C-A975-0E4F-A730-CA6F13DE0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072"/>
              <a:ext cx="34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56791" name="Rectangle 187">
              <a:extLst>
                <a:ext uri="{FF2B5EF4-FFF2-40B4-BE49-F238E27FC236}">
                  <a16:creationId xmlns:a16="http://schemas.microsoft.com/office/drawing/2014/main" id="{F7448111-DDC0-E240-B5BD-83E852758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264"/>
              <a:ext cx="34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sub</a:t>
              </a:r>
            </a:p>
          </p:txBody>
        </p:sp>
        <p:sp>
          <p:nvSpPr>
            <p:cNvPr id="156792" name="Rectangle 188">
              <a:extLst>
                <a:ext uri="{FF2B5EF4-FFF2-40B4-BE49-F238E27FC236}">
                  <a16:creationId xmlns:a16="http://schemas.microsoft.com/office/drawing/2014/main" id="{4AD266EF-0C2E-7649-A1C7-C3B16C4E6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456"/>
              <a:ext cx="34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and</a:t>
              </a:r>
            </a:p>
          </p:txBody>
        </p:sp>
        <p:sp>
          <p:nvSpPr>
            <p:cNvPr id="156793" name="Rectangle 189">
              <a:extLst>
                <a:ext uri="{FF2B5EF4-FFF2-40B4-BE49-F238E27FC236}">
                  <a16:creationId xmlns:a16="http://schemas.microsoft.com/office/drawing/2014/main" id="{CC04206C-9167-FD42-B82F-6F11DF4CE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648"/>
              <a:ext cx="24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or</a:t>
              </a:r>
            </a:p>
          </p:txBody>
        </p:sp>
        <p:sp>
          <p:nvSpPr>
            <p:cNvPr id="156794" name="Rectangle 190">
              <a:extLst>
                <a:ext uri="{FF2B5EF4-FFF2-40B4-BE49-F238E27FC236}">
                  <a16:creationId xmlns:a16="http://schemas.microsoft.com/office/drawing/2014/main" id="{8CA728CB-14A6-2444-A196-5B903ECEC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" y="3840"/>
              <a:ext cx="110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set-on-less-than</a:t>
              </a:r>
            </a:p>
          </p:txBody>
        </p:sp>
        <p:sp>
          <p:nvSpPr>
            <p:cNvPr id="156795" name="Line 191">
              <a:extLst>
                <a:ext uri="{FF2B5EF4-FFF2-40B4-BE49-F238E27FC236}">
                  <a16:creationId xmlns:a16="http://schemas.microsoft.com/office/drawing/2014/main" id="{C6EA8252-E45B-3E46-A860-0C29B7660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" y="2880"/>
              <a:ext cx="2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96" name="Line 192">
              <a:extLst>
                <a:ext uri="{FF2B5EF4-FFF2-40B4-BE49-F238E27FC236}">
                  <a16:creationId xmlns:a16="http://schemas.microsoft.com/office/drawing/2014/main" id="{A6BB5079-CE19-9945-8075-2FEA8B008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888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97" name="Line 193">
              <a:extLst>
                <a:ext uri="{FF2B5EF4-FFF2-40B4-BE49-F238E27FC236}">
                  <a16:creationId xmlns:a16="http://schemas.microsoft.com/office/drawing/2014/main" id="{4D337169-9202-F640-9070-AC641B39F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888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98" name="Line 194">
              <a:extLst>
                <a:ext uri="{FF2B5EF4-FFF2-40B4-BE49-F238E27FC236}">
                  <a16:creationId xmlns:a16="http://schemas.microsoft.com/office/drawing/2014/main" id="{45FA86C7-0398-6143-B962-B908F671A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3" y="2888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677" name="Group 195">
            <a:extLst>
              <a:ext uri="{FF2B5EF4-FFF2-40B4-BE49-F238E27FC236}">
                <a16:creationId xmlns:a16="http://schemas.microsoft.com/office/drawing/2014/main" id="{7DE47037-2003-5745-913E-6E1C17FC1F05}"/>
              </a:ext>
            </a:extLst>
          </p:cNvPr>
          <p:cNvGrpSpPr>
            <a:grpSpLocks/>
          </p:cNvGrpSpPr>
          <p:nvPr/>
        </p:nvGrpSpPr>
        <p:grpSpPr bwMode="auto">
          <a:xfrm>
            <a:off x="4044950" y="3027363"/>
            <a:ext cx="3079750" cy="1857375"/>
            <a:chOff x="3585" y="2928"/>
            <a:chExt cx="1940" cy="1170"/>
          </a:xfrm>
        </p:grpSpPr>
        <p:sp>
          <p:nvSpPr>
            <p:cNvPr id="156755" name="Line 196">
              <a:extLst>
                <a:ext uri="{FF2B5EF4-FFF2-40B4-BE49-F238E27FC236}">
                  <a16:creationId xmlns:a16="http://schemas.microsoft.com/office/drawing/2014/main" id="{5A5BD01B-D4EF-A44F-8ABC-29ED75EFA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3120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56" name="Rectangle 197">
              <a:extLst>
                <a:ext uri="{FF2B5EF4-FFF2-40B4-BE49-F238E27FC236}">
                  <a16:creationId xmlns:a16="http://schemas.microsoft.com/office/drawing/2014/main" id="{09D1CE4B-726D-1141-AFA2-FF4BF9352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2928"/>
              <a:ext cx="87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ALUctr&lt;2:0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56757" name="Rectangle 198">
              <a:extLst>
                <a:ext uri="{FF2B5EF4-FFF2-40B4-BE49-F238E27FC236}">
                  <a16:creationId xmlns:a16="http://schemas.microsoft.com/office/drawing/2014/main" id="{B279AB25-9B09-7C43-808E-47CF76E4A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" y="2928"/>
              <a:ext cx="10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ea typeface="宋体" panose="02010600030101010101" pitchFamily="2" charset="-122"/>
                </a:rPr>
                <a:t>Operation</a:t>
              </a:r>
            </a:p>
          </p:txBody>
        </p:sp>
        <p:sp>
          <p:nvSpPr>
            <p:cNvPr id="156758" name="Rectangle 199">
              <a:extLst>
                <a:ext uri="{FF2B5EF4-FFF2-40B4-BE49-F238E27FC236}">
                  <a16:creationId xmlns:a16="http://schemas.microsoft.com/office/drawing/2014/main" id="{81D14B73-4967-2F47-A2F4-B111799EE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3120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001</a:t>
              </a:r>
            </a:p>
          </p:txBody>
        </p:sp>
        <p:sp>
          <p:nvSpPr>
            <p:cNvPr id="156759" name="Rectangle 200">
              <a:extLst>
                <a:ext uri="{FF2B5EF4-FFF2-40B4-BE49-F238E27FC236}">
                  <a16:creationId xmlns:a16="http://schemas.microsoft.com/office/drawing/2014/main" id="{FD9B6180-47DF-6341-9930-D4F657F29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331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101</a:t>
              </a:r>
            </a:p>
          </p:txBody>
        </p:sp>
        <p:sp>
          <p:nvSpPr>
            <p:cNvPr id="156760" name="Line 201">
              <a:extLst>
                <a:ext uri="{FF2B5EF4-FFF2-40B4-BE49-F238E27FC236}">
                  <a16:creationId xmlns:a16="http://schemas.microsoft.com/office/drawing/2014/main" id="{8282EF32-69F5-664D-9B6B-2AD600EB1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3312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61" name="Line 202">
              <a:extLst>
                <a:ext uri="{FF2B5EF4-FFF2-40B4-BE49-F238E27FC236}">
                  <a16:creationId xmlns:a16="http://schemas.microsoft.com/office/drawing/2014/main" id="{21D7100E-3975-DB46-BE2E-ECE325E49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3504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62" name="Rectangle 203">
              <a:extLst>
                <a:ext uri="{FF2B5EF4-FFF2-40B4-BE49-F238E27FC236}">
                  <a16:creationId xmlns:a16="http://schemas.microsoft.com/office/drawing/2014/main" id="{975D6D8A-F1E7-A84A-91FD-D5D4F8305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3504"/>
              <a:ext cx="32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-----</a:t>
              </a:r>
            </a:p>
          </p:txBody>
        </p:sp>
        <p:sp>
          <p:nvSpPr>
            <p:cNvPr id="156763" name="Line 204">
              <a:extLst>
                <a:ext uri="{FF2B5EF4-FFF2-40B4-BE49-F238E27FC236}">
                  <a16:creationId xmlns:a16="http://schemas.microsoft.com/office/drawing/2014/main" id="{A32A28DB-03A9-8440-B826-9E0AEFB98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3696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64" name="Rectangle 205">
              <a:extLst>
                <a:ext uri="{FF2B5EF4-FFF2-40B4-BE49-F238E27FC236}">
                  <a16:creationId xmlns:a16="http://schemas.microsoft.com/office/drawing/2014/main" id="{BC61EC4E-84AE-4947-A6A6-7E568DDBB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3696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010</a:t>
              </a:r>
            </a:p>
          </p:txBody>
        </p:sp>
        <p:sp>
          <p:nvSpPr>
            <p:cNvPr id="156765" name="Line 206">
              <a:extLst>
                <a:ext uri="{FF2B5EF4-FFF2-40B4-BE49-F238E27FC236}">
                  <a16:creationId xmlns:a16="http://schemas.microsoft.com/office/drawing/2014/main" id="{59671D0A-65D0-F94C-A2C9-EA074A5F2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3888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66" name="Rectangle 207">
              <a:extLst>
                <a:ext uri="{FF2B5EF4-FFF2-40B4-BE49-F238E27FC236}">
                  <a16:creationId xmlns:a16="http://schemas.microsoft.com/office/drawing/2014/main" id="{80093973-3A28-AE46-ADC9-221E67182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388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111</a:t>
              </a:r>
            </a:p>
          </p:txBody>
        </p:sp>
        <p:sp>
          <p:nvSpPr>
            <p:cNvPr id="156767" name="Line 208">
              <a:extLst>
                <a:ext uri="{FF2B5EF4-FFF2-40B4-BE49-F238E27FC236}">
                  <a16:creationId xmlns:a16="http://schemas.microsoft.com/office/drawing/2014/main" id="{9D5CC7E6-6EF5-A24C-ABBB-A53E537B3D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4080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68" name="Rectangle 209">
              <a:extLst>
                <a:ext uri="{FF2B5EF4-FFF2-40B4-BE49-F238E27FC236}">
                  <a16:creationId xmlns:a16="http://schemas.microsoft.com/office/drawing/2014/main" id="{C22116E3-7C30-4D4F-8E51-BF912D4AB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" y="3120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Add</a:t>
              </a:r>
            </a:p>
          </p:txBody>
        </p:sp>
        <p:sp>
          <p:nvSpPr>
            <p:cNvPr id="156769" name="Rectangle 210">
              <a:extLst>
                <a:ext uri="{FF2B5EF4-FFF2-40B4-BE49-F238E27FC236}">
                  <a16:creationId xmlns:a16="http://schemas.microsoft.com/office/drawing/2014/main" id="{1F1DA281-470C-CA4E-884F-40F68FCD1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3312"/>
              <a:ext cx="4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  Sub</a:t>
              </a:r>
            </a:p>
          </p:txBody>
        </p:sp>
        <p:sp>
          <p:nvSpPr>
            <p:cNvPr id="156770" name="Rectangle 211">
              <a:extLst>
                <a:ext uri="{FF2B5EF4-FFF2-40B4-BE49-F238E27FC236}">
                  <a16:creationId xmlns:a16="http://schemas.microsoft.com/office/drawing/2014/main" id="{A59FB47A-6803-9E4A-AE14-FD3900F76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" y="3504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And</a:t>
              </a:r>
            </a:p>
          </p:txBody>
        </p:sp>
        <p:sp>
          <p:nvSpPr>
            <p:cNvPr id="156771" name="Rectangle 212">
              <a:extLst>
                <a:ext uri="{FF2B5EF4-FFF2-40B4-BE49-F238E27FC236}">
                  <a16:creationId xmlns:a16="http://schemas.microsoft.com/office/drawing/2014/main" id="{366653CB-E04E-C64B-A315-45FEFD291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3696"/>
              <a:ext cx="26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Or</a:t>
              </a:r>
            </a:p>
          </p:txBody>
        </p:sp>
        <p:sp>
          <p:nvSpPr>
            <p:cNvPr id="156772" name="Rectangle 213">
              <a:extLst>
                <a:ext uri="{FF2B5EF4-FFF2-40B4-BE49-F238E27FC236}">
                  <a16:creationId xmlns:a16="http://schemas.microsoft.com/office/drawing/2014/main" id="{80E8BFFB-326D-9849-9183-E18274684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" y="3888"/>
              <a:ext cx="55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>
                  <a:ea typeface="宋体" panose="02010600030101010101" pitchFamily="2" charset="-122"/>
                </a:rPr>
                <a:t>     Slt</a:t>
              </a:r>
            </a:p>
          </p:txBody>
        </p:sp>
        <p:sp>
          <p:nvSpPr>
            <p:cNvPr id="156773" name="Line 214">
              <a:extLst>
                <a:ext uri="{FF2B5EF4-FFF2-40B4-BE49-F238E27FC236}">
                  <a16:creationId xmlns:a16="http://schemas.microsoft.com/office/drawing/2014/main" id="{42D81A6A-7350-F549-9071-B488ADD12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3" y="2928"/>
              <a:ext cx="1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74" name="Line 215">
              <a:extLst>
                <a:ext uri="{FF2B5EF4-FFF2-40B4-BE49-F238E27FC236}">
                  <a16:creationId xmlns:a16="http://schemas.microsoft.com/office/drawing/2014/main" id="{FB19AB4B-6BC0-0C42-AB57-177FDF869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5" y="2936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75" name="Line 216">
              <a:extLst>
                <a:ext uri="{FF2B5EF4-FFF2-40B4-BE49-F238E27FC236}">
                  <a16:creationId xmlns:a16="http://schemas.microsoft.com/office/drawing/2014/main" id="{24392CA2-2EFD-4842-82CA-1C9D1A524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5" y="2936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76" name="Line 217">
              <a:extLst>
                <a:ext uri="{FF2B5EF4-FFF2-40B4-BE49-F238E27FC236}">
                  <a16:creationId xmlns:a16="http://schemas.microsoft.com/office/drawing/2014/main" id="{74B2C113-84F2-EA47-BD32-8D6AB7CDB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1" y="2936"/>
              <a:ext cx="0" cy="1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6678" name="Group 219">
            <a:extLst>
              <a:ext uri="{FF2B5EF4-FFF2-40B4-BE49-F238E27FC236}">
                <a16:creationId xmlns:a16="http://schemas.microsoft.com/office/drawing/2014/main" id="{3AD66F14-258D-5649-BD8C-030885884D59}"/>
              </a:ext>
            </a:extLst>
          </p:cNvPr>
          <p:cNvGrpSpPr>
            <a:grpSpLocks/>
          </p:cNvGrpSpPr>
          <p:nvPr/>
        </p:nvGrpSpPr>
        <p:grpSpPr bwMode="auto">
          <a:xfrm>
            <a:off x="8335963" y="1460500"/>
            <a:ext cx="554037" cy="1092200"/>
            <a:chOff x="3072" y="3271"/>
            <a:chExt cx="288" cy="688"/>
          </a:xfrm>
        </p:grpSpPr>
        <p:sp>
          <p:nvSpPr>
            <p:cNvPr id="156747" name="Line 220">
              <a:extLst>
                <a:ext uri="{FF2B5EF4-FFF2-40B4-BE49-F238E27FC236}">
                  <a16:creationId xmlns:a16="http://schemas.microsoft.com/office/drawing/2014/main" id="{92DC3867-8618-6C4E-872B-774CD97CA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71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48" name="Line 221">
              <a:extLst>
                <a:ext uri="{FF2B5EF4-FFF2-40B4-BE49-F238E27FC236}">
                  <a16:creationId xmlns:a16="http://schemas.microsoft.com/office/drawing/2014/main" id="{E2DB074E-9E5D-A74D-B3A3-17D44D00D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3271"/>
              <a:ext cx="272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49" name="Line 222">
              <a:extLst>
                <a:ext uri="{FF2B5EF4-FFF2-40B4-BE49-F238E27FC236}">
                  <a16:creationId xmlns:a16="http://schemas.microsoft.com/office/drawing/2014/main" id="{106B1F55-057F-4E49-93B9-2C7321F82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3443"/>
              <a:ext cx="128" cy="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50" name="Line 223">
              <a:extLst>
                <a:ext uri="{FF2B5EF4-FFF2-40B4-BE49-F238E27FC236}">
                  <a16:creationId xmlns:a16="http://schemas.microsoft.com/office/drawing/2014/main" id="{D8E7B15A-C07F-5F4A-BECB-AB5E1FAA9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529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51" name="Line 224">
              <a:extLst>
                <a:ext uri="{FF2B5EF4-FFF2-40B4-BE49-F238E27FC236}">
                  <a16:creationId xmlns:a16="http://schemas.microsoft.com/office/drawing/2014/main" id="{E72554AB-0C5E-DB4A-A291-3EE02E4F9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443"/>
              <a:ext cx="0" cy="3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52" name="Line 225">
              <a:extLst>
                <a:ext uri="{FF2B5EF4-FFF2-40B4-BE49-F238E27FC236}">
                  <a16:creationId xmlns:a16="http://schemas.microsoft.com/office/drawing/2014/main" id="{F0CE8EFE-3655-5D4C-BBDA-F86AEB244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0" y="3685"/>
              <a:ext cx="128" cy="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53" name="Line 226">
              <a:extLst>
                <a:ext uri="{FF2B5EF4-FFF2-40B4-BE49-F238E27FC236}">
                  <a16:creationId xmlns:a16="http://schemas.microsoft.com/office/drawing/2014/main" id="{ECC4B77F-24FE-C840-A7E7-A8AB4A7C7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787"/>
              <a:ext cx="0" cy="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54" name="Line 227">
              <a:extLst>
                <a:ext uri="{FF2B5EF4-FFF2-40B4-BE49-F238E27FC236}">
                  <a16:creationId xmlns:a16="http://schemas.microsoft.com/office/drawing/2014/main" id="{B088C909-7522-7743-B72A-44C812D2E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0" y="3771"/>
              <a:ext cx="272" cy="1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6679" name="Rectangle 230">
            <a:extLst>
              <a:ext uri="{FF2B5EF4-FFF2-40B4-BE49-F238E27FC236}">
                <a16:creationId xmlns:a16="http://schemas.microsoft.com/office/drawing/2014/main" id="{C8406711-C2CB-5645-A16D-B3DA1F80C79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56613" y="1809750"/>
            <a:ext cx="596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56680" name="Rectangle 231">
            <a:extLst>
              <a:ext uri="{FF2B5EF4-FFF2-40B4-BE49-F238E27FC236}">
                <a16:creationId xmlns:a16="http://schemas.microsoft.com/office/drawing/2014/main" id="{96783AB4-3BBB-FE4D-A598-09EBA9570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88" y="3055938"/>
            <a:ext cx="703262" cy="1814512"/>
          </a:xfrm>
          <a:prstGeom prst="rect">
            <a:avLst/>
          </a:prstGeom>
          <a:solidFill>
            <a:srgbClr val="FF8398">
              <a:alpha val="2705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6681" name="Rectangle 232">
            <a:extLst>
              <a:ext uri="{FF2B5EF4-FFF2-40B4-BE49-F238E27FC236}">
                <a16:creationId xmlns:a16="http://schemas.microsoft.com/office/drawing/2014/main" id="{ACD417B9-8670-1A42-AC57-EBB4FD5A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3024188"/>
            <a:ext cx="566737" cy="1814512"/>
          </a:xfrm>
          <a:prstGeom prst="rect">
            <a:avLst/>
          </a:prstGeom>
          <a:solidFill>
            <a:srgbClr val="FF8398">
              <a:alpha val="2705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6682" name="Rectangle 234">
            <a:extLst>
              <a:ext uri="{FF2B5EF4-FFF2-40B4-BE49-F238E27FC236}">
                <a16:creationId xmlns:a16="http://schemas.microsoft.com/office/drawing/2014/main" id="{C9B004CD-5CC7-AB4C-82EE-C10DB79CD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5705475"/>
            <a:ext cx="7305675" cy="62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ALUctr&lt;1&gt;  =  !func&lt;3&gt;  &amp;  func&lt;2&gt;  &amp; !func&lt;1&gt;  &amp; func&lt;0&gt; +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	                  </a:t>
            </a:r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func&lt;3&gt;  &amp;  !func&lt;2&gt;  &amp;  func&lt;1&gt;  &amp; !func&lt;0&gt;</a:t>
            </a:r>
            <a:r>
              <a:rPr lang="en-US" altLang="zh-CN" sz="18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56683" name="Rectangle 235">
            <a:extLst>
              <a:ext uri="{FF2B5EF4-FFF2-40B4-BE49-F238E27FC236}">
                <a16:creationId xmlns:a16="http://schemas.microsoft.com/office/drawing/2014/main" id="{562ACE2B-56AA-C346-A0A1-21242589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6402388"/>
            <a:ext cx="6540500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ALUctr&lt;2&gt;  =  !func&lt;2&gt; &amp; func&lt;1&gt; &amp; !func&lt;0&gt; </a:t>
            </a:r>
          </a:p>
        </p:txBody>
      </p:sp>
      <p:grpSp>
        <p:nvGrpSpPr>
          <p:cNvPr id="156684" name="Group 236">
            <a:extLst>
              <a:ext uri="{FF2B5EF4-FFF2-40B4-BE49-F238E27FC236}">
                <a16:creationId xmlns:a16="http://schemas.microsoft.com/office/drawing/2014/main" id="{025FA658-D1B1-5543-8075-714FB875642B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630238"/>
            <a:ext cx="6207125" cy="1419225"/>
            <a:chOff x="985" y="292"/>
            <a:chExt cx="4107" cy="937"/>
          </a:xfrm>
        </p:grpSpPr>
        <p:sp>
          <p:nvSpPr>
            <p:cNvPr id="156717" name="Rectangle 237">
              <a:extLst>
                <a:ext uri="{FF2B5EF4-FFF2-40B4-BE49-F238E27FC236}">
                  <a16:creationId xmlns:a16="http://schemas.microsoft.com/office/drawing/2014/main" id="{1903319B-CDBC-D34E-B13C-FFCA8A1EB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5" y="292"/>
              <a:ext cx="403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func</a:t>
              </a:r>
            </a:p>
          </p:txBody>
        </p:sp>
        <p:sp>
          <p:nvSpPr>
            <p:cNvPr id="156718" name="Rectangle 238">
              <a:extLst>
                <a:ext uri="{FF2B5EF4-FFF2-40B4-BE49-F238E27FC236}">
                  <a16:creationId xmlns:a16="http://schemas.microsoft.com/office/drawing/2014/main" id="{608F4A0A-1930-AD49-BD8D-3ECF539AC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433"/>
              <a:ext cx="608" cy="7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6719" name="Rectangle 239">
              <a:extLst>
                <a:ext uri="{FF2B5EF4-FFF2-40B4-BE49-F238E27FC236}">
                  <a16:creationId xmlns:a16="http://schemas.microsoft.com/office/drawing/2014/main" id="{20D24C8E-62B1-0A4F-89BB-481451A9D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563"/>
              <a:ext cx="598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Main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Control</a:t>
              </a:r>
            </a:p>
          </p:txBody>
        </p:sp>
        <p:sp>
          <p:nvSpPr>
            <p:cNvPr id="156720" name="Line 240">
              <a:extLst>
                <a:ext uri="{FF2B5EF4-FFF2-40B4-BE49-F238E27FC236}">
                  <a16:creationId xmlns:a16="http://schemas.microsoft.com/office/drawing/2014/main" id="{A8753027-E065-9844-A9FE-4E10CD3A1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721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21" name="Line 241">
              <a:extLst>
                <a:ext uri="{FF2B5EF4-FFF2-40B4-BE49-F238E27FC236}">
                  <a16:creationId xmlns:a16="http://schemas.microsoft.com/office/drawing/2014/main" id="{DDB7DECC-AE0D-5D46-98E8-DDC75D4D9D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8" y="629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22" name="Rectangle 242">
              <a:extLst>
                <a:ext uri="{FF2B5EF4-FFF2-40B4-BE49-F238E27FC236}">
                  <a16:creationId xmlns:a16="http://schemas.microsoft.com/office/drawing/2014/main" id="{A42A2309-8E1C-8D42-BEE8-A0C9FB790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" y="529"/>
              <a:ext cx="284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op</a:t>
              </a:r>
            </a:p>
          </p:txBody>
        </p:sp>
        <p:sp>
          <p:nvSpPr>
            <p:cNvPr id="156723" name="Rectangle 243">
              <a:extLst>
                <a:ext uri="{FF2B5EF4-FFF2-40B4-BE49-F238E27FC236}">
                  <a16:creationId xmlns:a16="http://schemas.microsoft.com/office/drawing/2014/main" id="{877F110C-640F-A446-84F6-9AE9F7C0A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721"/>
              <a:ext cx="187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grpSp>
          <p:nvGrpSpPr>
            <p:cNvPr id="156724" name="Group 244">
              <a:extLst>
                <a:ext uri="{FF2B5EF4-FFF2-40B4-BE49-F238E27FC236}">
                  <a16:creationId xmlns:a16="http://schemas.microsoft.com/office/drawing/2014/main" id="{A082E92D-99AC-2843-8674-7AAE1857D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" y="319"/>
              <a:ext cx="608" cy="534"/>
              <a:chOff x="3176" y="2984"/>
              <a:chExt cx="608" cy="570"/>
            </a:xfrm>
          </p:grpSpPr>
          <p:sp>
            <p:nvSpPr>
              <p:cNvPr id="156745" name="Rectangle 245">
                <a:extLst>
                  <a:ext uri="{FF2B5EF4-FFF2-40B4-BE49-F238E27FC236}">
                    <a16:creationId xmlns:a16="http://schemas.microsoft.com/office/drawing/2014/main" id="{10099EBD-D518-5C4D-BD2D-77011494C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984"/>
                <a:ext cx="608" cy="56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6746" name="Rectangle 246">
                <a:extLst>
                  <a:ext uri="{FF2B5EF4-FFF2-40B4-BE49-F238E27FC236}">
                    <a16:creationId xmlns:a16="http://schemas.microsoft.com/office/drawing/2014/main" id="{BBBF9AB1-4F46-904F-B4DC-804BE2EF9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9" y="3025"/>
                <a:ext cx="598" cy="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ALU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Control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>
                    <a:solidFill>
                      <a:srgbClr val="0000FF"/>
                    </a:solidFill>
                    <a:ea typeface="宋体" panose="02010600030101010101" pitchFamily="2" charset="-122"/>
                  </a:rPr>
                  <a:t>Local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</p:grpSp>
        <p:sp>
          <p:nvSpPr>
            <p:cNvPr id="156725" name="Line 247">
              <a:extLst>
                <a:ext uri="{FF2B5EF4-FFF2-40B4-BE49-F238E27FC236}">
                  <a16:creationId xmlns:a16="http://schemas.microsoft.com/office/drawing/2014/main" id="{BBA751D1-4944-DA49-A773-38C6DA11B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" y="939"/>
              <a:ext cx="19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26" name="Line 248">
              <a:extLst>
                <a:ext uri="{FF2B5EF4-FFF2-40B4-BE49-F238E27FC236}">
                  <a16:creationId xmlns:a16="http://schemas.microsoft.com/office/drawing/2014/main" id="{F631F985-1858-914D-A152-135DD74AA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9" y="803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27" name="Rectangle 249">
              <a:extLst>
                <a:ext uri="{FF2B5EF4-FFF2-40B4-BE49-F238E27FC236}">
                  <a16:creationId xmlns:a16="http://schemas.microsoft.com/office/drawing/2014/main" id="{55E9027B-95DB-8940-A4B6-C100FD77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767"/>
              <a:ext cx="377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rgbClr val="FF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N=?</a:t>
              </a:r>
            </a:p>
          </p:txBody>
        </p:sp>
        <p:sp>
          <p:nvSpPr>
            <p:cNvPr id="156728" name="Line 250">
              <a:extLst>
                <a:ext uri="{FF2B5EF4-FFF2-40B4-BE49-F238E27FC236}">
                  <a16:creationId xmlns:a16="http://schemas.microsoft.com/office/drawing/2014/main" id="{9C5DE13D-04FD-0B4E-80D5-AA38DDF18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9" y="410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29" name="Rectangle 251">
              <a:extLst>
                <a:ext uri="{FF2B5EF4-FFF2-40B4-BE49-F238E27FC236}">
                  <a16:creationId xmlns:a16="http://schemas.microsoft.com/office/drawing/2014/main" id="{40FB2CA6-72FA-0843-AD58-6874732C3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" y="493"/>
              <a:ext cx="187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56730" name="Rectangle 252">
              <a:extLst>
                <a:ext uri="{FF2B5EF4-FFF2-40B4-BE49-F238E27FC236}">
                  <a16:creationId xmlns:a16="http://schemas.microsoft.com/office/drawing/2014/main" id="{202065C2-CC95-484E-9DF2-EA90761EB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747"/>
              <a:ext cx="559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ALUop</a:t>
              </a:r>
            </a:p>
          </p:txBody>
        </p:sp>
        <p:sp>
          <p:nvSpPr>
            <p:cNvPr id="156731" name="Line 253">
              <a:extLst>
                <a:ext uri="{FF2B5EF4-FFF2-40B4-BE49-F238E27FC236}">
                  <a16:creationId xmlns:a16="http://schemas.microsoft.com/office/drawing/2014/main" id="{DF4E79FC-A199-6645-942F-1A90432F0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1" y="493"/>
              <a:ext cx="46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32" name="Rectangle 254">
              <a:extLst>
                <a:ext uri="{FF2B5EF4-FFF2-40B4-BE49-F238E27FC236}">
                  <a16:creationId xmlns:a16="http://schemas.microsoft.com/office/drawing/2014/main" id="{D6734192-6FC3-9942-9FDA-5AF1E5692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489"/>
              <a:ext cx="573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  <a:hlinkClick r:id="" action="ppaction://hlinkshowjump?jump=previousslide"/>
                </a:rPr>
                <a:t>ALUctr</a:t>
              </a:r>
              <a:endParaRPr lang="en-US" altLang="zh-CN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6733" name="Line 255">
              <a:extLst>
                <a:ext uri="{FF2B5EF4-FFF2-40B4-BE49-F238E27FC236}">
                  <a16:creationId xmlns:a16="http://schemas.microsoft.com/office/drawing/2014/main" id="{B424C2B3-73E8-104F-8673-A3A632D57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8" y="605"/>
              <a:ext cx="104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34" name="Line 256">
              <a:extLst>
                <a:ext uri="{FF2B5EF4-FFF2-40B4-BE49-F238E27FC236}">
                  <a16:creationId xmlns:a16="http://schemas.microsoft.com/office/drawing/2014/main" id="{21BFB0BE-92D1-D147-A47C-C3C24C8E8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6" y="697"/>
              <a:ext cx="6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35" name="Line 257">
              <a:extLst>
                <a:ext uri="{FF2B5EF4-FFF2-40B4-BE49-F238E27FC236}">
                  <a16:creationId xmlns:a16="http://schemas.microsoft.com/office/drawing/2014/main" id="{0DE36493-5CAD-4A4F-9641-CDDE0B85DA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2" y="682"/>
              <a:ext cx="0" cy="2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36" name="Line 258">
              <a:extLst>
                <a:ext uri="{FF2B5EF4-FFF2-40B4-BE49-F238E27FC236}">
                  <a16:creationId xmlns:a16="http://schemas.microsoft.com/office/drawing/2014/main" id="{5B3C8031-5456-5B4B-B5E9-599186BAE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" y="531"/>
              <a:ext cx="2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37" name="Line 259">
              <a:extLst>
                <a:ext uri="{FF2B5EF4-FFF2-40B4-BE49-F238E27FC236}">
                  <a16:creationId xmlns:a16="http://schemas.microsoft.com/office/drawing/2014/main" id="{4CD702E2-B008-944A-847F-25B022BA7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1163"/>
              <a:ext cx="20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38" name="Line 260">
              <a:extLst>
                <a:ext uri="{FF2B5EF4-FFF2-40B4-BE49-F238E27FC236}">
                  <a16:creationId xmlns:a16="http://schemas.microsoft.com/office/drawing/2014/main" id="{62BACE11-D039-2244-B6D6-22CB334CE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" y="611"/>
              <a:ext cx="0" cy="18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39" name="AutoShape 261">
              <a:extLst>
                <a:ext uri="{FF2B5EF4-FFF2-40B4-BE49-F238E27FC236}">
                  <a16:creationId xmlns:a16="http://schemas.microsoft.com/office/drawing/2014/main" id="{7B51938A-30C9-C24F-B742-173360571F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985" y="607"/>
              <a:ext cx="644" cy="223"/>
            </a:xfrm>
            <a:prstGeom prst="flowChartManualOperation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6740" name="Line 262">
              <a:extLst>
                <a:ext uri="{FF2B5EF4-FFF2-40B4-BE49-F238E27FC236}">
                  <a16:creationId xmlns:a16="http://schemas.microsoft.com/office/drawing/2014/main" id="{4F10BE04-4FB2-A942-A0E8-B181F9528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1" y="533"/>
              <a:ext cx="2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1" name="Line 263">
              <a:extLst>
                <a:ext uri="{FF2B5EF4-FFF2-40B4-BE49-F238E27FC236}">
                  <a16:creationId xmlns:a16="http://schemas.microsoft.com/office/drawing/2014/main" id="{92F82EF4-AB04-434B-BB4E-A41AED785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2" y="951"/>
              <a:ext cx="0" cy="2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2" name="Rectangle 264">
              <a:extLst>
                <a:ext uri="{FF2B5EF4-FFF2-40B4-BE49-F238E27FC236}">
                  <a16:creationId xmlns:a16="http://schemas.microsoft.com/office/drawing/2014/main" id="{4F85066D-DF45-604B-A676-868359252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968"/>
              <a:ext cx="575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  <p:sp>
          <p:nvSpPr>
            <p:cNvPr id="156743" name="Rectangle 265">
              <a:extLst>
                <a:ext uri="{FF2B5EF4-FFF2-40B4-BE49-F238E27FC236}">
                  <a16:creationId xmlns:a16="http://schemas.microsoft.com/office/drawing/2014/main" id="{D2D16E6C-ED6D-004E-90E7-B868CDEB1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793"/>
              <a:ext cx="195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6744" name="Rectangle 266">
              <a:extLst>
                <a:ext uri="{FF2B5EF4-FFF2-40B4-BE49-F238E27FC236}">
                  <a16:creationId xmlns:a16="http://schemas.microsoft.com/office/drawing/2014/main" id="{C3D65342-7060-F94F-AC97-998A3982A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449"/>
              <a:ext cx="194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56685" name="Group 267">
            <a:extLst>
              <a:ext uri="{FF2B5EF4-FFF2-40B4-BE49-F238E27FC236}">
                <a16:creationId xmlns:a16="http://schemas.microsoft.com/office/drawing/2014/main" id="{2AB93D5D-DC84-FF4A-8847-FFD81C776151}"/>
              </a:ext>
            </a:extLst>
          </p:cNvPr>
          <p:cNvGrpSpPr>
            <a:grpSpLocks/>
          </p:cNvGrpSpPr>
          <p:nvPr/>
        </p:nvGrpSpPr>
        <p:grpSpPr bwMode="auto">
          <a:xfrm>
            <a:off x="635000" y="2208213"/>
            <a:ext cx="7075488" cy="641350"/>
            <a:chOff x="567" y="2112"/>
            <a:chExt cx="4457" cy="404"/>
          </a:xfrm>
        </p:grpSpPr>
        <p:grpSp>
          <p:nvGrpSpPr>
            <p:cNvPr id="156687" name="Group 268">
              <a:extLst>
                <a:ext uri="{FF2B5EF4-FFF2-40B4-BE49-F238E27FC236}">
                  <a16:creationId xmlns:a16="http://schemas.microsoft.com/office/drawing/2014/main" id="{43049CDC-C262-E948-96AB-A7CAEAF76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7" y="2112"/>
              <a:ext cx="3977" cy="404"/>
              <a:chOff x="1047" y="2112"/>
              <a:chExt cx="3977" cy="404"/>
            </a:xfrm>
          </p:grpSpPr>
          <p:grpSp>
            <p:nvGrpSpPr>
              <p:cNvPr id="156689" name="Group 269">
                <a:extLst>
                  <a:ext uri="{FF2B5EF4-FFF2-40B4-BE49-F238E27FC236}">
                    <a16:creationId xmlns:a16="http://schemas.microsoft.com/office/drawing/2014/main" id="{51CD307C-044A-634A-B42E-1B437D4D25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8" y="2304"/>
                <a:ext cx="3832" cy="212"/>
                <a:chOff x="1108" y="2304"/>
                <a:chExt cx="3832" cy="212"/>
              </a:xfrm>
            </p:grpSpPr>
            <p:sp>
              <p:nvSpPr>
                <p:cNvPr id="156697" name="Rectangle 270">
                  <a:extLst>
                    <a:ext uri="{FF2B5EF4-FFF2-40B4-BE49-F238E27FC236}">
                      <a16:creationId xmlns:a16="http://schemas.microsoft.com/office/drawing/2014/main" id="{77BCD6F6-04F4-6942-AFB7-748A130C20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2312"/>
                  <a:ext cx="382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56698" name="Group 271">
                  <a:extLst>
                    <a:ext uri="{FF2B5EF4-FFF2-40B4-BE49-F238E27FC236}">
                      <a16:creationId xmlns:a16="http://schemas.microsoft.com/office/drawing/2014/main" id="{334DE52C-A903-6F4F-8986-269897B7A9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08" y="2304"/>
                  <a:ext cx="3832" cy="212"/>
                  <a:chOff x="1108" y="2304"/>
                  <a:chExt cx="3832" cy="212"/>
                </a:xfrm>
              </p:grpSpPr>
              <p:grpSp>
                <p:nvGrpSpPr>
                  <p:cNvPr id="156699" name="Group 272">
                    <a:extLst>
                      <a:ext uri="{FF2B5EF4-FFF2-40B4-BE49-F238E27FC236}">
                        <a16:creationId xmlns:a16="http://schemas.microsoft.com/office/drawing/2014/main" id="{C3DE18F0-B1C3-7643-BF33-F80D2FA737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08" y="2304"/>
                    <a:ext cx="695" cy="210"/>
                    <a:chOff x="1108" y="2304"/>
                    <a:chExt cx="695" cy="210"/>
                  </a:xfrm>
                </p:grpSpPr>
                <p:sp>
                  <p:nvSpPr>
                    <p:cNvPr id="156715" name="Rectangle 273">
                      <a:extLst>
                        <a:ext uri="{FF2B5EF4-FFF2-40B4-BE49-F238E27FC236}">
                          <a16:creationId xmlns:a16="http://schemas.microsoft.com/office/drawing/2014/main" id="{D7A8725F-5AC7-EA42-9EA1-4EF35C7BC6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8" y="2308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56716" name="Rectangle 274">
                      <a:extLst>
                        <a:ext uri="{FF2B5EF4-FFF2-40B4-BE49-F238E27FC236}">
                          <a16:creationId xmlns:a16="http://schemas.microsoft.com/office/drawing/2014/main" id="{9B17E222-8536-D746-B229-8BED3485320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05" y="2304"/>
                      <a:ext cx="498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000000</a:t>
                      </a:r>
                    </a:p>
                  </p:txBody>
                </p:sp>
              </p:grpSp>
              <p:grpSp>
                <p:nvGrpSpPr>
                  <p:cNvPr id="156700" name="Group 275">
                    <a:extLst>
                      <a:ext uri="{FF2B5EF4-FFF2-40B4-BE49-F238E27FC236}">
                        <a16:creationId xmlns:a16="http://schemas.microsoft.com/office/drawing/2014/main" id="{4F688B9A-E7F8-B64C-8F2C-CF78976102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80" y="2304"/>
                    <a:ext cx="616" cy="210"/>
                    <a:chOff x="1780" y="2304"/>
                    <a:chExt cx="616" cy="210"/>
                  </a:xfrm>
                </p:grpSpPr>
                <p:sp>
                  <p:nvSpPr>
                    <p:cNvPr id="156713" name="Rectangle 276">
                      <a:extLst>
                        <a:ext uri="{FF2B5EF4-FFF2-40B4-BE49-F238E27FC236}">
                          <a16:creationId xmlns:a16="http://schemas.microsoft.com/office/drawing/2014/main" id="{BF684D80-028B-1747-8B29-F40586F1E7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80" y="230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56714" name="Rectangle 277">
                      <a:extLst>
                        <a:ext uri="{FF2B5EF4-FFF2-40B4-BE49-F238E27FC236}">
                          <a16:creationId xmlns:a16="http://schemas.microsoft.com/office/drawing/2014/main" id="{1D4D4A64-90D8-1C45-94BC-978EAF0CB3A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59" y="2304"/>
                      <a:ext cx="235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156701" name="Group 278">
                    <a:extLst>
                      <a:ext uri="{FF2B5EF4-FFF2-40B4-BE49-F238E27FC236}">
                        <a16:creationId xmlns:a16="http://schemas.microsoft.com/office/drawing/2014/main" id="{F4D25B79-D50B-734B-BC27-B3980664E94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04" y="2304"/>
                    <a:ext cx="616" cy="210"/>
                    <a:chOff x="2404" y="2304"/>
                    <a:chExt cx="616" cy="210"/>
                  </a:xfrm>
                </p:grpSpPr>
                <p:sp>
                  <p:nvSpPr>
                    <p:cNvPr id="156711" name="Rectangle 279">
                      <a:extLst>
                        <a:ext uri="{FF2B5EF4-FFF2-40B4-BE49-F238E27FC236}">
                          <a16:creationId xmlns:a16="http://schemas.microsoft.com/office/drawing/2014/main" id="{7833A320-E7FE-694C-B45E-1A95F3528C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4" y="230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56712" name="Rectangle 280">
                      <a:extLst>
                        <a:ext uri="{FF2B5EF4-FFF2-40B4-BE49-F238E27FC236}">
                          <a16:creationId xmlns:a16="http://schemas.microsoft.com/office/drawing/2014/main" id="{8EEB3951-6E48-3C40-BF78-F70DAA7860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83" y="2304"/>
                      <a:ext cx="207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156702" name="Group 281">
                    <a:extLst>
                      <a:ext uri="{FF2B5EF4-FFF2-40B4-BE49-F238E27FC236}">
                        <a16:creationId xmlns:a16="http://schemas.microsoft.com/office/drawing/2014/main" id="{4AA73021-0FCB-1D4F-BD50-CCDA553F2EE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28" y="2304"/>
                    <a:ext cx="616" cy="210"/>
                    <a:chOff x="3028" y="2304"/>
                    <a:chExt cx="616" cy="210"/>
                  </a:xfrm>
                </p:grpSpPr>
                <p:sp>
                  <p:nvSpPr>
                    <p:cNvPr id="156709" name="Rectangle 282">
                      <a:extLst>
                        <a:ext uri="{FF2B5EF4-FFF2-40B4-BE49-F238E27FC236}">
                          <a16:creationId xmlns:a16="http://schemas.microsoft.com/office/drawing/2014/main" id="{8CC7B344-7050-7745-924D-E2F637BEED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28" y="230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56710" name="Rectangle 283">
                      <a:extLst>
                        <a:ext uri="{FF2B5EF4-FFF2-40B4-BE49-F238E27FC236}">
                          <a16:creationId xmlns:a16="http://schemas.microsoft.com/office/drawing/2014/main" id="{0E9862B6-7569-7F47-8963-357467A2972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07" y="2304"/>
                      <a:ext cx="242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156703" name="Group 284">
                    <a:extLst>
                      <a:ext uri="{FF2B5EF4-FFF2-40B4-BE49-F238E27FC236}">
                        <a16:creationId xmlns:a16="http://schemas.microsoft.com/office/drawing/2014/main" id="{71D39973-EDCC-5440-9058-34FC10F899B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52" y="2304"/>
                    <a:ext cx="616" cy="210"/>
                    <a:chOff x="3652" y="2304"/>
                    <a:chExt cx="616" cy="210"/>
                  </a:xfrm>
                </p:grpSpPr>
                <p:sp>
                  <p:nvSpPr>
                    <p:cNvPr id="156707" name="Rectangle 285">
                      <a:extLst>
                        <a:ext uri="{FF2B5EF4-FFF2-40B4-BE49-F238E27FC236}">
                          <a16:creationId xmlns:a16="http://schemas.microsoft.com/office/drawing/2014/main" id="{AD158A47-8B10-6C4C-B489-4C25323A7B8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52" y="2308"/>
                      <a:ext cx="616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56708" name="Rectangle 286">
                      <a:extLst>
                        <a:ext uri="{FF2B5EF4-FFF2-40B4-BE49-F238E27FC236}">
                          <a16:creationId xmlns:a16="http://schemas.microsoft.com/office/drawing/2014/main" id="{1000AFC5-7B02-9D48-AD23-86514CF78FB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5" y="2304"/>
                      <a:ext cx="491" cy="2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156704" name="Group 287">
                    <a:extLst>
                      <a:ext uri="{FF2B5EF4-FFF2-40B4-BE49-F238E27FC236}">
                        <a16:creationId xmlns:a16="http://schemas.microsoft.com/office/drawing/2014/main" id="{3C3357F4-C5C0-8F4D-974B-E0647968152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276" y="2304"/>
                    <a:ext cx="664" cy="212"/>
                    <a:chOff x="4276" y="2304"/>
                    <a:chExt cx="664" cy="212"/>
                  </a:xfrm>
                </p:grpSpPr>
                <p:sp>
                  <p:nvSpPr>
                    <p:cNvPr id="156705" name="Rectangle 288">
                      <a:extLst>
                        <a:ext uri="{FF2B5EF4-FFF2-40B4-BE49-F238E27FC236}">
                          <a16:creationId xmlns:a16="http://schemas.microsoft.com/office/drawing/2014/main" id="{713A8577-FD69-9E48-87AA-7EB369B3D98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76" y="2308"/>
                      <a:ext cx="66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56706" name="Rectangle 289">
                      <a:extLst>
                        <a:ext uri="{FF2B5EF4-FFF2-40B4-BE49-F238E27FC236}">
                          <a16:creationId xmlns:a16="http://schemas.microsoft.com/office/drawing/2014/main" id="{D976BB91-B9FD-C946-A27F-E6DAB3A120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73" y="2304"/>
                      <a:ext cx="38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>
                          <a:solidFill>
                            <a:schemeClr val="accent1"/>
                          </a:solidFill>
                          <a:ea typeface="宋体" panose="02010600030101010101" pitchFamily="2" charset="-122"/>
                          <a:hlinkClick r:id="rId3" action="ppaction://hlinksldjump"/>
                        </a:rPr>
                        <a:t>func</a:t>
                      </a:r>
                      <a:endParaRPr lang="en-US" altLang="zh-CN">
                        <a:solidFill>
                          <a:schemeClr val="accent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  <p:sp>
            <p:nvSpPr>
              <p:cNvPr id="156690" name="Rectangle 290">
                <a:extLst>
                  <a:ext uri="{FF2B5EF4-FFF2-40B4-BE49-F238E27FC236}">
                    <a16:creationId xmlns:a16="http://schemas.microsoft.com/office/drawing/2014/main" id="{FF4CC0DB-14CF-1647-AD1D-9380EBA94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9" y="2112"/>
                <a:ext cx="18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56691" name="Rectangle 291">
                <a:extLst>
                  <a:ext uri="{FF2B5EF4-FFF2-40B4-BE49-F238E27FC236}">
                    <a16:creationId xmlns:a16="http://schemas.microsoft.com/office/drawing/2014/main" id="{AC077A70-54EB-7549-8DFC-1BF6EE85D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2112"/>
                <a:ext cx="18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56692" name="Rectangle 292">
                <a:extLst>
                  <a:ext uri="{FF2B5EF4-FFF2-40B4-BE49-F238E27FC236}">
                    <a16:creationId xmlns:a16="http://schemas.microsoft.com/office/drawing/2014/main" id="{5AEFBE0E-AD7E-4E4C-B411-7F8ECA532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2112"/>
                <a:ext cx="25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156693" name="Rectangle 293">
                <a:extLst>
                  <a:ext uri="{FF2B5EF4-FFF2-40B4-BE49-F238E27FC236}">
                    <a16:creationId xmlns:a16="http://schemas.microsoft.com/office/drawing/2014/main" id="{89888B81-351E-E341-BA52-8FA373178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3" y="2112"/>
                <a:ext cx="25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156694" name="Rectangle 294">
                <a:extLst>
                  <a:ext uri="{FF2B5EF4-FFF2-40B4-BE49-F238E27FC236}">
                    <a16:creationId xmlns:a16="http://schemas.microsoft.com/office/drawing/2014/main" id="{65B789D5-998D-2440-9FE7-AA1BC2840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2112"/>
                <a:ext cx="25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156695" name="Rectangle 295">
                <a:extLst>
                  <a:ext uri="{FF2B5EF4-FFF2-40B4-BE49-F238E27FC236}">
                    <a16:creationId xmlns:a16="http://schemas.microsoft.com/office/drawing/2014/main" id="{270FB753-3BEC-5C4D-9999-22273FDA6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2112"/>
                <a:ext cx="25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156696" name="Rectangle 296">
                <a:extLst>
                  <a:ext uri="{FF2B5EF4-FFF2-40B4-BE49-F238E27FC236}">
                    <a16:creationId xmlns:a16="http://schemas.microsoft.com/office/drawing/2014/main" id="{284D80AC-198E-2B4E-A628-D6CABAAEC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" y="2112"/>
                <a:ext cx="25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156688" name="Rectangle 297">
              <a:extLst>
                <a:ext uri="{FF2B5EF4-FFF2-40B4-BE49-F238E27FC236}">
                  <a16:creationId xmlns:a16="http://schemas.microsoft.com/office/drawing/2014/main" id="{4AB55F0D-B296-FA43-9493-CA7ACA8F7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304"/>
              <a:ext cx="5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R-type</a:t>
              </a:r>
            </a:p>
          </p:txBody>
        </p:sp>
      </p:grpSp>
      <p:sp>
        <p:nvSpPr>
          <p:cNvPr id="156686" name="Line 298">
            <a:extLst>
              <a:ext uri="{FF2B5EF4-FFF2-40B4-BE49-F238E27FC236}">
                <a16:creationId xmlns:a16="http://schemas.microsoft.com/office/drawing/2014/main" id="{0472A7D2-84D8-8F42-B289-1F5F55EEE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2238" y="2767013"/>
            <a:ext cx="5434012" cy="579437"/>
          </a:xfrm>
          <a:prstGeom prst="line">
            <a:avLst/>
          </a:prstGeom>
          <a:noFill/>
          <a:ln w="50800">
            <a:solidFill>
              <a:srgbClr val="FE9AAB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5503A23F-80C3-904A-8C72-5AA2E5410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1350" y="207963"/>
            <a:ext cx="3327400" cy="422275"/>
          </a:xfrm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主控制单元的真值表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B47790B0-1E11-5146-983C-6B843D921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2438400"/>
            <a:ext cx="892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158724" name="Rectangle 4">
            <a:extLst>
              <a:ext uri="{FF2B5EF4-FFF2-40B4-BE49-F238E27FC236}">
                <a16:creationId xmlns:a16="http://schemas.microsoft.com/office/drawing/2014/main" id="{1EA62D99-E90C-7442-A5F8-8EA4FE3E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24384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158725" name="Rectangle 5">
            <a:extLst>
              <a:ext uri="{FF2B5EF4-FFF2-40B4-BE49-F238E27FC236}">
                <a16:creationId xmlns:a16="http://schemas.microsoft.com/office/drawing/2014/main" id="{8D641AF2-E4E2-C048-85E6-C50A5CFB3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7913" y="24257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lw</a:t>
            </a:r>
          </a:p>
        </p:txBody>
      </p:sp>
      <p:sp>
        <p:nvSpPr>
          <p:cNvPr id="158726" name="Rectangle 6">
            <a:extLst>
              <a:ext uri="{FF2B5EF4-FFF2-40B4-BE49-F238E27FC236}">
                <a16:creationId xmlns:a16="http://schemas.microsoft.com/office/drawing/2014/main" id="{713CB381-6DF2-8A40-A76C-26BEE2B1C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24384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158727" name="Rectangle 7">
            <a:extLst>
              <a:ext uri="{FF2B5EF4-FFF2-40B4-BE49-F238E27FC236}">
                <a16:creationId xmlns:a16="http://schemas.microsoft.com/office/drawing/2014/main" id="{A6A9AAB2-F3D0-424B-A8C8-C59C60979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2438400"/>
            <a:ext cx="587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158728" name="Rectangle 8">
            <a:extLst>
              <a:ext uri="{FF2B5EF4-FFF2-40B4-BE49-F238E27FC236}">
                <a16:creationId xmlns:a16="http://schemas.microsoft.com/office/drawing/2014/main" id="{8319C2EC-3A08-9C4F-B8BC-A84FF83A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2438400"/>
            <a:ext cx="727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58729" name="Rectangle 9">
            <a:extLst>
              <a:ext uri="{FF2B5EF4-FFF2-40B4-BE49-F238E27FC236}">
                <a16:creationId xmlns:a16="http://schemas.microsoft.com/office/drawing/2014/main" id="{1F048942-6D43-054C-AC48-142FC4E51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274320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58730" name="Rectangle 10">
            <a:extLst>
              <a:ext uri="{FF2B5EF4-FFF2-40B4-BE49-F238E27FC236}">
                <a16:creationId xmlns:a16="http://schemas.microsoft.com/office/drawing/2014/main" id="{9F12738A-33A2-1448-8506-30AEF7E3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048000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58731" name="Rectangle 11">
            <a:extLst>
              <a:ext uri="{FF2B5EF4-FFF2-40B4-BE49-F238E27FC236}">
                <a16:creationId xmlns:a16="http://schemas.microsoft.com/office/drawing/2014/main" id="{A3D0B5FB-F978-DD43-8479-976F87AAA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352800"/>
            <a:ext cx="1349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158732" name="Rectangle 12">
            <a:extLst>
              <a:ext uri="{FF2B5EF4-FFF2-40B4-BE49-F238E27FC236}">
                <a16:creationId xmlns:a16="http://schemas.microsoft.com/office/drawing/2014/main" id="{4EAF3E77-117F-1C4B-B3F1-AB6F02E43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657600"/>
            <a:ext cx="1184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RegWrite</a:t>
            </a:r>
          </a:p>
        </p:txBody>
      </p:sp>
      <p:sp>
        <p:nvSpPr>
          <p:cNvPr id="158733" name="Rectangle 13">
            <a:extLst>
              <a:ext uri="{FF2B5EF4-FFF2-40B4-BE49-F238E27FC236}">
                <a16:creationId xmlns:a16="http://schemas.microsoft.com/office/drawing/2014/main" id="{BC2F1986-E4E5-C940-836C-E54E169B5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962400"/>
            <a:ext cx="1273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MemWrite</a:t>
            </a:r>
          </a:p>
        </p:txBody>
      </p:sp>
      <p:sp>
        <p:nvSpPr>
          <p:cNvPr id="158734" name="Rectangle 14">
            <a:extLst>
              <a:ext uri="{FF2B5EF4-FFF2-40B4-BE49-F238E27FC236}">
                <a16:creationId xmlns:a16="http://schemas.microsoft.com/office/drawing/2014/main" id="{AA10B308-10D2-F146-946F-87F81694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267200"/>
            <a:ext cx="968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58735" name="Rectangle 15">
            <a:extLst>
              <a:ext uri="{FF2B5EF4-FFF2-40B4-BE49-F238E27FC236}">
                <a16:creationId xmlns:a16="http://schemas.microsoft.com/office/drawing/2014/main" id="{C9E6926B-E537-9943-8A0A-112D637A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572000"/>
            <a:ext cx="790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58736" name="Rectangle 16">
            <a:extLst>
              <a:ext uri="{FF2B5EF4-FFF2-40B4-BE49-F238E27FC236}">
                <a16:creationId xmlns:a16="http://schemas.microsoft.com/office/drawing/2014/main" id="{B921DA2E-972C-564E-AC49-D2561ED5F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876800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58737" name="Rectangle 17">
            <a:extLst>
              <a:ext uri="{FF2B5EF4-FFF2-40B4-BE49-F238E27FC236}">
                <a16:creationId xmlns:a16="http://schemas.microsoft.com/office/drawing/2014/main" id="{AC13ECE3-A5EE-A446-8324-CCB247864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5181600"/>
            <a:ext cx="1006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</p:txBody>
      </p:sp>
      <p:sp>
        <p:nvSpPr>
          <p:cNvPr id="158738" name="Line 18">
            <a:extLst>
              <a:ext uri="{FF2B5EF4-FFF2-40B4-BE49-F238E27FC236}">
                <a16:creationId xmlns:a16="http://schemas.microsoft.com/office/drawing/2014/main" id="{8A96DAD6-8240-C844-8A83-957D120836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30480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39" name="Line 19">
            <a:extLst>
              <a:ext uri="{FF2B5EF4-FFF2-40B4-BE49-F238E27FC236}">
                <a16:creationId xmlns:a16="http://schemas.microsoft.com/office/drawing/2014/main" id="{F34ECA9F-6984-994C-97D4-980B21480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33528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0" name="Line 20">
            <a:extLst>
              <a:ext uri="{FF2B5EF4-FFF2-40B4-BE49-F238E27FC236}">
                <a16:creationId xmlns:a16="http://schemas.microsoft.com/office/drawing/2014/main" id="{53B81343-8A64-4846-A791-3940996B4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36576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1" name="Line 21">
            <a:extLst>
              <a:ext uri="{FF2B5EF4-FFF2-40B4-BE49-F238E27FC236}">
                <a16:creationId xmlns:a16="http://schemas.microsoft.com/office/drawing/2014/main" id="{D6141A4C-7421-1A43-ABD9-F208800F83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39624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2" name="Line 22">
            <a:extLst>
              <a:ext uri="{FF2B5EF4-FFF2-40B4-BE49-F238E27FC236}">
                <a16:creationId xmlns:a16="http://schemas.microsoft.com/office/drawing/2014/main" id="{0932F847-601D-AE48-909E-5BD972734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42672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3" name="Line 23">
            <a:extLst>
              <a:ext uri="{FF2B5EF4-FFF2-40B4-BE49-F238E27FC236}">
                <a16:creationId xmlns:a16="http://schemas.microsoft.com/office/drawing/2014/main" id="{2759B46F-AC3E-FB4F-9400-8A30FDF25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45720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4" name="Line 24">
            <a:extLst>
              <a:ext uri="{FF2B5EF4-FFF2-40B4-BE49-F238E27FC236}">
                <a16:creationId xmlns:a16="http://schemas.microsoft.com/office/drawing/2014/main" id="{F580E1A1-EF85-4643-A10A-EFFE6B104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48768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5" name="Line 25">
            <a:extLst>
              <a:ext uri="{FF2B5EF4-FFF2-40B4-BE49-F238E27FC236}">
                <a16:creationId xmlns:a16="http://schemas.microsoft.com/office/drawing/2014/main" id="{E7309755-EC56-994C-AF0C-6B2524167A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51816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6" name="Line 26">
            <a:extLst>
              <a:ext uri="{FF2B5EF4-FFF2-40B4-BE49-F238E27FC236}">
                <a16:creationId xmlns:a16="http://schemas.microsoft.com/office/drawing/2014/main" id="{92FC0A4A-699F-2F40-BC2B-A545E736F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7432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7" name="Line 27">
            <a:extLst>
              <a:ext uri="{FF2B5EF4-FFF2-40B4-BE49-F238E27FC236}">
                <a16:creationId xmlns:a16="http://schemas.microsoft.com/office/drawing/2014/main" id="{B0A2A2B5-D7EB-CC4E-AF5E-FB40DCE63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54864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8" name="Line 28">
            <a:extLst>
              <a:ext uri="{FF2B5EF4-FFF2-40B4-BE49-F238E27FC236}">
                <a16:creationId xmlns:a16="http://schemas.microsoft.com/office/drawing/2014/main" id="{1EE13E99-F573-4047-B581-24F4A9D62F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30500" y="2425700"/>
            <a:ext cx="12700" cy="426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49" name="Line 29">
            <a:extLst>
              <a:ext uri="{FF2B5EF4-FFF2-40B4-BE49-F238E27FC236}">
                <a16:creationId xmlns:a16="http://schemas.microsoft.com/office/drawing/2014/main" id="{F65CBBD8-CDC9-BD4D-807E-FDFD79601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4384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0" name="Line 30">
            <a:extLst>
              <a:ext uri="{FF2B5EF4-FFF2-40B4-BE49-F238E27FC236}">
                <a16:creationId xmlns:a16="http://schemas.microsoft.com/office/drawing/2014/main" id="{5459BC78-578E-D84B-BB84-AAABFE531C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8100" y="2425700"/>
            <a:ext cx="12700" cy="4248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1" name="Line 31">
            <a:extLst>
              <a:ext uri="{FF2B5EF4-FFF2-40B4-BE49-F238E27FC236}">
                <a16:creationId xmlns:a16="http://schemas.microsoft.com/office/drawing/2014/main" id="{E3D01893-09B2-F047-B7BD-F38E6C1775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8213" y="2425700"/>
            <a:ext cx="14287" cy="42195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2" name="Line 32">
            <a:extLst>
              <a:ext uri="{FF2B5EF4-FFF2-40B4-BE49-F238E27FC236}">
                <a16:creationId xmlns:a16="http://schemas.microsoft.com/office/drawing/2014/main" id="{516CD6F2-C070-D84C-898D-C23ECBF58D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3400" y="2413000"/>
            <a:ext cx="0" cy="4246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3" name="Line 33">
            <a:extLst>
              <a:ext uri="{FF2B5EF4-FFF2-40B4-BE49-F238E27FC236}">
                <a16:creationId xmlns:a16="http://schemas.microsoft.com/office/drawing/2014/main" id="{4AD96F4F-EE32-9348-8431-818912152B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1600" y="2425700"/>
            <a:ext cx="0" cy="426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4" name="Line 34">
            <a:extLst>
              <a:ext uri="{FF2B5EF4-FFF2-40B4-BE49-F238E27FC236}">
                <a16:creationId xmlns:a16="http://schemas.microsoft.com/office/drawing/2014/main" id="{ABC1BBD7-A8E2-B240-9B57-A75303D2B0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4400" y="2425700"/>
            <a:ext cx="0" cy="42195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5" name="Line 35">
            <a:extLst>
              <a:ext uri="{FF2B5EF4-FFF2-40B4-BE49-F238E27FC236}">
                <a16:creationId xmlns:a16="http://schemas.microsoft.com/office/drawing/2014/main" id="{BA5EB933-9E20-B142-B483-768BE9E1D6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62913" y="2425700"/>
            <a:ext cx="26987" cy="4262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6" name="Line 36">
            <a:extLst>
              <a:ext uri="{FF2B5EF4-FFF2-40B4-BE49-F238E27FC236}">
                <a16:creationId xmlns:a16="http://schemas.microsoft.com/office/drawing/2014/main" id="{4ECF0FE9-ACAD-0E46-B0BB-FAED381E97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90600" y="2425700"/>
            <a:ext cx="14288" cy="4262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57" name="Rectangle 37">
            <a:extLst>
              <a:ext uri="{FF2B5EF4-FFF2-40B4-BE49-F238E27FC236}">
                <a16:creationId xmlns:a16="http://schemas.microsoft.com/office/drawing/2014/main" id="{5EC24664-001C-B94C-8518-AAE2A003C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2743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58" name="Rectangle 38">
            <a:extLst>
              <a:ext uri="{FF2B5EF4-FFF2-40B4-BE49-F238E27FC236}">
                <a16:creationId xmlns:a16="http://schemas.microsoft.com/office/drawing/2014/main" id="{C3C605BD-C305-3348-B3CA-2FEB1693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3048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59" name="Rectangle 39">
            <a:extLst>
              <a:ext uri="{FF2B5EF4-FFF2-40B4-BE49-F238E27FC236}">
                <a16:creationId xmlns:a16="http://schemas.microsoft.com/office/drawing/2014/main" id="{A607E7EA-8E83-1C4C-9D3F-661F5552D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3352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60" name="Rectangle 40">
            <a:extLst>
              <a:ext uri="{FF2B5EF4-FFF2-40B4-BE49-F238E27FC236}">
                <a16:creationId xmlns:a16="http://schemas.microsoft.com/office/drawing/2014/main" id="{486A9144-D515-BD4A-B2A1-985ECADD0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3657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61" name="Rectangle 41">
            <a:extLst>
              <a:ext uri="{FF2B5EF4-FFF2-40B4-BE49-F238E27FC236}">
                <a16:creationId xmlns:a16="http://schemas.microsoft.com/office/drawing/2014/main" id="{8B8D0453-B9CD-FD48-A91E-A5A8C80A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3962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62" name="Rectangle 42">
            <a:extLst>
              <a:ext uri="{FF2B5EF4-FFF2-40B4-BE49-F238E27FC236}">
                <a16:creationId xmlns:a16="http://schemas.microsoft.com/office/drawing/2014/main" id="{E762B149-7F28-5F4B-95D0-3B6311CC7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267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63" name="Rectangle 43">
            <a:extLst>
              <a:ext uri="{FF2B5EF4-FFF2-40B4-BE49-F238E27FC236}">
                <a16:creationId xmlns:a16="http://schemas.microsoft.com/office/drawing/2014/main" id="{67165A99-7C5E-9B42-A2C7-C3D39E86D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572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64" name="Rectangle 44">
            <a:extLst>
              <a:ext uri="{FF2B5EF4-FFF2-40B4-BE49-F238E27FC236}">
                <a16:creationId xmlns:a16="http://schemas.microsoft.com/office/drawing/2014/main" id="{5CF67659-E612-4149-AA7B-4BBE1B7B2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3" y="4876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765" name="Rectangle 45">
            <a:extLst>
              <a:ext uri="{FF2B5EF4-FFF2-40B4-BE49-F238E27FC236}">
                <a16:creationId xmlns:a16="http://schemas.microsoft.com/office/drawing/2014/main" id="{D8261B71-A4C1-AE43-8B3B-AC8D1D1A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5181600"/>
            <a:ext cx="9937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R-type</a:t>
            </a:r>
            <a:r>
              <a:rPr lang="en-US" altLang="zh-CN" b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</a:p>
        </p:txBody>
      </p:sp>
      <p:sp>
        <p:nvSpPr>
          <p:cNvPr id="158766" name="Rectangle 46">
            <a:extLst>
              <a:ext uri="{FF2B5EF4-FFF2-40B4-BE49-F238E27FC236}">
                <a16:creationId xmlns:a16="http://schemas.microsoft.com/office/drawing/2014/main" id="{C4DB6A55-A624-4B49-8053-A518A85CD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2743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67" name="Rectangle 47">
            <a:extLst>
              <a:ext uri="{FF2B5EF4-FFF2-40B4-BE49-F238E27FC236}">
                <a16:creationId xmlns:a16="http://schemas.microsoft.com/office/drawing/2014/main" id="{302F8066-93C0-CB4B-8F46-19FDC81B6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3048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68" name="Rectangle 48">
            <a:extLst>
              <a:ext uri="{FF2B5EF4-FFF2-40B4-BE49-F238E27FC236}">
                <a16:creationId xmlns:a16="http://schemas.microsoft.com/office/drawing/2014/main" id="{E9D6A625-E676-3348-90DB-23ACF477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3352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69" name="Rectangle 49">
            <a:extLst>
              <a:ext uri="{FF2B5EF4-FFF2-40B4-BE49-F238E27FC236}">
                <a16:creationId xmlns:a16="http://schemas.microsoft.com/office/drawing/2014/main" id="{2695DB1E-4CAA-764C-AA91-CAFC26D9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3657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70" name="Rectangle 50">
            <a:extLst>
              <a:ext uri="{FF2B5EF4-FFF2-40B4-BE49-F238E27FC236}">
                <a16:creationId xmlns:a16="http://schemas.microsoft.com/office/drawing/2014/main" id="{3E0E5ACF-B44D-EF45-9951-53D42ABB1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3962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71" name="Rectangle 51">
            <a:extLst>
              <a:ext uri="{FF2B5EF4-FFF2-40B4-BE49-F238E27FC236}">
                <a16:creationId xmlns:a16="http://schemas.microsoft.com/office/drawing/2014/main" id="{D72FB941-1252-724F-AD6F-E340286D9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4267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72" name="Rectangle 52">
            <a:extLst>
              <a:ext uri="{FF2B5EF4-FFF2-40B4-BE49-F238E27FC236}">
                <a16:creationId xmlns:a16="http://schemas.microsoft.com/office/drawing/2014/main" id="{18F5C288-5868-544B-B477-67580157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4572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73" name="Rectangle 53">
            <a:extLst>
              <a:ext uri="{FF2B5EF4-FFF2-40B4-BE49-F238E27FC236}">
                <a16:creationId xmlns:a16="http://schemas.microsoft.com/office/drawing/2014/main" id="{C2E12BC1-13F9-154C-92E8-29FFFD15A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4876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74" name="Rectangle 54">
            <a:extLst>
              <a:ext uri="{FF2B5EF4-FFF2-40B4-BE49-F238E27FC236}">
                <a16:creationId xmlns:a16="http://schemas.microsoft.com/office/drawing/2014/main" id="{2FF2618E-1EE1-5C44-A105-356B50127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5181600"/>
            <a:ext cx="419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Or</a:t>
            </a:r>
          </a:p>
        </p:txBody>
      </p:sp>
      <p:sp>
        <p:nvSpPr>
          <p:cNvPr id="158775" name="Rectangle 55">
            <a:extLst>
              <a:ext uri="{FF2B5EF4-FFF2-40B4-BE49-F238E27FC236}">
                <a16:creationId xmlns:a16="http://schemas.microsoft.com/office/drawing/2014/main" id="{055C9005-A74C-D349-9443-AB36ADE56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27305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76" name="Rectangle 56">
            <a:extLst>
              <a:ext uri="{FF2B5EF4-FFF2-40B4-BE49-F238E27FC236}">
                <a16:creationId xmlns:a16="http://schemas.microsoft.com/office/drawing/2014/main" id="{D9245780-6E10-1343-9CDD-D6304B12D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0353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77" name="Rectangle 57">
            <a:extLst>
              <a:ext uri="{FF2B5EF4-FFF2-40B4-BE49-F238E27FC236}">
                <a16:creationId xmlns:a16="http://schemas.microsoft.com/office/drawing/2014/main" id="{70D95BAD-9618-704D-9D88-5E8A0CDCB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340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78" name="Rectangle 58">
            <a:extLst>
              <a:ext uri="{FF2B5EF4-FFF2-40B4-BE49-F238E27FC236}">
                <a16:creationId xmlns:a16="http://schemas.microsoft.com/office/drawing/2014/main" id="{CFE521AB-BD98-6747-ABF8-8EB18897E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6449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79" name="Rectangle 59">
            <a:extLst>
              <a:ext uri="{FF2B5EF4-FFF2-40B4-BE49-F238E27FC236}">
                <a16:creationId xmlns:a16="http://schemas.microsoft.com/office/drawing/2014/main" id="{42A9280D-25B8-004F-8CF5-C4CA1DC8F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9497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80" name="Rectangle 60">
            <a:extLst>
              <a:ext uri="{FF2B5EF4-FFF2-40B4-BE49-F238E27FC236}">
                <a16:creationId xmlns:a16="http://schemas.microsoft.com/office/drawing/2014/main" id="{952D5B1F-ED93-CB4E-8929-4CCE20D10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42545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81" name="Rectangle 61">
            <a:extLst>
              <a:ext uri="{FF2B5EF4-FFF2-40B4-BE49-F238E27FC236}">
                <a16:creationId xmlns:a16="http://schemas.microsoft.com/office/drawing/2014/main" id="{F855962D-C3C0-A647-838F-257CD028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45593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82" name="Rectangle 62">
            <a:extLst>
              <a:ext uri="{FF2B5EF4-FFF2-40B4-BE49-F238E27FC236}">
                <a16:creationId xmlns:a16="http://schemas.microsoft.com/office/drawing/2014/main" id="{966D6560-0A8B-364C-A57F-8BB9B76AE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4864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83" name="Rectangle 63">
            <a:extLst>
              <a:ext uri="{FF2B5EF4-FFF2-40B4-BE49-F238E27FC236}">
                <a16:creationId xmlns:a16="http://schemas.microsoft.com/office/drawing/2014/main" id="{62DB1814-4417-304F-AC2A-DF454D1C5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7913" y="5168900"/>
            <a:ext cx="698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Addu</a:t>
            </a:r>
          </a:p>
        </p:txBody>
      </p:sp>
      <p:sp>
        <p:nvSpPr>
          <p:cNvPr id="158784" name="Rectangle 64">
            <a:extLst>
              <a:ext uri="{FF2B5EF4-FFF2-40B4-BE49-F238E27FC236}">
                <a16:creationId xmlns:a16="http://schemas.microsoft.com/office/drawing/2014/main" id="{C41D48CD-541D-E342-B928-DAFE229A3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2743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785" name="Rectangle 65">
            <a:extLst>
              <a:ext uri="{FF2B5EF4-FFF2-40B4-BE49-F238E27FC236}">
                <a16:creationId xmlns:a16="http://schemas.microsoft.com/office/drawing/2014/main" id="{CBFAC588-BD4E-C445-8A89-D80E7C3BA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048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86" name="Rectangle 66">
            <a:extLst>
              <a:ext uri="{FF2B5EF4-FFF2-40B4-BE49-F238E27FC236}">
                <a16:creationId xmlns:a16="http://schemas.microsoft.com/office/drawing/2014/main" id="{215699EB-5277-944E-AFBD-9539F8E83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352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787" name="Rectangle 67">
            <a:extLst>
              <a:ext uri="{FF2B5EF4-FFF2-40B4-BE49-F238E27FC236}">
                <a16:creationId xmlns:a16="http://schemas.microsoft.com/office/drawing/2014/main" id="{8EE79C1E-B1A0-E24A-90F9-DAB244B2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657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88" name="Rectangle 68">
            <a:extLst>
              <a:ext uri="{FF2B5EF4-FFF2-40B4-BE49-F238E27FC236}">
                <a16:creationId xmlns:a16="http://schemas.microsoft.com/office/drawing/2014/main" id="{29067AEF-D2C8-EE42-AB95-CD3743094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3962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89" name="Rectangle 69">
            <a:extLst>
              <a:ext uri="{FF2B5EF4-FFF2-40B4-BE49-F238E27FC236}">
                <a16:creationId xmlns:a16="http://schemas.microsoft.com/office/drawing/2014/main" id="{79CEBB7B-5B87-4944-BC84-D5DD49941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4267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90" name="Rectangle 70">
            <a:extLst>
              <a:ext uri="{FF2B5EF4-FFF2-40B4-BE49-F238E27FC236}">
                <a16:creationId xmlns:a16="http://schemas.microsoft.com/office/drawing/2014/main" id="{ADA618BC-497A-534A-B9A3-98F1D42DB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4572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91" name="Rectangle 71">
            <a:extLst>
              <a:ext uri="{FF2B5EF4-FFF2-40B4-BE49-F238E27FC236}">
                <a16:creationId xmlns:a16="http://schemas.microsoft.com/office/drawing/2014/main" id="{F1CC8225-3A66-694E-8AF9-2FE3F54B7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4876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92" name="Rectangle 72">
            <a:extLst>
              <a:ext uri="{FF2B5EF4-FFF2-40B4-BE49-F238E27FC236}">
                <a16:creationId xmlns:a16="http://schemas.microsoft.com/office/drawing/2014/main" id="{670947CE-EE60-7142-A299-B1D28F484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5181600"/>
            <a:ext cx="698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Addu</a:t>
            </a:r>
          </a:p>
        </p:txBody>
      </p:sp>
      <p:sp>
        <p:nvSpPr>
          <p:cNvPr id="158793" name="Rectangle 73">
            <a:extLst>
              <a:ext uri="{FF2B5EF4-FFF2-40B4-BE49-F238E27FC236}">
                <a16:creationId xmlns:a16="http://schemas.microsoft.com/office/drawing/2014/main" id="{9960AB29-E6F7-CC43-98CC-671D93033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2743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794" name="Rectangle 74">
            <a:extLst>
              <a:ext uri="{FF2B5EF4-FFF2-40B4-BE49-F238E27FC236}">
                <a16:creationId xmlns:a16="http://schemas.microsoft.com/office/drawing/2014/main" id="{8D016524-C8EB-3C4A-8D21-F2D82E069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048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95" name="Rectangle 75">
            <a:extLst>
              <a:ext uri="{FF2B5EF4-FFF2-40B4-BE49-F238E27FC236}">
                <a16:creationId xmlns:a16="http://schemas.microsoft.com/office/drawing/2014/main" id="{BDE2B1F7-8D41-984A-82B8-A1ED55DB6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352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796" name="Rectangle 76">
            <a:extLst>
              <a:ext uri="{FF2B5EF4-FFF2-40B4-BE49-F238E27FC236}">
                <a16:creationId xmlns:a16="http://schemas.microsoft.com/office/drawing/2014/main" id="{E2F5C888-EBD7-E049-BC12-995996E6C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657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97" name="Rectangle 77">
            <a:extLst>
              <a:ext uri="{FF2B5EF4-FFF2-40B4-BE49-F238E27FC236}">
                <a16:creationId xmlns:a16="http://schemas.microsoft.com/office/drawing/2014/main" id="{F47B2D07-B1A1-8B44-BC95-9EE01F3C9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962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798" name="Rectangle 78">
            <a:extLst>
              <a:ext uri="{FF2B5EF4-FFF2-40B4-BE49-F238E27FC236}">
                <a16:creationId xmlns:a16="http://schemas.microsoft.com/office/drawing/2014/main" id="{213DB6B8-A255-5C47-A24F-D4B7816C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267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99" name="Rectangle 79">
            <a:extLst>
              <a:ext uri="{FF2B5EF4-FFF2-40B4-BE49-F238E27FC236}">
                <a16:creationId xmlns:a16="http://schemas.microsoft.com/office/drawing/2014/main" id="{F6CB7ED2-6606-6B48-AF00-28001CA4F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572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00" name="Rectangle 80">
            <a:extLst>
              <a:ext uri="{FF2B5EF4-FFF2-40B4-BE49-F238E27FC236}">
                <a16:creationId xmlns:a16="http://schemas.microsoft.com/office/drawing/2014/main" id="{6C8D64EA-B82A-324C-A411-B844D2C0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76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01" name="Rectangle 81">
            <a:extLst>
              <a:ext uri="{FF2B5EF4-FFF2-40B4-BE49-F238E27FC236}">
                <a16:creationId xmlns:a16="http://schemas.microsoft.com/office/drawing/2014/main" id="{2C35465C-F79D-ED4A-85AC-9D8027BD5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5197475"/>
            <a:ext cx="687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Subu</a:t>
            </a:r>
          </a:p>
        </p:txBody>
      </p:sp>
      <p:sp>
        <p:nvSpPr>
          <p:cNvPr id="158802" name="Rectangle 82">
            <a:extLst>
              <a:ext uri="{FF2B5EF4-FFF2-40B4-BE49-F238E27FC236}">
                <a16:creationId xmlns:a16="http://schemas.microsoft.com/office/drawing/2014/main" id="{7EE3CBCB-7DA3-A542-BCE4-4E9C4E4E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2743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03" name="Rectangle 83">
            <a:extLst>
              <a:ext uri="{FF2B5EF4-FFF2-40B4-BE49-F238E27FC236}">
                <a16:creationId xmlns:a16="http://schemas.microsoft.com/office/drawing/2014/main" id="{3C831007-7286-B842-9493-3FB1ABB6D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3048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04" name="Rectangle 84">
            <a:extLst>
              <a:ext uri="{FF2B5EF4-FFF2-40B4-BE49-F238E27FC236}">
                <a16:creationId xmlns:a16="http://schemas.microsoft.com/office/drawing/2014/main" id="{CBE2EC8E-C7F5-9F42-BA9D-34E996081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3352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05" name="Rectangle 85">
            <a:extLst>
              <a:ext uri="{FF2B5EF4-FFF2-40B4-BE49-F238E27FC236}">
                <a16:creationId xmlns:a16="http://schemas.microsoft.com/office/drawing/2014/main" id="{32818B20-DECE-854E-A597-5F02E7DCA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3657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06" name="Rectangle 86">
            <a:extLst>
              <a:ext uri="{FF2B5EF4-FFF2-40B4-BE49-F238E27FC236}">
                <a16:creationId xmlns:a16="http://schemas.microsoft.com/office/drawing/2014/main" id="{19F25338-4D0E-6849-BED0-C77DEC6D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3962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07" name="Rectangle 87">
            <a:extLst>
              <a:ext uri="{FF2B5EF4-FFF2-40B4-BE49-F238E27FC236}">
                <a16:creationId xmlns:a16="http://schemas.microsoft.com/office/drawing/2014/main" id="{45BB658E-017E-CC4F-84D9-0E646B593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4267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08" name="Rectangle 88">
            <a:extLst>
              <a:ext uri="{FF2B5EF4-FFF2-40B4-BE49-F238E27FC236}">
                <a16:creationId xmlns:a16="http://schemas.microsoft.com/office/drawing/2014/main" id="{3A5D7C74-A0D5-3F47-A7B2-4EA16A1DD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4572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809" name="Rectangle 89">
            <a:extLst>
              <a:ext uri="{FF2B5EF4-FFF2-40B4-BE49-F238E27FC236}">
                <a16:creationId xmlns:a16="http://schemas.microsoft.com/office/drawing/2014/main" id="{63F24CC4-BBAE-554D-AF57-175C1C1C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48768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10" name="Rectangle 90">
            <a:extLst>
              <a:ext uri="{FF2B5EF4-FFF2-40B4-BE49-F238E27FC236}">
                <a16:creationId xmlns:a16="http://schemas.microsoft.com/office/drawing/2014/main" id="{91B19662-023B-5543-A41A-AB08B15B4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4413" y="51816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xxx</a:t>
            </a:r>
          </a:p>
        </p:txBody>
      </p:sp>
      <p:sp>
        <p:nvSpPr>
          <p:cNvPr id="158811" name="Line 91">
            <a:extLst>
              <a:ext uri="{FF2B5EF4-FFF2-40B4-BE49-F238E27FC236}">
                <a16:creationId xmlns:a16="http://schemas.microsoft.com/office/drawing/2014/main" id="{0FBD30CF-57E2-2948-9FDD-31EF89757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21336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12" name="Rectangle 92">
            <a:extLst>
              <a:ext uri="{FF2B5EF4-FFF2-40B4-BE49-F238E27FC236}">
                <a16:creationId xmlns:a16="http://schemas.microsoft.com/office/drawing/2014/main" id="{1ECA9475-62D2-6A45-BED2-989906C60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133600"/>
            <a:ext cx="460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158813" name="Rectangle 93">
            <a:extLst>
              <a:ext uri="{FF2B5EF4-FFF2-40B4-BE49-F238E27FC236}">
                <a16:creationId xmlns:a16="http://schemas.microsoft.com/office/drawing/2014/main" id="{4732AB20-8563-FF40-815F-630286783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21336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0000</a:t>
            </a:r>
          </a:p>
        </p:txBody>
      </p:sp>
      <p:sp>
        <p:nvSpPr>
          <p:cNvPr id="158814" name="Rectangle 94">
            <a:extLst>
              <a:ext uri="{FF2B5EF4-FFF2-40B4-BE49-F238E27FC236}">
                <a16:creationId xmlns:a16="http://schemas.microsoft.com/office/drawing/2014/main" id="{66E6F932-B30E-994A-B6E5-B2B27DF26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21336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1101</a:t>
            </a:r>
          </a:p>
        </p:txBody>
      </p:sp>
      <p:sp>
        <p:nvSpPr>
          <p:cNvPr id="158815" name="Rectangle 95">
            <a:extLst>
              <a:ext uri="{FF2B5EF4-FFF2-40B4-BE49-F238E27FC236}">
                <a16:creationId xmlns:a16="http://schemas.microsoft.com/office/drawing/2014/main" id="{A585016A-B0DB-5242-974C-37DFA665E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21209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0011</a:t>
            </a:r>
          </a:p>
        </p:txBody>
      </p:sp>
      <p:sp>
        <p:nvSpPr>
          <p:cNvPr id="158816" name="Rectangle 96">
            <a:extLst>
              <a:ext uri="{FF2B5EF4-FFF2-40B4-BE49-F238E27FC236}">
                <a16:creationId xmlns:a16="http://schemas.microsoft.com/office/drawing/2014/main" id="{B0EDD7EA-E379-1741-B77A-03BE61CE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21336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1011</a:t>
            </a:r>
          </a:p>
        </p:txBody>
      </p:sp>
      <p:sp>
        <p:nvSpPr>
          <p:cNvPr id="158817" name="Rectangle 97">
            <a:extLst>
              <a:ext uri="{FF2B5EF4-FFF2-40B4-BE49-F238E27FC236}">
                <a16:creationId xmlns:a16="http://schemas.microsoft.com/office/drawing/2014/main" id="{83059473-3D28-A94E-95EB-18B63770C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13" y="21336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0100</a:t>
            </a:r>
          </a:p>
        </p:txBody>
      </p:sp>
      <p:sp>
        <p:nvSpPr>
          <p:cNvPr id="158818" name="Rectangle 98">
            <a:extLst>
              <a:ext uri="{FF2B5EF4-FFF2-40B4-BE49-F238E27FC236}">
                <a16:creationId xmlns:a16="http://schemas.microsoft.com/office/drawing/2014/main" id="{47BA2C87-377F-114C-93D3-1CD3E2221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133600"/>
            <a:ext cx="1006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00 0010</a:t>
            </a:r>
          </a:p>
        </p:txBody>
      </p:sp>
      <p:sp>
        <p:nvSpPr>
          <p:cNvPr id="158819" name="Line 99">
            <a:extLst>
              <a:ext uri="{FF2B5EF4-FFF2-40B4-BE49-F238E27FC236}">
                <a16:creationId xmlns:a16="http://schemas.microsoft.com/office/drawing/2014/main" id="{938E1FC7-8261-A549-A89B-9B8A2B048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2500" y="2120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0" name="Line 100">
            <a:extLst>
              <a:ext uri="{FF2B5EF4-FFF2-40B4-BE49-F238E27FC236}">
                <a16:creationId xmlns:a16="http://schemas.microsoft.com/office/drawing/2014/main" id="{BFEA1994-567B-D246-9822-39AACCF77E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3400" y="21082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1" name="Line 101">
            <a:extLst>
              <a:ext uri="{FF2B5EF4-FFF2-40B4-BE49-F238E27FC236}">
                <a16:creationId xmlns:a16="http://schemas.microsoft.com/office/drawing/2014/main" id="{9C259D10-1BAB-0448-9ACE-2143F73CA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1600" y="2120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2" name="Line 102">
            <a:extLst>
              <a:ext uri="{FF2B5EF4-FFF2-40B4-BE49-F238E27FC236}">
                <a16:creationId xmlns:a16="http://schemas.microsoft.com/office/drawing/2014/main" id="{4867843B-C211-4249-8656-ED0E196551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4400" y="2120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3" name="Line 103">
            <a:extLst>
              <a:ext uri="{FF2B5EF4-FFF2-40B4-BE49-F238E27FC236}">
                <a16:creationId xmlns:a16="http://schemas.microsoft.com/office/drawing/2014/main" id="{6FD0BA40-E252-684A-9B70-162E4CE9F6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9900" y="2120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4" name="Line 104">
            <a:extLst>
              <a:ext uri="{FF2B5EF4-FFF2-40B4-BE49-F238E27FC236}">
                <a16:creationId xmlns:a16="http://schemas.microsoft.com/office/drawing/2014/main" id="{5180F648-FCA6-6C4E-86F5-11EC2CA99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120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5" name="Line 105">
            <a:extLst>
              <a:ext uri="{FF2B5EF4-FFF2-40B4-BE49-F238E27FC236}">
                <a16:creationId xmlns:a16="http://schemas.microsoft.com/office/drawing/2014/main" id="{540C318A-9A14-6D46-81FD-829FD9DE11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0800" y="2120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6" name="Rectangle 106">
            <a:extLst>
              <a:ext uri="{FF2B5EF4-FFF2-40B4-BE49-F238E27FC236}">
                <a16:creationId xmlns:a16="http://schemas.microsoft.com/office/drawing/2014/main" id="{67F40B0E-1E0F-2B4A-AB05-A3738329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5486400"/>
            <a:ext cx="1252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A50021"/>
                </a:solidFill>
                <a:ea typeface="宋体" panose="02010600030101010101" pitchFamily="2" charset="-122"/>
              </a:rPr>
              <a:t>ALUop &lt;2&gt;</a:t>
            </a:r>
          </a:p>
        </p:txBody>
      </p:sp>
      <p:sp>
        <p:nvSpPr>
          <p:cNvPr id="158827" name="Line 107">
            <a:extLst>
              <a:ext uri="{FF2B5EF4-FFF2-40B4-BE49-F238E27FC236}">
                <a16:creationId xmlns:a16="http://schemas.microsoft.com/office/drawing/2014/main" id="{045E5A31-51D6-9049-AB05-AF3AFB4C8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57912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28" name="Rectangle 108">
            <a:extLst>
              <a:ext uri="{FF2B5EF4-FFF2-40B4-BE49-F238E27FC236}">
                <a16:creationId xmlns:a16="http://schemas.microsoft.com/office/drawing/2014/main" id="{0DFF3667-F726-5440-8784-7A31A05E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5486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29" name="Rectangle 109">
            <a:extLst>
              <a:ext uri="{FF2B5EF4-FFF2-40B4-BE49-F238E27FC236}">
                <a16:creationId xmlns:a16="http://schemas.microsoft.com/office/drawing/2014/main" id="{537C723A-F972-3040-942D-B71120A57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5486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30" name="Rectangle 110">
            <a:extLst>
              <a:ext uri="{FF2B5EF4-FFF2-40B4-BE49-F238E27FC236}">
                <a16:creationId xmlns:a16="http://schemas.microsoft.com/office/drawing/2014/main" id="{8956425B-051B-CD46-9D38-952EC4612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54737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31" name="Rectangle 111">
            <a:extLst>
              <a:ext uri="{FF2B5EF4-FFF2-40B4-BE49-F238E27FC236}">
                <a16:creationId xmlns:a16="http://schemas.microsoft.com/office/drawing/2014/main" id="{5452BD93-0FA3-4A48-994A-A2403E40B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5486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32" name="Rectangle 112">
            <a:extLst>
              <a:ext uri="{FF2B5EF4-FFF2-40B4-BE49-F238E27FC236}">
                <a16:creationId xmlns:a16="http://schemas.microsoft.com/office/drawing/2014/main" id="{F31775BE-3A95-884C-AF2C-0559291D4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8" y="55022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833" name="Rectangle 113">
            <a:extLst>
              <a:ext uri="{FF2B5EF4-FFF2-40B4-BE49-F238E27FC236}">
                <a16:creationId xmlns:a16="http://schemas.microsoft.com/office/drawing/2014/main" id="{9267006C-B861-174B-A031-8D3674476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5486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34" name="Rectangle 114">
            <a:extLst>
              <a:ext uri="{FF2B5EF4-FFF2-40B4-BE49-F238E27FC236}">
                <a16:creationId xmlns:a16="http://schemas.microsoft.com/office/drawing/2014/main" id="{49C8559E-DE63-6A41-B16D-9828467BF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5791200"/>
            <a:ext cx="12461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A50021"/>
                </a:solidFill>
                <a:ea typeface="宋体" panose="02010600030101010101" pitchFamily="2" charset="-122"/>
              </a:rPr>
              <a:t>ALUop</a:t>
            </a:r>
            <a:r>
              <a:rPr lang="en-US" altLang="zh-CN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A50021"/>
                </a:solidFill>
                <a:ea typeface="宋体" panose="02010600030101010101" pitchFamily="2" charset="-122"/>
              </a:rPr>
              <a:t>&lt;1&gt;</a:t>
            </a:r>
          </a:p>
        </p:txBody>
      </p:sp>
      <p:sp>
        <p:nvSpPr>
          <p:cNvPr id="158835" name="Line 115">
            <a:extLst>
              <a:ext uri="{FF2B5EF4-FFF2-40B4-BE49-F238E27FC236}">
                <a16:creationId xmlns:a16="http://schemas.microsoft.com/office/drawing/2014/main" id="{0AA8BB68-7221-3C43-8776-1214F96DC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60960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36" name="Rectangle 116">
            <a:extLst>
              <a:ext uri="{FF2B5EF4-FFF2-40B4-BE49-F238E27FC236}">
                <a16:creationId xmlns:a16="http://schemas.microsoft.com/office/drawing/2014/main" id="{3891324C-B26D-7946-8861-FA20FB610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5791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37" name="Rectangle 117">
            <a:extLst>
              <a:ext uri="{FF2B5EF4-FFF2-40B4-BE49-F238E27FC236}">
                <a16:creationId xmlns:a16="http://schemas.microsoft.com/office/drawing/2014/main" id="{9DECAE2D-2F8B-7F45-BDDE-C1499071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5791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838" name="Rectangle 118">
            <a:extLst>
              <a:ext uri="{FF2B5EF4-FFF2-40B4-BE49-F238E27FC236}">
                <a16:creationId xmlns:a16="http://schemas.microsoft.com/office/drawing/2014/main" id="{843E9DA2-33E4-8941-BE49-E92AF2A79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57785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39" name="Rectangle 119">
            <a:extLst>
              <a:ext uri="{FF2B5EF4-FFF2-40B4-BE49-F238E27FC236}">
                <a16:creationId xmlns:a16="http://schemas.microsoft.com/office/drawing/2014/main" id="{660081E5-AFB6-7A4D-9933-9EE9171D6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5791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40" name="Rectangle 120">
            <a:extLst>
              <a:ext uri="{FF2B5EF4-FFF2-40B4-BE49-F238E27FC236}">
                <a16:creationId xmlns:a16="http://schemas.microsoft.com/office/drawing/2014/main" id="{75517E62-4C35-2840-8A40-746E9AAB4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8" y="58070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41" name="Rectangle 121">
            <a:extLst>
              <a:ext uri="{FF2B5EF4-FFF2-40B4-BE49-F238E27FC236}">
                <a16:creationId xmlns:a16="http://schemas.microsoft.com/office/drawing/2014/main" id="{F9D7CDEC-5513-EB4D-914E-6554161C3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5791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42" name="Rectangle 122">
            <a:extLst>
              <a:ext uri="{FF2B5EF4-FFF2-40B4-BE49-F238E27FC236}">
                <a16:creationId xmlns:a16="http://schemas.microsoft.com/office/drawing/2014/main" id="{F597FCDB-5B73-3D43-875B-36FD9AA1F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6096000"/>
            <a:ext cx="1252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A50021"/>
                </a:solidFill>
                <a:ea typeface="宋体" panose="02010600030101010101" pitchFamily="2" charset="-122"/>
              </a:rPr>
              <a:t>ALUop &lt;0&gt;</a:t>
            </a:r>
          </a:p>
        </p:txBody>
      </p:sp>
      <p:sp>
        <p:nvSpPr>
          <p:cNvPr id="158843" name="Line 123">
            <a:extLst>
              <a:ext uri="{FF2B5EF4-FFF2-40B4-BE49-F238E27FC236}">
                <a16:creationId xmlns:a16="http://schemas.microsoft.com/office/drawing/2014/main" id="{0B4F2458-2FF9-E644-8941-E4994B7F7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6400800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44" name="Rectangle 124">
            <a:extLst>
              <a:ext uri="{FF2B5EF4-FFF2-40B4-BE49-F238E27FC236}">
                <a16:creationId xmlns:a16="http://schemas.microsoft.com/office/drawing/2014/main" id="{06E463E0-B96F-3B4E-84E2-DAA9AEED8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6096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845" name="Rectangle 125">
            <a:extLst>
              <a:ext uri="{FF2B5EF4-FFF2-40B4-BE49-F238E27FC236}">
                <a16:creationId xmlns:a16="http://schemas.microsoft.com/office/drawing/2014/main" id="{81784821-96C6-E747-9E4A-073F3D3A7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60817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46" name="Rectangle 126">
            <a:extLst>
              <a:ext uri="{FF2B5EF4-FFF2-40B4-BE49-F238E27FC236}">
                <a16:creationId xmlns:a16="http://schemas.microsoft.com/office/drawing/2014/main" id="{9FE2F3B6-D69D-DB4A-876E-ACBFF38A6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60690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47" name="Rectangle 127">
            <a:extLst>
              <a:ext uri="{FF2B5EF4-FFF2-40B4-BE49-F238E27FC236}">
                <a16:creationId xmlns:a16="http://schemas.microsoft.com/office/drawing/2014/main" id="{4488C090-6E9A-394F-9BA0-B7BEF9985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3" y="60817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48" name="Rectangle 128">
            <a:extLst>
              <a:ext uri="{FF2B5EF4-FFF2-40B4-BE49-F238E27FC236}">
                <a16:creationId xmlns:a16="http://schemas.microsoft.com/office/drawing/2014/main" id="{FC3EF863-5F1B-3C44-99E4-7004E509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088" y="61118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49" name="Rectangle 129">
            <a:extLst>
              <a:ext uri="{FF2B5EF4-FFF2-40B4-BE49-F238E27FC236}">
                <a16:creationId xmlns:a16="http://schemas.microsoft.com/office/drawing/2014/main" id="{A2C63655-A729-E94D-9B0B-0F340A9C6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013" y="6096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158850" name="Rectangle 131">
            <a:extLst>
              <a:ext uri="{FF2B5EF4-FFF2-40B4-BE49-F238E27FC236}">
                <a16:creationId xmlns:a16="http://schemas.microsoft.com/office/drawing/2014/main" id="{A898C18B-5515-4149-9E2F-14170C689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627063"/>
            <a:ext cx="987425" cy="13335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8851" name="Rectangle 132">
            <a:extLst>
              <a:ext uri="{FF2B5EF4-FFF2-40B4-BE49-F238E27FC236}">
                <a16:creationId xmlns:a16="http://schemas.microsoft.com/office/drawing/2014/main" id="{ADFA01FD-00DB-A147-9E12-7E346B0BB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963" y="1069975"/>
            <a:ext cx="9937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Main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158852" name="Line 133">
            <a:extLst>
              <a:ext uri="{FF2B5EF4-FFF2-40B4-BE49-F238E27FC236}">
                <a16:creationId xmlns:a16="http://schemas.microsoft.com/office/drawing/2014/main" id="{B59C5EC5-26E4-B246-AE59-6EDA775FF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8688" y="1333500"/>
            <a:ext cx="909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53" name="Line 134">
            <a:extLst>
              <a:ext uri="{FF2B5EF4-FFF2-40B4-BE49-F238E27FC236}">
                <a16:creationId xmlns:a16="http://schemas.microsoft.com/office/drawing/2014/main" id="{18AFF80B-D827-DB47-B496-EFB5F7C64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00163" y="1179513"/>
            <a:ext cx="168275" cy="307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54" name="Rectangle 135">
            <a:extLst>
              <a:ext uri="{FF2B5EF4-FFF2-40B4-BE49-F238E27FC236}">
                <a16:creationId xmlns:a16="http://schemas.microsoft.com/office/drawing/2014/main" id="{8513ABF6-165F-8643-9935-1E0A547FE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1012825"/>
            <a:ext cx="460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158855" name="Rectangle 136">
            <a:extLst>
              <a:ext uri="{FF2B5EF4-FFF2-40B4-BE49-F238E27FC236}">
                <a16:creationId xmlns:a16="http://schemas.microsoft.com/office/drawing/2014/main" id="{F718552C-7136-8843-816E-D1C69C593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13335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158856" name="Group 137">
            <a:extLst>
              <a:ext uri="{FF2B5EF4-FFF2-40B4-BE49-F238E27FC236}">
                <a16:creationId xmlns:a16="http://schemas.microsoft.com/office/drawing/2014/main" id="{E1283870-722F-3046-908C-4F2C60C2A416}"/>
              </a:ext>
            </a:extLst>
          </p:cNvPr>
          <p:cNvGrpSpPr>
            <a:grpSpLocks/>
          </p:cNvGrpSpPr>
          <p:nvPr/>
        </p:nvGrpSpPr>
        <p:grpSpPr bwMode="auto">
          <a:xfrm>
            <a:off x="5607050" y="412750"/>
            <a:ext cx="993775" cy="901700"/>
            <a:chOff x="4036" y="584"/>
            <a:chExt cx="612" cy="685"/>
          </a:xfrm>
        </p:grpSpPr>
        <p:sp>
          <p:nvSpPr>
            <p:cNvPr id="158897" name="Rectangle 138">
              <a:extLst>
                <a:ext uri="{FF2B5EF4-FFF2-40B4-BE49-F238E27FC236}">
                  <a16:creationId xmlns:a16="http://schemas.microsoft.com/office/drawing/2014/main" id="{EC62B4BB-0F83-6344-A70E-D454A4E6A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584"/>
              <a:ext cx="608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8898" name="Rectangle 139">
              <a:extLst>
                <a:ext uri="{FF2B5EF4-FFF2-40B4-BE49-F238E27FC236}">
                  <a16:creationId xmlns:a16="http://schemas.microsoft.com/office/drawing/2014/main" id="{301C0542-8D8A-6642-B94B-8069003DD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637"/>
              <a:ext cx="612" cy="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zh-CN" sz="1800">
                  <a:ea typeface="宋体" panose="02010600030101010101" pitchFamily="2" charset="-122"/>
                </a:rPr>
                <a:t>ALU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>
                  <a:ea typeface="宋体" panose="02010600030101010101" pitchFamily="2" charset="-122"/>
                </a:rPr>
                <a:t>Control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1800">
                  <a:ea typeface="宋体" panose="02010600030101010101" pitchFamily="2" charset="-122"/>
                </a:rPr>
                <a:t>Local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sp>
        <p:nvSpPr>
          <p:cNvPr id="158857" name="Line 140">
            <a:extLst>
              <a:ext uri="{FF2B5EF4-FFF2-40B4-BE49-F238E27FC236}">
                <a16:creationId xmlns:a16="http://schemas.microsoft.com/office/drawing/2014/main" id="{277E20F6-C57E-8C4A-8384-B8A0B3523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5438" y="1458913"/>
            <a:ext cx="44180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58" name="Line 141">
            <a:extLst>
              <a:ext uri="{FF2B5EF4-FFF2-40B4-BE49-F238E27FC236}">
                <a16:creationId xmlns:a16="http://schemas.microsoft.com/office/drawing/2014/main" id="{560B6B2F-7B8B-8E40-84AA-B43B28CB09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5388" y="1277938"/>
            <a:ext cx="168275" cy="307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59" name="Rectangle 142">
            <a:extLst>
              <a:ext uri="{FF2B5EF4-FFF2-40B4-BE49-F238E27FC236}">
                <a16:creationId xmlns:a16="http://schemas.microsoft.com/office/drawing/2014/main" id="{2FBE5FF8-6967-534A-85E0-25707E5BA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07963"/>
            <a:ext cx="663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158860" name="Rectangle 143">
            <a:extLst>
              <a:ext uri="{FF2B5EF4-FFF2-40B4-BE49-F238E27FC236}">
                <a16:creationId xmlns:a16="http://schemas.microsoft.com/office/drawing/2014/main" id="{299A9FB3-95E5-5143-A0B5-67AF34874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13938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58861" name="Line 144">
            <a:extLst>
              <a:ext uri="{FF2B5EF4-FFF2-40B4-BE49-F238E27FC236}">
                <a16:creationId xmlns:a16="http://schemas.microsoft.com/office/drawing/2014/main" id="{F869E550-3EAC-1243-9037-0C09138EE2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8250" y="431800"/>
            <a:ext cx="168275" cy="306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62" name="Rectangle 145">
            <a:extLst>
              <a:ext uri="{FF2B5EF4-FFF2-40B4-BE49-F238E27FC236}">
                <a16:creationId xmlns:a16="http://schemas.microsoft.com/office/drawing/2014/main" id="{19773C8B-096F-E540-B91F-5CA88E667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584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8863" name="Rectangle 146">
            <a:extLst>
              <a:ext uri="{FF2B5EF4-FFF2-40B4-BE49-F238E27FC236}">
                <a16:creationId xmlns:a16="http://schemas.microsoft.com/office/drawing/2014/main" id="{647E5462-79F2-5B44-B402-E08B11BE3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1150938"/>
            <a:ext cx="930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158864" name="Line 147">
            <a:extLst>
              <a:ext uri="{FF2B5EF4-FFF2-40B4-BE49-F238E27FC236}">
                <a16:creationId xmlns:a16="http://schemas.microsoft.com/office/drawing/2014/main" id="{5F6EABC0-9327-0E4D-A9F1-BAFC90D7DE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3588" y="584200"/>
            <a:ext cx="10398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65" name="Rectangle 148">
            <a:extLst>
              <a:ext uri="{FF2B5EF4-FFF2-40B4-BE49-F238E27FC236}">
                <a16:creationId xmlns:a16="http://schemas.microsoft.com/office/drawing/2014/main" id="{7A0E8AEB-3BB9-7C49-8174-D6DF5DE67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784225"/>
            <a:ext cx="9652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58866" name="Line 149">
            <a:extLst>
              <a:ext uri="{FF2B5EF4-FFF2-40B4-BE49-F238E27FC236}">
                <a16:creationId xmlns:a16="http://schemas.microsoft.com/office/drawing/2014/main" id="{7F91BD77-F8E6-3E4D-92BC-9C33A9405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3213" y="1047750"/>
            <a:ext cx="168275" cy="306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67" name="Line 150">
            <a:extLst>
              <a:ext uri="{FF2B5EF4-FFF2-40B4-BE49-F238E27FC236}">
                <a16:creationId xmlns:a16="http://schemas.microsoft.com/office/drawing/2014/main" id="{FCBF7C13-584E-3E40-BA28-E787E33EB3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9238" y="884238"/>
            <a:ext cx="6651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68" name="Rectangle 151">
            <a:extLst>
              <a:ext uri="{FF2B5EF4-FFF2-40B4-BE49-F238E27FC236}">
                <a16:creationId xmlns:a16="http://schemas.microsoft.com/office/drawing/2014/main" id="{C5C66AAD-FED6-6E4A-B1E4-964828E53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038" y="1244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58869" name="Line 152">
            <a:extLst>
              <a:ext uri="{FF2B5EF4-FFF2-40B4-BE49-F238E27FC236}">
                <a16:creationId xmlns:a16="http://schemas.microsoft.com/office/drawing/2014/main" id="{03AA9CC7-8BCB-484D-A4FF-6B479563D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138" y="854075"/>
            <a:ext cx="13001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70" name="Rectangle 153">
            <a:extLst>
              <a:ext uri="{FF2B5EF4-FFF2-40B4-BE49-F238E27FC236}">
                <a16:creationId xmlns:a16="http://schemas.microsoft.com/office/drawing/2014/main" id="{526BC8ED-3947-0249-A63C-57E2621C3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53340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58871" name="Line 154">
            <a:extLst>
              <a:ext uri="{FF2B5EF4-FFF2-40B4-BE49-F238E27FC236}">
                <a16:creationId xmlns:a16="http://schemas.microsoft.com/office/drawing/2014/main" id="{4002A60E-677E-BB44-AD68-3D80984D1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138" y="1173163"/>
            <a:ext cx="13001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72" name="Rectangle 155">
            <a:extLst>
              <a:ext uri="{FF2B5EF4-FFF2-40B4-BE49-F238E27FC236}">
                <a16:creationId xmlns:a16="http://schemas.microsoft.com/office/drawing/2014/main" id="{61364BC9-7402-CA4B-AC5F-941EEC8AE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854075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58873" name="Rectangle 156">
            <a:extLst>
              <a:ext uri="{FF2B5EF4-FFF2-40B4-BE49-F238E27FC236}">
                <a16:creationId xmlns:a16="http://schemas.microsoft.com/office/drawing/2014/main" id="{67D169D3-CB34-694B-BC78-F15BCE223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077913"/>
            <a:ext cx="282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8874" name="Rectangle 157">
            <a:extLst>
              <a:ext uri="{FF2B5EF4-FFF2-40B4-BE49-F238E27FC236}">
                <a16:creationId xmlns:a16="http://schemas.microsoft.com/office/drawing/2014/main" id="{49494265-A08C-9E4D-B193-3A9AE9A8D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682625"/>
            <a:ext cx="973137" cy="1290638"/>
          </a:xfrm>
          <a:prstGeom prst="rect">
            <a:avLst/>
          </a:prstGeom>
          <a:noFill/>
          <a:ln w="50800">
            <a:solidFill>
              <a:srgbClr val="FE9AAB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84835" name="Group 163">
            <a:extLst>
              <a:ext uri="{FF2B5EF4-FFF2-40B4-BE49-F238E27FC236}">
                <a16:creationId xmlns:a16="http://schemas.microsoft.com/office/drawing/2014/main" id="{5D6020D8-D004-CB4E-BB13-5507EA91AC34}"/>
              </a:ext>
            </a:extLst>
          </p:cNvPr>
          <p:cNvGrpSpPr>
            <a:grpSpLocks/>
          </p:cNvGrpSpPr>
          <p:nvPr/>
        </p:nvGrpSpPr>
        <p:grpSpPr bwMode="auto">
          <a:xfrm>
            <a:off x="363538" y="2038350"/>
            <a:ext cx="2320925" cy="369888"/>
            <a:chOff x="229" y="1276"/>
            <a:chExt cx="1462" cy="233"/>
          </a:xfrm>
        </p:grpSpPr>
        <p:sp>
          <p:nvSpPr>
            <p:cNvPr id="158895" name="Text Box 158">
              <a:extLst>
                <a:ext uri="{FF2B5EF4-FFF2-40B4-BE49-F238E27FC236}">
                  <a16:creationId xmlns:a16="http://schemas.microsoft.com/office/drawing/2014/main" id="{1161100C-B6DF-1248-A149-B03EC847F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" y="1276"/>
              <a:ext cx="1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主控单元的输入</a:t>
              </a:r>
            </a:p>
          </p:txBody>
        </p:sp>
        <p:sp>
          <p:nvSpPr>
            <p:cNvPr id="158896" name="Line 159">
              <a:extLst>
                <a:ext uri="{FF2B5EF4-FFF2-40B4-BE49-F238E27FC236}">
                  <a16:creationId xmlns:a16="http://schemas.microsoft.com/office/drawing/2014/main" id="{C27E6745-6776-EA46-AE39-C82D20CCC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3" y="1381"/>
              <a:ext cx="438" cy="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4834" name="Group 162">
            <a:extLst>
              <a:ext uri="{FF2B5EF4-FFF2-40B4-BE49-F238E27FC236}">
                <a16:creationId xmlns:a16="http://schemas.microsoft.com/office/drawing/2014/main" id="{06CCC507-8FAC-B649-BA32-5D83B987D29A}"/>
              </a:ext>
            </a:extLst>
          </p:cNvPr>
          <p:cNvGrpSpPr>
            <a:grpSpLocks/>
          </p:cNvGrpSpPr>
          <p:nvPr/>
        </p:nvGrpSpPr>
        <p:grpSpPr bwMode="auto">
          <a:xfrm>
            <a:off x="12700" y="1752600"/>
            <a:ext cx="2044700" cy="838200"/>
            <a:chOff x="140" y="1136"/>
            <a:chExt cx="1288" cy="528"/>
          </a:xfrm>
        </p:grpSpPr>
        <p:sp>
          <p:nvSpPr>
            <p:cNvPr id="158893" name="Text Box 160">
              <a:extLst>
                <a:ext uri="{FF2B5EF4-FFF2-40B4-BE49-F238E27FC236}">
                  <a16:creationId xmlns:a16="http://schemas.microsoft.com/office/drawing/2014/main" id="{D6ED2FA3-2A9F-914B-B116-0DF3EF6CC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" y="1136"/>
              <a:ext cx="1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主控单元的输出</a:t>
              </a:r>
              <a:endPara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894" name="Line 161">
              <a:extLst>
                <a:ext uri="{FF2B5EF4-FFF2-40B4-BE49-F238E27FC236}">
                  <a16:creationId xmlns:a16="http://schemas.microsoft.com/office/drawing/2014/main" id="{5EE0E61E-95A6-BA49-9306-64A4F43BE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" y="1326"/>
              <a:ext cx="64" cy="338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8877" name="Rectangle 165">
            <a:extLst>
              <a:ext uri="{FF2B5EF4-FFF2-40B4-BE49-F238E27FC236}">
                <a16:creationId xmlns:a16="http://schemas.microsoft.com/office/drawing/2014/main" id="{1859932D-95CB-CF47-8A1D-4473D3E83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2795588"/>
            <a:ext cx="5324475" cy="3865562"/>
          </a:xfrm>
          <a:prstGeom prst="rect">
            <a:avLst/>
          </a:prstGeom>
          <a:solidFill>
            <a:srgbClr val="FF8398">
              <a:alpha val="2392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8878" name="Line 166">
            <a:extLst>
              <a:ext uri="{FF2B5EF4-FFF2-40B4-BE49-F238E27FC236}">
                <a16:creationId xmlns:a16="http://schemas.microsoft.com/office/drawing/2014/main" id="{04FDBEEB-96BD-8B43-8FA2-47652160C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6950" y="6708775"/>
            <a:ext cx="706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79" name="Rectangle 167">
            <a:extLst>
              <a:ext uri="{FF2B5EF4-FFF2-40B4-BE49-F238E27FC236}">
                <a16:creationId xmlns:a16="http://schemas.microsoft.com/office/drawing/2014/main" id="{DEE634AC-392D-A844-AE90-258627B8B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775" y="6375400"/>
            <a:ext cx="892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158880" name="Rectangle 168">
            <a:extLst>
              <a:ext uri="{FF2B5EF4-FFF2-40B4-BE49-F238E27FC236}">
                <a16:creationId xmlns:a16="http://schemas.microsoft.com/office/drawing/2014/main" id="{2BEB3B29-3068-3544-88E7-E4D8F2B85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63658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881" name="Rectangle 169">
            <a:extLst>
              <a:ext uri="{FF2B5EF4-FFF2-40B4-BE49-F238E27FC236}">
                <a16:creationId xmlns:a16="http://schemas.microsoft.com/office/drawing/2014/main" id="{49D4A696-CD6E-534C-9DAE-4CBAC24FF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6361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82" name="Rectangle 170">
            <a:extLst>
              <a:ext uri="{FF2B5EF4-FFF2-40B4-BE49-F238E27FC236}">
                <a16:creationId xmlns:a16="http://schemas.microsoft.com/office/drawing/2014/main" id="{9C5F3AE0-522A-A449-A62B-F8E9CEA3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463" y="63484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83" name="Rectangle 171">
            <a:extLst>
              <a:ext uri="{FF2B5EF4-FFF2-40B4-BE49-F238E27FC236}">
                <a16:creationId xmlns:a16="http://schemas.microsoft.com/office/drawing/2014/main" id="{6D848A67-CDC7-3E45-B973-4596EA149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63611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84" name="Rectangle 172">
            <a:extLst>
              <a:ext uri="{FF2B5EF4-FFF2-40B4-BE49-F238E27FC236}">
                <a16:creationId xmlns:a16="http://schemas.microsoft.com/office/drawing/2014/main" id="{DB8A36C7-5638-4E47-B4FD-CA1E2CF24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63515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85" name="Rectangle 173">
            <a:extLst>
              <a:ext uri="{FF2B5EF4-FFF2-40B4-BE49-F238E27FC236}">
                <a16:creationId xmlns:a16="http://schemas.microsoft.com/office/drawing/2014/main" id="{40CA56F8-65D8-0D4A-BB6E-C5A72CAB3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0" y="63642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8886" name="AutoShape 174">
            <a:extLst>
              <a:ext uri="{FF2B5EF4-FFF2-40B4-BE49-F238E27FC236}">
                <a16:creationId xmlns:a16="http://schemas.microsoft.com/office/drawing/2014/main" id="{8277E7FD-775C-FF4C-99DC-FE909383735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05638" y="1017588"/>
            <a:ext cx="969962" cy="354012"/>
          </a:xfrm>
          <a:prstGeom prst="flowChartManualOperation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58887" name="Line 175">
            <a:extLst>
              <a:ext uri="{FF2B5EF4-FFF2-40B4-BE49-F238E27FC236}">
                <a16:creationId xmlns:a16="http://schemas.microsoft.com/office/drawing/2014/main" id="{116071F7-6803-194C-BBB2-B39D320855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78738" y="1212850"/>
            <a:ext cx="9921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88" name="Line 176">
            <a:extLst>
              <a:ext uri="{FF2B5EF4-FFF2-40B4-BE49-F238E27FC236}">
                <a16:creationId xmlns:a16="http://schemas.microsoft.com/office/drawing/2014/main" id="{BE372A7B-0DBD-1344-A6EF-A2E16013DE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0038" y="1870075"/>
            <a:ext cx="46910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889" name="Line 177">
            <a:extLst>
              <a:ext uri="{FF2B5EF4-FFF2-40B4-BE49-F238E27FC236}">
                <a16:creationId xmlns:a16="http://schemas.microsoft.com/office/drawing/2014/main" id="{8586D924-7C8F-B340-9B5E-7655A0C8CA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32688" y="1568450"/>
            <a:ext cx="1587" cy="300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8890" name="Rectangle 178">
            <a:extLst>
              <a:ext uri="{FF2B5EF4-FFF2-40B4-BE49-F238E27FC236}">
                <a16:creationId xmlns:a16="http://schemas.microsoft.com/office/drawing/2014/main" id="{CB2BA01A-CEB9-304E-9A0B-C0CCDA077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1552575"/>
            <a:ext cx="955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158891" name="Rectangle 179">
            <a:extLst>
              <a:ext uri="{FF2B5EF4-FFF2-40B4-BE49-F238E27FC236}">
                <a16:creationId xmlns:a16="http://schemas.microsoft.com/office/drawing/2014/main" id="{E5917970-0598-D644-8F8B-FFFF4CC19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050" y="7715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892" name="Rectangle 180">
            <a:extLst>
              <a:ext uri="{FF2B5EF4-FFF2-40B4-BE49-F238E27FC236}">
                <a16:creationId xmlns:a16="http://schemas.microsoft.com/office/drawing/2014/main" id="{00F6CB7E-02D2-4F42-8F3B-DF6C449E1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350" y="12668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02217BFE-4E2D-C14B-8F2A-F74F8B608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99782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考察每个控制信号的逻辑方程（如：</a:t>
            </a:r>
            <a:r>
              <a:rPr lang="en-US" altLang="zh-CN">
                <a:ea typeface="宋体" panose="02010600030101010101" pitchFamily="2" charset="-122"/>
              </a:rPr>
              <a:t>RegWrite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4E6D05B7-5262-8343-8DC9-DF240F552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219200"/>
            <a:ext cx="892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160772" name="Rectangle 4">
            <a:extLst>
              <a:ext uri="{FF2B5EF4-FFF2-40B4-BE49-F238E27FC236}">
                <a16:creationId xmlns:a16="http://schemas.microsoft.com/office/drawing/2014/main" id="{C0709C01-1CF1-3B47-8BE2-6630021A4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12192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160773" name="Rectangle 5">
            <a:extLst>
              <a:ext uri="{FF2B5EF4-FFF2-40B4-BE49-F238E27FC236}">
                <a16:creationId xmlns:a16="http://schemas.microsoft.com/office/drawing/2014/main" id="{BEEB4CBE-EC11-D149-93FA-2ED7030FF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163" y="12192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lw</a:t>
            </a:r>
          </a:p>
        </p:txBody>
      </p:sp>
      <p:sp>
        <p:nvSpPr>
          <p:cNvPr id="160774" name="Rectangle 6">
            <a:extLst>
              <a:ext uri="{FF2B5EF4-FFF2-40B4-BE49-F238E27FC236}">
                <a16:creationId xmlns:a16="http://schemas.microsoft.com/office/drawing/2014/main" id="{D55D14CC-DA31-944F-8BBE-395771D56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219200"/>
            <a:ext cx="4873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160775" name="Rectangle 7">
            <a:extLst>
              <a:ext uri="{FF2B5EF4-FFF2-40B4-BE49-F238E27FC236}">
                <a16:creationId xmlns:a16="http://schemas.microsoft.com/office/drawing/2014/main" id="{2AA85A04-7AE6-C043-B469-ED5555DC5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0" y="1219200"/>
            <a:ext cx="587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160776" name="Rectangle 8">
            <a:extLst>
              <a:ext uri="{FF2B5EF4-FFF2-40B4-BE49-F238E27FC236}">
                <a16:creationId xmlns:a16="http://schemas.microsoft.com/office/drawing/2014/main" id="{FFA780AB-DE7B-4141-8108-F4FD2E3C8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219200"/>
            <a:ext cx="727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60777" name="Rectangle 9">
            <a:extLst>
              <a:ext uri="{FF2B5EF4-FFF2-40B4-BE49-F238E27FC236}">
                <a16:creationId xmlns:a16="http://schemas.microsoft.com/office/drawing/2014/main" id="{A7306096-7727-3F4B-993A-7D742BBAF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524000"/>
            <a:ext cx="1184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RegWrite</a:t>
            </a:r>
          </a:p>
        </p:txBody>
      </p:sp>
      <p:sp>
        <p:nvSpPr>
          <p:cNvPr id="160778" name="Line 10">
            <a:extLst>
              <a:ext uri="{FF2B5EF4-FFF2-40B4-BE49-F238E27FC236}">
                <a16:creationId xmlns:a16="http://schemas.microsoft.com/office/drawing/2014/main" id="{9709D3F9-60A1-A640-8E27-F720CE6BF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75" y="1828800"/>
            <a:ext cx="77771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9" name="Line 11">
            <a:extLst>
              <a:ext uri="{FF2B5EF4-FFF2-40B4-BE49-F238E27FC236}">
                <a16:creationId xmlns:a16="http://schemas.microsoft.com/office/drawing/2014/main" id="{00C70D71-B8B2-3A4D-AC22-2B442BF9E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75" y="1524000"/>
            <a:ext cx="77771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80" name="Line 12">
            <a:extLst>
              <a:ext uri="{FF2B5EF4-FFF2-40B4-BE49-F238E27FC236}">
                <a16:creationId xmlns:a16="http://schemas.microsoft.com/office/drawing/2014/main" id="{BC31D874-0A05-7D47-BF3D-2486A9E47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75" y="1219200"/>
            <a:ext cx="77771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81" name="Rectangle 13">
            <a:extLst>
              <a:ext uri="{FF2B5EF4-FFF2-40B4-BE49-F238E27FC236}">
                <a16:creationId xmlns:a16="http://schemas.microsoft.com/office/drawing/2014/main" id="{D40E1602-A7BE-9C42-AA4C-9B71796E0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0782" name="Rectangle 14">
            <a:extLst>
              <a:ext uri="{FF2B5EF4-FFF2-40B4-BE49-F238E27FC236}">
                <a16:creationId xmlns:a16="http://schemas.microsoft.com/office/drawing/2014/main" id="{E1B62A42-52FE-3F40-B915-60DA3BF2D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0783" name="Rectangle 15">
            <a:extLst>
              <a:ext uri="{FF2B5EF4-FFF2-40B4-BE49-F238E27FC236}">
                <a16:creationId xmlns:a16="http://schemas.microsoft.com/office/drawing/2014/main" id="{7BEF75B8-A5CF-BB46-86A5-8A7DF7453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0784" name="Rectangle 16">
            <a:extLst>
              <a:ext uri="{FF2B5EF4-FFF2-40B4-BE49-F238E27FC236}">
                <a16:creationId xmlns:a16="http://schemas.microsoft.com/office/drawing/2014/main" id="{9BEE78D2-2DD4-3046-ACC4-044CAD707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0785" name="Rectangle 17">
            <a:extLst>
              <a:ext uri="{FF2B5EF4-FFF2-40B4-BE49-F238E27FC236}">
                <a16:creationId xmlns:a16="http://schemas.microsoft.com/office/drawing/2014/main" id="{D0425923-FF22-5048-BA14-F71AACB2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88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0786" name="Rectangle 18">
            <a:extLst>
              <a:ext uri="{FF2B5EF4-FFF2-40B4-BE49-F238E27FC236}">
                <a16:creationId xmlns:a16="http://schemas.microsoft.com/office/drawing/2014/main" id="{FA307CC4-6440-9C4E-A696-93279ED71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8275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0787" name="Line 19">
            <a:extLst>
              <a:ext uri="{FF2B5EF4-FFF2-40B4-BE49-F238E27FC236}">
                <a16:creationId xmlns:a16="http://schemas.microsoft.com/office/drawing/2014/main" id="{9B848108-5381-F649-A1E0-1C09DE7ED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0475" y="914400"/>
            <a:ext cx="58467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88" name="Rectangle 20">
            <a:extLst>
              <a:ext uri="{FF2B5EF4-FFF2-40B4-BE49-F238E27FC236}">
                <a16:creationId xmlns:a16="http://schemas.microsoft.com/office/drawing/2014/main" id="{49C50C04-1FBE-6B44-8B06-9DD76079B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13" y="914400"/>
            <a:ext cx="460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160789" name="Rectangle 21">
            <a:extLst>
              <a:ext uri="{FF2B5EF4-FFF2-40B4-BE49-F238E27FC236}">
                <a16:creationId xmlns:a16="http://schemas.microsoft.com/office/drawing/2014/main" id="{EC509502-FB55-F64A-969E-82180B15B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9144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0000</a:t>
            </a:r>
          </a:p>
        </p:txBody>
      </p:sp>
      <p:sp>
        <p:nvSpPr>
          <p:cNvPr id="160790" name="Rectangle 22">
            <a:extLst>
              <a:ext uri="{FF2B5EF4-FFF2-40B4-BE49-F238E27FC236}">
                <a16:creationId xmlns:a16="http://schemas.microsoft.com/office/drawing/2014/main" id="{77191DDF-2669-3243-8E88-1B269EE11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50" y="914400"/>
            <a:ext cx="13604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1101</a:t>
            </a:r>
          </a:p>
        </p:txBody>
      </p:sp>
      <p:sp>
        <p:nvSpPr>
          <p:cNvPr id="160791" name="Rectangle 23">
            <a:extLst>
              <a:ext uri="{FF2B5EF4-FFF2-40B4-BE49-F238E27FC236}">
                <a16:creationId xmlns:a16="http://schemas.microsoft.com/office/drawing/2014/main" id="{8921F36C-6737-FB41-8741-F677EB147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914400"/>
            <a:ext cx="129063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0011</a:t>
            </a:r>
          </a:p>
        </p:txBody>
      </p:sp>
      <p:sp>
        <p:nvSpPr>
          <p:cNvPr id="160792" name="Rectangle 24">
            <a:extLst>
              <a:ext uri="{FF2B5EF4-FFF2-40B4-BE49-F238E27FC236}">
                <a16:creationId xmlns:a16="http://schemas.microsoft.com/office/drawing/2014/main" id="{E439DDEC-FD3E-7041-A1ED-738DC9761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914400"/>
            <a:ext cx="1006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10 1011</a:t>
            </a:r>
          </a:p>
        </p:txBody>
      </p:sp>
      <p:sp>
        <p:nvSpPr>
          <p:cNvPr id="160793" name="Rectangle 25">
            <a:extLst>
              <a:ext uri="{FF2B5EF4-FFF2-40B4-BE49-F238E27FC236}">
                <a16:creationId xmlns:a16="http://schemas.microsoft.com/office/drawing/2014/main" id="{ADC4D2FB-7A78-9340-B731-B7D7EB47E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975" y="914400"/>
            <a:ext cx="1006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00 0100</a:t>
            </a:r>
          </a:p>
        </p:txBody>
      </p:sp>
      <p:sp>
        <p:nvSpPr>
          <p:cNvPr id="160794" name="Rectangle 26">
            <a:extLst>
              <a:ext uri="{FF2B5EF4-FFF2-40B4-BE49-F238E27FC236}">
                <a16:creationId xmlns:a16="http://schemas.microsoft.com/office/drawing/2014/main" id="{92C150A2-BCB9-FF43-BAF0-C5FA501B9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914400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00</a:t>
            </a:r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0010</a:t>
            </a:r>
          </a:p>
        </p:txBody>
      </p:sp>
      <p:sp>
        <p:nvSpPr>
          <p:cNvPr id="160795" name="Line 27">
            <a:extLst>
              <a:ext uri="{FF2B5EF4-FFF2-40B4-BE49-F238E27FC236}">
                <a16:creationId xmlns:a16="http://schemas.microsoft.com/office/drawing/2014/main" id="{125532AC-5833-044C-A16F-043CECB863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0100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96" name="Line 28">
            <a:extLst>
              <a:ext uri="{FF2B5EF4-FFF2-40B4-BE49-F238E27FC236}">
                <a16:creationId xmlns:a16="http://schemas.microsoft.com/office/drawing/2014/main" id="{9F8B2B79-6DD9-2D46-957D-D4F068B166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7050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97" name="Line 29">
            <a:extLst>
              <a:ext uri="{FF2B5EF4-FFF2-40B4-BE49-F238E27FC236}">
                <a16:creationId xmlns:a16="http://schemas.microsoft.com/office/drawing/2014/main" id="{88A2C237-D96D-7249-BB80-BEB442AB6D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98" name="Line 30">
            <a:extLst>
              <a:ext uri="{FF2B5EF4-FFF2-40B4-BE49-F238E27FC236}">
                <a16:creationId xmlns:a16="http://schemas.microsoft.com/office/drawing/2014/main" id="{29385EBA-1095-7C4C-B0D9-5AA0715F80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6338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99" name="Line 31">
            <a:extLst>
              <a:ext uri="{FF2B5EF4-FFF2-40B4-BE49-F238E27FC236}">
                <a16:creationId xmlns:a16="http://schemas.microsoft.com/office/drawing/2014/main" id="{AE2C2A53-9741-7247-8658-2CC0C23F96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16925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0" name="Line 32">
            <a:extLst>
              <a:ext uri="{FF2B5EF4-FFF2-40B4-BE49-F238E27FC236}">
                <a16:creationId xmlns:a16="http://schemas.microsoft.com/office/drawing/2014/main" id="{18216EA5-E43C-EE4C-9EE1-1F99AE7A30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1" name="Line 33">
            <a:extLst>
              <a:ext uri="{FF2B5EF4-FFF2-40B4-BE49-F238E27FC236}">
                <a16:creationId xmlns:a16="http://schemas.microsoft.com/office/drawing/2014/main" id="{7F7FEE4C-B165-B043-A1D1-784606EDF1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9500" y="9017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2" name="Line 34">
            <a:extLst>
              <a:ext uri="{FF2B5EF4-FFF2-40B4-BE49-F238E27FC236}">
                <a16:creationId xmlns:a16="http://schemas.microsoft.com/office/drawing/2014/main" id="{BAF2C5D5-E154-984C-AA79-4885C31815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788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3" name="Line 35">
            <a:extLst>
              <a:ext uri="{FF2B5EF4-FFF2-40B4-BE49-F238E27FC236}">
                <a16:creationId xmlns:a16="http://schemas.microsoft.com/office/drawing/2014/main" id="{2B027C6E-9B0E-EB45-80BB-11D1F0F318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4" name="Line 36">
            <a:extLst>
              <a:ext uri="{FF2B5EF4-FFF2-40B4-BE49-F238E27FC236}">
                <a16:creationId xmlns:a16="http://schemas.microsoft.com/office/drawing/2014/main" id="{CDB604EE-FEC9-E14D-ABA7-DE7560B353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9500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5" name="Line 37">
            <a:extLst>
              <a:ext uri="{FF2B5EF4-FFF2-40B4-BE49-F238E27FC236}">
                <a16:creationId xmlns:a16="http://schemas.microsoft.com/office/drawing/2014/main" id="{E88269B1-1916-3B43-A8F2-C0B2E4E501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0100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6" name="Line 38">
            <a:extLst>
              <a:ext uri="{FF2B5EF4-FFF2-40B4-BE49-F238E27FC236}">
                <a16:creationId xmlns:a16="http://schemas.microsoft.com/office/drawing/2014/main" id="{2735DE8D-F6F5-9944-8C22-43E13FF5DF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7050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7" name="Line 39">
            <a:extLst>
              <a:ext uri="{FF2B5EF4-FFF2-40B4-BE49-F238E27FC236}">
                <a16:creationId xmlns:a16="http://schemas.microsoft.com/office/drawing/2014/main" id="{0CCF43DB-D96E-5D48-BEC9-0C1DA2B2DC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8" name="Line 40">
            <a:extLst>
              <a:ext uri="{FF2B5EF4-FFF2-40B4-BE49-F238E27FC236}">
                <a16:creationId xmlns:a16="http://schemas.microsoft.com/office/drawing/2014/main" id="{B964178D-71E2-F043-B09C-576CD61F73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6338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09" name="Line 41">
            <a:extLst>
              <a:ext uri="{FF2B5EF4-FFF2-40B4-BE49-F238E27FC236}">
                <a16:creationId xmlns:a16="http://schemas.microsoft.com/office/drawing/2014/main" id="{18DFB17B-9A69-7B4C-9743-D5C2D16687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16925" y="12065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62" name="Rectangle 42">
            <a:extLst>
              <a:ext uri="{FF2B5EF4-FFF2-40B4-BE49-F238E27FC236}">
                <a16:creationId xmlns:a16="http://schemas.microsoft.com/office/drawing/2014/main" id="{9AB3C80A-FA01-6C41-8F69-6278DC10A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2057400"/>
            <a:ext cx="8496300" cy="18113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RegWrite  =  R-type  +  ori  +  lw</a:t>
            </a:r>
          </a:p>
          <a:p>
            <a:pPr lvl="1"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= !op&lt;5&gt; &amp; !op&lt;4&gt; &amp; !op&lt;3&gt; &amp; !op&lt;2&gt; &amp; !op&lt;1&gt; &amp; !op&lt;0&gt;	(R-type)</a:t>
            </a:r>
          </a:p>
          <a:p>
            <a:pPr lvl="1"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+  !op&lt;5&gt; &amp; !op&lt;4&gt; &amp; op&lt;3&gt; &amp; op&lt;2&gt; &amp; !op&lt;1&gt; &amp; op&lt;0&gt;	(ori)</a:t>
            </a:r>
          </a:p>
          <a:p>
            <a:pPr lvl="1"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   +  op&lt;5&gt; &amp; !op&lt;4&gt; &amp; !op&lt;3&gt; &amp; !op&lt;2&gt; &amp; op&lt;1&gt; &amp; op&lt;0&gt;	(lw)</a:t>
            </a:r>
          </a:p>
          <a:p>
            <a:pPr lvl="1">
              <a:buFontTx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60811" name="Group 43">
            <a:extLst>
              <a:ext uri="{FF2B5EF4-FFF2-40B4-BE49-F238E27FC236}">
                <a16:creationId xmlns:a16="http://schemas.microsoft.com/office/drawing/2014/main" id="{D6C9F80B-54F4-B045-8168-A34A5302DF9F}"/>
              </a:ext>
            </a:extLst>
          </p:cNvPr>
          <p:cNvGrpSpPr>
            <a:grpSpLocks/>
          </p:cNvGrpSpPr>
          <p:nvPr/>
        </p:nvGrpSpPr>
        <p:grpSpPr bwMode="auto">
          <a:xfrm>
            <a:off x="290513" y="3444875"/>
            <a:ext cx="7159625" cy="2100263"/>
            <a:chOff x="183" y="2170"/>
            <a:chExt cx="4510" cy="1323"/>
          </a:xfrm>
        </p:grpSpPr>
        <p:sp>
          <p:nvSpPr>
            <p:cNvPr id="160838" name="Oval 44">
              <a:extLst>
                <a:ext uri="{FF2B5EF4-FFF2-40B4-BE49-F238E27FC236}">
                  <a16:creationId xmlns:a16="http://schemas.microsoft.com/office/drawing/2014/main" id="{87ADCCC3-D299-BB4D-B483-9D67B2690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39" name="Line 45">
              <a:extLst>
                <a:ext uri="{FF2B5EF4-FFF2-40B4-BE49-F238E27FC236}">
                  <a16:creationId xmlns:a16="http://schemas.microsoft.com/office/drawing/2014/main" id="{1F032998-7782-3F4D-9850-C011B4B779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2392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40" name="Oval 46">
              <a:extLst>
                <a:ext uri="{FF2B5EF4-FFF2-40B4-BE49-F238E27FC236}">
                  <a16:creationId xmlns:a16="http://schemas.microsoft.com/office/drawing/2014/main" id="{4E221FCD-561B-7341-90BA-F32DE6408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41" name="Line 47">
              <a:extLst>
                <a:ext uri="{FF2B5EF4-FFF2-40B4-BE49-F238E27FC236}">
                  <a16:creationId xmlns:a16="http://schemas.microsoft.com/office/drawing/2014/main" id="{AF226380-BF0C-F448-B396-241629B42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42" name="Oval 48">
              <a:extLst>
                <a:ext uri="{FF2B5EF4-FFF2-40B4-BE49-F238E27FC236}">
                  <a16:creationId xmlns:a16="http://schemas.microsoft.com/office/drawing/2014/main" id="{0E790727-25C5-D14F-BB5E-1D42F82FC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43" name="Line 49">
              <a:extLst>
                <a:ext uri="{FF2B5EF4-FFF2-40B4-BE49-F238E27FC236}">
                  <a16:creationId xmlns:a16="http://schemas.microsoft.com/office/drawing/2014/main" id="{EDB7407E-9344-3F46-B32B-46290FD84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2488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44" name="Oval 50">
              <a:extLst>
                <a:ext uri="{FF2B5EF4-FFF2-40B4-BE49-F238E27FC236}">
                  <a16:creationId xmlns:a16="http://schemas.microsoft.com/office/drawing/2014/main" id="{E1FB5CEC-6128-5E43-9D43-EADAFA2C5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45" name="Line 51">
              <a:extLst>
                <a:ext uri="{FF2B5EF4-FFF2-40B4-BE49-F238E27FC236}">
                  <a16:creationId xmlns:a16="http://schemas.microsoft.com/office/drawing/2014/main" id="{C77F1AE7-538C-6F4A-85C1-F051254516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536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46" name="Oval 52">
              <a:extLst>
                <a:ext uri="{FF2B5EF4-FFF2-40B4-BE49-F238E27FC236}">
                  <a16:creationId xmlns:a16="http://schemas.microsoft.com/office/drawing/2014/main" id="{78F20DBE-F01B-584D-9828-8A77F1D48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47" name="Line 53">
              <a:extLst>
                <a:ext uri="{FF2B5EF4-FFF2-40B4-BE49-F238E27FC236}">
                  <a16:creationId xmlns:a16="http://schemas.microsoft.com/office/drawing/2014/main" id="{60E18F70-ACA9-CA4D-894B-8D15E10C21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58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48" name="Oval 54">
              <a:extLst>
                <a:ext uri="{FF2B5EF4-FFF2-40B4-BE49-F238E27FC236}">
                  <a16:creationId xmlns:a16="http://schemas.microsoft.com/office/drawing/2014/main" id="{2F7E0BA9-2E43-2245-B24E-59CDDE4FF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49" name="Line 55">
              <a:extLst>
                <a:ext uri="{FF2B5EF4-FFF2-40B4-BE49-F238E27FC236}">
                  <a16:creationId xmlns:a16="http://schemas.microsoft.com/office/drawing/2014/main" id="{E6AA2CE5-8654-1746-AF44-35C9EFE1B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2632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0" name="Line 56">
              <a:extLst>
                <a:ext uri="{FF2B5EF4-FFF2-40B4-BE49-F238E27FC236}">
                  <a16:creationId xmlns:a16="http://schemas.microsoft.com/office/drawing/2014/main" id="{5AF7EA0F-2E0B-F440-B176-DE85857DD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" y="2832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1" name="Line 57">
              <a:extLst>
                <a:ext uri="{FF2B5EF4-FFF2-40B4-BE49-F238E27FC236}">
                  <a16:creationId xmlns:a16="http://schemas.microsoft.com/office/drawing/2014/main" id="{32B67DA0-ACF3-264E-ACB1-9EEC9641E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2" name="Line 58">
              <a:extLst>
                <a:ext uri="{FF2B5EF4-FFF2-40B4-BE49-F238E27FC236}">
                  <a16:creationId xmlns:a16="http://schemas.microsoft.com/office/drawing/2014/main" id="{63A86D5D-659F-AC4D-899E-57D23C144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3" name="Arc 59">
              <a:extLst>
                <a:ext uri="{FF2B5EF4-FFF2-40B4-BE49-F238E27FC236}">
                  <a16:creationId xmlns:a16="http://schemas.microsoft.com/office/drawing/2014/main" id="{79C52930-9948-8C4B-BB0C-623D7CB1E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4" name="Arc 60">
              <a:extLst>
                <a:ext uri="{FF2B5EF4-FFF2-40B4-BE49-F238E27FC236}">
                  <a16:creationId xmlns:a16="http://schemas.microsoft.com/office/drawing/2014/main" id="{03984486-DAB5-8D4D-A570-A8A421E83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5" name="Line 61">
              <a:extLst>
                <a:ext uri="{FF2B5EF4-FFF2-40B4-BE49-F238E27FC236}">
                  <a16:creationId xmlns:a16="http://schemas.microsoft.com/office/drawing/2014/main" id="{B6AEC852-D824-7247-8BDF-BFFAB4857A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3256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6" name="Oval 62">
              <a:extLst>
                <a:ext uri="{FF2B5EF4-FFF2-40B4-BE49-F238E27FC236}">
                  <a16:creationId xmlns:a16="http://schemas.microsoft.com/office/drawing/2014/main" id="{D065B65F-221B-4D4C-9DBA-CB9F54ABB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57" name="Line 63">
              <a:extLst>
                <a:ext uri="{FF2B5EF4-FFF2-40B4-BE49-F238E27FC236}">
                  <a16:creationId xmlns:a16="http://schemas.microsoft.com/office/drawing/2014/main" id="{A0A33C99-4229-164F-82E4-B3D556428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2392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58" name="Oval 64">
              <a:extLst>
                <a:ext uri="{FF2B5EF4-FFF2-40B4-BE49-F238E27FC236}">
                  <a16:creationId xmlns:a16="http://schemas.microsoft.com/office/drawing/2014/main" id="{8DFC72D1-D9A1-B442-B34D-0FA81818C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59" name="Line 65">
              <a:extLst>
                <a:ext uri="{FF2B5EF4-FFF2-40B4-BE49-F238E27FC236}">
                  <a16:creationId xmlns:a16="http://schemas.microsoft.com/office/drawing/2014/main" id="{05BF6A3E-D04E-B644-90C2-7F7CB47A7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0" name="Line 66">
              <a:extLst>
                <a:ext uri="{FF2B5EF4-FFF2-40B4-BE49-F238E27FC236}">
                  <a16:creationId xmlns:a16="http://schemas.microsoft.com/office/drawing/2014/main" id="{40474F63-3D6C-C447-9E86-470FA1F87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536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1" name="Oval 67">
              <a:extLst>
                <a:ext uri="{FF2B5EF4-FFF2-40B4-BE49-F238E27FC236}">
                  <a16:creationId xmlns:a16="http://schemas.microsoft.com/office/drawing/2014/main" id="{BFE4C017-2250-4946-AB8D-766F42FB1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62" name="Line 68">
              <a:extLst>
                <a:ext uri="{FF2B5EF4-FFF2-40B4-BE49-F238E27FC236}">
                  <a16:creationId xmlns:a16="http://schemas.microsoft.com/office/drawing/2014/main" id="{7B5396A6-A76A-4E4D-9EF7-ABE56EE45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58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3" name="Line 69">
              <a:extLst>
                <a:ext uri="{FF2B5EF4-FFF2-40B4-BE49-F238E27FC236}">
                  <a16:creationId xmlns:a16="http://schemas.microsoft.com/office/drawing/2014/main" id="{7DBA41B1-3F3F-444B-AB91-EE4C0889F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63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4" name="Line 70">
              <a:extLst>
                <a:ext uri="{FF2B5EF4-FFF2-40B4-BE49-F238E27FC236}">
                  <a16:creationId xmlns:a16="http://schemas.microsoft.com/office/drawing/2014/main" id="{9EAF2477-5F51-8B4B-AFF0-8C4E4F2AC3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2832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5" name="Line 71">
              <a:extLst>
                <a:ext uri="{FF2B5EF4-FFF2-40B4-BE49-F238E27FC236}">
                  <a16:creationId xmlns:a16="http://schemas.microsoft.com/office/drawing/2014/main" id="{B8B0922B-8A16-0447-9136-E2F22D4B9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6" name="Line 72">
              <a:extLst>
                <a:ext uri="{FF2B5EF4-FFF2-40B4-BE49-F238E27FC236}">
                  <a16:creationId xmlns:a16="http://schemas.microsoft.com/office/drawing/2014/main" id="{16BBCB02-57EA-024A-8105-F3C9D7C16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7" name="Arc 73">
              <a:extLst>
                <a:ext uri="{FF2B5EF4-FFF2-40B4-BE49-F238E27FC236}">
                  <a16:creationId xmlns:a16="http://schemas.microsoft.com/office/drawing/2014/main" id="{B2B20A48-BC5E-5D40-B413-0671C41D6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8" name="Arc 74">
              <a:extLst>
                <a:ext uri="{FF2B5EF4-FFF2-40B4-BE49-F238E27FC236}">
                  <a16:creationId xmlns:a16="http://schemas.microsoft.com/office/drawing/2014/main" id="{D1D6D7A9-AA9E-B443-A44A-F674C1AB1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69" name="Line 75">
              <a:extLst>
                <a:ext uri="{FF2B5EF4-FFF2-40B4-BE49-F238E27FC236}">
                  <a16:creationId xmlns:a16="http://schemas.microsoft.com/office/drawing/2014/main" id="{814D6D3D-8266-E449-B2CF-4C61E10F9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3256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0" name="Line 76">
              <a:extLst>
                <a:ext uri="{FF2B5EF4-FFF2-40B4-BE49-F238E27FC236}">
                  <a16:creationId xmlns:a16="http://schemas.microsoft.com/office/drawing/2014/main" id="{3CE883A5-62F7-6741-BE52-2F82F5031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392"/>
              <a:ext cx="0" cy="4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1" name="Oval 77">
              <a:extLst>
                <a:ext uri="{FF2B5EF4-FFF2-40B4-BE49-F238E27FC236}">
                  <a16:creationId xmlns:a16="http://schemas.microsoft.com/office/drawing/2014/main" id="{2E3B1878-751F-8942-A9FB-78B98AA65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72" name="Line 78">
              <a:extLst>
                <a:ext uri="{FF2B5EF4-FFF2-40B4-BE49-F238E27FC236}">
                  <a16:creationId xmlns:a16="http://schemas.microsoft.com/office/drawing/2014/main" id="{8B6A47DD-8876-154D-ABDC-9DCD58582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3" name="Oval 79">
              <a:extLst>
                <a:ext uri="{FF2B5EF4-FFF2-40B4-BE49-F238E27FC236}">
                  <a16:creationId xmlns:a16="http://schemas.microsoft.com/office/drawing/2014/main" id="{6D75BD23-185B-D94C-89EE-213AE526A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74" name="Line 80">
              <a:extLst>
                <a:ext uri="{FF2B5EF4-FFF2-40B4-BE49-F238E27FC236}">
                  <a16:creationId xmlns:a16="http://schemas.microsoft.com/office/drawing/2014/main" id="{A1BCFFA9-E00B-FD48-8005-209395B14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488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5" name="Oval 81">
              <a:extLst>
                <a:ext uri="{FF2B5EF4-FFF2-40B4-BE49-F238E27FC236}">
                  <a16:creationId xmlns:a16="http://schemas.microsoft.com/office/drawing/2014/main" id="{470FE2F2-A9A0-834C-A7F3-5DF8A30F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76" name="Line 82">
              <a:extLst>
                <a:ext uri="{FF2B5EF4-FFF2-40B4-BE49-F238E27FC236}">
                  <a16:creationId xmlns:a16="http://schemas.microsoft.com/office/drawing/2014/main" id="{2C3548DA-F8C0-DE4E-A7FB-A4B13BAEC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536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7" name="Line 83">
              <a:extLst>
                <a:ext uri="{FF2B5EF4-FFF2-40B4-BE49-F238E27FC236}">
                  <a16:creationId xmlns:a16="http://schemas.microsoft.com/office/drawing/2014/main" id="{58A29EC2-7E07-194E-B6B7-050374419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584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8" name="Line 84">
              <a:extLst>
                <a:ext uri="{FF2B5EF4-FFF2-40B4-BE49-F238E27FC236}">
                  <a16:creationId xmlns:a16="http://schemas.microsoft.com/office/drawing/2014/main" id="{D6CC00D7-D1C6-714B-927A-9A9627364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63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79" name="Line 85">
              <a:extLst>
                <a:ext uri="{FF2B5EF4-FFF2-40B4-BE49-F238E27FC236}">
                  <a16:creationId xmlns:a16="http://schemas.microsoft.com/office/drawing/2014/main" id="{35642E8B-06FB-D645-B20A-931A4DCD3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6" y="2832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0" name="Line 86">
              <a:extLst>
                <a:ext uri="{FF2B5EF4-FFF2-40B4-BE49-F238E27FC236}">
                  <a16:creationId xmlns:a16="http://schemas.microsoft.com/office/drawing/2014/main" id="{0BDF1E1B-B364-BE4D-836B-C9E548610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1" name="Line 87">
              <a:extLst>
                <a:ext uri="{FF2B5EF4-FFF2-40B4-BE49-F238E27FC236}">
                  <a16:creationId xmlns:a16="http://schemas.microsoft.com/office/drawing/2014/main" id="{65830CDE-1496-234E-8709-DBAD4CBDA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2" name="Arc 88">
              <a:extLst>
                <a:ext uri="{FF2B5EF4-FFF2-40B4-BE49-F238E27FC236}">
                  <a16:creationId xmlns:a16="http://schemas.microsoft.com/office/drawing/2014/main" id="{75DE0774-754E-5840-8778-2CCCB4FBB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3" name="Arc 89">
              <a:extLst>
                <a:ext uri="{FF2B5EF4-FFF2-40B4-BE49-F238E27FC236}">
                  <a16:creationId xmlns:a16="http://schemas.microsoft.com/office/drawing/2014/main" id="{41CD698F-CFE3-6D42-8F4C-7A5B31012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4" name="Line 90">
              <a:extLst>
                <a:ext uri="{FF2B5EF4-FFF2-40B4-BE49-F238E27FC236}">
                  <a16:creationId xmlns:a16="http://schemas.microsoft.com/office/drawing/2014/main" id="{EF375C31-B157-744B-B6AE-4DDE51F31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256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5" name="Line 91">
              <a:extLst>
                <a:ext uri="{FF2B5EF4-FFF2-40B4-BE49-F238E27FC236}">
                  <a16:creationId xmlns:a16="http://schemas.microsoft.com/office/drawing/2014/main" id="{DFAE2049-97DF-D245-A292-3F20F7A51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92"/>
              <a:ext cx="0" cy="4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6" name="Oval 92">
              <a:extLst>
                <a:ext uri="{FF2B5EF4-FFF2-40B4-BE49-F238E27FC236}">
                  <a16:creationId xmlns:a16="http://schemas.microsoft.com/office/drawing/2014/main" id="{2A95F4B9-F948-C040-A3CA-CED2BCE00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87" name="Line 93">
              <a:extLst>
                <a:ext uri="{FF2B5EF4-FFF2-40B4-BE49-F238E27FC236}">
                  <a16:creationId xmlns:a16="http://schemas.microsoft.com/office/drawing/2014/main" id="{131AC956-A83C-6146-8743-07837A1F13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8" name="Line 94">
              <a:extLst>
                <a:ext uri="{FF2B5EF4-FFF2-40B4-BE49-F238E27FC236}">
                  <a16:creationId xmlns:a16="http://schemas.microsoft.com/office/drawing/2014/main" id="{2E0EC864-4F2C-DE40-A74A-1455172AA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488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89" name="Oval 95">
              <a:extLst>
                <a:ext uri="{FF2B5EF4-FFF2-40B4-BE49-F238E27FC236}">
                  <a16:creationId xmlns:a16="http://schemas.microsoft.com/office/drawing/2014/main" id="{ED7C8BB5-437D-F249-A512-62CBA2248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6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90" name="Line 96">
              <a:extLst>
                <a:ext uri="{FF2B5EF4-FFF2-40B4-BE49-F238E27FC236}">
                  <a16:creationId xmlns:a16="http://schemas.microsoft.com/office/drawing/2014/main" id="{47913C7B-CC62-A746-A4A0-BB1B38E64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536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1" name="Line 97">
              <a:extLst>
                <a:ext uri="{FF2B5EF4-FFF2-40B4-BE49-F238E27FC236}">
                  <a16:creationId xmlns:a16="http://schemas.microsoft.com/office/drawing/2014/main" id="{18ADF943-EE6B-754F-AAC7-76D929DA1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2584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2" name="Line 98">
              <a:extLst>
                <a:ext uri="{FF2B5EF4-FFF2-40B4-BE49-F238E27FC236}">
                  <a16:creationId xmlns:a16="http://schemas.microsoft.com/office/drawing/2014/main" id="{21EF45D0-C5F5-1549-B987-262B42B16A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632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3" name="Line 99">
              <a:extLst>
                <a:ext uri="{FF2B5EF4-FFF2-40B4-BE49-F238E27FC236}">
                  <a16:creationId xmlns:a16="http://schemas.microsoft.com/office/drawing/2014/main" id="{6496FE2F-BAAE-0F49-848D-73316462F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2832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4" name="Line 100">
              <a:extLst>
                <a:ext uri="{FF2B5EF4-FFF2-40B4-BE49-F238E27FC236}">
                  <a16:creationId xmlns:a16="http://schemas.microsoft.com/office/drawing/2014/main" id="{E05447D1-F66D-6E49-A07A-DFAE02079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5" name="Line 101">
              <a:extLst>
                <a:ext uri="{FF2B5EF4-FFF2-40B4-BE49-F238E27FC236}">
                  <a16:creationId xmlns:a16="http://schemas.microsoft.com/office/drawing/2014/main" id="{F9DB2458-BF61-7A42-A267-B931F9123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6" name="Arc 102">
              <a:extLst>
                <a:ext uri="{FF2B5EF4-FFF2-40B4-BE49-F238E27FC236}">
                  <a16:creationId xmlns:a16="http://schemas.microsoft.com/office/drawing/2014/main" id="{5EE52D5D-687E-6443-BA7E-6A798BB15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7" name="Arc 103">
              <a:extLst>
                <a:ext uri="{FF2B5EF4-FFF2-40B4-BE49-F238E27FC236}">
                  <a16:creationId xmlns:a16="http://schemas.microsoft.com/office/drawing/2014/main" id="{A41B717A-87C4-744D-A458-3B2E7264F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8" name="Line 104">
              <a:extLst>
                <a:ext uri="{FF2B5EF4-FFF2-40B4-BE49-F238E27FC236}">
                  <a16:creationId xmlns:a16="http://schemas.microsoft.com/office/drawing/2014/main" id="{0776317D-7919-DB45-8110-FF40118A8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3256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899" name="Oval 105">
              <a:extLst>
                <a:ext uri="{FF2B5EF4-FFF2-40B4-BE49-F238E27FC236}">
                  <a16:creationId xmlns:a16="http://schemas.microsoft.com/office/drawing/2014/main" id="{7B75D5E6-3D1A-5D47-9659-DF3DF1374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00" name="Line 106">
              <a:extLst>
                <a:ext uri="{FF2B5EF4-FFF2-40B4-BE49-F238E27FC236}">
                  <a16:creationId xmlns:a16="http://schemas.microsoft.com/office/drawing/2014/main" id="{9BEAB856-B411-574C-AC1B-F3362459D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392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01" name="Oval 107">
              <a:extLst>
                <a:ext uri="{FF2B5EF4-FFF2-40B4-BE49-F238E27FC236}">
                  <a16:creationId xmlns:a16="http://schemas.microsoft.com/office/drawing/2014/main" id="{6D2A8D2A-0843-C447-BA59-513C04E08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02" name="Line 108">
              <a:extLst>
                <a:ext uri="{FF2B5EF4-FFF2-40B4-BE49-F238E27FC236}">
                  <a16:creationId xmlns:a16="http://schemas.microsoft.com/office/drawing/2014/main" id="{09850D82-5403-0A46-9425-B701415263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03" name="Oval 109">
              <a:extLst>
                <a:ext uri="{FF2B5EF4-FFF2-40B4-BE49-F238E27FC236}">
                  <a16:creationId xmlns:a16="http://schemas.microsoft.com/office/drawing/2014/main" id="{E2AABCE1-8B2B-E441-9FA3-158D954FA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04" name="Line 110">
              <a:extLst>
                <a:ext uri="{FF2B5EF4-FFF2-40B4-BE49-F238E27FC236}">
                  <a16:creationId xmlns:a16="http://schemas.microsoft.com/office/drawing/2014/main" id="{557F1C15-4549-9841-B5BA-2E031EB0B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2488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05" name="Line 111">
              <a:extLst>
                <a:ext uri="{FF2B5EF4-FFF2-40B4-BE49-F238E27FC236}">
                  <a16:creationId xmlns:a16="http://schemas.microsoft.com/office/drawing/2014/main" id="{110957F1-F23A-084D-BD23-9DE77239B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536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06" name="Oval 112">
              <a:extLst>
                <a:ext uri="{FF2B5EF4-FFF2-40B4-BE49-F238E27FC236}">
                  <a16:creationId xmlns:a16="http://schemas.microsoft.com/office/drawing/2014/main" id="{C1706B19-2292-4244-ACC5-DBEAC7BE8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07" name="Line 113">
              <a:extLst>
                <a:ext uri="{FF2B5EF4-FFF2-40B4-BE49-F238E27FC236}">
                  <a16:creationId xmlns:a16="http://schemas.microsoft.com/office/drawing/2014/main" id="{D6C84E86-87BA-BB4D-BFED-E426A04B4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584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08" name="Oval 114">
              <a:extLst>
                <a:ext uri="{FF2B5EF4-FFF2-40B4-BE49-F238E27FC236}">
                  <a16:creationId xmlns:a16="http://schemas.microsoft.com/office/drawing/2014/main" id="{34B89368-B039-724C-A255-81118E59C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09" name="Line 115">
              <a:extLst>
                <a:ext uri="{FF2B5EF4-FFF2-40B4-BE49-F238E27FC236}">
                  <a16:creationId xmlns:a16="http://schemas.microsoft.com/office/drawing/2014/main" id="{48565301-0C70-F041-B4BF-C27C81EB65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632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0" name="Line 116">
              <a:extLst>
                <a:ext uri="{FF2B5EF4-FFF2-40B4-BE49-F238E27FC236}">
                  <a16:creationId xmlns:a16="http://schemas.microsoft.com/office/drawing/2014/main" id="{4898B023-F483-1542-855D-1F0BC731F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" y="2832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1" name="Line 117">
              <a:extLst>
                <a:ext uri="{FF2B5EF4-FFF2-40B4-BE49-F238E27FC236}">
                  <a16:creationId xmlns:a16="http://schemas.microsoft.com/office/drawing/2014/main" id="{B57135BC-A1BB-AC4A-A601-8640610C1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2" name="Line 118">
              <a:extLst>
                <a:ext uri="{FF2B5EF4-FFF2-40B4-BE49-F238E27FC236}">
                  <a16:creationId xmlns:a16="http://schemas.microsoft.com/office/drawing/2014/main" id="{A3B2C795-A689-6A46-81E4-4E46D4098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3" name="Arc 119">
              <a:extLst>
                <a:ext uri="{FF2B5EF4-FFF2-40B4-BE49-F238E27FC236}">
                  <a16:creationId xmlns:a16="http://schemas.microsoft.com/office/drawing/2014/main" id="{912193C9-D9A3-A24D-8F1E-350F12A83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4" name="Arc 120">
              <a:extLst>
                <a:ext uri="{FF2B5EF4-FFF2-40B4-BE49-F238E27FC236}">
                  <a16:creationId xmlns:a16="http://schemas.microsoft.com/office/drawing/2014/main" id="{6808CE8E-AA16-D142-9C90-CA346E487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5" name="Line 121">
              <a:extLst>
                <a:ext uri="{FF2B5EF4-FFF2-40B4-BE49-F238E27FC236}">
                  <a16:creationId xmlns:a16="http://schemas.microsoft.com/office/drawing/2014/main" id="{5EA06FE6-D47F-1845-B446-83167777F1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3256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6" name="Oval 122">
              <a:extLst>
                <a:ext uri="{FF2B5EF4-FFF2-40B4-BE49-F238E27FC236}">
                  <a16:creationId xmlns:a16="http://schemas.microsoft.com/office/drawing/2014/main" id="{1E8722A9-4128-FF44-B516-072FF4C88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17" name="Line 123">
              <a:extLst>
                <a:ext uri="{FF2B5EF4-FFF2-40B4-BE49-F238E27FC236}">
                  <a16:creationId xmlns:a16="http://schemas.microsoft.com/office/drawing/2014/main" id="{39EC23F3-A29A-0642-9B95-2B60EEC5F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392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18" name="Oval 124">
              <a:extLst>
                <a:ext uri="{FF2B5EF4-FFF2-40B4-BE49-F238E27FC236}">
                  <a16:creationId xmlns:a16="http://schemas.microsoft.com/office/drawing/2014/main" id="{F8A686AB-0982-A64E-B065-8EE1D7A36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19" name="Line 125">
              <a:extLst>
                <a:ext uri="{FF2B5EF4-FFF2-40B4-BE49-F238E27FC236}">
                  <a16:creationId xmlns:a16="http://schemas.microsoft.com/office/drawing/2014/main" id="{9638C64F-6062-5747-ACF7-290D17557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244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0" name="Oval 126">
              <a:extLst>
                <a:ext uri="{FF2B5EF4-FFF2-40B4-BE49-F238E27FC236}">
                  <a16:creationId xmlns:a16="http://schemas.microsoft.com/office/drawing/2014/main" id="{3D4E7E25-ECE0-A54F-9DF5-CE6B9E946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21" name="Line 127">
              <a:extLst>
                <a:ext uri="{FF2B5EF4-FFF2-40B4-BE49-F238E27FC236}">
                  <a16:creationId xmlns:a16="http://schemas.microsoft.com/office/drawing/2014/main" id="{030CA9F5-BB68-224E-B58D-C77EEF0577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488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2" name="Oval 128">
              <a:extLst>
                <a:ext uri="{FF2B5EF4-FFF2-40B4-BE49-F238E27FC236}">
                  <a16:creationId xmlns:a16="http://schemas.microsoft.com/office/drawing/2014/main" id="{E3A1A76A-3276-7A45-A910-A606A683F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23" name="Line 129">
              <a:extLst>
                <a:ext uri="{FF2B5EF4-FFF2-40B4-BE49-F238E27FC236}">
                  <a16:creationId xmlns:a16="http://schemas.microsoft.com/office/drawing/2014/main" id="{C2F29031-E853-D947-8A39-534422828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536"/>
              <a:ext cx="0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4" name="Line 130">
              <a:extLst>
                <a:ext uri="{FF2B5EF4-FFF2-40B4-BE49-F238E27FC236}">
                  <a16:creationId xmlns:a16="http://schemas.microsoft.com/office/drawing/2014/main" id="{F90CCA9A-04C8-A04B-97DB-5E8CF21306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584"/>
              <a:ext cx="0" cy="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5" name="Oval 131">
              <a:extLst>
                <a:ext uri="{FF2B5EF4-FFF2-40B4-BE49-F238E27FC236}">
                  <a16:creationId xmlns:a16="http://schemas.microsoft.com/office/drawing/2014/main" id="{2590C7B1-D6AC-D043-98C0-8D592C8F6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" y="274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926" name="Line 132">
              <a:extLst>
                <a:ext uri="{FF2B5EF4-FFF2-40B4-BE49-F238E27FC236}">
                  <a16:creationId xmlns:a16="http://schemas.microsoft.com/office/drawing/2014/main" id="{38958610-2B62-614A-A790-6B6B0DB40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632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7" name="Line 133">
              <a:extLst>
                <a:ext uri="{FF2B5EF4-FFF2-40B4-BE49-F238E27FC236}">
                  <a16:creationId xmlns:a16="http://schemas.microsoft.com/office/drawing/2014/main" id="{96A4AFD7-65B2-C449-8A73-B383EF18B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" y="2832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8" name="Line 134">
              <a:extLst>
                <a:ext uri="{FF2B5EF4-FFF2-40B4-BE49-F238E27FC236}">
                  <a16:creationId xmlns:a16="http://schemas.microsoft.com/office/drawing/2014/main" id="{5E21420E-4F3E-0C40-981F-D51EEC1F8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29" name="Line 135">
              <a:extLst>
                <a:ext uri="{FF2B5EF4-FFF2-40B4-BE49-F238E27FC236}">
                  <a16:creationId xmlns:a16="http://schemas.microsoft.com/office/drawing/2014/main" id="{D940DA54-4204-EB44-98AC-FB8DBDE99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30" name="Arc 136">
              <a:extLst>
                <a:ext uri="{FF2B5EF4-FFF2-40B4-BE49-F238E27FC236}">
                  <a16:creationId xmlns:a16="http://schemas.microsoft.com/office/drawing/2014/main" id="{440464DE-28B7-3047-AE05-A8B763DDD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31" name="Arc 137">
              <a:extLst>
                <a:ext uri="{FF2B5EF4-FFF2-40B4-BE49-F238E27FC236}">
                  <a16:creationId xmlns:a16="http://schemas.microsoft.com/office/drawing/2014/main" id="{E76D7615-406F-904F-9802-0885AB9BB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3024"/>
              <a:ext cx="280" cy="2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32" name="Line 138">
              <a:extLst>
                <a:ext uri="{FF2B5EF4-FFF2-40B4-BE49-F238E27FC236}">
                  <a16:creationId xmlns:a16="http://schemas.microsoft.com/office/drawing/2014/main" id="{0D196F00-A55B-7F4C-9C4A-D0E44E52B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3256"/>
              <a:ext cx="0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33" name="Line 139">
              <a:extLst>
                <a:ext uri="{FF2B5EF4-FFF2-40B4-BE49-F238E27FC236}">
                  <a16:creationId xmlns:a16="http://schemas.microsoft.com/office/drawing/2014/main" id="{DEB0A7BA-204E-C143-A425-88A1551D8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488"/>
              <a:ext cx="0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934" name="Rectangle 140">
              <a:extLst>
                <a:ext uri="{FF2B5EF4-FFF2-40B4-BE49-F238E27FC236}">
                  <a16:creationId xmlns:a16="http://schemas.microsoft.com/office/drawing/2014/main" id="{2B4294F8-8C4A-AF4A-AF97-2E46D994C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44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op&lt;0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35" name="Rectangle 141">
              <a:extLst>
                <a:ext uri="{FF2B5EF4-FFF2-40B4-BE49-F238E27FC236}">
                  <a16:creationId xmlns:a16="http://schemas.microsoft.com/office/drawing/2014/main" id="{A9EB6673-782F-CC44-BB34-EEC397C68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7" y="220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op&lt;5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36" name="Rectangle 142">
              <a:extLst>
                <a:ext uri="{FF2B5EF4-FFF2-40B4-BE49-F238E27FC236}">
                  <a16:creationId xmlns:a16="http://schemas.microsoft.com/office/drawing/2014/main" id="{45DD3A39-CD5D-7943-87E6-D1F8CD67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3" y="2170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37" name="Rectangle 143">
              <a:extLst>
                <a:ext uri="{FF2B5EF4-FFF2-40B4-BE49-F238E27FC236}">
                  <a16:creationId xmlns:a16="http://schemas.microsoft.com/office/drawing/2014/main" id="{65ABAF2F-BD91-D344-B494-4A5FE4307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" y="2218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38" name="Rectangle 144">
              <a:extLst>
                <a:ext uri="{FF2B5EF4-FFF2-40B4-BE49-F238E27FC236}">
                  <a16:creationId xmlns:a16="http://schemas.microsoft.com/office/drawing/2014/main" id="{2C72F4DA-CA3C-1240-8F9F-192F87151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" y="220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op&lt;5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39" name="Rectangle 145">
              <a:extLst>
                <a:ext uri="{FF2B5EF4-FFF2-40B4-BE49-F238E27FC236}">
                  <a16:creationId xmlns:a16="http://schemas.microsoft.com/office/drawing/2014/main" id="{12391AA7-CB7F-6948-8AAA-4F780927A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170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40" name="Rectangle 146">
              <a:extLst>
                <a:ext uri="{FF2B5EF4-FFF2-40B4-BE49-F238E27FC236}">
                  <a16:creationId xmlns:a16="http://schemas.microsoft.com/office/drawing/2014/main" id="{8237359B-E27A-844F-B621-9367169C9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218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41" name="Rectangle 147">
              <a:extLst>
                <a:ext uri="{FF2B5EF4-FFF2-40B4-BE49-F238E27FC236}">
                  <a16:creationId xmlns:a16="http://schemas.microsoft.com/office/drawing/2014/main" id="{270FCB3F-A968-F549-8B88-E0508F208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" y="2448"/>
              <a:ext cx="36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&lt;0&gt;</a:t>
              </a:r>
            </a:p>
          </p:txBody>
        </p:sp>
        <p:sp>
          <p:nvSpPr>
            <p:cNvPr id="160942" name="Rectangle 148">
              <a:extLst>
                <a:ext uri="{FF2B5EF4-FFF2-40B4-BE49-F238E27FC236}">
                  <a16:creationId xmlns:a16="http://schemas.microsoft.com/office/drawing/2014/main" id="{0CC75D6B-C366-AD41-ABFC-545BB9664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" y="220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op&lt;5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43" name="Rectangle 149">
              <a:extLst>
                <a:ext uri="{FF2B5EF4-FFF2-40B4-BE49-F238E27FC236}">
                  <a16:creationId xmlns:a16="http://schemas.microsoft.com/office/drawing/2014/main" id="{D5DF413B-A5B0-E14E-9F92-68E2BF191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170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44" name="Rectangle 150">
              <a:extLst>
                <a:ext uri="{FF2B5EF4-FFF2-40B4-BE49-F238E27FC236}">
                  <a16:creationId xmlns:a16="http://schemas.microsoft.com/office/drawing/2014/main" id="{9F217CA2-189E-BD44-952A-11E9AC265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218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45" name="Rectangle 151">
              <a:extLst>
                <a:ext uri="{FF2B5EF4-FFF2-40B4-BE49-F238E27FC236}">
                  <a16:creationId xmlns:a16="http://schemas.microsoft.com/office/drawing/2014/main" id="{F2C12716-DA72-7942-A88C-B8DEC506B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1" y="2448"/>
              <a:ext cx="36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&lt;0&gt;</a:t>
              </a:r>
            </a:p>
          </p:txBody>
        </p:sp>
        <p:sp>
          <p:nvSpPr>
            <p:cNvPr id="160946" name="Rectangle 152">
              <a:extLst>
                <a:ext uri="{FF2B5EF4-FFF2-40B4-BE49-F238E27FC236}">
                  <a16:creationId xmlns:a16="http://schemas.microsoft.com/office/drawing/2014/main" id="{E9035EBF-4C3C-8B4B-9884-260DE1D2D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220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op&lt;5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47" name="Rectangle 153">
              <a:extLst>
                <a:ext uri="{FF2B5EF4-FFF2-40B4-BE49-F238E27FC236}">
                  <a16:creationId xmlns:a16="http://schemas.microsoft.com/office/drawing/2014/main" id="{EF9FC860-C983-6B4E-9899-F89831C7F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2170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48" name="Rectangle 154">
              <a:extLst>
                <a:ext uri="{FF2B5EF4-FFF2-40B4-BE49-F238E27FC236}">
                  <a16:creationId xmlns:a16="http://schemas.microsoft.com/office/drawing/2014/main" id="{E937A39D-30AD-4D4C-86EA-29E0BCF2C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2218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49" name="Rectangle 155">
              <a:extLst>
                <a:ext uri="{FF2B5EF4-FFF2-40B4-BE49-F238E27FC236}">
                  <a16:creationId xmlns:a16="http://schemas.microsoft.com/office/drawing/2014/main" id="{2ACA5169-6D1A-5B4E-9AE6-E0A3E663B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448"/>
              <a:ext cx="36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&lt;0&gt;</a:t>
              </a:r>
            </a:p>
          </p:txBody>
        </p:sp>
        <p:sp>
          <p:nvSpPr>
            <p:cNvPr id="160950" name="Rectangle 156">
              <a:extLst>
                <a:ext uri="{FF2B5EF4-FFF2-40B4-BE49-F238E27FC236}">
                  <a16:creationId xmlns:a16="http://schemas.microsoft.com/office/drawing/2014/main" id="{0C8A1599-180C-9B46-AB23-FFCDDEEC2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220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op&lt;5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51" name="Rectangle 157">
              <a:extLst>
                <a:ext uri="{FF2B5EF4-FFF2-40B4-BE49-F238E27FC236}">
                  <a16:creationId xmlns:a16="http://schemas.microsoft.com/office/drawing/2014/main" id="{30813710-C432-E946-96D2-9DCE1A68A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2170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52" name="Rectangle 158">
              <a:extLst>
                <a:ext uri="{FF2B5EF4-FFF2-40B4-BE49-F238E27FC236}">
                  <a16:creationId xmlns:a16="http://schemas.microsoft.com/office/drawing/2014/main" id="{F349AB5A-D5D8-904E-9F98-7424E2E82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2218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53" name="Rectangle 159">
              <a:extLst>
                <a:ext uri="{FF2B5EF4-FFF2-40B4-BE49-F238E27FC236}">
                  <a16:creationId xmlns:a16="http://schemas.microsoft.com/office/drawing/2014/main" id="{0B82A74D-829D-C342-9990-CCC6B6DB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448"/>
              <a:ext cx="36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&lt;0&gt;</a:t>
              </a:r>
            </a:p>
          </p:txBody>
        </p:sp>
        <p:sp>
          <p:nvSpPr>
            <p:cNvPr id="160954" name="Rectangle 160">
              <a:extLst>
                <a:ext uri="{FF2B5EF4-FFF2-40B4-BE49-F238E27FC236}">
                  <a16:creationId xmlns:a16="http://schemas.microsoft.com/office/drawing/2014/main" id="{CBBE9463-AA50-7C48-AA07-E68A3BB40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2208"/>
              <a:ext cx="5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op&lt;5</a:t>
              </a: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160955" name="Rectangle 161">
              <a:extLst>
                <a:ext uri="{FF2B5EF4-FFF2-40B4-BE49-F238E27FC236}">
                  <a16:creationId xmlns:a16="http://schemas.microsoft.com/office/drawing/2014/main" id="{31755FF4-867A-FA48-982C-FBF01A740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2170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56" name="Rectangle 162">
              <a:extLst>
                <a:ext uri="{FF2B5EF4-FFF2-40B4-BE49-F238E27FC236}">
                  <a16:creationId xmlns:a16="http://schemas.microsoft.com/office/drawing/2014/main" id="{FBEC19AE-3CE8-8B4F-A9DA-3613C9F26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218"/>
              <a:ext cx="17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160957" name="Rectangle 163">
              <a:extLst>
                <a:ext uri="{FF2B5EF4-FFF2-40B4-BE49-F238E27FC236}">
                  <a16:creationId xmlns:a16="http://schemas.microsoft.com/office/drawing/2014/main" id="{4A22E6E1-B747-B844-AADC-C450350C3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2448"/>
              <a:ext cx="36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&lt;0&gt;</a:t>
              </a:r>
            </a:p>
          </p:txBody>
        </p:sp>
        <p:sp>
          <p:nvSpPr>
            <p:cNvPr id="160958" name="Rectangle 164">
              <a:extLst>
                <a:ext uri="{FF2B5EF4-FFF2-40B4-BE49-F238E27FC236}">
                  <a16:creationId xmlns:a16="http://schemas.microsoft.com/office/drawing/2014/main" id="{EB5E6C37-0B40-724A-96E9-B0DCC4DE5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" y="3264"/>
              <a:ext cx="56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R-type</a:t>
              </a:r>
            </a:p>
          </p:txBody>
        </p:sp>
        <p:sp>
          <p:nvSpPr>
            <p:cNvPr id="160959" name="Rectangle 165">
              <a:extLst>
                <a:ext uri="{FF2B5EF4-FFF2-40B4-BE49-F238E27FC236}">
                  <a16:creationId xmlns:a16="http://schemas.microsoft.com/office/drawing/2014/main" id="{E0E7ADD6-FA0F-7E42-92F2-E0704A64A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3264"/>
              <a:ext cx="29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ori</a:t>
              </a:r>
            </a:p>
          </p:txBody>
        </p:sp>
        <p:sp>
          <p:nvSpPr>
            <p:cNvPr id="160960" name="Rectangle 166">
              <a:extLst>
                <a:ext uri="{FF2B5EF4-FFF2-40B4-BE49-F238E27FC236}">
                  <a16:creationId xmlns:a16="http://schemas.microsoft.com/office/drawing/2014/main" id="{B068D021-6480-6542-884F-E2EB56274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5" y="3264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lw</a:t>
              </a:r>
            </a:p>
          </p:txBody>
        </p:sp>
        <p:sp>
          <p:nvSpPr>
            <p:cNvPr id="160961" name="Rectangle 167">
              <a:extLst>
                <a:ext uri="{FF2B5EF4-FFF2-40B4-BE49-F238E27FC236}">
                  <a16:creationId xmlns:a16="http://schemas.microsoft.com/office/drawing/2014/main" id="{F2AD5816-BD59-D447-9A8B-174B86714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9" y="3264"/>
              <a:ext cx="3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sw</a:t>
              </a:r>
            </a:p>
          </p:txBody>
        </p:sp>
        <p:sp>
          <p:nvSpPr>
            <p:cNvPr id="160962" name="Rectangle 168">
              <a:extLst>
                <a:ext uri="{FF2B5EF4-FFF2-40B4-BE49-F238E27FC236}">
                  <a16:creationId xmlns:a16="http://schemas.microsoft.com/office/drawing/2014/main" id="{8326477C-A6E2-FE47-9D43-EA3310821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3264"/>
              <a:ext cx="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beq</a:t>
              </a:r>
            </a:p>
          </p:txBody>
        </p:sp>
        <p:sp>
          <p:nvSpPr>
            <p:cNvPr id="160963" name="Rectangle 169">
              <a:extLst>
                <a:ext uri="{FF2B5EF4-FFF2-40B4-BE49-F238E27FC236}">
                  <a16:creationId xmlns:a16="http://schemas.microsoft.com/office/drawing/2014/main" id="{EE5870E4-CFFF-B34C-A21E-6E7D38422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3264"/>
              <a:ext cx="45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jump</a:t>
              </a:r>
            </a:p>
          </p:txBody>
        </p:sp>
      </p:grpSp>
      <p:sp>
        <p:nvSpPr>
          <p:cNvPr id="160812" name="Arc 170">
            <a:extLst>
              <a:ext uri="{FF2B5EF4-FFF2-40B4-BE49-F238E27FC236}">
                <a16:creationId xmlns:a16="http://schemas.microsoft.com/office/drawing/2014/main" id="{7CAA8C8E-CCE2-EB4A-A528-73C1BF818CDB}"/>
              </a:ext>
            </a:extLst>
          </p:cNvPr>
          <p:cNvSpPr>
            <a:spLocks/>
          </p:cNvSpPr>
          <p:nvPr/>
        </p:nvSpPr>
        <p:spPr bwMode="auto">
          <a:xfrm>
            <a:off x="6781800" y="5500688"/>
            <a:ext cx="749300" cy="2921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3" name="Arc 171">
            <a:extLst>
              <a:ext uri="{FF2B5EF4-FFF2-40B4-BE49-F238E27FC236}">
                <a16:creationId xmlns:a16="http://schemas.microsoft.com/office/drawing/2014/main" id="{27D16460-11C0-EF4A-97C8-338FB9322889}"/>
              </a:ext>
            </a:extLst>
          </p:cNvPr>
          <p:cNvSpPr>
            <a:spLocks/>
          </p:cNvSpPr>
          <p:nvPr/>
        </p:nvSpPr>
        <p:spPr bwMode="auto">
          <a:xfrm rot="10800000">
            <a:off x="6796088" y="5805488"/>
            <a:ext cx="749300" cy="2921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8"/>
                  <a:pt x="9642" y="25"/>
                  <a:pt x="2155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8"/>
                  <a:pt x="9642" y="25"/>
                  <a:pt x="21554" y="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4" name="Arc 172">
            <a:extLst>
              <a:ext uri="{FF2B5EF4-FFF2-40B4-BE49-F238E27FC236}">
                <a16:creationId xmlns:a16="http://schemas.microsoft.com/office/drawing/2014/main" id="{27B771EF-24AF-3D44-9BD3-2378A5A8648B}"/>
              </a:ext>
            </a:extLst>
          </p:cNvPr>
          <p:cNvSpPr>
            <a:spLocks/>
          </p:cNvSpPr>
          <p:nvPr/>
        </p:nvSpPr>
        <p:spPr bwMode="auto">
          <a:xfrm>
            <a:off x="6781800" y="5500688"/>
            <a:ext cx="215900" cy="2921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5" name="Arc 173">
            <a:extLst>
              <a:ext uri="{FF2B5EF4-FFF2-40B4-BE49-F238E27FC236}">
                <a16:creationId xmlns:a16="http://schemas.microsoft.com/office/drawing/2014/main" id="{2D23E202-1A64-2F4E-98AE-C45E49EE94DC}"/>
              </a:ext>
            </a:extLst>
          </p:cNvPr>
          <p:cNvSpPr>
            <a:spLocks/>
          </p:cNvSpPr>
          <p:nvPr/>
        </p:nvSpPr>
        <p:spPr bwMode="auto">
          <a:xfrm rot="10800000">
            <a:off x="6796088" y="5805488"/>
            <a:ext cx="215900" cy="292100"/>
          </a:xfrm>
          <a:custGeom>
            <a:avLst/>
            <a:gdLst>
              <a:gd name="T0" fmla="*/ 0 w 21600"/>
              <a:gd name="T1" fmla="*/ 2147483646 h 21599"/>
              <a:gd name="T2" fmla="*/ 2147483646 w 21600"/>
              <a:gd name="T3" fmla="*/ 0 h 21599"/>
              <a:gd name="T4" fmla="*/ 2147483646 w 21600"/>
              <a:gd name="T5" fmla="*/ 2147483646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8"/>
                </a:moveTo>
                <a:cubicBezTo>
                  <a:pt x="0" y="9731"/>
                  <a:pt x="9574" y="86"/>
                  <a:pt x="21440" y="-1"/>
                </a:cubicBezTo>
              </a:path>
              <a:path w="21600" h="21599" stroke="0" extrusionOk="0">
                <a:moveTo>
                  <a:pt x="0" y="21598"/>
                </a:moveTo>
                <a:cubicBezTo>
                  <a:pt x="0" y="9731"/>
                  <a:pt x="9574" y="86"/>
                  <a:pt x="21440" y="-1"/>
                </a:cubicBezTo>
                <a:lnTo>
                  <a:pt x="21600" y="21599"/>
                </a:lnTo>
                <a:lnTo>
                  <a:pt x="0" y="21598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6" name="Line 174">
            <a:extLst>
              <a:ext uri="{FF2B5EF4-FFF2-40B4-BE49-F238E27FC236}">
                <a16:creationId xmlns:a16="http://schemas.microsoft.com/office/drawing/2014/main" id="{657EF17E-40EF-F747-9FED-22D203F22B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57912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7" name="Line 175">
            <a:extLst>
              <a:ext uri="{FF2B5EF4-FFF2-40B4-BE49-F238E27FC236}">
                <a16:creationId xmlns:a16="http://schemas.microsoft.com/office/drawing/2014/main" id="{084F1F1B-52FD-9A49-9F64-63BFD2949D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60198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8" name="Line 176">
            <a:extLst>
              <a:ext uri="{FF2B5EF4-FFF2-40B4-BE49-F238E27FC236}">
                <a16:creationId xmlns:a16="http://schemas.microsoft.com/office/drawing/2014/main" id="{F20A5CC3-E552-3645-B2B7-F9948403F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57912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19" name="Line 177">
            <a:extLst>
              <a:ext uri="{FF2B5EF4-FFF2-40B4-BE49-F238E27FC236}">
                <a16:creationId xmlns:a16="http://schemas.microsoft.com/office/drawing/2014/main" id="{CF337E2A-FA7B-D14B-A7B1-6D4BFAD3A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3467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0" name="Line 178">
            <a:extLst>
              <a:ext uri="{FF2B5EF4-FFF2-40B4-BE49-F238E27FC236}">
                <a16:creationId xmlns:a16="http://schemas.microsoft.com/office/drawing/2014/main" id="{E8DB33B1-B751-844B-BB95-3A6AF0B47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3467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1" name="Line 179">
            <a:extLst>
              <a:ext uri="{FF2B5EF4-FFF2-40B4-BE49-F238E27FC236}">
                <a16:creationId xmlns:a16="http://schemas.microsoft.com/office/drawing/2014/main" id="{7960E0CB-844F-7746-853A-6C42AAAB13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467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2" name="Line 180">
            <a:extLst>
              <a:ext uri="{FF2B5EF4-FFF2-40B4-BE49-F238E27FC236}">
                <a16:creationId xmlns:a16="http://schemas.microsoft.com/office/drawing/2014/main" id="{EEA7AC9E-498D-2A41-A7C5-63F75CCD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3467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3" name="Line 181">
            <a:extLst>
              <a:ext uri="{FF2B5EF4-FFF2-40B4-BE49-F238E27FC236}">
                <a16:creationId xmlns:a16="http://schemas.microsoft.com/office/drawing/2014/main" id="{B66F0FAA-B32D-1741-9613-E62B0FCE4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3467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4" name="Line 182">
            <a:extLst>
              <a:ext uri="{FF2B5EF4-FFF2-40B4-BE49-F238E27FC236}">
                <a16:creationId xmlns:a16="http://schemas.microsoft.com/office/drawing/2014/main" id="{E9D676E3-D798-8F4E-B79F-67C3FF024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346700"/>
            <a:ext cx="0" cy="81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5" name="Line 183">
            <a:extLst>
              <a:ext uri="{FF2B5EF4-FFF2-40B4-BE49-F238E27FC236}">
                <a16:creationId xmlns:a16="http://schemas.microsoft.com/office/drawing/2014/main" id="{87C40F17-B5D5-DB45-8081-2B90023282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5562600"/>
            <a:ext cx="551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6" name="Line 184">
            <a:extLst>
              <a:ext uri="{FF2B5EF4-FFF2-40B4-BE49-F238E27FC236}">
                <a16:creationId xmlns:a16="http://schemas.microsoft.com/office/drawing/2014/main" id="{900E3CD5-ACE2-AF48-91B7-EAAD343C99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0900" y="5791200"/>
            <a:ext cx="444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7" name="Line 185">
            <a:extLst>
              <a:ext uri="{FF2B5EF4-FFF2-40B4-BE49-F238E27FC236}">
                <a16:creationId xmlns:a16="http://schemas.microsoft.com/office/drawing/2014/main" id="{84293074-3CF6-6D44-BFDA-B438271388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7700" y="6019800"/>
            <a:ext cx="337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8" name="Line 186">
            <a:extLst>
              <a:ext uri="{FF2B5EF4-FFF2-40B4-BE49-F238E27FC236}">
                <a16:creationId xmlns:a16="http://schemas.microsoft.com/office/drawing/2014/main" id="{6A091555-908A-DD4F-9636-05A2E09CCF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5562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29" name="Line 187">
            <a:extLst>
              <a:ext uri="{FF2B5EF4-FFF2-40B4-BE49-F238E27FC236}">
                <a16:creationId xmlns:a16="http://schemas.microsoft.com/office/drawing/2014/main" id="{E850D45F-670B-4442-8E1F-0F79F234F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5100" y="57912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830" name="Rectangle 188">
            <a:extLst>
              <a:ext uri="{FF2B5EF4-FFF2-40B4-BE49-F238E27FC236}">
                <a16:creationId xmlns:a16="http://schemas.microsoft.com/office/drawing/2014/main" id="{936A1690-3B75-F645-BA64-F08DBDB82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5384800"/>
            <a:ext cx="1184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RegWrite</a:t>
            </a:r>
          </a:p>
        </p:txBody>
      </p:sp>
      <p:sp>
        <p:nvSpPr>
          <p:cNvPr id="160831" name="Oval 189">
            <a:extLst>
              <a:ext uri="{FF2B5EF4-FFF2-40B4-BE49-F238E27FC236}">
                <a16:creationId xmlns:a16="http://schemas.microsoft.com/office/drawing/2014/main" id="{3962C888-6AF2-974D-ADB2-B0944D58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54927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0832" name="Oval 190">
            <a:extLst>
              <a:ext uri="{FF2B5EF4-FFF2-40B4-BE49-F238E27FC236}">
                <a16:creationId xmlns:a16="http://schemas.microsoft.com/office/drawing/2014/main" id="{2BFE4060-291A-1648-A02C-DDBB38578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7213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0833" name="Oval 191">
            <a:extLst>
              <a:ext uri="{FF2B5EF4-FFF2-40B4-BE49-F238E27FC236}">
                <a16:creationId xmlns:a16="http://schemas.microsoft.com/office/drawing/2014/main" id="{3281480E-4E8F-7541-A571-96127616D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5949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86915" name="Group 195">
            <a:extLst>
              <a:ext uri="{FF2B5EF4-FFF2-40B4-BE49-F238E27FC236}">
                <a16:creationId xmlns:a16="http://schemas.microsoft.com/office/drawing/2014/main" id="{A01BA4F8-D063-EE47-AE92-1A042F034F7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208463"/>
            <a:ext cx="8520113" cy="1025525"/>
            <a:chOff x="192" y="2651"/>
            <a:chExt cx="5367" cy="814"/>
          </a:xfrm>
        </p:grpSpPr>
        <p:sp>
          <p:nvSpPr>
            <p:cNvPr id="160835" name="Rectangle 192">
              <a:extLst>
                <a:ext uri="{FF2B5EF4-FFF2-40B4-BE49-F238E27FC236}">
                  <a16:creationId xmlns:a16="http://schemas.microsoft.com/office/drawing/2014/main" id="{D4ED82AA-0941-C041-86A1-832FCD71A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651"/>
              <a:ext cx="4224" cy="814"/>
            </a:xfrm>
            <a:prstGeom prst="rect">
              <a:avLst/>
            </a:prstGeom>
            <a:noFill/>
            <a:ln w="50800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0836" name="Line 193">
              <a:extLst>
                <a:ext uri="{FF2B5EF4-FFF2-40B4-BE49-F238E27FC236}">
                  <a16:creationId xmlns:a16="http://schemas.microsoft.com/office/drawing/2014/main" id="{910616E0-89E4-934C-B549-060B1F2F4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5" y="3017"/>
              <a:ext cx="229" cy="28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837" name="Text Box 194">
              <a:extLst>
                <a:ext uri="{FF2B5EF4-FFF2-40B4-BE49-F238E27FC236}">
                  <a16:creationId xmlns:a16="http://schemas.microsoft.com/office/drawing/2014/main" id="{BF8C2797-0697-8F4F-9C9E-38A04251A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898"/>
              <a:ext cx="89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指令译码器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075FE291-BC1D-3B42-8EB0-85EB273A0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3738" y="207963"/>
            <a:ext cx="4178300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Main Control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PLA</a:t>
            </a:r>
            <a:r>
              <a:rPr lang="zh-CN" altLang="en-US">
                <a:ea typeface="宋体" panose="02010600030101010101" pitchFamily="2" charset="-122"/>
              </a:rPr>
              <a:t>实现 </a:t>
            </a:r>
          </a:p>
        </p:txBody>
      </p:sp>
      <p:sp>
        <p:nvSpPr>
          <p:cNvPr id="162819" name="Oval 3">
            <a:extLst>
              <a:ext uri="{FF2B5EF4-FFF2-40B4-BE49-F238E27FC236}">
                <a16:creationId xmlns:a16="http://schemas.microsoft.com/office/drawing/2014/main" id="{721E17D8-B6B8-B54B-989D-BF6470394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20" name="Line 4">
            <a:extLst>
              <a:ext uri="{FF2B5EF4-FFF2-40B4-BE49-F238E27FC236}">
                <a16:creationId xmlns:a16="http://schemas.microsoft.com/office/drawing/2014/main" id="{DCECA085-7A70-7C42-82FA-4283D195BE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1" name="Oval 5">
            <a:extLst>
              <a:ext uri="{FF2B5EF4-FFF2-40B4-BE49-F238E27FC236}">
                <a16:creationId xmlns:a16="http://schemas.microsoft.com/office/drawing/2014/main" id="{9863C761-A8E1-7E4D-ACDE-887E23D51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22" name="Line 6">
            <a:extLst>
              <a:ext uri="{FF2B5EF4-FFF2-40B4-BE49-F238E27FC236}">
                <a16:creationId xmlns:a16="http://schemas.microsoft.com/office/drawing/2014/main" id="{93AA7173-3B39-DA4D-9F1F-2AACE4FB5B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3" name="Oval 7">
            <a:extLst>
              <a:ext uri="{FF2B5EF4-FFF2-40B4-BE49-F238E27FC236}">
                <a16:creationId xmlns:a16="http://schemas.microsoft.com/office/drawing/2014/main" id="{095C08CE-C812-064A-BDF0-02DA2E764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24" name="Line 8">
            <a:extLst>
              <a:ext uri="{FF2B5EF4-FFF2-40B4-BE49-F238E27FC236}">
                <a16:creationId xmlns:a16="http://schemas.microsoft.com/office/drawing/2014/main" id="{39D9B529-8001-1640-91F4-F10C0F329B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68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5" name="Oval 9">
            <a:extLst>
              <a:ext uri="{FF2B5EF4-FFF2-40B4-BE49-F238E27FC236}">
                <a16:creationId xmlns:a16="http://schemas.microsoft.com/office/drawing/2014/main" id="{83055C8A-000D-3A40-A329-8DC01E55B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26" name="Line 10">
            <a:extLst>
              <a:ext uri="{FF2B5EF4-FFF2-40B4-BE49-F238E27FC236}">
                <a16:creationId xmlns:a16="http://schemas.microsoft.com/office/drawing/2014/main" id="{0E933511-0458-3046-B25F-20F8EB1D5D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7" name="Oval 11">
            <a:extLst>
              <a:ext uri="{FF2B5EF4-FFF2-40B4-BE49-F238E27FC236}">
                <a16:creationId xmlns:a16="http://schemas.microsoft.com/office/drawing/2014/main" id="{A23514D9-378D-854C-8C8C-C507757A9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28" name="Line 12">
            <a:extLst>
              <a:ext uri="{FF2B5EF4-FFF2-40B4-BE49-F238E27FC236}">
                <a16:creationId xmlns:a16="http://schemas.microsoft.com/office/drawing/2014/main" id="{571AD014-6324-9647-A5C3-6211B8C2F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282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9" name="Oval 13">
            <a:extLst>
              <a:ext uri="{FF2B5EF4-FFF2-40B4-BE49-F238E27FC236}">
                <a16:creationId xmlns:a16="http://schemas.microsoft.com/office/drawing/2014/main" id="{24DB76AE-E019-DC41-9F43-CDE6A4233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30" name="Line 14">
            <a:extLst>
              <a:ext uri="{FF2B5EF4-FFF2-40B4-BE49-F238E27FC236}">
                <a16:creationId xmlns:a16="http://schemas.microsoft.com/office/drawing/2014/main" id="{10021D0F-415B-0241-974F-844FA843A3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3589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1" name="Line 15">
            <a:extLst>
              <a:ext uri="{FF2B5EF4-FFF2-40B4-BE49-F238E27FC236}">
                <a16:creationId xmlns:a16="http://schemas.microsoft.com/office/drawing/2014/main" id="{CF7741BB-3194-CA4F-BB77-1406ECF8B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2" name="Line 16">
            <a:extLst>
              <a:ext uri="{FF2B5EF4-FFF2-40B4-BE49-F238E27FC236}">
                <a16:creationId xmlns:a16="http://schemas.microsoft.com/office/drawing/2014/main" id="{4D942C70-AB74-E246-8CB4-09824BDB3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3" name="Line 17">
            <a:extLst>
              <a:ext uri="{FF2B5EF4-FFF2-40B4-BE49-F238E27FC236}">
                <a16:creationId xmlns:a16="http://schemas.microsoft.com/office/drawing/2014/main" id="{DFED6CB1-8C67-E743-9896-5B9280393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4" name="Arc 18">
            <a:extLst>
              <a:ext uri="{FF2B5EF4-FFF2-40B4-BE49-F238E27FC236}">
                <a16:creationId xmlns:a16="http://schemas.microsoft.com/office/drawing/2014/main" id="{7D9B4263-9D3C-5D40-BA62-34A2FB8211E1}"/>
              </a:ext>
            </a:extLst>
          </p:cNvPr>
          <p:cNvSpPr>
            <a:spLocks/>
          </p:cNvSpPr>
          <p:nvPr/>
        </p:nvSpPr>
        <p:spPr bwMode="auto">
          <a:xfrm>
            <a:off x="1143000" y="1966913"/>
            <a:ext cx="444500" cy="382587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5" name="Arc 19">
            <a:extLst>
              <a:ext uri="{FF2B5EF4-FFF2-40B4-BE49-F238E27FC236}">
                <a16:creationId xmlns:a16="http://schemas.microsoft.com/office/drawing/2014/main" id="{5FFD0DAD-3BE5-BF40-90E2-6C56AE696080}"/>
              </a:ext>
            </a:extLst>
          </p:cNvPr>
          <p:cNvSpPr>
            <a:spLocks/>
          </p:cNvSpPr>
          <p:nvPr/>
        </p:nvSpPr>
        <p:spPr bwMode="auto">
          <a:xfrm>
            <a:off x="687388" y="1909763"/>
            <a:ext cx="457200" cy="439737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6" name="Line 20">
            <a:extLst>
              <a:ext uri="{FF2B5EF4-FFF2-40B4-BE49-F238E27FC236}">
                <a16:creationId xmlns:a16="http://schemas.microsoft.com/office/drawing/2014/main" id="{7BF02DF1-F516-D549-A543-65DB1C4D65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7" name="Oval 21">
            <a:extLst>
              <a:ext uri="{FF2B5EF4-FFF2-40B4-BE49-F238E27FC236}">
                <a16:creationId xmlns:a16="http://schemas.microsoft.com/office/drawing/2014/main" id="{7EBC1280-5ABC-C54B-B22C-ECAF2A3B3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38" name="Line 22">
            <a:extLst>
              <a:ext uri="{FF2B5EF4-FFF2-40B4-BE49-F238E27FC236}">
                <a16:creationId xmlns:a16="http://schemas.microsoft.com/office/drawing/2014/main" id="{2AA4DDA5-4DE9-0B41-A126-2DDFD06F7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39" name="Oval 23">
            <a:extLst>
              <a:ext uri="{FF2B5EF4-FFF2-40B4-BE49-F238E27FC236}">
                <a16:creationId xmlns:a16="http://schemas.microsoft.com/office/drawing/2014/main" id="{597403C7-6B49-5544-829D-6865B91FD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40" name="Line 24">
            <a:extLst>
              <a:ext uri="{FF2B5EF4-FFF2-40B4-BE49-F238E27FC236}">
                <a16:creationId xmlns:a16="http://schemas.microsoft.com/office/drawing/2014/main" id="{AC20D93F-C804-2743-89B9-673DA0B841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1" name="Line 25">
            <a:extLst>
              <a:ext uri="{FF2B5EF4-FFF2-40B4-BE49-F238E27FC236}">
                <a16:creationId xmlns:a16="http://schemas.microsoft.com/office/drawing/2014/main" id="{2E3EB7A4-B4B9-B045-ADF8-C8320BE554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1206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2" name="Oval 26">
            <a:extLst>
              <a:ext uri="{FF2B5EF4-FFF2-40B4-BE49-F238E27FC236}">
                <a16:creationId xmlns:a16="http://schemas.microsoft.com/office/drawing/2014/main" id="{A9CC5646-1E30-444B-9AB6-54A801555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43" name="Line 27">
            <a:extLst>
              <a:ext uri="{FF2B5EF4-FFF2-40B4-BE49-F238E27FC236}">
                <a16:creationId xmlns:a16="http://schemas.microsoft.com/office/drawing/2014/main" id="{C5587359-84E8-274F-8C3A-74E8FCBF7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1282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4" name="Line 28">
            <a:extLst>
              <a:ext uri="{FF2B5EF4-FFF2-40B4-BE49-F238E27FC236}">
                <a16:creationId xmlns:a16="http://schemas.microsoft.com/office/drawing/2014/main" id="{A60C93B0-F718-0543-8522-6C87B8FA1F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358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5" name="Line 29">
            <a:extLst>
              <a:ext uri="{FF2B5EF4-FFF2-40B4-BE49-F238E27FC236}">
                <a16:creationId xmlns:a16="http://schemas.microsoft.com/office/drawing/2014/main" id="{43710F06-550F-D047-BC79-8707D4F7B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6" name="Line 30">
            <a:extLst>
              <a:ext uri="{FF2B5EF4-FFF2-40B4-BE49-F238E27FC236}">
                <a16:creationId xmlns:a16="http://schemas.microsoft.com/office/drawing/2014/main" id="{377677D7-681D-844D-9821-AB37DB493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7" name="Line 31">
            <a:extLst>
              <a:ext uri="{FF2B5EF4-FFF2-40B4-BE49-F238E27FC236}">
                <a16:creationId xmlns:a16="http://schemas.microsoft.com/office/drawing/2014/main" id="{8FBCFD35-9777-534B-B1A4-713F4223A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8" name="Arc 32">
            <a:extLst>
              <a:ext uri="{FF2B5EF4-FFF2-40B4-BE49-F238E27FC236}">
                <a16:creationId xmlns:a16="http://schemas.microsoft.com/office/drawing/2014/main" id="{96A3397B-BBF8-9F4D-AD2D-0D819171050E}"/>
              </a:ext>
            </a:extLst>
          </p:cNvPr>
          <p:cNvSpPr>
            <a:spLocks/>
          </p:cNvSpPr>
          <p:nvPr/>
        </p:nvSpPr>
        <p:spPr bwMode="auto">
          <a:xfrm>
            <a:off x="2209800" y="1954213"/>
            <a:ext cx="444500" cy="395287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49" name="Arc 33">
            <a:extLst>
              <a:ext uri="{FF2B5EF4-FFF2-40B4-BE49-F238E27FC236}">
                <a16:creationId xmlns:a16="http://schemas.microsoft.com/office/drawing/2014/main" id="{DCD69329-F5CB-F144-9BA7-DE6AC06C0BC0}"/>
              </a:ext>
            </a:extLst>
          </p:cNvPr>
          <p:cNvSpPr>
            <a:spLocks/>
          </p:cNvSpPr>
          <p:nvPr/>
        </p:nvSpPr>
        <p:spPr bwMode="auto">
          <a:xfrm>
            <a:off x="1739900" y="1954213"/>
            <a:ext cx="471488" cy="395287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0" name="Line 34">
            <a:extLst>
              <a:ext uri="{FF2B5EF4-FFF2-40B4-BE49-F238E27FC236}">
                <a16:creationId xmlns:a16="http://schemas.microsoft.com/office/drawing/2014/main" id="{73AF9103-193F-1944-B3E0-8D09329632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1" name="Line 35">
            <a:extLst>
              <a:ext uri="{FF2B5EF4-FFF2-40B4-BE49-F238E27FC236}">
                <a16:creationId xmlns:a16="http://schemas.microsoft.com/office/drawing/2014/main" id="{8F564527-9224-AB48-A2B1-3B723D078F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977900"/>
            <a:ext cx="0" cy="71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2" name="Oval 36">
            <a:extLst>
              <a:ext uri="{FF2B5EF4-FFF2-40B4-BE49-F238E27FC236}">
                <a16:creationId xmlns:a16="http://schemas.microsoft.com/office/drawing/2014/main" id="{00C6688E-FF21-FD41-A374-5F4DE4B4D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53" name="Line 37">
            <a:extLst>
              <a:ext uri="{FF2B5EF4-FFF2-40B4-BE49-F238E27FC236}">
                <a16:creationId xmlns:a16="http://schemas.microsoft.com/office/drawing/2014/main" id="{87D38E41-2289-3E41-A7B7-AAA335C3DC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4" name="Oval 38">
            <a:extLst>
              <a:ext uri="{FF2B5EF4-FFF2-40B4-BE49-F238E27FC236}">
                <a16:creationId xmlns:a16="http://schemas.microsoft.com/office/drawing/2014/main" id="{487693D7-7F34-9A43-8DA6-E7B916A63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55" name="Line 39">
            <a:extLst>
              <a:ext uri="{FF2B5EF4-FFF2-40B4-BE49-F238E27FC236}">
                <a16:creationId xmlns:a16="http://schemas.microsoft.com/office/drawing/2014/main" id="{8041366F-3BD0-7D47-8CF8-40D1A89263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6" name="Oval 40">
            <a:extLst>
              <a:ext uri="{FF2B5EF4-FFF2-40B4-BE49-F238E27FC236}">
                <a16:creationId xmlns:a16="http://schemas.microsoft.com/office/drawing/2014/main" id="{2444F8CA-27EF-9B42-85E0-9A1A54CF4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57" name="Line 41">
            <a:extLst>
              <a:ext uri="{FF2B5EF4-FFF2-40B4-BE49-F238E27FC236}">
                <a16:creationId xmlns:a16="http://schemas.microsoft.com/office/drawing/2014/main" id="{21975CB9-AC1E-A94D-8C73-B0EC7A474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8" name="Line 42">
            <a:extLst>
              <a:ext uri="{FF2B5EF4-FFF2-40B4-BE49-F238E27FC236}">
                <a16:creationId xmlns:a16="http://schemas.microsoft.com/office/drawing/2014/main" id="{75190251-D4AD-8E4A-B0A9-6E07888194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59" name="Line 43">
            <a:extLst>
              <a:ext uri="{FF2B5EF4-FFF2-40B4-BE49-F238E27FC236}">
                <a16:creationId xmlns:a16="http://schemas.microsoft.com/office/drawing/2014/main" id="{5E05196B-128F-AF43-9DD5-0F0F629D98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1358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0" name="Line 44">
            <a:extLst>
              <a:ext uri="{FF2B5EF4-FFF2-40B4-BE49-F238E27FC236}">
                <a16:creationId xmlns:a16="http://schemas.microsoft.com/office/drawing/2014/main" id="{969118F7-104F-2242-A3EA-E3CF17081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21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1" name="Line 45">
            <a:extLst>
              <a:ext uri="{FF2B5EF4-FFF2-40B4-BE49-F238E27FC236}">
                <a16:creationId xmlns:a16="http://schemas.microsoft.com/office/drawing/2014/main" id="{9A08D61A-BA59-204D-89EC-C5AE1C97D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2" name="Line 46">
            <a:extLst>
              <a:ext uri="{FF2B5EF4-FFF2-40B4-BE49-F238E27FC236}">
                <a16:creationId xmlns:a16="http://schemas.microsoft.com/office/drawing/2014/main" id="{EC5424F8-0259-7F49-817A-C59EB54CB2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3" name="Arc 47">
            <a:extLst>
              <a:ext uri="{FF2B5EF4-FFF2-40B4-BE49-F238E27FC236}">
                <a16:creationId xmlns:a16="http://schemas.microsoft.com/office/drawing/2014/main" id="{31093CA7-9F9B-B24F-9A91-0139F48A702F}"/>
              </a:ext>
            </a:extLst>
          </p:cNvPr>
          <p:cNvSpPr>
            <a:spLocks/>
          </p:cNvSpPr>
          <p:nvPr/>
        </p:nvSpPr>
        <p:spPr bwMode="auto">
          <a:xfrm>
            <a:off x="3276600" y="1939925"/>
            <a:ext cx="444500" cy="4095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4" name="Arc 48">
            <a:extLst>
              <a:ext uri="{FF2B5EF4-FFF2-40B4-BE49-F238E27FC236}">
                <a16:creationId xmlns:a16="http://schemas.microsoft.com/office/drawing/2014/main" id="{3537D883-6184-5F4B-B1AF-24082F070DF7}"/>
              </a:ext>
            </a:extLst>
          </p:cNvPr>
          <p:cNvSpPr>
            <a:spLocks/>
          </p:cNvSpPr>
          <p:nvPr/>
        </p:nvSpPr>
        <p:spPr bwMode="auto">
          <a:xfrm>
            <a:off x="2819400" y="1952625"/>
            <a:ext cx="458788" cy="396875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5" name="Line 49">
            <a:extLst>
              <a:ext uri="{FF2B5EF4-FFF2-40B4-BE49-F238E27FC236}">
                <a16:creationId xmlns:a16="http://schemas.microsoft.com/office/drawing/2014/main" id="{E75D348E-AFDB-B042-822F-B6D6F12A34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6" name="Line 50">
            <a:extLst>
              <a:ext uri="{FF2B5EF4-FFF2-40B4-BE49-F238E27FC236}">
                <a16:creationId xmlns:a16="http://schemas.microsoft.com/office/drawing/2014/main" id="{DF792D38-F0DA-2A4D-9677-E0E3FF48A8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977900"/>
            <a:ext cx="0" cy="71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7" name="Oval 51">
            <a:extLst>
              <a:ext uri="{FF2B5EF4-FFF2-40B4-BE49-F238E27FC236}">
                <a16:creationId xmlns:a16="http://schemas.microsoft.com/office/drawing/2014/main" id="{6B656CEE-F47C-714C-B483-468FF3E21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68" name="Line 52">
            <a:extLst>
              <a:ext uri="{FF2B5EF4-FFF2-40B4-BE49-F238E27FC236}">
                <a16:creationId xmlns:a16="http://schemas.microsoft.com/office/drawing/2014/main" id="{9BC94B53-97D5-D643-8CA4-3B0325D14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69" name="Line 53">
            <a:extLst>
              <a:ext uri="{FF2B5EF4-FFF2-40B4-BE49-F238E27FC236}">
                <a16:creationId xmlns:a16="http://schemas.microsoft.com/office/drawing/2014/main" id="{805E66E6-C98B-2247-8F78-B29D2011F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130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0" name="Oval 54">
            <a:extLst>
              <a:ext uri="{FF2B5EF4-FFF2-40B4-BE49-F238E27FC236}">
                <a16:creationId xmlns:a16="http://schemas.microsoft.com/office/drawing/2014/main" id="{941FDABC-3A0E-0940-B168-4F801059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71" name="Line 55">
            <a:extLst>
              <a:ext uri="{FF2B5EF4-FFF2-40B4-BE49-F238E27FC236}">
                <a16:creationId xmlns:a16="http://schemas.microsoft.com/office/drawing/2014/main" id="{2FA8EFD5-76D5-B344-9BA7-E1B11F3DB2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2" name="Line 56">
            <a:extLst>
              <a:ext uri="{FF2B5EF4-FFF2-40B4-BE49-F238E27FC236}">
                <a16:creationId xmlns:a16="http://schemas.microsoft.com/office/drawing/2014/main" id="{B7754E36-7130-C742-A726-92C9096CDC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3" name="Line 57">
            <a:extLst>
              <a:ext uri="{FF2B5EF4-FFF2-40B4-BE49-F238E27FC236}">
                <a16:creationId xmlns:a16="http://schemas.microsoft.com/office/drawing/2014/main" id="{E216D0D7-3248-3146-AF55-6CBDD3299F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13589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4" name="Line 58">
            <a:extLst>
              <a:ext uri="{FF2B5EF4-FFF2-40B4-BE49-F238E27FC236}">
                <a16:creationId xmlns:a16="http://schemas.microsoft.com/office/drawing/2014/main" id="{D7A924E3-0ECD-F64D-A3FD-B385412F2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5" name="Line 59">
            <a:extLst>
              <a:ext uri="{FF2B5EF4-FFF2-40B4-BE49-F238E27FC236}">
                <a16:creationId xmlns:a16="http://schemas.microsoft.com/office/drawing/2014/main" id="{871A6281-FCE9-2545-A4A7-668DEA0C4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6" name="Line 60">
            <a:extLst>
              <a:ext uri="{FF2B5EF4-FFF2-40B4-BE49-F238E27FC236}">
                <a16:creationId xmlns:a16="http://schemas.microsoft.com/office/drawing/2014/main" id="{9D2F7783-50A7-FE4F-9C81-1A1A07190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7" name="Arc 61">
            <a:extLst>
              <a:ext uri="{FF2B5EF4-FFF2-40B4-BE49-F238E27FC236}">
                <a16:creationId xmlns:a16="http://schemas.microsoft.com/office/drawing/2014/main" id="{00BEC1F0-24CF-CB4C-8D5E-5622FE94D06A}"/>
              </a:ext>
            </a:extLst>
          </p:cNvPr>
          <p:cNvSpPr>
            <a:spLocks/>
          </p:cNvSpPr>
          <p:nvPr/>
        </p:nvSpPr>
        <p:spPr bwMode="auto">
          <a:xfrm>
            <a:off x="4343400" y="1954213"/>
            <a:ext cx="444500" cy="395287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8" name="Arc 62">
            <a:extLst>
              <a:ext uri="{FF2B5EF4-FFF2-40B4-BE49-F238E27FC236}">
                <a16:creationId xmlns:a16="http://schemas.microsoft.com/office/drawing/2014/main" id="{A8847EB0-4894-A341-8439-DB887C02CA07}"/>
              </a:ext>
            </a:extLst>
          </p:cNvPr>
          <p:cNvSpPr>
            <a:spLocks/>
          </p:cNvSpPr>
          <p:nvPr/>
        </p:nvSpPr>
        <p:spPr bwMode="auto">
          <a:xfrm>
            <a:off x="3886200" y="1939925"/>
            <a:ext cx="458788" cy="409575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79" name="Line 63">
            <a:extLst>
              <a:ext uri="{FF2B5EF4-FFF2-40B4-BE49-F238E27FC236}">
                <a16:creationId xmlns:a16="http://schemas.microsoft.com/office/drawing/2014/main" id="{C1712824-E72B-944F-866C-81204CA45E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80" name="Oval 64">
            <a:extLst>
              <a:ext uri="{FF2B5EF4-FFF2-40B4-BE49-F238E27FC236}">
                <a16:creationId xmlns:a16="http://schemas.microsoft.com/office/drawing/2014/main" id="{18B1B770-8F69-7147-B31D-8E4AC312D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81" name="Line 65">
            <a:extLst>
              <a:ext uri="{FF2B5EF4-FFF2-40B4-BE49-F238E27FC236}">
                <a16:creationId xmlns:a16="http://schemas.microsoft.com/office/drawing/2014/main" id="{E46AFA72-438A-094D-83CD-0CE1D29ADC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82" name="Oval 66">
            <a:extLst>
              <a:ext uri="{FF2B5EF4-FFF2-40B4-BE49-F238E27FC236}">
                <a16:creationId xmlns:a16="http://schemas.microsoft.com/office/drawing/2014/main" id="{A0CD36AF-471F-3D4C-ADBA-5B9E65877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1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83" name="Line 67">
            <a:extLst>
              <a:ext uri="{FF2B5EF4-FFF2-40B4-BE49-F238E27FC236}">
                <a16:creationId xmlns:a16="http://schemas.microsoft.com/office/drawing/2014/main" id="{9E416DB4-954F-6045-8ED7-902AC0FDFB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84" name="Oval 68">
            <a:extLst>
              <a:ext uri="{FF2B5EF4-FFF2-40B4-BE49-F238E27FC236}">
                <a16:creationId xmlns:a16="http://schemas.microsoft.com/office/drawing/2014/main" id="{DA55CEF6-91DD-8940-ACF3-DB03ACA21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85" name="Line 69">
            <a:extLst>
              <a:ext uri="{FF2B5EF4-FFF2-40B4-BE49-F238E27FC236}">
                <a16:creationId xmlns:a16="http://schemas.microsoft.com/office/drawing/2014/main" id="{B121B216-830B-114F-90E8-B330F91997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86" name="Line 70">
            <a:extLst>
              <a:ext uri="{FF2B5EF4-FFF2-40B4-BE49-F238E27FC236}">
                <a16:creationId xmlns:a16="http://schemas.microsoft.com/office/drawing/2014/main" id="{97028751-B91E-DA45-AC92-5B77AD8728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12065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87" name="Oval 71">
            <a:extLst>
              <a:ext uri="{FF2B5EF4-FFF2-40B4-BE49-F238E27FC236}">
                <a16:creationId xmlns:a16="http://schemas.microsoft.com/office/drawing/2014/main" id="{74B2573D-CFC8-5347-90F6-40B45148B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88" name="Line 72">
            <a:extLst>
              <a:ext uri="{FF2B5EF4-FFF2-40B4-BE49-F238E27FC236}">
                <a16:creationId xmlns:a16="http://schemas.microsoft.com/office/drawing/2014/main" id="{372B2C8A-4082-D742-B62A-EE16FD5523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2827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89" name="Oval 73">
            <a:extLst>
              <a:ext uri="{FF2B5EF4-FFF2-40B4-BE49-F238E27FC236}">
                <a16:creationId xmlns:a16="http://schemas.microsoft.com/office/drawing/2014/main" id="{FB345746-F083-A14D-8B81-92B9BDFE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90" name="Line 74">
            <a:extLst>
              <a:ext uri="{FF2B5EF4-FFF2-40B4-BE49-F238E27FC236}">
                <a16:creationId xmlns:a16="http://schemas.microsoft.com/office/drawing/2014/main" id="{0CA062F9-B1A9-634A-8CEA-2DA21494D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3589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1" name="Line 75">
            <a:extLst>
              <a:ext uri="{FF2B5EF4-FFF2-40B4-BE49-F238E27FC236}">
                <a16:creationId xmlns:a16="http://schemas.microsoft.com/office/drawing/2014/main" id="{8E405CAF-9B76-7644-AD3F-FC8BD343E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57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2" name="Line 76">
            <a:extLst>
              <a:ext uri="{FF2B5EF4-FFF2-40B4-BE49-F238E27FC236}">
                <a16:creationId xmlns:a16="http://schemas.microsoft.com/office/drawing/2014/main" id="{ABA323F6-CD8A-B048-ABA1-B89E20FEB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3" name="Line 77">
            <a:extLst>
              <a:ext uri="{FF2B5EF4-FFF2-40B4-BE49-F238E27FC236}">
                <a16:creationId xmlns:a16="http://schemas.microsoft.com/office/drawing/2014/main" id="{1F130B3A-2358-2547-94F1-103558BC0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4" name="Arc 78">
            <a:extLst>
              <a:ext uri="{FF2B5EF4-FFF2-40B4-BE49-F238E27FC236}">
                <a16:creationId xmlns:a16="http://schemas.microsoft.com/office/drawing/2014/main" id="{BBCEABEE-3FDA-4F47-A70F-E7FE0A3370E1}"/>
              </a:ext>
            </a:extLst>
          </p:cNvPr>
          <p:cNvSpPr>
            <a:spLocks/>
          </p:cNvSpPr>
          <p:nvPr/>
        </p:nvSpPr>
        <p:spPr bwMode="auto">
          <a:xfrm>
            <a:off x="5410200" y="1966913"/>
            <a:ext cx="444500" cy="382587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5" name="Arc 79">
            <a:extLst>
              <a:ext uri="{FF2B5EF4-FFF2-40B4-BE49-F238E27FC236}">
                <a16:creationId xmlns:a16="http://schemas.microsoft.com/office/drawing/2014/main" id="{DA68497C-E5D3-B848-9309-8B5A2327D7AB}"/>
              </a:ext>
            </a:extLst>
          </p:cNvPr>
          <p:cNvSpPr>
            <a:spLocks/>
          </p:cNvSpPr>
          <p:nvPr/>
        </p:nvSpPr>
        <p:spPr bwMode="auto">
          <a:xfrm>
            <a:off x="4953000" y="1952625"/>
            <a:ext cx="458788" cy="396875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6" name="Line 80">
            <a:extLst>
              <a:ext uri="{FF2B5EF4-FFF2-40B4-BE49-F238E27FC236}">
                <a16:creationId xmlns:a16="http://schemas.microsoft.com/office/drawing/2014/main" id="{2C0754F2-E71E-1648-B0E4-E1A646885E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7" name="Oval 81">
            <a:extLst>
              <a:ext uri="{FF2B5EF4-FFF2-40B4-BE49-F238E27FC236}">
                <a16:creationId xmlns:a16="http://schemas.microsoft.com/office/drawing/2014/main" id="{91FBE8F3-FE7D-BE46-A221-1183A3103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898" name="Line 82">
            <a:extLst>
              <a:ext uri="{FF2B5EF4-FFF2-40B4-BE49-F238E27FC236}">
                <a16:creationId xmlns:a16="http://schemas.microsoft.com/office/drawing/2014/main" id="{C6A70A87-D571-354D-BB38-227BBF72CA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9779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99" name="Oval 83">
            <a:extLst>
              <a:ext uri="{FF2B5EF4-FFF2-40B4-BE49-F238E27FC236}">
                <a16:creationId xmlns:a16="http://schemas.microsoft.com/office/drawing/2014/main" id="{E8554E42-E173-F44C-9CA4-44F41862E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49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00" name="Line 84">
            <a:extLst>
              <a:ext uri="{FF2B5EF4-FFF2-40B4-BE49-F238E27FC236}">
                <a16:creationId xmlns:a16="http://schemas.microsoft.com/office/drawing/2014/main" id="{2B190D94-52EB-7F4B-A5E8-5B7293009F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0541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01" name="Oval 85">
            <a:extLst>
              <a:ext uri="{FF2B5EF4-FFF2-40B4-BE49-F238E27FC236}">
                <a16:creationId xmlns:a16="http://schemas.microsoft.com/office/drawing/2014/main" id="{2E749B4A-B78F-4E40-AF7F-DB8448AE1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3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02" name="Line 86">
            <a:extLst>
              <a:ext uri="{FF2B5EF4-FFF2-40B4-BE49-F238E27FC236}">
                <a16:creationId xmlns:a16="http://schemas.microsoft.com/office/drawing/2014/main" id="{24E47099-90D2-8741-9714-FDA6CD271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1303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03" name="Oval 87">
            <a:extLst>
              <a:ext uri="{FF2B5EF4-FFF2-40B4-BE49-F238E27FC236}">
                <a16:creationId xmlns:a16="http://schemas.microsoft.com/office/drawing/2014/main" id="{D75D1BDF-417B-8644-A6B9-C2F53175F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04" name="Line 88">
            <a:extLst>
              <a:ext uri="{FF2B5EF4-FFF2-40B4-BE49-F238E27FC236}">
                <a16:creationId xmlns:a16="http://schemas.microsoft.com/office/drawing/2014/main" id="{38071441-A760-DD43-9387-C0F9FB8FBE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3200" y="12065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05" name="Line 89">
            <a:extLst>
              <a:ext uri="{FF2B5EF4-FFF2-40B4-BE49-F238E27FC236}">
                <a16:creationId xmlns:a16="http://schemas.microsoft.com/office/drawing/2014/main" id="{C33FF934-E4BC-B64E-A596-8CAC21DF1A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06" name="Oval 90">
            <a:extLst>
              <a:ext uri="{FF2B5EF4-FFF2-40B4-BE49-F238E27FC236}">
                <a16:creationId xmlns:a16="http://schemas.microsoft.com/office/drawing/2014/main" id="{C67A5BC8-28A4-2F4E-8D70-5D66ED9B7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0" y="15367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07" name="Line 91">
            <a:extLst>
              <a:ext uri="{FF2B5EF4-FFF2-40B4-BE49-F238E27FC236}">
                <a16:creationId xmlns:a16="http://schemas.microsoft.com/office/drawing/2014/main" id="{27ED4CFE-2685-8742-B010-2028191A4F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3589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08" name="Line 92">
            <a:extLst>
              <a:ext uri="{FF2B5EF4-FFF2-40B4-BE49-F238E27FC236}">
                <a16:creationId xmlns:a16="http://schemas.microsoft.com/office/drawing/2014/main" id="{022C9634-45E7-3B42-A0D7-BCDDDE1E1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0" y="16764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09" name="Line 93">
            <a:extLst>
              <a:ext uri="{FF2B5EF4-FFF2-40B4-BE49-F238E27FC236}">
                <a16:creationId xmlns:a16="http://schemas.microsoft.com/office/drawing/2014/main" id="{2A999C52-3D9B-CA45-80AB-86D1E809A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10" name="Line 94">
            <a:extLst>
              <a:ext uri="{FF2B5EF4-FFF2-40B4-BE49-F238E27FC236}">
                <a16:creationId xmlns:a16="http://schemas.microsoft.com/office/drawing/2014/main" id="{847F9BEA-FB6F-6049-9EEB-E4B93766D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11" name="Arc 95">
            <a:extLst>
              <a:ext uri="{FF2B5EF4-FFF2-40B4-BE49-F238E27FC236}">
                <a16:creationId xmlns:a16="http://schemas.microsoft.com/office/drawing/2014/main" id="{226B6FF9-01EC-444D-A0D9-CC62C27EC1B2}"/>
              </a:ext>
            </a:extLst>
          </p:cNvPr>
          <p:cNvSpPr>
            <a:spLocks/>
          </p:cNvSpPr>
          <p:nvPr/>
        </p:nvSpPr>
        <p:spPr bwMode="auto">
          <a:xfrm>
            <a:off x="6477000" y="1966913"/>
            <a:ext cx="444500" cy="382587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12" name="Arc 96">
            <a:extLst>
              <a:ext uri="{FF2B5EF4-FFF2-40B4-BE49-F238E27FC236}">
                <a16:creationId xmlns:a16="http://schemas.microsoft.com/office/drawing/2014/main" id="{906666CA-6F45-8243-ADAF-A68ACFF9CB0C}"/>
              </a:ext>
            </a:extLst>
          </p:cNvPr>
          <p:cNvSpPr>
            <a:spLocks/>
          </p:cNvSpPr>
          <p:nvPr/>
        </p:nvSpPr>
        <p:spPr bwMode="auto">
          <a:xfrm>
            <a:off x="6021388" y="1952625"/>
            <a:ext cx="457200" cy="396875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13" name="Line 97">
            <a:extLst>
              <a:ext uri="{FF2B5EF4-FFF2-40B4-BE49-F238E27FC236}">
                <a16:creationId xmlns:a16="http://schemas.microsoft.com/office/drawing/2014/main" id="{D3098147-2CC8-CA4E-BF5B-DDC3D6DD57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2349500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14" name="Line 98">
            <a:extLst>
              <a:ext uri="{FF2B5EF4-FFF2-40B4-BE49-F238E27FC236}">
                <a16:creationId xmlns:a16="http://schemas.microsoft.com/office/drawing/2014/main" id="{13152094-F1ED-6147-B0DD-20AFA00A3B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11303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15" name="Rectangle 99">
            <a:extLst>
              <a:ext uri="{FF2B5EF4-FFF2-40B4-BE49-F238E27FC236}">
                <a16:creationId xmlns:a16="http://schemas.microsoft.com/office/drawing/2014/main" id="{3286EDC8-B393-B047-B6FA-BD76F7AE0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1066800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op&lt;0&gt;</a:t>
            </a:r>
          </a:p>
        </p:txBody>
      </p:sp>
      <p:sp>
        <p:nvSpPr>
          <p:cNvPr id="162916" name="Rectangle 100">
            <a:extLst>
              <a:ext uri="{FF2B5EF4-FFF2-40B4-BE49-F238E27FC236}">
                <a16:creationId xmlns:a16="http://schemas.microsoft.com/office/drawing/2014/main" id="{89FC6BF2-CE3B-3640-A79D-4E5CA850E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685800"/>
            <a:ext cx="835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2917" name="Rectangle 101">
            <a:extLst>
              <a:ext uri="{FF2B5EF4-FFF2-40B4-BE49-F238E27FC236}">
                <a16:creationId xmlns:a16="http://schemas.microsoft.com/office/drawing/2014/main" id="{E9737B86-2C52-4748-817D-BE19F33F1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6254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18" name="Rectangle 102">
            <a:extLst>
              <a:ext uri="{FF2B5EF4-FFF2-40B4-BE49-F238E27FC236}">
                <a16:creationId xmlns:a16="http://schemas.microsoft.com/office/drawing/2014/main" id="{D60D4242-DEA1-814C-95B1-DD7995FF2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7016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19" name="Rectangle 103">
            <a:extLst>
              <a:ext uri="{FF2B5EF4-FFF2-40B4-BE49-F238E27FC236}">
                <a16:creationId xmlns:a16="http://schemas.microsoft.com/office/drawing/2014/main" id="{562C3450-B6B6-E44D-B38C-4ADC005E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685800"/>
            <a:ext cx="835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2920" name="Rectangle 104">
            <a:extLst>
              <a:ext uri="{FF2B5EF4-FFF2-40B4-BE49-F238E27FC236}">
                <a16:creationId xmlns:a16="http://schemas.microsoft.com/office/drawing/2014/main" id="{BE1A42F6-01F8-B54E-80D1-AD17ED36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6254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21" name="Rectangle 105">
            <a:extLst>
              <a:ext uri="{FF2B5EF4-FFF2-40B4-BE49-F238E27FC236}">
                <a16:creationId xmlns:a16="http://schemas.microsoft.com/office/drawing/2014/main" id="{72A79758-2964-EF47-9708-760ADE218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7016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22" name="Rectangle 106">
            <a:extLst>
              <a:ext uri="{FF2B5EF4-FFF2-40B4-BE49-F238E27FC236}">
                <a16:creationId xmlns:a16="http://schemas.microsoft.com/office/drawing/2014/main" id="{97AF95D8-D4BD-434A-AEF8-06F31EBAF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106680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162923" name="Rectangle 107">
            <a:extLst>
              <a:ext uri="{FF2B5EF4-FFF2-40B4-BE49-F238E27FC236}">
                <a16:creationId xmlns:a16="http://schemas.microsoft.com/office/drawing/2014/main" id="{2F0B3852-16D5-3F44-B9B9-45AFBA52A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685800"/>
            <a:ext cx="835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2924" name="Rectangle 108">
            <a:extLst>
              <a:ext uri="{FF2B5EF4-FFF2-40B4-BE49-F238E27FC236}">
                <a16:creationId xmlns:a16="http://schemas.microsoft.com/office/drawing/2014/main" id="{55A65D16-4623-D54B-BFC3-CF7E96330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6254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25" name="Rectangle 109">
            <a:extLst>
              <a:ext uri="{FF2B5EF4-FFF2-40B4-BE49-F238E27FC236}">
                <a16:creationId xmlns:a16="http://schemas.microsoft.com/office/drawing/2014/main" id="{89A8EE00-8D83-4D41-A0CC-9A08D6F06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7016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26" name="Rectangle 110">
            <a:extLst>
              <a:ext uri="{FF2B5EF4-FFF2-40B4-BE49-F238E27FC236}">
                <a16:creationId xmlns:a16="http://schemas.microsoft.com/office/drawing/2014/main" id="{173729F1-7141-9744-A564-92C97F244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106680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162927" name="Rectangle 111">
            <a:extLst>
              <a:ext uri="{FF2B5EF4-FFF2-40B4-BE49-F238E27FC236}">
                <a16:creationId xmlns:a16="http://schemas.microsoft.com/office/drawing/2014/main" id="{E1E9038D-E18C-6240-83AE-C161ED72C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685800"/>
            <a:ext cx="835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2928" name="Rectangle 112">
            <a:extLst>
              <a:ext uri="{FF2B5EF4-FFF2-40B4-BE49-F238E27FC236}">
                <a16:creationId xmlns:a16="http://schemas.microsoft.com/office/drawing/2014/main" id="{394E4200-5942-EA4B-9918-6E2265649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6254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29" name="Rectangle 113">
            <a:extLst>
              <a:ext uri="{FF2B5EF4-FFF2-40B4-BE49-F238E27FC236}">
                <a16:creationId xmlns:a16="http://schemas.microsoft.com/office/drawing/2014/main" id="{B04F5423-F14C-8A45-8488-6E052056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7016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30" name="Rectangle 114">
            <a:extLst>
              <a:ext uri="{FF2B5EF4-FFF2-40B4-BE49-F238E27FC236}">
                <a16:creationId xmlns:a16="http://schemas.microsoft.com/office/drawing/2014/main" id="{410707A1-0D0F-7149-AC1D-845CE4660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106680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162931" name="Rectangle 115">
            <a:extLst>
              <a:ext uri="{FF2B5EF4-FFF2-40B4-BE49-F238E27FC236}">
                <a16:creationId xmlns:a16="http://schemas.microsoft.com/office/drawing/2014/main" id="{13E1F2A9-AA00-5E47-93CB-680EBB1B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685800"/>
            <a:ext cx="835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2932" name="Rectangle 116">
            <a:extLst>
              <a:ext uri="{FF2B5EF4-FFF2-40B4-BE49-F238E27FC236}">
                <a16:creationId xmlns:a16="http://schemas.microsoft.com/office/drawing/2014/main" id="{A416F599-1D8A-E849-AC43-6C9E5113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6254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33" name="Rectangle 117">
            <a:extLst>
              <a:ext uri="{FF2B5EF4-FFF2-40B4-BE49-F238E27FC236}">
                <a16:creationId xmlns:a16="http://schemas.microsoft.com/office/drawing/2014/main" id="{F4C73920-9BFD-6540-984F-2273A7F7B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7016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34" name="Rectangle 118">
            <a:extLst>
              <a:ext uri="{FF2B5EF4-FFF2-40B4-BE49-F238E27FC236}">
                <a16:creationId xmlns:a16="http://schemas.microsoft.com/office/drawing/2014/main" id="{7A774D92-563D-5A4D-B806-D4312D7BE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106680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162935" name="Rectangle 119">
            <a:extLst>
              <a:ext uri="{FF2B5EF4-FFF2-40B4-BE49-F238E27FC236}">
                <a16:creationId xmlns:a16="http://schemas.microsoft.com/office/drawing/2014/main" id="{03417D61-A883-E543-BA6A-44391CC1D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685800"/>
            <a:ext cx="8350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op&lt;5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2936" name="Rectangle 120">
            <a:extLst>
              <a:ext uri="{FF2B5EF4-FFF2-40B4-BE49-F238E27FC236}">
                <a16:creationId xmlns:a16="http://schemas.microsoft.com/office/drawing/2014/main" id="{5F387AA0-6F3B-1444-97E0-22805B671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6254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37" name="Rectangle 121">
            <a:extLst>
              <a:ext uri="{FF2B5EF4-FFF2-40B4-BE49-F238E27FC236}">
                <a16:creationId xmlns:a16="http://schemas.microsoft.com/office/drawing/2014/main" id="{AA91D0DA-0A52-C34E-BFDD-969FDA1A0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701675"/>
            <a:ext cx="269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62938" name="Rectangle 122">
            <a:extLst>
              <a:ext uri="{FF2B5EF4-FFF2-40B4-BE49-F238E27FC236}">
                <a16:creationId xmlns:a16="http://schemas.microsoft.com/office/drawing/2014/main" id="{023259A5-12F8-DA4F-BBBF-6F0FFA779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106680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&lt;0&gt;</a:t>
            </a:r>
          </a:p>
        </p:txBody>
      </p:sp>
      <p:sp>
        <p:nvSpPr>
          <p:cNvPr id="162939" name="Rectangle 123">
            <a:extLst>
              <a:ext uri="{FF2B5EF4-FFF2-40B4-BE49-F238E27FC236}">
                <a16:creationId xmlns:a16="http://schemas.microsoft.com/office/drawing/2014/main" id="{F88903EC-0053-6C49-95DA-B3BC65DF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362200"/>
            <a:ext cx="892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R-type</a:t>
            </a:r>
          </a:p>
        </p:txBody>
      </p:sp>
      <p:sp>
        <p:nvSpPr>
          <p:cNvPr id="162940" name="Rectangle 124">
            <a:extLst>
              <a:ext uri="{FF2B5EF4-FFF2-40B4-BE49-F238E27FC236}">
                <a16:creationId xmlns:a16="http://schemas.microsoft.com/office/drawing/2014/main" id="{F11BA762-E509-844A-9A50-C0D5D51AC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23622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ori</a:t>
            </a:r>
          </a:p>
        </p:txBody>
      </p:sp>
      <p:sp>
        <p:nvSpPr>
          <p:cNvPr id="162941" name="Rectangle 125">
            <a:extLst>
              <a:ext uri="{FF2B5EF4-FFF2-40B4-BE49-F238E27FC236}">
                <a16:creationId xmlns:a16="http://schemas.microsoft.com/office/drawing/2014/main" id="{525E5050-898F-5949-A1D3-B4F3E6DAC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23622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lw</a:t>
            </a:r>
          </a:p>
        </p:txBody>
      </p:sp>
      <p:sp>
        <p:nvSpPr>
          <p:cNvPr id="162942" name="Rectangle 126">
            <a:extLst>
              <a:ext uri="{FF2B5EF4-FFF2-40B4-BE49-F238E27FC236}">
                <a16:creationId xmlns:a16="http://schemas.microsoft.com/office/drawing/2014/main" id="{C76825B1-86CC-8C44-BA5E-B29976F1D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23622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sw</a:t>
            </a:r>
          </a:p>
        </p:txBody>
      </p:sp>
      <p:sp>
        <p:nvSpPr>
          <p:cNvPr id="162943" name="Rectangle 127">
            <a:extLst>
              <a:ext uri="{FF2B5EF4-FFF2-40B4-BE49-F238E27FC236}">
                <a16:creationId xmlns:a16="http://schemas.microsoft.com/office/drawing/2014/main" id="{9A2F55E3-4CB7-6A41-813E-5A031111A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2362200"/>
            <a:ext cx="587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beq</a:t>
            </a:r>
          </a:p>
        </p:txBody>
      </p:sp>
      <p:sp>
        <p:nvSpPr>
          <p:cNvPr id="162944" name="Rectangle 128">
            <a:extLst>
              <a:ext uri="{FF2B5EF4-FFF2-40B4-BE49-F238E27FC236}">
                <a16:creationId xmlns:a16="http://schemas.microsoft.com/office/drawing/2014/main" id="{275988E0-23E8-0F42-9996-059A8D0C1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2362200"/>
            <a:ext cx="727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62945" name="Arc 129">
            <a:extLst>
              <a:ext uri="{FF2B5EF4-FFF2-40B4-BE49-F238E27FC236}">
                <a16:creationId xmlns:a16="http://schemas.microsoft.com/office/drawing/2014/main" id="{4CBBD136-8307-5C41-851E-6CF64A6FCDDC}"/>
              </a:ext>
            </a:extLst>
          </p:cNvPr>
          <p:cNvSpPr>
            <a:spLocks/>
          </p:cNvSpPr>
          <p:nvPr/>
        </p:nvSpPr>
        <p:spPr bwMode="auto">
          <a:xfrm>
            <a:off x="7010400" y="2592388"/>
            <a:ext cx="520700" cy="2286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46" name="Arc 130">
            <a:extLst>
              <a:ext uri="{FF2B5EF4-FFF2-40B4-BE49-F238E27FC236}">
                <a16:creationId xmlns:a16="http://schemas.microsoft.com/office/drawing/2014/main" id="{B192A6A2-9D27-7B46-A710-485A10ABC5C6}"/>
              </a:ext>
            </a:extLst>
          </p:cNvPr>
          <p:cNvSpPr>
            <a:spLocks/>
          </p:cNvSpPr>
          <p:nvPr/>
        </p:nvSpPr>
        <p:spPr bwMode="auto">
          <a:xfrm>
            <a:off x="6977063" y="2605088"/>
            <a:ext cx="96837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47" name="Line 131">
            <a:extLst>
              <a:ext uri="{FF2B5EF4-FFF2-40B4-BE49-F238E27FC236}">
                <a16:creationId xmlns:a16="http://schemas.microsoft.com/office/drawing/2014/main" id="{5B737047-2A87-A444-987B-8AC6F277DC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28194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48" name="Line 132">
            <a:extLst>
              <a:ext uri="{FF2B5EF4-FFF2-40B4-BE49-F238E27FC236}">
                <a16:creationId xmlns:a16="http://schemas.microsoft.com/office/drawing/2014/main" id="{9D94F399-42C9-A94D-BFB4-8E8E84BED3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29718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49" name="Line 133">
            <a:extLst>
              <a:ext uri="{FF2B5EF4-FFF2-40B4-BE49-F238E27FC236}">
                <a16:creationId xmlns:a16="http://schemas.microsoft.com/office/drawing/2014/main" id="{993AAE9F-4CC0-5448-A45A-FA93E8C1E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2819400"/>
            <a:ext cx="2444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0" name="Line 134">
            <a:extLst>
              <a:ext uri="{FF2B5EF4-FFF2-40B4-BE49-F238E27FC236}">
                <a16:creationId xmlns:a16="http://schemas.microsoft.com/office/drawing/2014/main" id="{18D210A5-EBD1-794C-BAE6-5163EA30C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1" name="Line 135">
            <a:extLst>
              <a:ext uri="{FF2B5EF4-FFF2-40B4-BE49-F238E27FC236}">
                <a16:creationId xmlns:a16="http://schemas.microsoft.com/office/drawing/2014/main" id="{63160E4D-D610-704A-8A8C-7E7E026B7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2" name="Line 136">
            <a:extLst>
              <a:ext uri="{FF2B5EF4-FFF2-40B4-BE49-F238E27FC236}">
                <a16:creationId xmlns:a16="http://schemas.microsoft.com/office/drawing/2014/main" id="{2E33C1F8-49D2-E84B-9BA5-9E3CA228F7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3" name="Line 137">
            <a:extLst>
              <a:ext uri="{FF2B5EF4-FFF2-40B4-BE49-F238E27FC236}">
                <a16:creationId xmlns:a16="http://schemas.microsoft.com/office/drawing/2014/main" id="{0826B557-B32E-514B-B73D-C22CE2A0E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4" name="Line 138">
            <a:extLst>
              <a:ext uri="{FF2B5EF4-FFF2-40B4-BE49-F238E27FC236}">
                <a16:creationId xmlns:a16="http://schemas.microsoft.com/office/drawing/2014/main" id="{62C3B640-BDA8-034D-9711-F500B85F7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51100"/>
            <a:ext cx="0" cy="408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5" name="Line 139">
            <a:extLst>
              <a:ext uri="{FF2B5EF4-FFF2-40B4-BE49-F238E27FC236}">
                <a16:creationId xmlns:a16="http://schemas.microsoft.com/office/drawing/2014/main" id="{B4516039-12A7-6043-A4C5-AE97B16FF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451100"/>
            <a:ext cx="0" cy="401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6" name="Line 140">
            <a:extLst>
              <a:ext uri="{FF2B5EF4-FFF2-40B4-BE49-F238E27FC236}">
                <a16:creationId xmlns:a16="http://schemas.microsoft.com/office/drawing/2014/main" id="{E6478ABC-1D5C-1D44-A6C4-967497BB07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2667000"/>
            <a:ext cx="551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7" name="Line 141">
            <a:extLst>
              <a:ext uri="{FF2B5EF4-FFF2-40B4-BE49-F238E27FC236}">
                <a16:creationId xmlns:a16="http://schemas.microsoft.com/office/drawing/2014/main" id="{92EAD7AF-FDF6-F84A-9FB0-39F426CC95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2819400"/>
            <a:ext cx="444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8" name="Line 142">
            <a:extLst>
              <a:ext uri="{FF2B5EF4-FFF2-40B4-BE49-F238E27FC236}">
                <a16:creationId xmlns:a16="http://schemas.microsoft.com/office/drawing/2014/main" id="{F4E09000-94A3-2444-B695-21FC915009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2971800"/>
            <a:ext cx="337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59" name="Line 143">
            <a:extLst>
              <a:ext uri="{FF2B5EF4-FFF2-40B4-BE49-F238E27FC236}">
                <a16:creationId xmlns:a16="http://schemas.microsoft.com/office/drawing/2014/main" id="{68A11583-73AC-5240-A3ED-3A9C36E8B7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26670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60" name="Line 144">
            <a:extLst>
              <a:ext uri="{FF2B5EF4-FFF2-40B4-BE49-F238E27FC236}">
                <a16:creationId xmlns:a16="http://schemas.microsoft.com/office/drawing/2014/main" id="{3CA67976-638F-E741-B790-9AD991A14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5100" y="28194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61" name="Rectangle 145">
            <a:extLst>
              <a:ext uri="{FF2B5EF4-FFF2-40B4-BE49-F238E27FC236}">
                <a16:creationId xmlns:a16="http://schemas.microsoft.com/office/drawing/2014/main" id="{335BE183-AD16-E841-8BC2-50DDC6630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2514600"/>
            <a:ext cx="1184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RegWrite</a:t>
            </a:r>
          </a:p>
        </p:txBody>
      </p:sp>
      <p:sp>
        <p:nvSpPr>
          <p:cNvPr id="162962" name="Oval 146">
            <a:extLst>
              <a:ext uri="{FF2B5EF4-FFF2-40B4-BE49-F238E27FC236}">
                <a16:creationId xmlns:a16="http://schemas.microsoft.com/office/drawing/2014/main" id="{551B16DC-D14D-D048-9D7C-FD1F0B7D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2597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63" name="Oval 147">
            <a:extLst>
              <a:ext uri="{FF2B5EF4-FFF2-40B4-BE49-F238E27FC236}">
                <a16:creationId xmlns:a16="http://schemas.microsoft.com/office/drawing/2014/main" id="{8AB38A76-2588-754B-AC06-0851A8718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2749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64" name="Oval 148">
            <a:extLst>
              <a:ext uri="{FF2B5EF4-FFF2-40B4-BE49-F238E27FC236}">
                <a16:creationId xmlns:a16="http://schemas.microsoft.com/office/drawing/2014/main" id="{84689EA2-1141-3443-AB2C-0A6A97BA1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2901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65" name="Arc 149">
            <a:extLst>
              <a:ext uri="{FF2B5EF4-FFF2-40B4-BE49-F238E27FC236}">
                <a16:creationId xmlns:a16="http://schemas.microsoft.com/office/drawing/2014/main" id="{ACCA30A4-B788-394F-95A2-3FA2DB9273A1}"/>
              </a:ext>
            </a:extLst>
          </p:cNvPr>
          <p:cNvSpPr>
            <a:spLocks/>
          </p:cNvSpPr>
          <p:nvPr/>
        </p:nvSpPr>
        <p:spPr bwMode="auto">
          <a:xfrm rot="10800000">
            <a:off x="7024688" y="2833688"/>
            <a:ext cx="520700" cy="2159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66" name="Arc 150">
            <a:extLst>
              <a:ext uri="{FF2B5EF4-FFF2-40B4-BE49-F238E27FC236}">
                <a16:creationId xmlns:a16="http://schemas.microsoft.com/office/drawing/2014/main" id="{8F951F29-5214-D749-A6C7-02A162D41D19}"/>
              </a:ext>
            </a:extLst>
          </p:cNvPr>
          <p:cNvSpPr>
            <a:spLocks/>
          </p:cNvSpPr>
          <p:nvPr/>
        </p:nvSpPr>
        <p:spPr bwMode="auto">
          <a:xfrm rot="10800000">
            <a:off x="6948488" y="2833688"/>
            <a:ext cx="139700" cy="215900"/>
          </a:xfrm>
          <a:custGeom>
            <a:avLst/>
            <a:gdLst>
              <a:gd name="T0" fmla="*/ 0 w 21600"/>
              <a:gd name="T1" fmla="*/ 2147483646 h 21599"/>
              <a:gd name="T2" fmla="*/ 2147483646 w 21600"/>
              <a:gd name="T3" fmla="*/ 0 h 21599"/>
              <a:gd name="T4" fmla="*/ 2147483646 w 21600"/>
              <a:gd name="T5" fmla="*/ 2147483646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</a:path>
              <a:path w="21600" h="21599" stroke="0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  <a:lnTo>
                  <a:pt x="21600" y="21599"/>
                </a:lnTo>
                <a:lnTo>
                  <a:pt x="0" y="21598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67" name="Arc 151">
            <a:extLst>
              <a:ext uri="{FF2B5EF4-FFF2-40B4-BE49-F238E27FC236}">
                <a16:creationId xmlns:a16="http://schemas.microsoft.com/office/drawing/2014/main" id="{ECA85C74-A5BF-5F49-9182-056A97F54A97}"/>
              </a:ext>
            </a:extLst>
          </p:cNvPr>
          <p:cNvSpPr>
            <a:spLocks/>
          </p:cNvSpPr>
          <p:nvPr/>
        </p:nvSpPr>
        <p:spPr bwMode="auto">
          <a:xfrm>
            <a:off x="7024688" y="3214688"/>
            <a:ext cx="520700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68" name="Arc 152">
            <a:extLst>
              <a:ext uri="{FF2B5EF4-FFF2-40B4-BE49-F238E27FC236}">
                <a16:creationId xmlns:a16="http://schemas.microsoft.com/office/drawing/2014/main" id="{D9C4DC9E-77B4-3040-9494-B6EEB35B4B11}"/>
              </a:ext>
            </a:extLst>
          </p:cNvPr>
          <p:cNvSpPr>
            <a:spLocks/>
          </p:cNvSpPr>
          <p:nvPr/>
        </p:nvSpPr>
        <p:spPr bwMode="auto">
          <a:xfrm>
            <a:off x="6948488" y="3214688"/>
            <a:ext cx="139700" cy="2159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69" name="Line 153">
            <a:extLst>
              <a:ext uri="{FF2B5EF4-FFF2-40B4-BE49-F238E27FC236}">
                <a16:creationId xmlns:a16="http://schemas.microsoft.com/office/drawing/2014/main" id="{856E957C-EB58-4D47-88E7-DD54A1D76D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0988" y="34290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70" name="Line 154">
            <a:extLst>
              <a:ext uri="{FF2B5EF4-FFF2-40B4-BE49-F238E27FC236}">
                <a16:creationId xmlns:a16="http://schemas.microsoft.com/office/drawing/2014/main" id="{ECD17936-4D6D-594A-8310-1AF9C4CB2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788" y="3429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71" name="Line 155">
            <a:extLst>
              <a:ext uri="{FF2B5EF4-FFF2-40B4-BE49-F238E27FC236}">
                <a16:creationId xmlns:a16="http://schemas.microsoft.com/office/drawing/2014/main" id="{F828A070-66FA-BF4D-9ABB-44C0DCEAE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30988" y="3276600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72" name="Arc 156">
            <a:extLst>
              <a:ext uri="{FF2B5EF4-FFF2-40B4-BE49-F238E27FC236}">
                <a16:creationId xmlns:a16="http://schemas.microsoft.com/office/drawing/2014/main" id="{738ED24D-739A-DE44-9AD7-C5A6F65F8FF1}"/>
              </a:ext>
            </a:extLst>
          </p:cNvPr>
          <p:cNvSpPr>
            <a:spLocks/>
          </p:cNvSpPr>
          <p:nvPr/>
        </p:nvSpPr>
        <p:spPr bwMode="auto">
          <a:xfrm rot="10800000">
            <a:off x="7038975" y="3443288"/>
            <a:ext cx="520700" cy="2159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6"/>
                  <a:pt x="9630" y="36"/>
                  <a:pt x="21534" y="0"/>
                </a:cubicBezTo>
                <a:lnTo>
                  <a:pt x="21600" y="21600"/>
                </a:lnTo>
                <a:lnTo>
                  <a:pt x="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73" name="Arc 157">
            <a:extLst>
              <a:ext uri="{FF2B5EF4-FFF2-40B4-BE49-F238E27FC236}">
                <a16:creationId xmlns:a16="http://schemas.microsoft.com/office/drawing/2014/main" id="{4D52A6D8-F965-DE4F-A22B-E8D17F0E4893}"/>
              </a:ext>
            </a:extLst>
          </p:cNvPr>
          <p:cNvSpPr>
            <a:spLocks/>
          </p:cNvSpPr>
          <p:nvPr/>
        </p:nvSpPr>
        <p:spPr bwMode="auto">
          <a:xfrm rot="10800000">
            <a:off x="6962775" y="3443288"/>
            <a:ext cx="139700" cy="215900"/>
          </a:xfrm>
          <a:custGeom>
            <a:avLst/>
            <a:gdLst>
              <a:gd name="T0" fmla="*/ 0 w 21600"/>
              <a:gd name="T1" fmla="*/ 2147483646 h 21599"/>
              <a:gd name="T2" fmla="*/ 2147483646 w 21600"/>
              <a:gd name="T3" fmla="*/ 0 h 21599"/>
              <a:gd name="T4" fmla="*/ 2147483646 w 21600"/>
              <a:gd name="T5" fmla="*/ 2147483646 h 2159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</a:path>
              <a:path w="21600" h="21599" stroke="0" extrusionOk="0">
                <a:moveTo>
                  <a:pt x="0" y="21598"/>
                </a:moveTo>
                <a:cubicBezTo>
                  <a:pt x="0" y="9765"/>
                  <a:pt x="9521" y="134"/>
                  <a:pt x="21355" y="0"/>
                </a:cubicBezTo>
                <a:lnTo>
                  <a:pt x="21600" y="21599"/>
                </a:lnTo>
                <a:lnTo>
                  <a:pt x="0" y="21598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2974" name="Group 158">
            <a:extLst>
              <a:ext uri="{FF2B5EF4-FFF2-40B4-BE49-F238E27FC236}">
                <a16:creationId xmlns:a16="http://schemas.microsoft.com/office/drawing/2014/main" id="{8BFFF4BE-2667-3C4A-ACCA-2ADD4CC1097A}"/>
              </a:ext>
            </a:extLst>
          </p:cNvPr>
          <p:cNvGrpSpPr>
            <a:grpSpLocks/>
          </p:cNvGrpSpPr>
          <p:nvPr/>
        </p:nvGrpSpPr>
        <p:grpSpPr bwMode="auto">
          <a:xfrm>
            <a:off x="6692900" y="5195888"/>
            <a:ext cx="1066800" cy="444500"/>
            <a:chOff x="4216" y="3273"/>
            <a:chExt cx="672" cy="280"/>
          </a:xfrm>
        </p:grpSpPr>
        <p:sp>
          <p:nvSpPr>
            <p:cNvPr id="163017" name="Arc 159">
              <a:extLst>
                <a:ext uri="{FF2B5EF4-FFF2-40B4-BE49-F238E27FC236}">
                  <a16:creationId xmlns:a16="http://schemas.microsoft.com/office/drawing/2014/main" id="{6E1C525E-4826-0C4D-9A4D-B32F20CEA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3273"/>
              <a:ext cx="328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018" name="Arc 160">
              <a:extLst>
                <a:ext uri="{FF2B5EF4-FFF2-40B4-BE49-F238E27FC236}">
                  <a16:creationId xmlns:a16="http://schemas.microsoft.com/office/drawing/2014/main" id="{3A9EE193-0A2A-3F47-8B63-E5C91567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3273"/>
              <a:ext cx="88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019" name="Line 161">
              <a:extLst>
                <a:ext uri="{FF2B5EF4-FFF2-40B4-BE49-F238E27FC236}">
                  <a16:creationId xmlns:a16="http://schemas.microsoft.com/office/drawing/2014/main" id="{5BC20E20-38E1-BA4B-8C2F-9AFA84572A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6" y="3456"/>
              <a:ext cx="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020" name="Line 162">
              <a:extLst>
                <a:ext uri="{FF2B5EF4-FFF2-40B4-BE49-F238E27FC236}">
                  <a16:creationId xmlns:a16="http://schemas.microsoft.com/office/drawing/2014/main" id="{5B00C708-B713-5B45-80EF-CFD655DA7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3408"/>
              <a:ext cx="1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021" name="Line 163">
              <a:extLst>
                <a:ext uri="{FF2B5EF4-FFF2-40B4-BE49-F238E27FC236}">
                  <a16:creationId xmlns:a16="http://schemas.microsoft.com/office/drawing/2014/main" id="{5E76EDB5-5FB7-4E41-A6E0-77315F34A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16" y="3360"/>
              <a:ext cx="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022" name="Arc 164">
              <a:extLst>
                <a:ext uri="{FF2B5EF4-FFF2-40B4-BE49-F238E27FC236}">
                  <a16:creationId xmlns:a16="http://schemas.microsoft.com/office/drawing/2014/main" id="{BE92888D-0B00-534C-8680-A4F5CCCB69D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25" y="3417"/>
              <a:ext cx="328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599"/>
                  </a:moveTo>
                  <a:cubicBezTo>
                    <a:pt x="0" y="9696"/>
                    <a:pt x="9630" y="36"/>
                    <a:pt x="21534" y="0"/>
                  </a:cubicBezTo>
                </a:path>
                <a:path w="21600" h="21600" stroke="0" extrusionOk="0">
                  <a:moveTo>
                    <a:pt x="0" y="21599"/>
                  </a:moveTo>
                  <a:cubicBezTo>
                    <a:pt x="0" y="9696"/>
                    <a:pt x="9630" y="36"/>
                    <a:pt x="21534" y="0"/>
                  </a:cubicBez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023" name="Arc 165">
              <a:extLst>
                <a:ext uri="{FF2B5EF4-FFF2-40B4-BE49-F238E27FC236}">
                  <a16:creationId xmlns:a16="http://schemas.microsoft.com/office/drawing/2014/main" id="{D3E02102-60FC-7548-B70A-C31C7FD553F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77" y="3417"/>
              <a:ext cx="88" cy="136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2975" name="Line 166">
            <a:extLst>
              <a:ext uri="{FF2B5EF4-FFF2-40B4-BE49-F238E27FC236}">
                <a16:creationId xmlns:a16="http://schemas.microsoft.com/office/drawing/2014/main" id="{43ABA256-FB4E-E541-8EFB-A5CE78521B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4114800"/>
            <a:ext cx="543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76" name="Line 167">
            <a:extLst>
              <a:ext uri="{FF2B5EF4-FFF2-40B4-BE49-F238E27FC236}">
                <a16:creationId xmlns:a16="http://schemas.microsoft.com/office/drawing/2014/main" id="{5364CF94-3D16-4C48-B3C6-A9F7E8482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5100" y="3429000"/>
            <a:ext cx="8524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77" name="Rectangle 168">
            <a:extLst>
              <a:ext uri="{FF2B5EF4-FFF2-40B4-BE49-F238E27FC236}">
                <a16:creationId xmlns:a16="http://schemas.microsoft.com/office/drawing/2014/main" id="{4AC3745E-BDFF-9E4D-B2B2-9C93C779B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124200"/>
            <a:ext cx="10795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62978" name="Rectangle 169">
            <a:extLst>
              <a:ext uri="{FF2B5EF4-FFF2-40B4-BE49-F238E27FC236}">
                <a16:creationId xmlns:a16="http://schemas.microsoft.com/office/drawing/2014/main" id="{98128DB4-3F46-2C4F-90DB-1BBC59F4D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3810000"/>
            <a:ext cx="1349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162979" name="Line 170">
            <a:extLst>
              <a:ext uri="{FF2B5EF4-FFF2-40B4-BE49-F238E27FC236}">
                <a16:creationId xmlns:a16="http://schemas.microsoft.com/office/drawing/2014/main" id="{7D5E366F-6185-A14A-9366-70A822B0B1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4419600"/>
            <a:ext cx="436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80" name="Rectangle 171">
            <a:extLst>
              <a:ext uri="{FF2B5EF4-FFF2-40B4-BE49-F238E27FC236}">
                <a16:creationId xmlns:a16="http://schemas.microsoft.com/office/drawing/2014/main" id="{92CA623B-AAD9-C944-8C2C-95E1F0D4E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4114800"/>
            <a:ext cx="1273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MemWrite</a:t>
            </a:r>
          </a:p>
        </p:txBody>
      </p:sp>
      <p:sp>
        <p:nvSpPr>
          <p:cNvPr id="162981" name="Line 172">
            <a:extLst>
              <a:ext uri="{FF2B5EF4-FFF2-40B4-BE49-F238E27FC236}">
                <a16:creationId xmlns:a16="http://schemas.microsoft.com/office/drawing/2014/main" id="{F44DBC11-E7E5-E049-AEDB-4A041BD124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4724400"/>
            <a:ext cx="330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82" name="Rectangle 173">
            <a:extLst>
              <a:ext uri="{FF2B5EF4-FFF2-40B4-BE49-F238E27FC236}">
                <a16:creationId xmlns:a16="http://schemas.microsoft.com/office/drawing/2014/main" id="{DEF5E356-6E9F-5847-890D-7B795FFA8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4419600"/>
            <a:ext cx="968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62983" name="Line 174">
            <a:extLst>
              <a:ext uri="{FF2B5EF4-FFF2-40B4-BE49-F238E27FC236}">
                <a16:creationId xmlns:a16="http://schemas.microsoft.com/office/drawing/2014/main" id="{F86B144B-823E-D54E-B575-C62C4BFD49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4300" y="5029200"/>
            <a:ext cx="223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84" name="Rectangle 175">
            <a:extLst>
              <a:ext uri="{FF2B5EF4-FFF2-40B4-BE49-F238E27FC236}">
                <a16:creationId xmlns:a16="http://schemas.microsoft.com/office/drawing/2014/main" id="{A31B3C76-6109-1644-ACC9-C5CD576D2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113" y="4724400"/>
            <a:ext cx="790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62985" name="Line 176">
            <a:extLst>
              <a:ext uri="{FF2B5EF4-FFF2-40B4-BE49-F238E27FC236}">
                <a16:creationId xmlns:a16="http://schemas.microsoft.com/office/drawing/2014/main" id="{D253599B-6ECC-E341-BC2A-8F64F01490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4438" y="3783013"/>
            <a:ext cx="756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86" name="Rectangle 177">
            <a:extLst>
              <a:ext uri="{FF2B5EF4-FFF2-40B4-BE49-F238E27FC236}">
                <a16:creationId xmlns:a16="http://schemas.microsoft.com/office/drawing/2014/main" id="{AA93DCCC-1CED-D347-84F3-72541EDE3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350520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62987" name="Line 178">
            <a:extLst>
              <a:ext uri="{FF2B5EF4-FFF2-40B4-BE49-F238E27FC236}">
                <a16:creationId xmlns:a16="http://schemas.microsoft.com/office/drawing/2014/main" id="{7A0187C2-AE42-8241-86EB-AA3A77DB6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5250" y="5410200"/>
            <a:ext cx="9223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88" name="Rectangle 179">
            <a:extLst>
              <a:ext uri="{FF2B5EF4-FFF2-40B4-BE49-F238E27FC236}">
                <a16:creationId xmlns:a16="http://schemas.microsoft.com/office/drawing/2014/main" id="{0C5BD8AC-1D8D-3043-8ADE-4A1C0E97A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5105400"/>
            <a:ext cx="10795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62989" name="Line 180">
            <a:extLst>
              <a:ext uri="{FF2B5EF4-FFF2-40B4-BE49-F238E27FC236}">
                <a16:creationId xmlns:a16="http://schemas.microsoft.com/office/drawing/2014/main" id="{3A2AB89C-98B8-3E43-AEE7-6B52A3F3AE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5791200"/>
            <a:ext cx="756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90" name="Rectangle 181">
            <a:extLst>
              <a:ext uri="{FF2B5EF4-FFF2-40B4-BE49-F238E27FC236}">
                <a16:creationId xmlns:a16="http://schemas.microsoft.com/office/drawing/2014/main" id="{20469C44-B60E-E14C-AD08-4F12452F5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5486400"/>
            <a:ext cx="1323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ALUop&lt;0&gt;</a:t>
            </a:r>
          </a:p>
        </p:txBody>
      </p:sp>
      <p:sp>
        <p:nvSpPr>
          <p:cNvPr id="162991" name="Line 182">
            <a:extLst>
              <a:ext uri="{FF2B5EF4-FFF2-40B4-BE49-F238E27FC236}">
                <a16:creationId xmlns:a16="http://schemas.microsoft.com/office/drawing/2014/main" id="{5C80F26F-D7AA-5844-A2AA-0083C89BC1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6096000"/>
            <a:ext cx="650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92" name="Rectangle 183">
            <a:extLst>
              <a:ext uri="{FF2B5EF4-FFF2-40B4-BE49-F238E27FC236}">
                <a16:creationId xmlns:a16="http://schemas.microsoft.com/office/drawing/2014/main" id="{8273500B-8411-F34B-9AB2-C26A6B6F5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5791200"/>
            <a:ext cx="1323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ALUop&lt;1&gt;</a:t>
            </a:r>
          </a:p>
        </p:txBody>
      </p:sp>
      <p:sp>
        <p:nvSpPr>
          <p:cNvPr id="162993" name="Line 184">
            <a:extLst>
              <a:ext uri="{FF2B5EF4-FFF2-40B4-BE49-F238E27FC236}">
                <a16:creationId xmlns:a16="http://schemas.microsoft.com/office/drawing/2014/main" id="{73A531F5-0C87-634D-997A-668E47ACA0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6400800"/>
            <a:ext cx="330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94" name="Rectangle 185">
            <a:extLst>
              <a:ext uri="{FF2B5EF4-FFF2-40B4-BE49-F238E27FC236}">
                <a16:creationId xmlns:a16="http://schemas.microsoft.com/office/drawing/2014/main" id="{847A67DE-C0B6-9042-AFE8-E551C3531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6096000"/>
            <a:ext cx="1323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ALUop&lt;2&gt;</a:t>
            </a:r>
          </a:p>
        </p:txBody>
      </p:sp>
      <p:sp>
        <p:nvSpPr>
          <p:cNvPr id="162995" name="Line 186">
            <a:extLst>
              <a:ext uri="{FF2B5EF4-FFF2-40B4-BE49-F238E27FC236}">
                <a16:creationId xmlns:a16="http://schemas.microsoft.com/office/drawing/2014/main" id="{D26EBCDD-4F29-554A-B917-F6803565D3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97100" y="3276600"/>
            <a:ext cx="444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96" name="Line 187">
            <a:extLst>
              <a:ext uri="{FF2B5EF4-FFF2-40B4-BE49-F238E27FC236}">
                <a16:creationId xmlns:a16="http://schemas.microsoft.com/office/drawing/2014/main" id="{5D58545D-673C-D643-919B-3848A9668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3429000"/>
            <a:ext cx="345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97" name="Line 188">
            <a:extLst>
              <a:ext uri="{FF2B5EF4-FFF2-40B4-BE49-F238E27FC236}">
                <a16:creationId xmlns:a16="http://schemas.microsoft.com/office/drawing/2014/main" id="{718D38E1-F3C7-6044-A1FB-7064DB72D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3581400"/>
            <a:ext cx="276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998" name="Oval 189">
            <a:extLst>
              <a:ext uri="{FF2B5EF4-FFF2-40B4-BE49-F238E27FC236}">
                <a16:creationId xmlns:a16="http://schemas.microsoft.com/office/drawing/2014/main" id="{18519D87-96D8-3C43-BBA6-275AF75E6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32067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2999" name="Oval 190">
            <a:extLst>
              <a:ext uri="{FF2B5EF4-FFF2-40B4-BE49-F238E27FC236}">
                <a16:creationId xmlns:a16="http://schemas.microsoft.com/office/drawing/2014/main" id="{7292D9E7-0660-614B-B04B-D22002ACB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3359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0" name="Oval 191">
            <a:extLst>
              <a:ext uri="{FF2B5EF4-FFF2-40B4-BE49-F238E27FC236}">
                <a16:creationId xmlns:a16="http://schemas.microsoft.com/office/drawing/2014/main" id="{82924B4A-FE56-014A-AECA-72F6BFB73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511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1" name="Oval 192">
            <a:extLst>
              <a:ext uri="{FF2B5EF4-FFF2-40B4-BE49-F238E27FC236}">
                <a16:creationId xmlns:a16="http://schemas.microsoft.com/office/drawing/2014/main" id="{CD74CEAD-88FD-B24D-973A-16A1ACEB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3740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2" name="Oval 193">
            <a:extLst>
              <a:ext uri="{FF2B5EF4-FFF2-40B4-BE49-F238E27FC236}">
                <a16:creationId xmlns:a16="http://schemas.microsoft.com/office/drawing/2014/main" id="{072D53CB-F949-7743-907F-C0AA851E4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4044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3" name="Oval 194">
            <a:extLst>
              <a:ext uri="{FF2B5EF4-FFF2-40B4-BE49-F238E27FC236}">
                <a16:creationId xmlns:a16="http://schemas.microsoft.com/office/drawing/2014/main" id="{0D90AB9E-42D0-FF49-8341-64F3F1F2B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43497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4" name="Oval 195">
            <a:extLst>
              <a:ext uri="{FF2B5EF4-FFF2-40B4-BE49-F238E27FC236}">
                <a16:creationId xmlns:a16="http://schemas.microsoft.com/office/drawing/2014/main" id="{4E8A66E9-D5A6-DE49-8D58-CFFAE4A0D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4654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5" name="Oval 196">
            <a:extLst>
              <a:ext uri="{FF2B5EF4-FFF2-40B4-BE49-F238E27FC236}">
                <a16:creationId xmlns:a16="http://schemas.microsoft.com/office/drawing/2014/main" id="{241847E1-AFBD-1241-BE80-5652E2DAD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49593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6" name="Line 197">
            <a:extLst>
              <a:ext uri="{FF2B5EF4-FFF2-40B4-BE49-F238E27FC236}">
                <a16:creationId xmlns:a16="http://schemas.microsoft.com/office/drawing/2014/main" id="{949E65F5-A63D-3A43-8A57-C6362E40ED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5334000"/>
            <a:ext cx="345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007" name="Line 198">
            <a:extLst>
              <a:ext uri="{FF2B5EF4-FFF2-40B4-BE49-F238E27FC236}">
                <a16:creationId xmlns:a16="http://schemas.microsoft.com/office/drawing/2014/main" id="{1F2228A8-43AA-8348-A2BC-5A9EE52AAD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0700" y="5486400"/>
            <a:ext cx="238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008" name="Oval 199">
            <a:extLst>
              <a:ext uri="{FF2B5EF4-FFF2-40B4-BE49-F238E27FC236}">
                <a16:creationId xmlns:a16="http://schemas.microsoft.com/office/drawing/2014/main" id="{D3A25441-19CD-9B45-9BF3-2DF869836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54165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09" name="Oval 200">
            <a:extLst>
              <a:ext uri="{FF2B5EF4-FFF2-40B4-BE49-F238E27FC236}">
                <a16:creationId xmlns:a16="http://schemas.microsoft.com/office/drawing/2014/main" id="{A537B8FA-CB6F-7C4D-BC19-9C6860935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5264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10" name="Oval 201">
            <a:extLst>
              <a:ext uri="{FF2B5EF4-FFF2-40B4-BE49-F238E27FC236}">
                <a16:creationId xmlns:a16="http://schemas.microsoft.com/office/drawing/2014/main" id="{B27643E6-8F7F-BA43-8057-6A6FA582B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150" y="57213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11" name="Oval 202">
            <a:extLst>
              <a:ext uri="{FF2B5EF4-FFF2-40B4-BE49-F238E27FC236}">
                <a16:creationId xmlns:a16="http://schemas.microsoft.com/office/drawing/2014/main" id="{065CCE25-D180-0245-9844-949E8286E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50" y="60261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012" name="Oval 203">
            <a:extLst>
              <a:ext uri="{FF2B5EF4-FFF2-40B4-BE49-F238E27FC236}">
                <a16:creationId xmlns:a16="http://schemas.microsoft.com/office/drawing/2014/main" id="{1BFF880F-6178-EA4B-8D75-551BD52BA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6330950"/>
            <a:ext cx="1397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88972" name="Group 204">
            <a:extLst>
              <a:ext uri="{FF2B5EF4-FFF2-40B4-BE49-F238E27FC236}">
                <a16:creationId xmlns:a16="http://schemas.microsoft.com/office/drawing/2014/main" id="{0A501EB8-9E7D-C845-87B9-7E2F0242A5F5}"/>
              </a:ext>
            </a:extLst>
          </p:cNvPr>
          <p:cNvGrpSpPr>
            <a:grpSpLocks/>
          </p:cNvGrpSpPr>
          <p:nvPr/>
        </p:nvGrpSpPr>
        <p:grpSpPr bwMode="auto">
          <a:xfrm>
            <a:off x="506413" y="652463"/>
            <a:ext cx="8709025" cy="1800225"/>
            <a:chOff x="192" y="2651"/>
            <a:chExt cx="5367" cy="814"/>
          </a:xfrm>
        </p:grpSpPr>
        <p:sp>
          <p:nvSpPr>
            <p:cNvPr id="163014" name="Rectangle 205">
              <a:extLst>
                <a:ext uri="{FF2B5EF4-FFF2-40B4-BE49-F238E27FC236}">
                  <a16:creationId xmlns:a16="http://schemas.microsoft.com/office/drawing/2014/main" id="{B59CD519-7526-C74E-ADC7-2E1D9C26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651"/>
              <a:ext cx="4224" cy="814"/>
            </a:xfrm>
            <a:prstGeom prst="rect">
              <a:avLst/>
            </a:prstGeom>
            <a:noFill/>
            <a:ln w="50800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63015" name="Line 206">
              <a:extLst>
                <a:ext uri="{FF2B5EF4-FFF2-40B4-BE49-F238E27FC236}">
                  <a16:creationId xmlns:a16="http://schemas.microsoft.com/office/drawing/2014/main" id="{7C95133C-FAFE-A544-B9CE-30DF62923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5" y="3017"/>
              <a:ext cx="229" cy="28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016" name="Text Box 207">
              <a:extLst>
                <a:ext uri="{FF2B5EF4-FFF2-40B4-BE49-F238E27FC236}">
                  <a16:creationId xmlns:a16="http://schemas.microsoft.com/office/drawing/2014/main" id="{965EFC78-8412-CF4F-BE0B-83A05BB7A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2898"/>
              <a:ext cx="89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1"/>
                  </a:solidFill>
                  <a:ea typeface="黑体" panose="02010609060101010101" pitchFamily="49" charset="-122"/>
                </a:rPr>
                <a:t>指令译码器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4CBBA37C-7A41-DC44-874D-2479CC611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41680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执行前述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en-US">
                <a:ea typeface="宋体" panose="02010600030101010101" pitchFamily="2" charset="-122"/>
              </a:rPr>
              <a:t>条指令的完整的单周期处理器</a:t>
            </a:r>
          </a:p>
        </p:txBody>
      </p:sp>
      <p:grpSp>
        <p:nvGrpSpPr>
          <p:cNvPr id="164867" name="Group 3">
            <a:extLst>
              <a:ext uri="{FF2B5EF4-FFF2-40B4-BE49-F238E27FC236}">
                <a16:creationId xmlns:a16="http://schemas.microsoft.com/office/drawing/2014/main" id="{B2333304-B2D2-4148-9134-B2D947C0871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654425"/>
            <a:ext cx="457200" cy="1136650"/>
            <a:chOff x="3168" y="2302"/>
            <a:chExt cx="288" cy="716"/>
          </a:xfrm>
        </p:grpSpPr>
        <p:sp>
          <p:nvSpPr>
            <p:cNvPr id="165038" name="Line 4">
              <a:extLst>
                <a:ext uri="{FF2B5EF4-FFF2-40B4-BE49-F238E27FC236}">
                  <a16:creationId xmlns:a16="http://schemas.microsoft.com/office/drawing/2014/main" id="{15F0F351-AFD8-D347-AF0B-77ED1172F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9" name="Line 5">
              <a:extLst>
                <a:ext uri="{FF2B5EF4-FFF2-40B4-BE49-F238E27FC236}">
                  <a16:creationId xmlns:a16="http://schemas.microsoft.com/office/drawing/2014/main" id="{CFA48E85-F910-574C-A205-E541AC5ED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40" name="Line 6">
              <a:extLst>
                <a:ext uri="{FF2B5EF4-FFF2-40B4-BE49-F238E27FC236}">
                  <a16:creationId xmlns:a16="http://schemas.microsoft.com/office/drawing/2014/main" id="{F22DBFEB-5AFB-8940-A2EF-A4BF69ACC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41" name="Line 7">
              <a:extLst>
                <a:ext uri="{FF2B5EF4-FFF2-40B4-BE49-F238E27FC236}">
                  <a16:creationId xmlns:a16="http://schemas.microsoft.com/office/drawing/2014/main" id="{DE8A946E-973D-EB4A-A8AA-3E509AFE8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42" name="Line 8">
              <a:extLst>
                <a:ext uri="{FF2B5EF4-FFF2-40B4-BE49-F238E27FC236}">
                  <a16:creationId xmlns:a16="http://schemas.microsoft.com/office/drawing/2014/main" id="{A2D8C2C5-689E-D74B-84F3-CDC4BAF72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43" name="Line 9">
              <a:extLst>
                <a:ext uri="{FF2B5EF4-FFF2-40B4-BE49-F238E27FC236}">
                  <a16:creationId xmlns:a16="http://schemas.microsoft.com/office/drawing/2014/main" id="{5373CB22-D513-8849-8F7B-A2B6BFD18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44" name="Line 10">
              <a:extLst>
                <a:ext uri="{FF2B5EF4-FFF2-40B4-BE49-F238E27FC236}">
                  <a16:creationId xmlns:a16="http://schemas.microsoft.com/office/drawing/2014/main" id="{E790B882-880D-A042-A825-8C962165C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45" name="Line 11">
              <a:extLst>
                <a:ext uri="{FF2B5EF4-FFF2-40B4-BE49-F238E27FC236}">
                  <a16:creationId xmlns:a16="http://schemas.microsoft.com/office/drawing/2014/main" id="{0B6DA054-D5CF-5042-B39D-808A6A08EB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4868" name="Line 12">
            <a:extLst>
              <a:ext uri="{FF2B5EF4-FFF2-40B4-BE49-F238E27FC236}">
                <a16:creationId xmlns:a16="http://schemas.microsoft.com/office/drawing/2014/main" id="{0B4D500D-734D-3F43-87EE-4CA234B59A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210050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69" name="Line 13">
            <a:extLst>
              <a:ext uri="{FF2B5EF4-FFF2-40B4-BE49-F238E27FC236}">
                <a16:creationId xmlns:a16="http://schemas.microsoft.com/office/drawing/2014/main" id="{032E13A8-A0E6-304A-ACC9-5F35CAF6BA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414655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70" name="Rectangle 14">
            <a:extLst>
              <a:ext uri="{FF2B5EF4-FFF2-40B4-BE49-F238E27FC236}">
                <a16:creationId xmlns:a16="http://schemas.microsoft.com/office/drawing/2014/main" id="{EE03D258-62E2-1A42-ACB5-0ADC0BA62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42084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871" name="Line 15">
            <a:extLst>
              <a:ext uri="{FF2B5EF4-FFF2-40B4-BE49-F238E27FC236}">
                <a16:creationId xmlns:a16="http://schemas.microsoft.com/office/drawing/2014/main" id="{D9A171B5-084C-D747-8F20-3BBC04CA0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9300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72" name="Rectangle 16">
            <a:extLst>
              <a:ext uri="{FF2B5EF4-FFF2-40B4-BE49-F238E27FC236}">
                <a16:creationId xmlns:a16="http://schemas.microsoft.com/office/drawing/2014/main" id="{B975B65B-B1CA-6742-BBC4-CB30577AC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475" y="3148013"/>
            <a:ext cx="10239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64873" name="Rectangle 17">
            <a:extLst>
              <a:ext uri="{FF2B5EF4-FFF2-40B4-BE49-F238E27FC236}">
                <a16:creationId xmlns:a16="http://schemas.microsoft.com/office/drawing/2014/main" id="{F12FD31E-C860-7646-B032-2A7229336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46005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64874" name="Rectangle 18">
            <a:extLst>
              <a:ext uri="{FF2B5EF4-FFF2-40B4-BE49-F238E27FC236}">
                <a16:creationId xmlns:a16="http://schemas.microsoft.com/office/drawing/2014/main" id="{F0D27961-D81B-0941-BA08-56B40D469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3781425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64875" name="Rectangle 19">
            <a:extLst>
              <a:ext uri="{FF2B5EF4-FFF2-40B4-BE49-F238E27FC236}">
                <a16:creationId xmlns:a16="http://schemas.microsoft.com/office/drawing/2014/main" id="{D57D1904-1401-2F40-97A1-A21C051A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654425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876" name="Line 20">
            <a:extLst>
              <a:ext uri="{FF2B5EF4-FFF2-40B4-BE49-F238E27FC236}">
                <a16:creationId xmlns:a16="http://schemas.microsoft.com/office/drawing/2014/main" id="{4BCDD495-F11C-D740-8E1B-2DC2C9AFD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75" y="4560888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77" name="Line 21">
            <a:extLst>
              <a:ext uri="{FF2B5EF4-FFF2-40B4-BE49-F238E27FC236}">
                <a16:creationId xmlns:a16="http://schemas.microsoft.com/office/drawing/2014/main" id="{9F24CA5F-F9F7-B64F-BBB5-4BF3E23D73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8475" y="4649788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78" name="Oval 22">
            <a:extLst>
              <a:ext uri="{FF2B5EF4-FFF2-40B4-BE49-F238E27FC236}">
                <a16:creationId xmlns:a16="http://schemas.microsoft.com/office/drawing/2014/main" id="{7E0E5B80-AAF0-1B4C-BC74-0CF2EA218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459581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879" name="Rectangle 23">
            <a:extLst>
              <a:ext uri="{FF2B5EF4-FFF2-40B4-BE49-F238E27FC236}">
                <a16:creationId xmlns:a16="http://schemas.microsoft.com/office/drawing/2014/main" id="{B6C0D9B2-6269-E344-8E14-8BAD5F628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3140075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64880" name="Line 24">
            <a:extLst>
              <a:ext uri="{FF2B5EF4-FFF2-40B4-BE49-F238E27FC236}">
                <a16:creationId xmlns:a16="http://schemas.microsoft.com/office/drawing/2014/main" id="{E94C044B-6762-D84C-8863-FCA20AFF2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41402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81" name="Line 25">
            <a:extLst>
              <a:ext uri="{FF2B5EF4-FFF2-40B4-BE49-F238E27FC236}">
                <a16:creationId xmlns:a16="http://schemas.microsoft.com/office/drawing/2014/main" id="{6ACD9951-4C6E-E846-B587-263BB3F079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40751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82" name="Rectangle 26">
            <a:extLst>
              <a:ext uri="{FF2B5EF4-FFF2-40B4-BE49-F238E27FC236}">
                <a16:creationId xmlns:a16="http://schemas.microsoft.com/office/drawing/2014/main" id="{21262DB3-CAEC-D14C-B4BB-26A06A3BC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41370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883" name="Line 27">
            <a:extLst>
              <a:ext uri="{FF2B5EF4-FFF2-40B4-BE49-F238E27FC236}">
                <a16:creationId xmlns:a16="http://schemas.microsoft.com/office/drawing/2014/main" id="{33DC6EE4-252A-9344-B61D-EB55E790B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784600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84" name="Line 28">
            <a:extLst>
              <a:ext uri="{FF2B5EF4-FFF2-40B4-BE49-F238E27FC236}">
                <a16:creationId xmlns:a16="http://schemas.microsoft.com/office/drawing/2014/main" id="{E5ABFDC2-8BA8-A143-9169-A3CA1CF254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371951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85" name="Rectangle 29">
            <a:extLst>
              <a:ext uri="{FF2B5EF4-FFF2-40B4-BE49-F238E27FC236}">
                <a16:creationId xmlns:a16="http://schemas.microsoft.com/office/drawing/2014/main" id="{05367D31-9659-AD48-B9C8-5F463C4AE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8528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886" name="Rectangle 30">
            <a:extLst>
              <a:ext uri="{FF2B5EF4-FFF2-40B4-BE49-F238E27FC236}">
                <a16:creationId xmlns:a16="http://schemas.microsoft.com/office/drawing/2014/main" id="{EA9A34BA-3FC8-1947-9868-4856FDFD5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49726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64887" name="Line 31">
            <a:extLst>
              <a:ext uri="{FF2B5EF4-FFF2-40B4-BE49-F238E27FC236}">
                <a16:creationId xmlns:a16="http://schemas.microsoft.com/office/drawing/2014/main" id="{BDFEA2E6-D26E-EC42-B25D-16F0A99C72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416300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88" name="Line 32">
            <a:extLst>
              <a:ext uri="{FF2B5EF4-FFF2-40B4-BE49-F238E27FC236}">
                <a16:creationId xmlns:a16="http://schemas.microsoft.com/office/drawing/2014/main" id="{4E421CB7-D0E2-DF4E-9ABC-043D539EA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484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89" name="Line 33">
            <a:extLst>
              <a:ext uri="{FF2B5EF4-FFF2-40B4-BE49-F238E27FC236}">
                <a16:creationId xmlns:a16="http://schemas.microsoft.com/office/drawing/2014/main" id="{058755C6-6147-D349-AAD3-0109F212B9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4337050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0" name="Rectangle 34">
            <a:extLst>
              <a:ext uri="{FF2B5EF4-FFF2-40B4-BE49-F238E27FC236}">
                <a16:creationId xmlns:a16="http://schemas.microsoft.com/office/drawing/2014/main" id="{B6969CD4-88E8-894E-853B-6418D648B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481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891" name="Rectangle 35">
            <a:extLst>
              <a:ext uri="{FF2B5EF4-FFF2-40B4-BE49-F238E27FC236}">
                <a16:creationId xmlns:a16="http://schemas.microsoft.com/office/drawing/2014/main" id="{234118CC-E7EC-7B45-B73B-DC0637FD2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41973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64892" name="Line 36">
            <a:extLst>
              <a:ext uri="{FF2B5EF4-FFF2-40B4-BE49-F238E27FC236}">
                <a16:creationId xmlns:a16="http://schemas.microsoft.com/office/drawing/2014/main" id="{A3F86914-F794-674F-9AF9-F886412BCA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46370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3" name="Line 37">
            <a:extLst>
              <a:ext uri="{FF2B5EF4-FFF2-40B4-BE49-F238E27FC236}">
                <a16:creationId xmlns:a16="http://schemas.microsoft.com/office/drawing/2014/main" id="{1F70A2BD-02BD-3240-B2C0-29CA0CA5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228975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4" name="Line 38">
            <a:extLst>
              <a:ext uri="{FF2B5EF4-FFF2-40B4-BE49-F238E27FC236}">
                <a16:creationId xmlns:a16="http://schemas.microsoft.com/office/drawing/2014/main" id="{960F0B30-9D19-7A4B-B228-784F583E5A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5" name="Rectangle 39">
            <a:extLst>
              <a:ext uri="{FF2B5EF4-FFF2-40B4-BE49-F238E27FC236}">
                <a16:creationId xmlns:a16="http://schemas.microsoft.com/office/drawing/2014/main" id="{7F9720E2-5775-8246-99F7-24858FE14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64896" name="Line 40">
            <a:extLst>
              <a:ext uri="{FF2B5EF4-FFF2-40B4-BE49-F238E27FC236}">
                <a16:creationId xmlns:a16="http://schemas.microsoft.com/office/drawing/2014/main" id="{C127731F-D34B-7449-9561-A04990495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16250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7" name="Line 41">
            <a:extLst>
              <a:ext uri="{FF2B5EF4-FFF2-40B4-BE49-F238E27FC236}">
                <a16:creationId xmlns:a16="http://schemas.microsoft.com/office/drawing/2014/main" id="{0D462626-F9C2-554E-B492-13C0BC39D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898" name="Rectangle 42">
            <a:extLst>
              <a:ext uri="{FF2B5EF4-FFF2-40B4-BE49-F238E27FC236}">
                <a16:creationId xmlns:a16="http://schemas.microsoft.com/office/drawing/2014/main" id="{87EB3735-8B06-864F-A614-4B6FB129A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64899" name="Line 43">
            <a:extLst>
              <a:ext uri="{FF2B5EF4-FFF2-40B4-BE49-F238E27FC236}">
                <a16:creationId xmlns:a16="http://schemas.microsoft.com/office/drawing/2014/main" id="{C7365BAE-8DAE-4645-9D44-6E89D0A77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28975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0" name="Line 44">
            <a:extLst>
              <a:ext uri="{FF2B5EF4-FFF2-40B4-BE49-F238E27FC236}">
                <a16:creationId xmlns:a16="http://schemas.microsoft.com/office/drawing/2014/main" id="{029D8D4C-F082-FB44-98E0-34DF922D7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3351213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1" name="Rectangle 45">
            <a:extLst>
              <a:ext uri="{FF2B5EF4-FFF2-40B4-BE49-F238E27FC236}">
                <a16:creationId xmlns:a16="http://schemas.microsoft.com/office/drawing/2014/main" id="{17A6D3E3-895F-1146-9024-0A13E7209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131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64902" name="Rectangle 46">
            <a:extLst>
              <a:ext uri="{FF2B5EF4-FFF2-40B4-BE49-F238E27FC236}">
                <a16:creationId xmlns:a16="http://schemas.microsoft.com/office/drawing/2014/main" id="{DD148B83-C58E-5D44-9615-9C7E4C2B7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64013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64903" name="Rectangle 47">
            <a:extLst>
              <a:ext uri="{FF2B5EF4-FFF2-40B4-BE49-F238E27FC236}">
                <a16:creationId xmlns:a16="http://schemas.microsoft.com/office/drawing/2014/main" id="{A04E5B7F-31CA-D748-891D-40B2CD449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3640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64904" name="Rectangle 48">
            <a:extLst>
              <a:ext uri="{FF2B5EF4-FFF2-40B4-BE49-F238E27FC236}">
                <a16:creationId xmlns:a16="http://schemas.microsoft.com/office/drawing/2014/main" id="{A5557420-CC5C-9948-AEB5-A8F250AEE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64013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64905" name="Rectangle 49">
            <a:extLst>
              <a:ext uri="{FF2B5EF4-FFF2-40B4-BE49-F238E27FC236}">
                <a16:creationId xmlns:a16="http://schemas.microsoft.com/office/drawing/2014/main" id="{A53D0FD8-BD11-6F45-8C89-055391E0C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9243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64906" name="Line 50">
            <a:extLst>
              <a:ext uri="{FF2B5EF4-FFF2-40B4-BE49-F238E27FC236}">
                <a16:creationId xmlns:a16="http://schemas.microsoft.com/office/drawing/2014/main" id="{37F48E41-8832-EB4D-BC0F-BAFA7B5A84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6172200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7" name="Line 51">
            <a:extLst>
              <a:ext uri="{FF2B5EF4-FFF2-40B4-BE49-F238E27FC236}">
                <a16:creationId xmlns:a16="http://schemas.microsoft.com/office/drawing/2014/main" id="{9DE0A90B-0F28-8341-8045-EF2F48D256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41275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08" name="Rectangle 52">
            <a:extLst>
              <a:ext uri="{FF2B5EF4-FFF2-40B4-BE49-F238E27FC236}">
                <a16:creationId xmlns:a16="http://schemas.microsoft.com/office/drawing/2014/main" id="{0F5DEC8D-2749-EA4C-9021-0B42BF467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00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64909" name="Rectangle 53">
            <a:extLst>
              <a:ext uri="{FF2B5EF4-FFF2-40B4-BE49-F238E27FC236}">
                <a16:creationId xmlns:a16="http://schemas.microsoft.com/office/drawing/2014/main" id="{E508D9C9-E0DB-D147-AE9F-006425EB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6061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64910" name="Group 54">
            <a:extLst>
              <a:ext uri="{FF2B5EF4-FFF2-40B4-BE49-F238E27FC236}">
                <a16:creationId xmlns:a16="http://schemas.microsoft.com/office/drawing/2014/main" id="{0149C590-BDB9-5241-8CAD-8C68ACA57932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4203700"/>
            <a:ext cx="304800" cy="1227138"/>
            <a:chOff x="2640" y="2648"/>
            <a:chExt cx="192" cy="773"/>
          </a:xfrm>
        </p:grpSpPr>
        <p:sp>
          <p:nvSpPr>
            <p:cNvPr id="165034" name="Line 55">
              <a:extLst>
                <a:ext uri="{FF2B5EF4-FFF2-40B4-BE49-F238E27FC236}">
                  <a16:creationId xmlns:a16="http://schemas.microsoft.com/office/drawing/2014/main" id="{584A97CB-D01A-F34E-B7A4-EB67C1B94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5" name="Line 56">
              <a:extLst>
                <a:ext uri="{FF2B5EF4-FFF2-40B4-BE49-F238E27FC236}">
                  <a16:creationId xmlns:a16="http://schemas.microsoft.com/office/drawing/2014/main" id="{181C2C86-7D98-DD43-96B0-5983E4822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6" name="Line 57">
              <a:extLst>
                <a:ext uri="{FF2B5EF4-FFF2-40B4-BE49-F238E27FC236}">
                  <a16:creationId xmlns:a16="http://schemas.microsoft.com/office/drawing/2014/main" id="{C146DE08-8E86-2045-8AD9-52F7E1F32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7" name="Line 58">
              <a:extLst>
                <a:ext uri="{FF2B5EF4-FFF2-40B4-BE49-F238E27FC236}">
                  <a16:creationId xmlns:a16="http://schemas.microsoft.com/office/drawing/2014/main" id="{17839481-46A5-204E-8D7E-CFB39D6A8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911" name="Group 59">
            <a:extLst>
              <a:ext uri="{FF2B5EF4-FFF2-40B4-BE49-F238E27FC236}">
                <a16:creationId xmlns:a16="http://schemas.microsoft.com/office/drawing/2014/main" id="{D3012E57-2744-F740-8FFE-31607AA6B28E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754313"/>
            <a:ext cx="1168400" cy="284162"/>
            <a:chOff x="928" y="1735"/>
            <a:chExt cx="736" cy="179"/>
          </a:xfrm>
        </p:grpSpPr>
        <p:sp>
          <p:nvSpPr>
            <p:cNvPr id="165030" name="Line 60">
              <a:extLst>
                <a:ext uri="{FF2B5EF4-FFF2-40B4-BE49-F238E27FC236}">
                  <a16:creationId xmlns:a16="http://schemas.microsoft.com/office/drawing/2014/main" id="{661F9A35-10F3-4A4F-91F3-D8DEE2277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1" name="Line 61">
              <a:extLst>
                <a:ext uri="{FF2B5EF4-FFF2-40B4-BE49-F238E27FC236}">
                  <a16:creationId xmlns:a16="http://schemas.microsoft.com/office/drawing/2014/main" id="{259681E3-292D-654C-B871-34BF71F988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2" name="Line 62">
              <a:extLst>
                <a:ext uri="{FF2B5EF4-FFF2-40B4-BE49-F238E27FC236}">
                  <a16:creationId xmlns:a16="http://schemas.microsoft.com/office/drawing/2014/main" id="{E9F0ADBF-CD6C-B548-BC28-B4FFE2B2B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33" name="Line 63">
              <a:extLst>
                <a:ext uri="{FF2B5EF4-FFF2-40B4-BE49-F238E27FC236}">
                  <a16:creationId xmlns:a16="http://schemas.microsoft.com/office/drawing/2014/main" id="{BF909E12-B6F9-D24C-BD54-16F1C4629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4912" name="Rectangle 64">
            <a:extLst>
              <a:ext uri="{FF2B5EF4-FFF2-40B4-BE49-F238E27FC236}">
                <a16:creationId xmlns:a16="http://schemas.microsoft.com/office/drawing/2014/main" id="{97B46CAC-A1E9-4343-8248-DE037D33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0003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64913" name="Line 65">
            <a:extLst>
              <a:ext uri="{FF2B5EF4-FFF2-40B4-BE49-F238E27FC236}">
                <a16:creationId xmlns:a16="http://schemas.microsoft.com/office/drawing/2014/main" id="{411D9D9E-D1F7-C04C-B07A-70AF92F47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14" name="Line 66">
            <a:extLst>
              <a:ext uri="{FF2B5EF4-FFF2-40B4-BE49-F238E27FC236}">
                <a16:creationId xmlns:a16="http://schemas.microsoft.com/office/drawing/2014/main" id="{2AA147AD-C09C-814B-A675-400D1C7BA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517775"/>
            <a:ext cx="0" cy="188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15" name="Rectangle 67">
            <a:extLst>
              <a:ext uri="{FF2B5EF4-FFF2-40B4-BE49-F238E27FC236}">
                <a16:creationId xmlns:a16="http://schemas.microsoft.com/office/drawing/2014/main" id="{97CF3325-F6AF-1444-B312-2E5BFDBB1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236061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64916" name="Line 68">
            <a:extLst>
              <a:ext uri="{FF2B5EF4-FFF2-40B4-BE49-F238E27FC236}">
                <a16:creationId xmlns:a16="http://schemas.microsoft.com/office/drawing/2014/main" id="{2AE4431B-4E31-0249-B63C-85EB77E182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2895600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17" name="Rectangle 69">
            <a:extLst>
              <a:ext uri="{FF2B5EF4-FFF2-40B4-BE49-F238E27FC236}">
                <a16:creationId xmlns:a16="http://schemas.microsoft.com/office/drawing/2014/main" id="{24BC79DA-3E03-F640-AD74-3B159712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568575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64918" name="Rectangle 70">
            <a:extLst>
              <a:ext uri="{FF2B5EF4-FFF2-40B4-BE49-F238E27FC236}">
                <a16:creationId xmlns:a16="http://schemas.microsoft.com/office/drawing/2014/main" id="{83B71991-CE54-5142-B7F3-87B6C57C6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889500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919" name="Rectangle 71">
            <a:extLst>
              <a:ext uri="{FF2B5EF4-FFF2-40B4-BE49-F238E27FC236}">
                <a16:creationId xmlns:a16="http://schemas.microsoft.com/office/drawing/2014/main" id="{11EF73F4-1D9A-9446-BCCD-476EFD7332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37681" y="5223669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64920" name="Rectangle 72">
            <a:extLst>
              <a:ext uri="{FF2B5EF4-FFF2-40B4-BE49-F238E27FC236}">
                <a16:creationId xmlns:a16="http://schemas.microsoft.com/office/drawing/2014/main" id="{5A0BE413-BE5D-054D-9E19-2805FCC3CAC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46204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64921" name="Rectangle 73">
            <a:extLst>
              <a:ext uri="{FF2B5EF4-FFF2-40B4-BE49-F238E27FC236}">
                <a16:creationId xmlns:a16="http://schemas.microsoft.com/office/drawing/2014/main" id="{4914D647-233F-BB4B-B451-2D305A7F7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51138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64922" name="Line 74">
            <a:extLst>
              <a:ext uri="{FF2B5EF4-FFF2-40B4-BE49-F238E27FC236}">
                <a16:creationId xmlns:a16="http://schemas.microsoft.com/office/drawing/2014/main" id="{8D5B460A-9710-AC42-ABD8-3786BE94F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52768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23" name="Rectangle 75">
            <a:extLst>
              <a:ext uri="{FF2B5EF4-FFF2-40B4-BE49-F238E27FC236}">
                <a16:creationId xmlns:a16="http://schemas.microsoft.com/office/drawing/2014/main" id="{1ABF2EF1-5E27-D94B-8841-35A1878C3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53086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924" name="Line 76">
            <a:extLst>
              <a:ext uri="{FF2B5EF4-FFF2-40B4-BE49-F238E27FC236}">
                <a16:creationId xmlns:a16="http://schemas.microsoft.com/office/drawing/2014/main" id="{D81FEF98-01DB-BE46-A9B5-63632B279A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5211763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25" name="Line 77">
            <a:extLst>
              <a:ext uri="{FF2B5EF4-FFF2-40B4-BE49-F238E27FC236}">
                <a16:creationId xmlns:a16="http://schemas.microsoft.com/office/drawing/2014/main" id="{7912AD77-3540-A144-8710-A7ABB4975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541813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26" name="Line 78">
            <a:extLst>
              <a:ext uri="{FF2B5EF4-FFF2-40B4-BE49-F238E27FC236}">
                <a16:creationId xmlns:a16="http://schemas.microsoft.com/office/drawing/2014/main" id="{8A4A6025-5D24-A84C-8DAA-AB023C396C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53546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27" name="Rectangle 79">
            <a:extLst>
              <a:ext uri="{FF2B5EF4-FFF2-40B4-BE49-F238E27FC236}">
                <a16:creationId xmlns:a16="http://schemas.microsoft.com/office/drawing/2014/main" id="{DA27A6A7-C4D0-2F4E-8FD2-FE7FCB661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54149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64928" name="Rectangle 80">
            <a:extLst>
              <a:ext uri="{FF2B5EF4-FFF2-40B4-BE49-F238E27FC236}">
                <a16:creationId xmlns:a16="http://schemas.microsoft.com/office/drawing/2014/main" id="{90D76D7C-DE5D-D743-B40E-DF358E34E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52451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64929" name="Line 81">
            <a:extLst>
              <a:ext uri="{FF2B5EF4-FFF2-40B4-BE49-F238E27FC236}">
                <a16:creationId xmlns:a16="http://schemas.microsoft.com/office/drawing/2014/main" id="{D7F6CEA7-48C4-B74C-BC2F-0AA22779F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6098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30" name="Rectangle 82">
            <a:extLst>
              <a:ext uri="{FF2B5EF4-FFF2-40B4-BE49-F238E27FC236}">
                <a16:creationId xmlns:a16="http://schemas.microsoft.com/office/drawing/2014/main" id="{CFAA847D-5BFE-5149-847A-E3D7C7C24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5781675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64931" name="Line 83">
            <a:extLst>
              <a:ext uri="{FF2B5EF4-FFF2-40B4-BE49-F238E27FC236}">
                <a16:creationId xmlns:a16="http://schemas.microsoft.com/office/drawing/2014/main" id="{9D7E19B6-B398-B449-B50D-50353049E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6370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32" name="Line 84">
            <a:extLst>
              <a:ext uri="{FF2B5EF4-FFF2-40B4-BE49-F238E27FC236}">
                <a16:creationId xmlns:a16="http://schemas.microsoft.com/office/drawing/2014/main" id="{0B463E14-610C-334D-8718-F7ACA8529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506913"/>
            <a:ext cx="0" cy="1652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33" name="Line 85">
            <a:extLst>
              <a:ext uri="{FF2B5EF4-FFF2-40B4-BE49-F238E27FC236}">
                <a16:creationId xmlns:a16="http://schemas.microsoft.com/office/drawing/2014/main" id="{CA218499-54E2-7843-9EEF-842739096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862638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34" name="Rectangle 86">
            <a:extLst>
              <a:ext uri="{FF2B5EF4-FFF2-40B4-BE49-F238E27FC236}">
                <a16:creationId xmlns:a16="http://schemas.microsoft.com/office/drawing/2014/main" id="{63CE4FF3-3C55-4A47-9D60-0269AF601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6267450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164935" name="Group 87">
            <a:extLst>
              <a:ext uri="{FF2B5EF4-FFF2-40B4-BE49-F238E27FC236}">
                <a16:creationId xmlns:a16="http://schemas.microsoft.com/office/drawing/2014/main" id="{00FBBBAA-7D01-3046-B0B7-3F9B315C044D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38588"/>
            <a:ext cx="304800" cy="1255712"/>
            <a:chOff x="4896" y="2481"/>
            <a:chExt cx="192" cy="791"/>
          </a:xfrm>
        </p:grpSpPr>
        <p:sp>
          <p:nvSpPr>
            <p:cNvPr id="165026" name="Line 88">
              <a:extLst>
                <a:ext uri="{FF2B5EF4-FFF2-40B4-BE49-F238E27FC236}">
                  <a16:creationId xmlns:a16="http://schemas.microsoft.com/office/drawing/2014/main" id="{C18AA862-059C-924E-B090-CFBEF4CC3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27" name="Line 89">
              <a:extLst>
                <a:ext uri="{FF2B5EF4-FFF2-40B4-BE49-F238E27FC236}">
                  <a16:creationId xmlns:a16="http://schemas.microsoft.com/office/drawing/2014/main" id="{6108EFCD-0FF7-E642-9BB7-F16D28E9D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28" name="Line 90">
              <a:extLst>
                <a:ext uri="{FF2B5EF4-FFF2-40B4-BE49-F238E27FC236}">
                  <a16:creationId xmlns:a16="http://schemas.microsoft.com/office/drawing/2014/main" id="{50D3F70D-AF1D-814C-88C3-6498852C5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029" name="Line 91">
              <a:extLst>
                <a:ext uri="{FF2B5EF4-FFF2-40B4-BE49-F238E27FC236}">
                  <a16:creationId xmlns:a16="http://schemas.microsoft.com/office/drawing/2014/main" id="{C7B6E4AD-2240-7A45-A2D3-ABFA4EC30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4936" name="Rectangle 92">
            <a:extLst>
              <a:ext uri="{FF2B5EF4-FFF2-40B4-BE49-F238E27FC236}">
                <a16:creationId xmlns:a16="http://schemas.microsoft.com/office/drawing/2014/main" id="{B2F06E1D-E215-324A-B846-9481A16985D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4475957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64937" name="Line 93">
            <a:extLst>
              <a:ext uri="{FF2B5EF4-FFF2-40B4-BE49-F238E27FC236}">
                <a16:creationId xmlns:a16="http://schemas.microsoft.com/office/drawing/2014/main" id="{7FB57C66-F6B7-EE40-B407-0807A750AC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3559175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38" name="Rectangle 94">
            <a:extLst>
              <a:ext uri="{FF2B5EF4-FFF2-40B4-BE49-F238E27FC236}">
                <a16:creationId xmlns:a16="http://schemas.microsoft.com/office/drawing/2014/main" id="{0E3ABC5C-7E1C-384E-B7FD-C43A2E322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25" y="3335338"/>
            <a:ext cx="1349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164939" name="Line 95">
            <a:extLst>
              <a:ext uri="{FF2B5EF4-FFF2-40B4-BE49-F238E27FC236}">
                <a16:creationId xmlns:a16="http://schemas.microsoft.com/office/drawing/2014/main" id="{EB9C82E2-A4E2-294B-9B31-52E308F3C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49421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40" name="Rectangle 96">
            <a:extLst>
              <a:ext uri="{FF2B5EF4-FFF2-40B4-BE49-F238E27FC236}">
                <a16:creationId xmlns:a16="http://schemas.microsoft.com/office/drawing/2014/main" id="{C4EFFE93-4D75-A34F-84FB-3F664D015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4862513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941" name="Line 97">
            <a:extLst>
              <a:ext uri="{FF2B5EF4-FFF2-40B4-BE49-F238E27FC236}">
                <a16:creationId xmlns:a16="http://schemas.microsoft.com/office/drawing/2014/main" id="{99AAB713-DD47-7E4A-9A26-AA99EA1757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58451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42" name="Rectangle 98">
            <a:extLst>
              <a:ext uri="{FF2B5EF4-FFF2-40B4-BE49-F238E27FC236}">
                <a16:creationId xmlns:a16="http://schemas.microsoft.com/office/drawing/2014/main" id="{05C8E027-03E5-8C4A-8863-E821AE606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54895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64943" name="Rectangle 99">
            <a:extLst>
              <a:ext uri="{FF2B5EF4-FFF2-40B4-BE49-F238E27FC236}">
                <a16:creationId xmlns:a16="http://schemas.microsoft.com/office/drawing/2014/main" id="{55D8EE17-1155-7D4D-AB12-3A9729701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5060950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In</a:t>
            </a:r>
          </a:p>
        </p:txBody>
      </p:sp>
      <p:sp>
        <p:nvSpPr>
          <p:cNvPr id="164944" name="Line 100">
            <a:extLst>
              <a:ext uri="{FF2B5EF4-FFF2-40B4-BE49-F238E27FC236}">
                <a16:creationId xmlns:a16="http://schemas.microsoft.com/office/drawing/2014/main" id="{9B59A9CB-5D9B-F548-960B-F7C04A5B0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57689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45" name="Line 101">
            <a:extLst>
              <a:ext uri="{FF2B5EF4-FFF2-40B4-BE49-F238E27FC236}">
                <a16:creationId xmlns:a16="http://schemas.microsoft.com/office/drawing/2014/main" id="{B9EFD2E5-E67D-3E47-A9F1-AF27F754E0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5675" y="58578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46" name="Oval 102">
            <a:extLst>
              <a:ext uri="{FF2B5EF4-FFF2-40B4-BE49-F238E27FC236}">
                <a16:creationId xmlns:a16="http://schemas.microsoft.com/office/drawing/2014/main" id="{383A8EC6-26AB-9C49-8738-4B6B1C5A2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58039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947" name="Rectangle 103">
            <a:extLst>
              <a:ext uri="{FF2B5EF4-FFF2-40B4-BE49-F238E27FC236}">
                <a16:creationId xmlns:a16="http://schemas.microsoft.com/office/drawing/2014/main" id="{C2E57FE8-22B4-AF4B-BD16-2D95A4B61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845050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64948" name="Line 104">
            <a:extLst>
              <a:ext uri="{FF2B5EF4-FFF2-40B4-BE49-F238E27FC236}">
                <a16:creationId xmlns:a16="http://schemas.microsoft.com/office/drawing/2014/main" id="{206A1C21-8E3A-4E43-9DE2-B45B15138C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506253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49" name="Line 105">
            <a:extLst>
              <a:ext uri="{FF2B5EF4-FFF2-40B4-BE49-F238E27FC236}">
                <a16:creationId xmlns:a16="http://schemas.microsoft.com/office/drawing/2014/main" id="{66CF7132-1219-0B44-8E8C-9D958AB7FE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9990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0" name="Rectangle 106">
            <a:extLst>
              <a:ext uri="{FF2B5EF4-FFF2-40B4-BE49-F238E27FC236}">
                <a16:creationId xmlns:a16="http://schemas.microsoft.com/office/drawing/2014/main" id="{DE39143F-80DE-D24B-ADFA-3305D5118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47117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951" name="Line 107">
            <a:extLst>
              <a:ext uri="{FF2B5EF4-FFF2-40B4-BE49-F238E27FC236}">
                <a16:creationId xmlns:a16="http://schemas.microsoft.com/office/drawing/2014/main" id="{E44773E2-6E59-2B4E-80B6-E0A6D92291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59175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2" name="Line 108">
            <a:extLst>
              <a:ext uri="{FF2B5EF4-FFF2-40B4-BE49-F238E27FC236}">
                <a16:creationId xmlns:a16="http://schemas.microsoft.com/office/drawing/2014/main" id="{92C15036-CE37-1D4F-8602-9124A8C91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22750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3" name="Rectangle 109">
            <a:extLst>
              <a:ext uri="{FF2B5EF4-FFF2-40B4-BE49-F238E27FC236}">
                <a16:creationId xmlns:a16="http://schemas.microsoft.com/office/drawing/2014/main" id="{EF28120B-338B-7B41-92E8-3C7E5F096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48466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64954" name="Rectangle 110">
            <a:extLst>
              <a:ext uri="{FF2B5EF4-FFF2-40B4-BE49-F238E27FC236}">
                <a16:creationId xmlns:a16="http://schemas.microsoft.com/office/drawing/2014/main" id="{BCB2AA19-BA33-834F-908E-5BC2934E2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5202238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64955" name="Line 111">
            <a:extLst>
              <a:ext uri="{FF2B5EF4-FFF2-40B4-BE49-F238E27FC236}">
                <a16:creationId xmlns:a16="http://schemas.microsoft.com/office/drawing/2014/main" id="{A05B1B0C-0791-0F4C-B1CA-C912944DA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50133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6" name="Line 112">
            <a:extLst>
              <a:ext uri="{FF2B5EF4-FFF2-40B4-BE49-F238E27FC236}">
                <a16:creationId xmlns:a16="http://schemas.microsoft.com/office/drawing/2014/main" id="{3F3344E8-804C-7141-AD68-874C54EBF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041900"/>
            <a:ext cx="0" cy="434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7" name="Line 113">
            <a:extLst>
              <a:ext uri="{FF2B5EF4-FFF2-40B4-BE49-F238E27FC236}">
                <a16:creationId xmlns:a16="http://schemas.microsoft.com/office/drawing/2014/main" id="{A0C025B8-5231-6C4F-B3CC-52BAB02D41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54895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8" name="Line 114">
            <a:extLst>
              <a:ext uri="{FF2B5EF4-FFF2-40B4-BE49-F238E27FC236}">
                <a16:creationId xmlns:a16="http://schemas.microsoft.com/office/drawing/2014/main" id="{09F77386-8B9F-884A-9447-FC605B8EE1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9482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59" name="Rectangle 115">
            <a:extLst>
              <a:ext uri="{FF2B5EF4-FFF2-40B4-BE49-F238E27FC236}">
                <a16:creationId xmlns:a16="http://schemas.microsoft.com/office/drawing/2014/main" id="{89FCD03B-D49F-1D49-8E7B-9E4388E3E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46497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64960" name="Rectangle 116">
            <a:extLst>
              <a:ext uri="{FF2B5EF4-FFF2-40B4-BE49-F238E27FC236}">
                <a16:creationId xmlns:a16="http://schemas.microsoft.com/office/drawing/2014/main" id="{37671C8F-EDA4-D940-96C0-9935B40D3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513138"/>
            <a:ext cx="1006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164961" name="Line 117">
            <a:extLst>
              <a:ext uri="{FF2B5EF4-FFF2-40B4-BE49-F238E27FC236}">
                <a16:creationId xmlns:a16="http://schemas.microsoft.com/office/drawing/2014/main" id="{246BE060-B0D0-D642-B21C-BD197505D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508500"/>
            <a:ext cx="0" cy="541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62" name="Line 118">
            <a:extLst>
              <a:ext uri="{FF2B5EF4-FFF2-40B4-BE49-F238E27FC236}">
                <a16:creationId xmlns:a16="http://schemas.microsoft.com/office/drawing/2014/main" id="{C5C6BC4B-8C98-764E-8A14-F571EA305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5054600"/>
            <a:ext cx="121126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63" name="Rectangle 119">
            <a:extLst>
              <a:ext uri="{FF2B5EF4-FFF2-40B4-BE49-F238E27FC236}">
                <a16:creationId xmlns:a16="http://schemas.microsoft.com/office/drawing/2014/main" id="{FF091161-731B-B546-AE08-8FAFCC46821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40727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64964" name="Rectangle 120">
            <a:extLst>
              <a:ext uri="{FF2B5EF4-FFF2-40B4-BE49-F238E27FC236}">
                <a16:creationId xmlns:a16="http://schemas.microsoft.com/office/drawing/2014/main" id="{E70498B5-4291-594E-B8D9-5080A643E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993900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965" name="Line 121">
            <a:extLst>
              <a:ext uri="{FF2B5EF4-FFF2-40B4-BE49-F238E27FC236}">
                <a16:creationId xmlns:a16="http://schemas.microsoft.com/office/drawing/2014/main" id="{5D729F47-831C-2C4B-B0AF-CC05AC5EBE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272097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66" name="Line 122">
            <a:extLst>
              <a:ext uri="{FF2B5EF4-FFF2-40B4-BE49-F238E27FC236}">
                <a16:creationId xmlns:a16="http://schemas.microsoft.com/office/drawing/2014/main" id="{791606C8-9335-6D43-B491-31D85280B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2644775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67" name="Line 123">
            <a:extLst>
              <a:ext uri="{FF2B5EF4-FFF2-40B4-BE49-F238E27FC236}">
                <a16:creationId xmlns:a16="http://schemas.microsoft.com/office/drawing/2014/main" id="{3CFA73E9-39D5-F44D-9B1C-C96840AA26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7875" y="2733675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68" name="Oval 124">
            <a:extLst>
              <a:ext uri="{FF2B5EF4-FFF2-40B4-BE49-F238E27FC236}">
                <a16:creationId xmlns:a16="http://schemas.microsoft.com/office/drawing/2014/main" id="{64148316-153D-D64F-B789-9ECEB141D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2679700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969" name="Rectangle 125">
            <a:extLst>
              <a:ext uri="{FF2B5EF4-FFF2-40B4-BE49-F238E27FC236}">
                <a16:creationId xmlns:a16="http://schemas.microsoft.com/office/drawing/2014/main" id="{9DEB43AC-5B25-F849-80D0-BB92EA23A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078038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64970" name="Rectangle 126">
            <a:extLst>
              <a:ext uri="{FF2B5EF4-FFF2-40B4-BE49-F238E27FC236}">
                <a16:creationId xmlns:a16="http://schemas.microsoft.com/office/drawing/2014/main" id="{D23877C0-515E-084F-AA01-14C0395B4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2530475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64971" name="Line 127">
            <a:extLst>
              <a:ext uri="{FF2B5EF4-FFF2-40B4-BE49-F238E27FC236}">
                <a16:creationId xmlns:a16="http://schemas.microsoft.com/office/drawing/2014/main" id="{6C317B2D-09CD-8C44-BA35-33465EE762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82900"/>
            <a:ext cx="0" cy="116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72" name="Line 128">
            <a:extLst>
              <a:ext uri="{FF2B5EF4-FFF2-40B4-BE49-F238E27FC236}">
                <a16:creationId xmlns:a16="http://schemas.microsoft.com/office/drawing/2014/main" id="{4BCD36A0-4AD9-CF4F-907F-34E4AAB06D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40386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73" name="Rectangle 129">
            <a:extLst>
              <a:ext uri="{FF2B5EF4-FFF2-40B4-BE49-F238E27FC236}">
                <a16:creationId xmlns:a16="http://schemas.microsoft.com/office/drawing/2014/main" id="{3A10A38E-6583-2840-A9A4-104D0F3AE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513" y="350520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64974" name="Line 130">
            <a:extLst>
              <a:ext uri="{FF2B5EF4-FFF2-40B4-BE49-F238E27FC236}">
                <a16:creationId xmlns:a16="http://schemas.microsoft.com/office/drawing/2014/main" id="{9948CACF-20E1-EB49-A010-BA8632681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133600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75" name="Rectangle 131">
            <a:extLst>
              <a:ext uri="{FF2B5EF4-FFF2-40B4-BE49-F238E27FC236}">
                <a16:creationId xmlns:a16="http://schemas.microsoft.com/office/drawing/2014/main" id="{AE6EDD79-9E9B-834F-B74D-1B725A1BE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182086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4976" name="Line 132">
            <a:extLst>
              <a:ext uri="{FF2B5EF4-FFF2-40B4-BE49-F238E27FC236}">
                <a16:creationId xmlns:a16="http://schemas.microsoft.com/office/drawing/2014/main" id="{170BDF47-D9E3-DA42-B6D8-EBB393E2A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438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77" name="Line 133">
            <a:extLst>
              <a:ext uri="{FF2B5EF4-FFF2-40B4-BE49-F238E27FC236}">
                <a16:creationId xmlns:a16="http://schemas.microsoft.com/office/drawing/2014/main" id="{0D150DC6-A3F5-1C43-B24A-F571E0D2F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133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78" name="Rectangle 134">
            <a:extLst>
              <a:ext uri="{FF2B5EF4-FFF2-40B4-BE49-F238E27FC236}">
                <a16:creationId xmlns:a16="http://schemas.microsoft.com/office/drawing/2014/main" id="{0C076FE2-7A77-5543-A2A0-446C09B09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788" y="2225675"/>
            <a:ext cx="790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64979" name="Rectangle 135">
            <a:extLst>
              <a:ext uri="{FF2B5EF4-FFF2-40B4-BE49-F238E27FC236}">
                <a16:creationId xmlns:a16="http://schemas.microsoft.com/office/drawing/2014/main" id="{D915C5E2-92B4-4545-B679-C7D958F7E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1901825"/>
            <a:ext cx="968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64980" name="Rectangle 136">
            <a:extLst>
              <a:ext uri="{FF2B5EF4-FFF2-40B4-BE49-F238E27FC236}">
                <a16:creationId xmlns:a16="http://schemas.microsoft.com/office/drawing/2014/main" id="{A67BDE48-F78D-124D-9926-448E7A1F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0386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981" name="Rectangle 137">
            <a:extLst>
              <a:ext uri="{FF2B5EF4-FFF2-40B4-BE49-F238E27FC236}">
                <a16:creationId xmlns:a16="http://schemas.microsoft.com/office/drawing/2014/main" id="{F34C552E-7FA4-F743-9B04-ACA559D1C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48180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4982" name="Rectangle 138">
            <a:extLst>
              <a:ext uri="{FF2B5EF4-FFF2-40B4-BE49-F238E27FC236}">
                <a16:creationId xmlns:a16="http://schemas.microsoft.com/office/drawing/2014/main" id="{5BA009B4-FF16-9845-80DE-5F4B3772D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2672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983" name="Rectangle 139">
            <a:extLst>
              <a:ext uri="{FF2B5EF4-FFF2-40B4-BE49-F238E27FC236}">
                <a16:creationId xmlns:a16="http://schemas.microsoft.com/office/drawing/2014/main" id="{64FF84C5-9F4C-1743-B1AB-9C8F3504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0466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4984" name="Rectangle 140">
            <a:extLst>
              <a:ext uri="{FF2B5EF4-FFF2-40B4-BE49-F238E27FC236}">
                <a16:creationId xmlns:a16="http://schemas.microsoft.com/office/drawing/2014/main" id="{2D7B1688-BAC8-2A45-877F-3B87A7E65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4985" name="Rectangle 141">
            <a:extLst>
              <a:ext uri="{FF2B5EF4-FFF2-40B4-BE49-F238E27FC236}">
                <a16:creationId xmlns:a16="http://schemas.microsoft.com/office/drawing/2014/main" id="{0802620A-562D-7B48-AB7E-771B60A81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2717800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4986" name="Line 142">
            <a:extLst>
              <a:ext uri="{FF2B5EF4-FFF2-40B4-BE49-F238E27FC236}">
                <a16:creationId xmlns:a16="http://schemas.microsoft.com/office/drawing/2014/main" id="{2801E9BE-A512-3D47-B048-85BBCADC8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87" name="Rectangle 143">
            <a:extLst>
              <a:ext uri="{FF2B5EF4-FFF2-40B4-BE49-F238E27FC236}">
                <a16:creationId xmlns:a16="http://schemas.microsoft.com/office/drawing/2014/main" id="{30F456F1-85A4-6242-B54D-D896480148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64988" name="Rectangle 144">
            <a:extLst>
              <a:ext uri="{FF2B5EF4-FFF2-40B4-BE49-F238E27FC236}">
                <a16:creationId xmlns:a16="http://schemas.microsoft.com/office/drawing/2014/main" id="{D0FE7806-26E0-AA4C-8844-2FA94949273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64989" name="Rectangle 145">
            <a:extLst>
              <a:ext uri="{FF2B5EF4-FFF2-40B4-BE49-F238E27FC236}">
                <a16:creationId xmlns:a16="http://schemas.microsoft.com/office/drawing/2014/main" id="{9FAEE008-F1F7-6C4C-B8D3-B9569625F91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2424907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64990" name="Rectangle 146">
            <a:extLst>
              <a:ext uri="{FF2B5EF4-FFF2-40B4-BE49-F238E27FC236}">
                <a16:creationId xmlns:a16="http://schemas.microsoft.com/office/drawing/2014/main" id="{8B0CA8B0-80D3-F54F-8271-2479710A3B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2412207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64991" name="Line 147">
            <a:extLst>
              <a:ext uri="{FF2B5EF4-FFF2-40B4-BE49-F238E27FC236}">
                <a16:creationId xmlns:a16="http://schemas.microsoft.com/office/drawing/2014/main" id="{4037BB3C-DBEE-2E44-B17A-FADC2BBE7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92" name="Line 148">
            <a:extLst>
              <a:ext uri="{FF2B5EF4-FFF2-40B4-BE49-F238E27FC236}">
                <a16:creationId xmlns:a16="http://schemas.microsoft.com/office/drawing/2014/main" id="{E16DC1A5-235B-5F4F-897B-547FEF5A9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93" name="Line 149">
            <a:extLst>
              <a:ext uri="{FF2B5EF4-FFF2-40B4-BE49-F238E27FC236}">
                <a16:creationId xmlns:a16="http://schemas.microsoft.com/office/drawing/2014/main" id="{2DCAA605-CCF0-BB4A-814A-5768DFDAA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146300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994" name="Rectangle 150">
            <a:extLst>
              <a:ext uri="{FF2B5EF4-FFF2-40B4-BE49-F238E27FC236}">
                <a16:creationId xmlns:a16="http://schemas.microsoft.com/office/drawing/2014/main" id="{AD787828-0F09-E343-8CAE-9D5F76A8F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9718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64995" name="Rectangle 151">
            <a:extLst>
              <a:ext uri="{FF2B5EF4-FFF2-40B4-BE49-F238E27FC236}">
                <a16:creationId xmlns:a16="http://schemas.microsoft.com/office/drawing/2014/main" id="{66CF00D4-8FBC-434C-9B7F-63C18416C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9718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64996" name="Rectangle 152">
            <a:extLst>
              <a:ext uri="{FF2B5EF4-FFF2-40B4-BE49-F238E27FC236}">
                <a16:creationId xmlns:a16="http://schemas.microsoft.com/office/drawing/2014/main" id="{260B1C7A-F72C-AE46-AA46-BA1E5074C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9718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64997" name="Rectangle 153">
            <a:extLst>
              <a:ext uri="{FF2B5EF4-FFF2-40B4-BE49-F238E27FC236}">
                <a16:creationId xmlns:a16="http://schemas.microsoft.com/office/drawing/2014/main" id="{6D29F5EF-E168-6643-A9BF-A68E77B2E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718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64998" name="Rectangle 154">
            <a:extLst>
              <a:ext uri="{FF2B5EF4-FFF2-40B4-BE49-F238E27FC236}">
                <a16:creationId xmlns:a16="http://schemas.microsoft.com/office/drawing/2014/main" id="{8F25D92D-E373-BB49-982D-107E231F7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850900"/>
            <a:ext cx="965200" cy="12700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999" name="Rectangle 155">
            <a:extLst>
              <a:ext uri="{FF2B5EF4-FFF2-40B4-BE49-F238E27FC236}">
                <a16:creationId xmlns:a16="http://schemas.microsoft.com/office/drawing/2014/main" id="{2BFC3D6D-CA05-BE4A-9E42-421C01E45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1273175"/>
            <a:ext cx="9937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Main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165000" name="Line 156">
            <a:extLst>
              <a:ext uri="{FF2B5EF4-FFF2-40B4-BE49-F238E27FC236}">
                <a16:creationId xmlns:a16="http://schemas.microsoft.com/office/drawing/2014/main" id="{F4DA19FD-C3B2-C943-BE32-8184BE666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524000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01" name="Line 157">
            <a:extLst>
              <a:ext uri="{FF2B5EF4-FFF2-40B4-BE49-F238E27FC236}">
                <a16:creationId xmlns:a16="http://schemas.microsoft.com/office/drawing/2014/main" id="{E5247742-E876-3C4E-9661-C7343A0D66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8050" y="1377950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02" name="Rectangle 158">
            <a:extLst>
              <a:ext uri="{FF2B5EF4-FFF2-40B4-BE49-F238E27FC236}">
                <a16:creationId xmlns:a16="http://schemas.microsoft.com/office/drawing/2014/main" id="{97FEADE5-3769-054B-BA8D-B21EEEFC0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1219200"/>
            <a:ext cx="460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165003" name="Rectangle 159">
            <a:extLst>
              <a:ext uri="{FF2B5EF4-FFF2-40B4-BE49-F238E27FC236}">
                <a16:creationId xmlns:a16="http://schemas.microsoft.com/office/drawing/2014/main" id="{2589C802-B186-5E43-80EB-24CDD3534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65004" name="Rectangle 160">
            <a:extLst>
              <a:ext uri="{FF2B5EF4-FFF2-40B4-BE49-F238E27FC236}">
                <a16:creationId xmlns:a16="http://schemas.microsoft.com/office/drawing/2014/main" id="{A61C97FB-E3DA-074B-BC13-D1BEB3A8F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774700"/>
            <a:ext cx="965200" cy="736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5005" name="Rectangle 161">
            <a:extLst>
              <a:ext uri="{FF2B5EF4-FFF2-40B4-BE49-F238E27FC236}">
                <a16:creationId xmlns:a16="http://schemas.microsoft.com/office/drawing/2014/main" id="{EDFAAA63-B1DF-7E47-9A10-3E39349C4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858838"/>
            <a:ext cx="9937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Control</a:t>
            </a:r>
          </a:p>
        </p:txBody>
      </p:sp>
      <p:sp>
        <p:nvSpPr>
          <p:cNvPr id="165006" name="Rectangle 162">
            <a:extLst>
              <a:ext uri="{FF2B5EF4-FFF2-40B4-BE49-F238E27FC236}">
                <a16:creationId xmlns:a16="http://schemas.microsoft.com/office/drawing/2014/main" id="{905ED455-757D-0B47-BF33-25739FDE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3" y="1066800"/>
            <a:ext cx="663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165007" name="Line 163">
            <a:extLst>
              <a:ext uri="{FF2B5EF4-FFF2-40B4-BE49-F238E27FC236}">
                <a16:creationId xmlns:a16="http://schemas.microsoft.com/office/drawing/2014/main" id="{22A06EAC-B069-AE4F-A83D-A3A97C331C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0050" y="1225550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08" name="Rectangle 164">
            <a:extLst>
              <a:ext uri="{FF2B5EF4-FFF2-40B4-BE49-F238E27FC236}">
                <a16:creationId xmlns:a16="http://schemas.microsoft.com/office/drawing/2014/main" id="{0324AED7-ED75-CD47-A701-704ABE1A0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1371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65009" name="Line 165">
            <a:extLst>
              <a:ext uri="{FF2B5EF4-FFF2-40B4-BE49-F238E27FC236}">
                <a16:creationId xmlns:a16="http://schemas.microsoft.com/office/drawing/2014/main" id="{FE3C5015-89AA-1C47-AE33-57C981687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990600"/>
            <a:ext cx="3556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10" name="Line 166">
            <a:extLst>
              <a:ext uri="{FF2B5EF4-FFF2-40B4-BE49-F238E27FC236}">
                <a16:creationId xmlns:a16="http://schemas.microsoft.com/office/drawing/2014/main" id="{C771FBFB-98E8-F343-A9D1-640DA7F189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8450" y="844550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11" name="Rectangle 167">
            <a:extLst>
              <a:ext uri="{FF2B5EF4-FFF2-40B4-BE49-F238E27FC236}">
                <a16:creationId xmlns:a16="http://schemas.microsoft.com/office/drawing/2014/main" id="{1D3D934B-31B7-E14E-A6E7-17A6512A6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990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65012" name="Rectangle 168">
            <a:extLst>
              <a:ext uri="{FF2B5EF4-FFF2-40B4-BE49-F238E27FC236}">
                <a16:creationId xmlns:a16="http://schemas.microsoft.com/office/drawing/2014/main" id="{BCCD101F-5216-7547-9313-AF17DDE4B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685800"/>
            <a:ext cx="930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165013" name="Line 169">
            <a:extLst>
              <a:ext uri="{FF2B5EF4-FFF2-40B4-BE49-F238E27FC236}">
                <a16:creationId xmlns:a16="http://schemas.microsoft.com/office/drawing/2014/main" id="{2E610493-E33E-264A-85C3-E301536532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13716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14" name="Rectangle 170">
            <a:extLst>
              <a:ext uri="{FF2B5EF4-FFF2-40B4-BE49-F238E27FC236}">
                <a16:creationId xmlns:a16="http://schemas.microsoft.com/office/drawing/2014/main" id="{5B44A4CC-E5D2-9541-9FB4-9045F826B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914400"/>
            <a:ext cx="942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65015" name="Line 171">
            <a:extLst>
              <a:ext uri="{FF2B5EF4-FFF2-40B4-BE49-F238E27FC236}">
                <a16:creationId xmlns:a16="http://schemas.microsoft.com/office/drawing/2014/main" id="{054A120E-C021-8E43-8A32-C2C56E862F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61300" y="1073150"/>
            <a:ext cx="165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16" name="Line 172">
            <a:extLst>
              <a:ext uri="{FF2B5EF4-FFF2-40B4-BE49-F238E27FC236}">
                <a16:creationId xmlns:a16="http://schemas.microsoft.com/office/drawing/2014/main" id="{241EFCF7-0299-AF48-A475-3E1AE4EBF9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0" y="1219200"/>
            <a:ext cx="1168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17" name="Rectangle 173">
            <a:extLst>
              <a:ext uri="{FF2B5EF4-FFF2-40B4-BE49-F238E27FC236}">
                <a16:creationId xmlns:a16="http://schemas.microsoft.com/office/drawing/2014/main" id="{3CD650E4-D85C-CA41-9BBB-6F5A33279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763" y="12192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65018" name="Line 174">
            <a:extLst>
              <a:ext uri="{FF2B5EF4-FFF2-40B4-BE49-F238E27FC236}">
                <a16:creationId xmlns:a16="http://schemas.microsoft.com/office/drawing/2014/main" id="{BCFF5B85-C9F4-B442-A8F4-190A12D35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13716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19" name="Rectangle 175">
            <a:extLst>
              <a:ext uri="{FF2B5EF4-FFF2-40B4-BE49-F238E27FC236}">
                <a16:creationId xmlns:a16="http://schemas.microsoft.com/office/drawing/2014/main" id="{8031B288-1E3E-0849-BBCE-010804EA4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106680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65020" name="Line 176">
            <a:extLst>
              <a:ext uri="{FF2B5EF4-FFF2-40B4-BE49-F238E27FC236}">
                <a16:creationId xmlns:a16="http://schemas.microsoft.com/office/drawing/2014/main" id="{FA1C5EC7-4E7A-DD42-AF82-87FC35755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17526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021" name="Rectangle 177">
            <a:extLst>
              <a:ext uri="{FF2B5EF4-FFF2-40B4-BE49-F238E27FC236}">
                <a16:creationId xmlns:a16="http://schemas.microsoft.com/office/drawing/2014/main" id="{29EFD8FB-B83D-1F4E-A191-7BDC4E955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1447800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65022" name="Rectangle 178">
            <a:extLst>
              <a:ext uri="{FF2B5EF4-FFF2-40B4-BE49-F238E27FC236}">
                <a16:creationId xmlns:a16="http://schemas.microsoft.com/office/drawing/2014/main" id="{7273B9DD-8BD5-9544-9793-A61A2348A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1619250"/>
            <a:ext cx="300037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solidFill>
                  <a:srgbClr val="339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023" name="Rectangle 179">
            <a:extLst>
              <a:ext uri="{FF2B5EF4-FFF2-40B4-BE49-F238E27FC236}">
                <a16:creationId xmlns:a16="http://schemas.microsoft.com/office/drawing/2014/main" id="{AA316026-BF6C-6C4C-8E6E-6AAA5DE6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013" y="1389063"/>
            <a:ext cx="1254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Instr&lt;5:0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5024" name="Rectangle 180">
            <a:extLst>
              <a:ext uri="{FF2B5EF4-FFF2-40B4-BE49-F238E27FC236}">
                <a16:creationId xmlns:a16="http://schemas.microsoft.com/office/drawing/2014/main" id="{F2425BC8-2D57-8D40-A0DF-480A1400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1757363"/>
            <a:ext cx="1508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Instr&lt;31:26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65025" name="Rectangle 181">
            <a:extLst>
              <a:ext uri="{FF2B5EF4-FFF2-40B4-BE49-F238E27FC236}">
                <a16:creationId xmlns:a16="http://schemas.microsoft.com/office/drawing/2014/main" id="{5EF769BB-6ECF-7748-97C6-B1F4CA211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5478463"/>
            <a:ext cx="13811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B5DD8D59-F7E4-AC4E-8FFD-3BD8A1109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657600"/>
            <a:ext cx="77724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89FE9CE6-6666-9344-A692-9465F3D1B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004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16" name="Rectangle 4">
            <a:extLst>
              <a:ext uri="{FF2B5EF4-FFF2-40B4-BE49-F238E27FC236}">
                <a16:creationId xmlns:a16="http://schemas.microsoft.com/office/drawing/2014/main" id="{D7390F3F-259D-D048-860C-EBAD21327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148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17" name="Rectangle 5">
            <a:extLst>
              <a:ext uri="{FF2B5EF4-FFF2-40B4-BE49-F238E27FC236}">
                <a16:creationId xmlns:a16="http://schemas.microsoft.com/office/drawing/2014/main" id="{3EE0257E-FD40-BD46-BA21-E158EA42C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82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18" name="Rectangle 6">
            <a:extLst>
              <a:ext uri="{FF2B5EF4-FFF2-40B4-BE49-F238E27FC236}">
                <a16:creationId xmlns:a16="http://schemas.microsoft.com/office/drawing/2014/main" id="{E5220151-C3C4-464B-BFC5-4B2873515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816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19" name="Rectangle 7">
            <a:extLst>
              <a:ext uri="{FF2B5EF4-FFF2-40B4-BE49-F238E27FC236}">
                <a16:creationId xmlns:a16="http://schemas.microsoft.com/office/drawing/2014/main" id="{22E2F38C-6A3C-B143-8962-74CFF5D47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150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20" name="Rectangle 8">
            <a:extLst>
              <a:ext uri="{FF2B5EF4-FFF2-40B4-BE49-F238E27FC236}">
                <a16:creationId xmlns:a16="http://schemas.microsoft.com/office/drawing/2014/main" id="{EAE58C00-668F-E743-AE17-4D2B3770F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2484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21" name="Rectangle 9">
            <a:extLst>
              <a:ext uri="{FF2B5EF4-FFF2-40B4-BE49-F238E27FC236}">
                <a16:creationId xmlns:a16="http://schemas.microsoft.com/office/drawing/2014/main" id="{328774AB-EC96-ED4D-9C62-BF803347C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432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22" name="Rectangle 10">
            <a:extLst>
              <a:ext uri="{FF2B5EF4-FFF2-40B4-BE49-F238E27FC236}">
                <a16:creationId xmlns:a16="http://schemas.microsoft.com/office/drawing/2014/main" id="{2E993D09-C731-574F-AD44-235EE4ACD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86000"/>
            <a:ext cx="80010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23" name="Rectangle 11">
            <a:extLst>
              <a:ext uri="{FF2B5EF4-FFF2-40B4-BE49-F238E27FC236}">
                <a16:creationId xmlns:a16="http://schemas.microsoft.com/office/drawing/2014/main" id="{79EF0A1A-D9AD-1C4C-BA31-EC11C0D02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752600"/>
            <a:ext cx="77724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24" name="Rectangle 12">
            <a:extLst>
              <a:ext uri="{FF2B5EF4-FFF2-40B4-BE49-F238E27FC236}">
                <a16:creationId xmlns:a16="http://schemas.microsoft.com/office/drawing/2014/main" id="{4F129043-DDED-1846-B5A9-8F8299A2A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229600" cy="22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6925" name="Rectangle 13">
            <a:extLst>
              <a:ext uri="{FF2B5EF4-FFF2-40B4-BE49-F238E27FC236}">
                <a16:creationId xmlns:a16="http://schemas.microsoft.com/office/drawing/2014/main" id="{07AAA0DD-F97C-574D-9FD4-B95840FAA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700" y="165100"/>
            <a:ext cx="794067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lw</a:t>
            </a:r>
            <a:r>
              <a:rPr lang="zh-CN" altLang="en-US">
                <a:ea typeface="宋体" panose="02010600030101010101" pitchFamily="2" charset="-122"/>
              </a:rPr>
              <a:t>指令的执行时间最长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zh-CN" altLang="en-US">
                <a:ea typeface="宋体" panose="02010600030101010101" pitchFamily="2" charset="-122"/>
              </a:rPr>
              <a:t>它所花时间作为</a:t>
            </a: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时钟周期</a:t>
            </a:r>
          </a:p>
        </p:txBody>
      </p:sp>
      <p:sp>
        <p:nvSpPr>
          <p:cNvPr id="166926" name="Line 14">
            <a:extLst>
              <a:ext uri="{FF2B5EF4-FFF2-40B4-BE49-F238E27FC236}">
                <a16:creationId xmlns:a16="http://schemas.microsoft.com/office/drawing/2014/main" id="{DE6C6416-F86A-E440-BCDD-50DC7166B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" y="685800"/>
            <a:ext cx="119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7" name="Line 15">
            <a:extLst>
              <a:ext uri="{FF2B5EF4-FFF2-40B4-BE49-F238E27FC236}">
                <a16:creationId xmlns:a16="http://schemas.microsoft.com/office/drawing/2014/main" id="{1745D6CF-FF83-954C-8A06-BD8BBEF04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8" name="Line 16">
            <a:extLst>
              <a:ext uri="{FF2B5EF4-FFF2-40B4-BE49-F238E27FC236}">
                <a16:creationId xmlns:a16="http://schemas.microsoft.com/office/drawing/2014/main" id="{B1D60D73-DB4D-DA40-B7C3-6BA1ECE8E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914400"/>
            <a:ext cx="302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29" name="Line 17">
            <a:extLst>
              <a:ext uri="{FF2B5EF4-FFF2-40B4-BE49-F238E27FC236}">
                <a16:creationId xmlns:a16="http://schemas.microsoft.com/office/drawing/2014/main" id="{0F8E5872-696D-9C4A-950E-4873C089F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0" name="Line 18">
            <a:extLst>
              <a:ext uri="{FF2B5EF4-FFF2-40B4-BE49-F238E27FC236}">
                <a16:creationId xmlns:a16="http://schemas.microsoft.com/office/drawing/2014/main" id="{5ED83D42-F1F3-5A4B-8D95-1ED093CC9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7100" y="685800"/>
            <a:ext cx="340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1" name="Line 19">
            <a:extLst>
              <a:ext uri="{FF2B5EF4-FFF2-40B4-BE49-F238E27FC236}">
                <a16:creationId xmlns:a16="http://schemas.microsoft.com/office/drawing/2014/main" id="{1089D97D-786E-B944-B1B2-864F96392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6985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2" name="Line 20">
            <a:extLst>
              <a:ext uri="{FF2B5EF4-FFF2-40B4-BE49-F238E27FC236}">
                <a16:creationId xmlns:a16="http://schemas.microsoft.com/office/drawing/2014/main" id="{D546790F-3021-774C-A280-B8D2CD766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91440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3" name="Rectangle 21">
            <a:extLst>
              <a:ext uri="{FF2B5EF4-FFF2-40B4-BE49-F238E27FC236}">
                <a16:creationId xmlns:a16="http://schemas.microsoft.com/office/drawing/2014/main" id="{CFD6A68D-57A5-8C48-8AB1-26905EED8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709613"/>
            <a:ext cx="4572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66934" name="Line 22">
            <a:extLst>
              <a:ext uri="{FF2B5EF4-FFF2-40B4-BE49-F238E27FC236}">
                <a16:creationId xmlns:a16="http://schemas.microsoft.com/office/drawing/2014/main" id="{2B62EE5C-C469-9F47-A538-DDF9C1D03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219200"/>
            <a:ext cx="1206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5" name="Line 23">
            <a:extLst>
              <a:ext uri="{FF2B5EF4-FFF2-40B4-BE49-F238E27FC236}">
                <a16:creationId xmlns:a16="http://schemas.microsoft.com/office/drawing/2014/main" id="{AC1EEA5B-D1C7-5745-9E78-B5E52254D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500" y="1231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6" name="Line 24">
            <a:extLst>
              <a:ext uri="{FF2B5EF4-FFF2-40B4-BE49-F238E27FC236}">
                <a16:creationId xmlns:a16="http://schemas.microsoft.com/office/drawing/2014/main" id="{D46FD47B-F7CA-F648-9CC1-BE5CC38BE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447800"/>
            <a:ext cx="1206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7" name="Line 25">
            <a:extLst>
              <a:ext uri="{FF2B5EF4-FFF2-40B4-BE49-F238E27FC236}">
                <a16:creationId xmlns:a16="http://schemas.microsoft.com/office/drawing/2014/main" id="{45F2BB01-78BE-044C-A47D-B479D15841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206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8" name="Line 26">
            <a:extLst>
              <a:ext uri="{FF2B5EF4-FFF2-40B4-BE49-F238E27FC236}">
                <a16:creationId xmlns:a16="http://schemas.microsoft.com/office/drawing/2014/main" id="{015126E5-E1F3-8440-B346-A9E75D0E6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2192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39" name="Rectangle 27">
            <a:extLst>
              <a:ext uri="{FF2B5EF4-FFF2-40B4-BE49-F238E27FC236}">
                <a16:creationId xmlns:a16="http://schemas.microsoft.com/office/drawing/2014/main" id="{FB9912A7-8100-F540-9AD5-616D1F55B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219200"/>
            <a:ext cx="4524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66940" name="Line 28">
            <a:extLst>
              <a:ext uri="{FF2B5EF4-FFF2-40B4-BE49-F238E27FC236}">
                <a16:creationId xmlns:a16="http://schemas.microsoft.com/office/drawing/2014/main" id="{74E1738E-62FA-0344-9B19-07218A7CF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3900" y="1447800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1" name="Line 29">
            <a:extLst>
              <a:ext uri="{FF2B5EF4-FFF2-40B4-BE49-F238E27FC236}">
                <a16:creationId xmlns:a16="http://schemas.microsoft.com/office/drawing/2014/main" id="{924FC04A-83AD-3449-8696-52F281F16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003300"/>
            <a:ext cx="0" cy="561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2" name="Line 30">
            <a:extLst>
              <a:ext uri="{FF2B5EF4-FFF2-40B4-BE49-F238E27FC236}">
                <a16:creationId xmlns:a16="http://schemas.microsoft.com/office/drawing/2014/main" id="{599F9A63-E9FB-AE47-9040-ADA0095C7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003300"/>
            <a:ext cx="0" cy="553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3" name="Line 31">
            <a:extLst>
              <a:ext uri="{FF2B5EF4-FFF2-40B4-BE49-F238E27FC236}">
                <a16:creationId xmlns:a16="http://schemas.microsoft.com/office/drawing/2014/main" id="{E86E76E3-1BCB-B24F-AAE3-5E5C48179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0" y="1231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4" name="Line 32">
            <a:extLst>
              <a:ext uri="{FF2B5EF4-FFF2-40B4-BE49-F238E27FC236}">
                <a16:creationId xmlns:a16="http://schemas.microsoft.com/office/drawing/2014/main" id="{29E9BF44-97A3-8840-B740-29D9F5EEBA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8500" y="1206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5" name="Line 33">
            <a:extLst>
              <a:ext uri="{FF2B5EF4-FFF2-40B4-BE49-F238E27FC236}">
                <a16:creationId xmlns:a16="http://schemas.microsoft.com/office/drawing/2014/main" id="{FEF3C501-0E68-D748-ACA5-5C8E84F37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7526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6" name="Line 34">
            <a:extLst>
              <a:ext uri="{FF2B5EF4-FFF2-40B4-BE49-F238E27FC236}">
                <a16:creationId xmlns:a16="http://schemas.microsoft.com/office/drawing/2014/main" id="{A72D69A2-8DED-8740-8A45-A107B7585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17653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7" name="Line 35">
            <a:extLst>
              <a:ext uri="{FF2B5EF4-FFF2-40B4-BE49-F238E27FC236}">
                <a16:creationId xmlns:a16="http://schemas.microsoft.com/office/drawing/2014/main" id="{5E8FC327-A62D-024D-875E-564814209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9812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8" name="Line 36">
            <a:extLst>
              <a:ext uri="{FF2B5EF4-FFF2-40B4-BE49-F238E27FC236}">
                <a16:creationId xmlns:a16="http://schemas.microsoft.com/office/drawing/2014/main" id="{024AC290-85B7-E24E-A248-DF9F65FB9A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6900" y="1739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49" name="Line 37">
            <a:extLst>
              <a:ext uri="{FF2B5EF4-FFF2-40B4-BE49-F238E27FC236}">
                <a16:creationId xmlns:a16="http://schemas.microsoft.com/office/drawing/2014/main" id="{87A2C57F-85E2-D74F-A32A-700C50541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1752600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0" name="Rectangle 38">
            <a:extLst>
              <a:ext uri="{FF2B5EF4-FFF2-40B4-BE49-F238E27FC236}">
                <a16:creationId xmlns:a16="http://schemas.microsoft.com/office/drawing/2014/main" id="{FEB5323F-7CDD-BC43-B3C4-A752D8965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633538"/>
            <a:ext cx="1139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Rs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Rt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Op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Func</a:t>
            </a:r>
          </a:p>
        </p:txBody>
      </p:sp>
      <p:sp>
        <p:nvSpPr>
          <p:cNvPr id="166951" name="Line 39">
            <a:extLst>
              <a:ext uri="{FF2B5EF4-FFF2-40B4-BE49-F238E27FC236}">
                <a16:creationId xmlns:a16="http://schemas.microsoft.com/office/drawing/2014/main" id="{E83C3675-A083-E146-B468-0EC5087EE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300" y="1981200"/>
            <a:ext cx="553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2" name="Line 40">
            <a:extLst>
              <a:ext uri="{FF2B5EF4-FFF2-40B4-BE49-F238E27FC236}">
                <a16:creationId xmlns:a16="http://schemas.microsoft.com/office/drawing/2014/main" id="{60077B40-0713-DA40-AA11-D8B0564A0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003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05" name="Rectangle 41">
            <a:extLst>
              <a:ext uri="{FF2B5EF4-FFF2-40B4-BE49-F238E27FC236}">
                <a16:creationId xmlns:a16="http://schemas.microsoft.com/office/drawing/2014/main" id="{3B13AB0A-A931-C244-8362-78B0E7D3D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938213"/>
            <a:ext cx="8604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Clk-to-Q</a:t>
            </a:r>
          </a:p>
        </p:txBody>
      </p:sp>
      <p:sp>
        <p:nvSpPr>
          <p:cNvPr id="166954" name="Line 42">
            <a:extLst>
              <a:ext uri="{FF2B5EF4-FFF2-40B4-BE49-F238E27FC236}">
                <a16:creationId xmlns:a16="http://schemas.microsoft.com/office/drawing/2014/main" id="{90E6F421-CF81-4F42-AC81-6C30209702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106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5" name="Line 43">
            <a:extLst>
              <a:ext uri="{FF2B5EF4-FFF2-40B4-BE49-F238E27FC236}">
                <a16:creationId xmlns:a16="http://schemas.microsoft.com/office/drawing/2014/main" id="{200CF547-60EC-8D43-91FA-0C5CFB0289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06500" y="1066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6" name="Line 44">
            <a:extLst>
              <a:ext uri="{FF2B5EF4-FFF2-40B4-BE49-F238E27FC236}">
                <a16:creationId xmlns:a16="http://schemas.microsoft.com/office/drawing/2014/main" id="{968505BF-B3FE-5A41-9662-6F863B1E4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2860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7" name="Line 45">
            <a:extLst>
              <a:ext uri="{FF2B5EF4-FFF2-40B4-BE49-F238E27FC236}">
                <a16:creationId xmlns:a16="http://schemas.microsoft.com/office/drawing/2014/main" id="{AF5A635A-82AA-B74C-A936-A8DFAA705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22987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8" name="Line 46">
            <a:extLst>
              <a:ext uri="{FF2B5EF4-FFF2-40B4-BE49-F238E27FC236}">
                <a16:creationId xmlns:a16="http://schemas.microsoft.com/office/drawing/2014/main" id="{D6FA3934-DB6E-DC4F-99C8-1BB5B0340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5146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59" name="Line 47">
            <a:extLst>
              <a:ext uri="{FF2B5EF4-FFF2-40B4-BE49-F238E27FC236}">
                <a16:creationId xmlns:a16="http://schemas.microsoft.com/office/drawing/2014/main" id="{4574782B-1080-0A4B-B472-3924D7B3D7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22733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0" name="Line 48">
            <a:extLst>
              <a:ext uri="{FF2B5EF4-FFF2-40B4-BE49-F238E27FC236}">
                <a16:creationId xmlns:a16="http://schemas.microsoft.com/office/drawing/2014/main" id="{E2ED15A5-52C1-0641-822D-47BB5B912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2860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1" name="Line 49">
            <a:extLst>
              <a:ext uri="{FF2B5EF4-FFF2-40B4-BE49-F238E27FC236}">
                <a16:creationId xmlns:a16="http://schemas.microsoft.com/office/drawing/2014/main" id="{865C18A0-C761-EE47-A284-783A1B378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5146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2" name="Line 50">
            <a:extLst>
              <a:ext uri="{FF2B5EF4-FFF2-40B4-BE49-F238E27FC236}">
                <a16:creationId xmlns:a16="http://schemas.microsoft.com/office/drawing/2014/main" id="{8CBF3E14-BBF8-D446-8332-3FCE75B20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648200"/>
            <a:ext cx="4330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3" name="Line 51">
            <a:extLst>
              <a:ext uri="{FF2B5EF4-FFF2-40B4-BE49-F238E27FC236}">
                <a16:creationId xmlns:a16="http://schemas.microsoft.com/office/drawing/2014/main" id="{6CADD320-13C2-D146-BDA2-044E80B08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46609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4" name="Line 52">
            <a:extLst>
              <a:ext uri="{FF2B5EF4-FFF2-40B4-BE49-F238E27FC236}">
                <a16:creationId xmlns:a16="http://schemas.microsoft.com/office/drawing/2014/main" id="{5CB0E58D-9522-AF49-BCC6-27C469399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876800"/>
            <a:ext cx="4330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5" name="Line 53">
            <a:extLst>
              <a:ext uri="{FF2B5EF4-FFF2-40B4-BE49-F238E27FC236}">
                <a16:creationId xmlns:a16="http://schemas.microsoft.com/office/drawing/2014/main" id="{599F9DF4-DB40-6A43-BE31-64CED1C7BC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4300" y="4635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6" name="Line 54">
            <a:extLst>
              <a:ext uri="{FF2B5EF4-FFF2-40B4-BE49-F238E27FC236}">
                <a16:creationId xmlns:a16="http://schemas.microsoft.com/office/drawing/2014/main" id="{ECBA7599-186C-B649-B71F-39C2CF1AF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6700" y="4876800"/>
            <a:ext cx="347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7" name="Line 55">
            <a:extLst>
              <a:ext uri="{FF2B5EF4-FFF2-40B4-BE49-F238E27FC236}">
                <a16:creationId xmlns:a16="http://schemas.microsoft.com/office/drawing/2014/main" id="{9ABAB26F-BCE1-5644-8FAD-A17A3B4D2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181600"/>
            <a:ext cx="417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8" name="Line 56">
            <a:extLst>
              <a:ext uri="{FF2B5EF4-FFF2-40B4-BE49-F238E27FC236}">
                <a16:creationId xmlns:a16="http://schemas.microsoft.com/office/drawing/2014/main" id="{5F086236-EEEE-F440-9D1C-BFD255C34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00" y="51943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69" name="Line 57">
            <a:extLst>
              <a:ext uri="{FF2B5EF4-FFF2-40B4-BE49-F238E27FC236}">
                <a16:creationId xmlns:a16="http://schemas.microsoft.com/office/drawing/2014/main" id="{C3E21D30-8F52-C24F-9DA1-EAAAA13A6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410200"/>
            <a:ext cx="417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0" name="Line 58">
            <a:extLst>
              <a:ext uri="{FF2B5EF4-FFF2-40B4-BE49-F238E27FC236}">
                <a16:creationId xmlns:a16="http://schemas.microsoft.com/office/drawing/2014/main" id="{E2598D9C-3ABD-B94F-93A9-823E218F29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1900" y="5168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1" name="Line 59">
            <a:extLst>
              <a:ext uri="{FF2B5EF4-FFF2-40B4-BE49-F238E27FC236}">
                <a16:creationId xmlns:a16="http://schemas.microsoft.com/office/drawing/2014/main" id="{701590C5-6E44-CA44-98D8-FD16BAF67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5181600"/>
            <a:ext cx="363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2" name="Line 60">
            <a:extLst>
              <a:ext uri="{FF2B5EF4-FFF2-40B4-BE49-F238E27FC236}">
                <a16:creationId xmlns:a16="http://schemas.microsoft.com/office/drawing/2014/main" id="{B279569A-9EC5-C643-A8B5-2D92BBF9A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4300" y="5410200"/>
            <a:ext cx="363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3" name="Rectangle 61">
            <a:extLst>
              <a:ext uri="{FF2B5EF4-FFF2-40B4-BE49-F238E27FC236}">
                <a16:creationId xmlns:a16="http://schemas.microsoft.com/office/drawing/2014/main" id="{02BB46B7-4F31-BB46-99A8-F648C0EF4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2251075"/>
            <a:ext cx="839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66974" name="Line 62">
            <a:extLst>
              <a:ext uri="{FF2B5EF4-FFF2-40B4-BE49-F238E27FC236}">
                <a16:creationId xmlns:a16="http://schemas.microsoft.com/office/drawing/2014/main" id="{CEF83873-357C-BE49-9DB1-9821CEFCB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36700"/>
            <a:ext cx="0" cy="3022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27" name="Rectangle 63">
            <a:extLst>
              <a:ext uri="{FF2B5EF4-FFF2-40B4-BE49-F238E27FC236}">
                <a16:creationId xmlns:a16="http://schemas.microsoft.com/office/drawing/2014/main" id="{F3AFE335-CE42-A646-A9AC-92EB59CA5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1471613"/>
            <a:ext cx="2717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Instruction Memory Access Time</a:t>
            </a:r>
          </a:p>
        </p:txBody>
      </p:sp>
      <p:sp>
        <p:nvSpPr>
          <p:cNvPr id="166976" name="Line 64">
            <a:extLst>
              <a:ext uri="{FF2B5EF4-FFF2-40B4-BE49-F238E27FC236}">
                <a16:creationId xmlns:a16="http://schemas.microsoft.com/office/drawing/2014/main" id="{9FF310F8-2375-BB4F-8141-8769E8100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16002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7" name="Rectangle 65">
            <a:extLst>
              <a:ext uri="{FF2B5EF4-FFF2-40B4-BE49-F238E27FC236}">
                <a16:creationId xmlns:a16="http://schemas.microsoft.com/office/drawing/2014/main" id="{9D77FC09-EEF6-144E-853B-3F768225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2251075"/>
            <a:ext cx="1155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66978" name="Rectangle 66">
            <a:extLst>
              <a:ext uri="{FF2B5EF4-FFF2-40B4-BE49-F238E27FC236}">
                <a16:creationId xmlns:a16="http://schemas.microsoft.com/office/drawing/2014/main" id="{AE2D846B-B3B9-6C4F-935B-CB12380C6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2510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66979" name="Line 67">
            <a:extLst>
              <a:ext uri="{FF2B5EF4-FFF2-40B4-BE49-F238E27FC236}">
                <a16:creationId xmlns:a16="http://schemas.microsoft.com/office/drawing/2014/main" id="{02B1C3D4-1351-4344-8003-DF56AD09F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070100"/>
            <a:ext cx="0" cy="3175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0" name="Line 68">
            <a:extLst>
              <a:ext uri="{FF2B5EF4-FFF2-40B4-BE49-F238E27FC236}">
                <a16:creationId xmlns:a16="http://schemas.microsoft.com/office/drawing/2014/main" id="{43451280-00AA-704B-8E7A-A15AF7A35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1148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1" name="Line 69">
            <a:extLst>
              <a:ext uri="{FF2B5EF4-FFF2-40B4-BE49-F238E27FC236}">
                <a16:creationId xmlns:a16="http://schemas.microsoft.com/office/drawing/2014/main" id="{8235B59F-1F34-384C-BB67-F4D38B512A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0" y="41275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2" name="Line 70">
            <a:extLst>
              <a:ext uri="{FF2B5EF4-FFF2-40B4-BE49-F238E27FC236}">
                <a16:creationId xmlns:a16="http://schemas.microsoft.com/office/drawing/2014/main" id="{4843205E-C724-C041-B154-2CCF6A6EC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343400"/>
            <a:ext cx="3568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3" name="Line 71">
            <a:extLst>
              <a:ext uri="{FF2B5EF4-FFF2-40B4-BE49-F238E27FC236}">
                <a16:creationId xmlns:a16="http://schemas.microsoft.com/office/drawing/2014/main" id="{ED5527AE-9412-6346-B895-11CE56F8C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343400"/>
            <a:ext cx="439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4" name="Rectangle 72">
            <a:extLst>
              <a:ext uri="{FF2B5EF4-FFF2-40B4-BE49-F238E27FC236}">
                <a16:creationId xmlns:a16="http://schemas.microsoft.com/office/drawing/2014/main" id="{EBA1E6DE-D141-8B47-8B44-0EBC7C05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079875"/>
            <a:ext cx="774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66985" name="Rectangle 73">
            <a:extLst>
              <a:ext uri="{FF2B5EF4-FFF2-40B4-BE49-F238E27FC236}">
                <a16:creationId xmlns:a16="http://schemas.microsoft.com/office/drawing/2014/main" id="{0F71EA0C-9B9B-3647-8945-1B16A45F5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4079875"/>
            <a:ext cx="11430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6986" name="Rectangle 74">
            <a:extLst>
              <a:ext uri="{FF2B5EF4-FFF2-40B4-BE49-F238E27FC236}">
                <a16:creationId xmlns:a16="http://schemas.microsoft.com/office/drawing/2014/main" id="{E1AA9229-B0C8-7C4E-ADC0-8C68B9D8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0798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66987" name="Line 75">
            <a:extLst>
              <a:ext uri="{FF2B5EF4-FFF2-40B4-BE49-F238E27FC236}">
                <a16:creationId xmlns:a16="http://schemas.microsoft.com/office/drawing/2014/main" id="{343AD1C0-3A55-EE40-9ADA-9E23933B9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2133600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40" name="Rectangle 76">
            <a:extLst>
              <a:ext uri="{FF2B5EF4-FFF2-40B4-BE49-F238E27FC236}">
                <a16:creationId xmlns:a16="http://schemas.microsoft.com/office/drawing/2014/main" id="{8A4D8D21-F5B5-F948-AFF8-25EDD2783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2005013"/>
            <a:ext cx="23780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Delay through Control Logic</a:t>
            </a:r>
          </a:p>
        </p:txBody>
      </p:sp>
      <p:sp>
        <p:nvSpPr>
          <p:cNvPr id="166989" name="Line 77">
            <a:extLst>
              <a:ext uri="{FF2B5EF4-FFF2-40B4-BE49-F238E27FC236}">
                <a16:creationId xmlns:a16="http://schemas.microsoft.com/office/drawing/2014/main" id="{C55A335B-D9C7-2C46-B7A7-763B8000F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6700" y="4648200"/>
            <a:ext cx="347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90" name="Rectangle 78">
            <a:extLst>
              <a:ext uri="{FF2B5EF4-FFF2-40B4-BE49-F238E27FC236}">
                <a16:creationId xmlns:a16="http://schemas.microsoft.com/office/drawing/2014/main" id="{C29D1E1A-4823-E747-B3A1-B72FDBF8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4613275"/>
            <a:ext cx="698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66991" name="Line 79">
            <a:extLst>
              <a:ext uri="{FF2B5EF4-FFF2-40B4-BE49-F238E27FC236}">
                <a16:creationId xmlns:a16="http://schemas.microsoft.com/office/drawing/2014/main" id="{F7C06C9C-9FFB-F448-BC40-E934DAE40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32300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92" name="Line 80">
            <a:extLst>
              <a:ext uri="{FF2B5EF4-FFF2-40B4-BE49-F238E27FC236}">
                <a16:creationId xmlns:a16="http://schemas.microsoft.com/office/drawing/2014/main" id="{F2BDD5A9-E921-6A4D-B2F5-D44C30A31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4495800"/>
            <a:ext cx="203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45" name="Rectangle 81">
            <a:extLst>
              <a:ext uri="{FF2B5EF4-FFF2-40B4-BE49-F238E27FC236}">
                <a16:creationId xmlns:a16="http://schemas.microsoft.com/office/drawing/2014/main" id="{1F8EE786-3CEA-6644-A41D-5CE71055A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4367213"/>
            <a:ext cx="2135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Register File Access Time</a:t>
            </a:r>
          </a:p>
        </p:txBody>
      </p:sp>
      <p:sp>
        <p:nvSpPr>
          <p:cNvPr id="166994" name="Rectangle 82">
            <a:extLst>
              <a:ext uri="{FF2B5EF4-FFF2-40B4-BE49-F238E27FC236}">
                <a16:creationId xmlns:a16="http://schemas.microsoft.com/office/drawing/2014/main" id="{73A02C8A-9C8D-0C4D-B3C0-A35DF3421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4613275"/>
            <a:ext cx="1435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6995" name="Rectangle 83">
            <a:extLst>
              <a:ext uri="{FF2B5EF4-FFF2-40B4-BE49-F238E27FC236}">
                <a16:creationId xmlns:a16="http://schemas.microsoft.com/office/drawing/2014/main" id="{F38897CE-B7F5-E440-B8E7-60C5027EA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46132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6996" name="Rectangle 84">
            <a:extLst>
              <a:ext uri="{FF2B5EF4-FFF2-40B4-BE49-F238E27FC236}">
                <a16:creationId xmlns:a16="http://schemas.microsoft.com/office/drawing/2014/main" id="{71F73365-2E11-1A46-BAD5-00D4D592D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5146675"/>
            <a:ext cx="774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66997" name="Line 85">
            <a:extLst>
              <a:ext uri="{FF2B5EF4-FFF2-40B4-BE49-F238E27FC236}">
                <a16:creationId xmlns:a16="http://schemas.microsoft.com/office/drawing/2014/main" id="{5D35479C-BF7C-B148-8514-1FCA57DC0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499100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98" name="Line 86">
            <a:extLst>
              <a:ext uri="{FF2B5EF4-FFF2-40B4-BE49-F238E27FC236}">
                <a16:creationId xmlns:a16="http://schemas.microsoft.com/office/drawing/2014/main" id="{EDDF1EFC-6C2A-564F-AF59-38F33B581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5562600"/>
            <a:ext cx="81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951" name="Rectangle 87">
            <a:extLst>
              <a:ext uri="{FF2B5EF4-FFF2-40B4-BE49-F238E27FC236}">
                <a16:creationId xmlns:a16="http://schemas.microsoft.com/office/drawing/2014/main" id="{F152CF6B-A642-FC4D-8FA3-DE291A47C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5434013"/>
            <a:ext cx="10366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 Delay</a:t>
            </a:r>
          </a:p>
        </p:txBody>
      </p:sp>
      <p:sp>
        <p:nvSpPr>
          <p:cNvPr id="167000" name="Rectangle 88">
            <a:extLst>
              <a:ext uri="{FF2B5EF4-FFF2-40B4-BE49-F238E27FC236}">
                <a16:creationId xmlns:a16="http://schemas.microsoft.com/office/drawing/2014/main" id="{9F50986B-0CEA-794D-8730-E5684992B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146675"/>
            <a:ext cx="1587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67001" name="Rectangle 89">
            <a:extLst>
              <a:ext uri="{FF2B5EF4-FFF2-40B4-BE49-F238E27FC236}">
                <a16:creationId xmlns:a16="http://schemas.microsoft.com/office/drawing/2014/main" id="{C23DB763-7DBF-F444-8691-D4F1C22F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5146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02" name="Rectangle 90">
            <a:extLst>
              <a:ext uri="{FF2B5EF4-FFF2-40B4-BE49-F238E27FC236}">
                <a16:creationId xmlns:a16="http://schemas.microsoft.com/office/drawing/2014/main" id="{6FB1EF50-5BBA-C44B-942F-16E2CC62A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1717675"/>
            <a:ext cx="1054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03" name="Line 91">
            <a:extLst>
              <a:ext uri="{FF2B5EF4-FFF2-40B4-BE49-F238E27FC236}">
                <a16:creationId xmlns:a16="http://schemas.microsoft.com/office/drawing/2014/main" id="{5E846945-EF02-E943-8656-846575AFC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1219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04" name="Line 92">
            <a:extLst>
              <a:ext uri="{FF2B5EF4-FFF2-40B4-BE49-F238E27FC236}">
                <a16:creationId xmlns:a16="http://schemas.microsoft.com/office/drawing/2014/main" id="{57FA5B98-C235-2446-BBF6-3DE7C856A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0900" y="1447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05" name="Rectangle 93">
            <a:extLst>
              <a:ext uri="{FF2B5EF4-FFF2-40B4-BE49-F238E27FC236}">
                <a16:creationId xmlns:a16="http://schemas.microsoft.com/office/drawing/2014/main" id="{59D42A87-952D-CD4B-B4F9-0D9EE00A0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1717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67006" name="Rectangle 94">
            <a:extLst>
              <a:ext uri="{FF2B5EF4-FFF2-40B4-BE49-F238E27FC236}">
                <a16:creationId xmlns:a16="http://schemas.microsoft.com/office/drawing/2014/main" id="{6DC0A1F9-3277-594B-953E-2222F0A0B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1842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07" name="Rectangle 95">
            <a:extLst>
              <a:ext uri="{FF2B5EF4-FFF2-40B4-BE49-F238E27FC236}">
                <a16:creationId xmlns:a16="http://schemas.microsoft.com/office/drawing/2014/main" id="{F41D7709-7053-BA41-877B-0E201DFEC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1184275"/>
            <a:ext cx="9271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08" name="Oval 96">
            <a:extLst>
              <a:ext uri="{FF2B5EF4-FFF2-40B4-BE49-F238E27FC236}">
                <a16:creationId xmlns:a16="http://schemas.microsoft.com/office/drawing/2014/main" id="{064ACC2E-CDB3-174C-8D56-B11933F2F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4197350"/>
            <a:ext cx="139700" cy="215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7009" name="Line 98">
            <a:extLst>
              <a:ext uri="{FF2B5EF4-FFF2-40B4-BE49-F238E27FC236}">
                <a16:creationId xmlns:a16="http://schemas.microsoft.com/office/drawing/2014/main" id="{CD086227-A0A3-654C-A20A-785E198B1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743200"/>
            <a:ext cx="798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10" name="Line 99">
            <a:extLst>
              <a:ext uri="{FF2B5EF4-FFF2-40B4-BE49-F238E27FC236}">
                <a16:creationId xmlns:a16="http://schemas.microsoft.com/office/drawing/2014/main" id="{9F3CF431-FF66-B44F-A595-E70D3F9ED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718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11" name="Line 100">
            <a:extLst>
              <a:ext uri="{FF2B5EF4-FFF2-40B4-BE49-F238E27FC236}">
                <a16:creationId xmlns:a16="http://schemas.microsoft.com/office/drawing/2014/main" id="{B590DE66-FAE3-B04A-BE9D-F92EF78B3F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27305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12" name="Rectangle 101">
            <a:extLst>
              <a:ext uri="{FF2B5EF4-FFF2-40B4-BE49-F238E27FC236}">
                <a16:creationId xmlns:a16="http://schemas.microsoft.com/office/drawing/2014/main" id="{210239A8-A240-EF46-847B-ABA5EF323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2708275"/>
            <a:ext cx="927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67013" name="Rectangle 102">
            <a:extLst>
              <a:ext uri="{FF2B5EF4-FFF2-40B4-BE49-F238E27FC236}">
                <a16:creationId xmlns:a16="http://schemas.microsoft.com/office/drawing/2014/main" id="{B1DAE9DA-9360-594C-BF10-98E36D128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2708275"/>
            <a:ext cx="11684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14" name="Rectangle 103">
            <a:extLst>
              <a:ext uri="{FF2B5EF4-FFF2-40B4-BE49-F238E27FC236}">
                <a16:creationId xmlns:a16="http://schemas.microsoft.com/office/drawing/2014/main" id="{5836C664-669C-8D43-8167-88A9F30AE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7082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67015" name="Line 104">
            <a:extLst>
              <a:ext uri="{FF2B5EF4-FFF2-40B4-BE49-F238E27FC236}">
                <a16:creationId xmlns:a16="http://schemas.microsoft.com/office/drawing/2014/main" id="{E6F957E8-CE4F-1F49-97D3-3796CC290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00400"/>
            <a:ext cx="7988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16" name="Line 105">
            <a:extLst>
              <a:ext uri="{FF2B5EF4-FFF2-40B4-BE49-F238E27FC236}">
                <a16:creationId xmlns:a16="http://schemas.microsoft.com/office/drawing/2014/main" id="{9A8BF8CE-ED30-2A41-BBEF-151E276BF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4290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17" name="Line 106">
            <a:extLst>
              <a:ext uri="{FF2B5EF4-FFF2-40B4-BE49-F238E27FC236}">
                <a16:creationId xmlns:a16="http://schemas.microsoft.com/office/drawing/2014/main" id="{45A48622-D538-9A44-9D49-ADBCE31CF5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3187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18" name="Rectangle 107">
            <a:extLst>
              <a:ext uri="{FF2B5EF4-FFF2-40B4-BE49-F238E27FC236}">
                <a16:creationId xmlns:a16="http://schemas.microsoft.com/office/drawing/2014/main" id="{EA04106D-69E2-9446-8442-F050D9AA5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165475"/>
            <a:ext cx="927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67019" name="Rectangle 108">
            <a:extLst>
              <a:ext uri="{FF2B5EF4-FFF2-40B4-BE49-F238E27FC236}">
                <a16:creationId xmlns:a16="http://schemas.microsoft.com/office/drawing/2014/main" id="{168DB1AC-76E8-FB4F-9242-0E1E7EFA2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3165475"/>
            <a:ext cx="1320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67020" name="Rectangle 109">
            <a:extLst>
              <a:ext uri="{FF2B5EF4-FFF2-40B4-BE49-F238E27FC236}">
                <a16:creationId xmlns:a16="http://schemas.microsoft.com/office/drawing/2014/main" id="{DF3E1101-DE1D-214F-8607-0C9242C23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1654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67021" name="Line 110">
            <a:extLst>
              <a:ext uri="{FF2B5EF4-FFF2-40B4-BE49-F238E27FC236}">
                <a16:creationId xmlns:a16="http://schemas.microsoft.com/office/drawing/2014/main" id="{0BD19A60-5BD2-C442-A616-00B29E404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657600"/>
            <a:ext cx="7759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22" name="Line 111">
            <a:extLst>
              <a:ext uri="{FF2B5EF4-FFF2-40B4-BE49-F238E27FC236}">
                <a16:creationId xmlns:a16="http://schemas.microsoft.com/office/drawing/2014/main" id="{714905D8-2110-114C-9D1D-F85D451D3A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886200"/>
            <a:ext cx="318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23" name="Line 112">
            <a:extLst>
              <a:ext uri="{FF2B5EF4-FFF2-40B4-BE49-F238E27FC236}">
                <a16:creationId xmlns:a16="http://schemas.microsoft.com/office/drawing/2014/main" id="{E557122C-A2E0-0F4A-98A2-F2E65A997A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79900" y="36449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24" name="Rectangle 113">
            <a:extLst>
              <a:ext uri="{FF2B5EF4-FFF2-40B4-BE49-F238E27FC236}">
                <a16:creationId xmlns:a16="http://schemas.microsoft.com/office/drawing/2014/main" id="{14A2587F-CA07-E64C-BBC3-8D685AAE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3622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167025" name="Rectangle 114">
            <a:extLst>
              <a:ext uri="{FF2B5EF4-FFF2-40B4-BE49-F238E27FC236}">
                <a16:creationId xmlns:a16="http://schemas.microsoft.com/office/drawing/2014/main" id="{643C851F-F1F2-BB41-9FC0-168521867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3622675"/>
            <a:ext cx="1384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67026" name="Rectangle 115">
            <a:extLst>
              <a:ext uri="{FF2B5EF4-FFF2-40B4-BE49-F238E27FC236}">
                <a16:creationId xmlns:a16="http://schemas.microsoft.com/office/drawing/2014/main" id="{5ECEB671-FD21-F342-B074-DD49D713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6226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 Value</a:t>
            </a:r>
          </a:p>
        </p:txBody>
      </p:sp>
      <p:sp>
        <p:nvSpPr>
          <p:cNvPr id="167027" name="Line 116">
            <a:extLst>
              <a:ext uri="{FF2B5EF4-FFF2-40B4-BE49-F238E27FC236}">
                <a16:creationId xmlns:a16="http://schemas.microsoft.com/office/drawing/2014/main" id="{547A468A-94E5-9348-B46F-24B54375C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715000"/>
            <a:ext cx="516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28" name="Line 117">
            <a:extLst>
              <a:ext uri="{FF2B5EF4-FFF2-40B4-BE49-F238E27FC236}">
                <a16:creationId xmlns:a16="http://schemas.microsoft.com/office/drawing/2014/main" id="{A7E4A494-E6C8-0A4A-AF34-68D040111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2500" y="57277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29" name="Line 118">
            <a:extLst>
              <a:ext uri="{FF2B5EF4-FFF2-40B4-BE49-F238E27FC236}">
                <a16:creationId xmlns:a16="http://schemas.microsoft.com/office/drawing/2014/main" id="{410D3369-751B-D843-A83B-E42C9184F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943600"/>
            <a:ext cx="516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0" name="Line 119">
            <a:extLst>
              <a:ext uri="{FF2B5EF4-FFF2-40B4-BE49-F238E27FC236}">
                <a16:creationId xmlns:a16="http://schemas.microsoft.com/office/drawing/2014/main" id="{60462400-8286-A647-80AF-147DFF3EE0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32500" y="57023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1" name="Line 120">
            <a:extLst>
              <a:ext uri="{FF2B5EF4-FFF2-40B4-BE49-F238E27FC236}">
                <a16:creationId xmlns:a16="http://schemas.microsoft.com/office/drawing/2014/main" id="{77FF88A8-5C51-094C-8417-88DE22840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715000"/>
            <a:ext cx="264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2" name="Line 121">
            <a:extLst>
              <a:ext uri="{FF2B5EF4-FFF2-40B4-BE49-F238E27FC236}">
                <a16:creationId xmlns:a16="http://schemas.microsoft.com/office/drawing/2014/main" id="{CD72C599-9B07-E74A-81B6-47E398F61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5943600"/>
            <a:ext cx="264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3" name="Rectangle 122">
            <a:extLst>
              <a:ext uri="{FF2B5EF4-FFF2-40B4-BE49-F238E27FC236}">
                <a16:creationId xmlns:a16="http://schemas.microsoft.com/office/drawing/2014/main" id="{8A99FE69-C798-6742-B031-8BCA89AB8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5680075"/>
            <a:ext cx="839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167034" name="Rectangle 123">
            <a:extLst>
              <a:ext uri="{FF2B5EF4-FFF2-40B4-BE49-F238E27FC236}">
                <a16:creationId xmlns:a16="http://schemas.microsoft.com/office/drawing/2014/main" id="{07D909DA-F6FE-D44A-B448-8F4681433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680075"/>
            <a:ext cx="1282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Old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35" name="Rectangle 124">
            <a:extLst>
              <a:ext uri="{FF2B5EF4-FFF2-40B4-BE49-F238E27FC236}">
                <a16:creationId xmlns:a16="http://schemas.microsoft.com/office/drawing/2014/main" id="{7441F127-24C0-0444-89F6-9D78EFEA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56800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</a:p>
        </p:txBody>
      </p:sp>
      <p:sp>
        <p:nvSpPr>
          <p:cNvPr id="167036" name="Line 125">
            <a:extLst>
              <a:ext uri="{FF2B5EF4-FFF2-40B4-BE49-F238E27FC236}">
                <a16:creationId xmlns:a16="http://schemas.microsoft.com/office/drawing/2014/main" id="{9F13BCEC-5011-BC4B-9D45-1AD2DD47B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248400"/>
            <a:ext cx="654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7" name="Line 126">
            <a:extLst>
              <a:ext uri="{FF2B5EF4-FFF2-40B4-BE49-F238E27FC236}">
                <a16:creationId xmlns:a16="http://schemas.microsoft.com/office/drawing/2014/main" id="{B1B1F07D-82B2-0E42-A024-CDA6BDE80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6261100"/>
            <a:ext cx="12700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8" name="Line 127">
            <a:extLst>
              <a:ext uri="{FF2B5EF4-FFF2-40B4-BE49-F238E27FC236}">
                <a16:creationId xmlns:a16="http://schemas.microsoft.com/office/drawing/2014/main" id="{15B3F3D3-30B5-204B-9835-A7B2B659D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477000"/>
            <a:ext cx="654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39" name="Line 128">
            <a:extLst>
              <a:ext uri="{FF2B5EF4-FFF2-40B4-BE49-F238E27FC236}">
                <a16:creationId xmlns:a16="http://schemas.microsoft.com/office/drawing/2014/main" id="{B4BAA7A5-F73B-FF46-8A4A-AC5824CF9C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100" y="6235700"/>
            <a:ext cx="1270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40" name="Line 129">
            <a:extLst>
              <a:ext uri="{FF2B5EF4-FFF2-40B4-BE49-F238E27FC236}">
                <a16:creationId xmlns:a16="http://schemas.microsoft.com/office/drawing/2014/main" id="{E936A6E5-896F-E34F-AD06-AF9870139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62484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41" name="Line 130">
            <a:extLst>
              <a:ext uri="{FF2B5EF4-FFF2-40B4-BE49-F238E27FC236}">
                <a16:creationId xmlns:a16="http://schemas.microsoft.com/office/drawing/2014/main" id="{368430E6-D207-3646-A932-31D00FD05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64770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42" name="Rectangle 131">
            <a:extLst>
              <a:ext uri="{FF2B5EF4-FFF2-40B4-BE49-F238E27FC236}">
                <a16:creationId xmlns:a16="http://schemas.microsoft.com/office/drawing/2014/main" id="{BD56BAFC-2056-894E-90E7-E3C830805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6213475"/>
            <a:ext cx="7747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67043" name="Line 132">
            <a:extLst>
              <a:ext uri="{FF2B5EF4-FFF2-40B4-BE49-F238E27FC236}">
                <a16:creationId xmlns:a16="http://schemas.microsoft.com/office/drawing/2014/main" id="{CC8C9542-7500-D24A-8181-4ECEB09F7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8700" y="6096000"/>
            <a:ext cx="127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44" name="Rectangle 133">
            <a:extLst>
              <a:ext uri="{FF2B5EF4-FFF2-40B4-BE49-F238E27FC236}">
                <a16:creationId xmlns:a16="http://schemas.microsoft.com/office/drawing/2014/main" id="{9A6A059F-00CF-E140-8AF3-CD6D8B081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6213475"/>
            <a:ext cx="9271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b="0">
                <a:latin typeface="Times New Roman" panose="02020603050405020304" pitchFamily="18" charset="0"/>
                <a:ea typeface="宋体" panose="02010600030101010101" pitchFamily="2" charset="-122"/>
              </a:rPr>
              <a:t>Old Value</a:t>
            </a:r>
          </a:p>
        </p:txBody>
      </p:sp>
      <p:sp>
        <p:nvSpPr>
          <p:cNvPr id="167045" name="Rectangle 134">
            <a:extLst>
              <a:ext uri="{FF2B5EF4-FFF2-40B4-BE49-F238E27FC236}">
                <a16:creationId xmlns:a16="http://schemas.microsoft.com/office/drawing/2014/main" id="{D6CF3E84-779C-8B44-8844-14F175ACE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6213475"/>
            <a:ext cx="10795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</a:p>
        </p:txBody>
      </p:sp>
      <p:sp>
        <p:nvSpPr>
          <p:cNvPr id="167046" name="Oval 135">
            <a:extLst>
              <a:ext uri="{FF2B5EF4-FFF2-40B4-BE49-F238E27FC236}">
                <a16:creationId xmlns:a16="http://schemas.microsoft.com/office/drawing/2014/main" id="{5A53B4FD-A123-5F48-950D-D8507690B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6102350"/>
            <a:ext cx="139700" cy="4445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7047" name="Line 136">
            <a:extLst>
              <a:ext uri="{FF2B5EF4-FFF2-40B4-BE49-F238E27FC236}">
                <a16:creationId xmlns:a16="http://schemas.microsoft.com/office/drawing/2014/main" id="{22C299EC-F4C5-8541-9EA9-0228308CA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9657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48" name="Line 137">
            <a:extLst>
              <a:ext uri="{FF2B5EF4-FFF2-40B4-BE49-F238E27FC236}">
                <a16:creationId xmlns:a16="http://schemas.microsoft.com/office/drawing/2014/main" id="{507C7E98-EFD1-494D-9F13-38B265295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0292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3002" name="Rectangle 138">
            <a:extLst>
              <a:ext uri="{FF2B5EF4-FFF2-40B4-BE49-F238E27FC236}">
                <a16:creationId xmlns:a16="http://schemas.microsoft.com/office/drawing/2014/main" id="{1E351B32-9B32-C64B-9039-AEC98532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4900613"/>
            <a:ext cx="26098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Delay through Extender &amp; Mux</a:t>
            </a:r>
          </a:p>
        </p:txBody>
      </p:sp>
      <p:sp>
        <p:nvSpPr>
          <p:cNvPr id="293003" name="Oval 139">
            <a:extLst>
              <a:ext uri="{FF2B5EF4-FFF2-40B4-BE49-F238E27FC236}">
                <a16:creationId xmlns:a16="http://schemas.microsoft.com/office/drawing/2014/main" id="{3AADE3B5-66A7-0147-B206-04DDD35C3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2597150"/>
            <a:ext cx="215900" cy="9779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3004" name="Arc 140">
            <a:extLst>
              <a:ext uri="{FF2B5EF4-FFF2-40B4-BE49-F238E27FC236}">
                <a16:creationId xmlns:a16="http://schemas.microsoft.com/office/drawing/2014/main" id="{1E8E1054-4307-494A-A599-7CDAB1A2CD6B}"/>
              </a:ext>
            </a:extLst>
          </p:cNvPr>
          <p:cNvSpPr>
            <a:spLocks/>
          </p:cNvSpPr>
          <p:nvPr/>
        </p:nvSpPr>
        <p:spPr bwMode="auto">
          <a:xfrm>
            <a:off x="4419600" y="3055938"/>
            <a:ext cx="298450" cy="19748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3009" name="Group 145">
            <a:extLst>
              <a:ext uri="{FF2B5EF4-FFF2-40B4-BE49-F238E27FC236}">
                <a16:creationId xmlns:a16="http://schemas.microsoft.com/office/drawing/2014/main" id="{3DFDE021-FB16-E74B-B225-EFB320AB1493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3657600"/>
            <a:ext cx="1914525" cy="2516188"/>
            <a:chOff x="3926" y="2304"/>
            <a:chExt cx="1206" cy="1585"/>
          </a:xfrm>
        </p:grpSpPr>
        <p:sp>
          <p:nvSpPr>
            <p:cNvPr id="167062" name="Arc 97">
              <a:extLst>
                <a:ext uri="{FF2B5EF4-FFF2-40B4-BE49-F238E27FC236}">
                  <a16:creationId xmlns:a16="http://schemas.microsoft.com/office/drawing/2014/main" id="{5DA36D69-13C2-5B45-9CC1-6B5D96465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405"/>
              <a:ext cx="524" cy="14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063" name="Arc 141">
              <a:extLst>
                <a:ext uri="{FF2B5EF4-FFF2-40B4-BE49-F238E27FC236}">
                  <a16:creationId xmlns:a16="http://schemas.microsoft.com/office/drawing/2014/main" id="{873067B5-B0ED-D744-98AB-FC36F2481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549"/>
              <a:ext cx="236" cy="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064" name="Rectangle 142">
              <a:extLst>
                <a:ext uri="{FF2B5EF4-FFF2-40B4-BE49-F238E27FC236}">
                  <a16:creationId xmlns:a16="http://schemas.microsoft.com/office/drawing/2014/main" id="{005C89DE-4917-2846-AAA6-B12BF57B6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" y="2304"/>
              <a:ext cx="85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Register</a:t>
              </a:r>
            </a:p>
            <a:p>
              <a:pPr algn="ctr"/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Write Occurs</a:t>
              </a:r>
            </a:p>
          </p:txBody>
        </p:sp>
      </p:grpSp>
      <p:sp>
        <p:nvSpPr>
          <p:cNvPr id="167053" name="Line 143">
            <a:extLst>
              <a:ext uri="{FF2B5EF4-FFF2-40B4-BE49-F238E27FC236}">
                <a16:creationId xmlns:a16="http://schemas.microsoft.com/office/drawing/2014/main" id="{6A1FAFE6-0813-F84F-97AC-47A1834AC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6032500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3008" name="Rectangle 144">
            <a:extLst>
              <a:ext uri="{FF2B5EF4-FFF2-40B4-BE49-F238E27FC236}">
                <a16:creationId xmlns:a16="http://schemas.microsoft.com/office/drawing/2014/main" id="{51EB638B-CF42-E24F-BAB4-B0EA87360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5967413"/>
            <a:ext cx="22336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Memory Access Time</a:t>
            </a:r>
          </a:p>
        </p:txBody>
      </p:sp>
      <p:sp>
        <p:nvSpPr>
          <p:cNvPr id="293010" name="Rectangle 146">
            <a:extLst>
              <a:ext uri="{FF2B5EF4-FFF2-40B4-BE49-F238E27FC236}">
                <a16:creationId xmlns:a16="http://schemas.microsoft.com/office/drawing/2014/main" id="{CC453051-49E9-FF49-8664-DC9412C0E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9300" y="1195388"/>
            <a:ext cx="611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PC+4</a:t>
            </a:r>
            <a:endParaRPr lang="zh-CN" altLang="en-US" sz="1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93011" name="Group 147">
            <a:extLst>
              <a:ext uri="{FF2B5EF4-FFF2-40B4-BE49-F238E27FC236}">
                <a16:creationId xmlns:a16="http://schemas.microsoft.com/office/drawing/2014/main" id="{F8DAD8EA-8CFB-7A4A-99B6-2B5463C5135B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811213"/>
            <a:ext cx="1322387" cy="304800"/>
            <a:chOff x="4315" y="511"/>
            <a:chExt cx="833" cy="192"/>
          </a:xfrm>
        </p:grpSpPr>
        <p:sp>
          <p:nvSpPr>
            <p:cNvPr id="167060" name="Text Box 148">
              <a:extLst>
                <a:ext uri="{FF2B5EF4-FFF2-40B4-BE49-F238E27FC236}">
                  <a16:creationId xmlns:a16="http://schemas.microsoft.com/office/drawing/2014/main" id="{08B61F9D-DCD2-B84A-A8A2-8D9E3FAED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5" y="511"/>
              <a:ext cx="83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400">
                  <a:solidFill>
                    <a:srgbClr val="0000FF"/>
                  </a:solidFill>
                  <a:ea typeface="宋体" panose="02010600030101010101" pitchFamily="2" charset="-122"/>
                </a:rPr>
                <a:t>PC+4     PC</a:t>
              </a:r>
              <a:r>
                <a: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</a:p>
          </p:txBody>
        </p:sp>
        <p:sp>
          <p:nvSpPr>
            <p:cNvPr id="167061" name="Line 149">
              <a:extLst>
                <a:ext uri="{FF2B5EF4-FFF2-40B4-BE49-F238E27FC236}">
                  <a16:creationId xmlns:a16="http://schemas.microsoft.com/office/drawing/2014/main" id="{41F948FE-B0AC-124A-A078-7E6E87B08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6" y="612"/>
              <a:ext cx="13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7057" name="Line 150">
            <a:extLst>
              <a:ext uri="{FF2B5EF4-FFF2-40B4-BE49-F238E27FC236}">
                <a16:creationId xmlns:a16="http://schemas.microsoft.com/office/drawing/2014/main" id="{5CB685AB-9C60-E94D-9D16-F5399EBBC6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1525" y="987425"/>
            <a:ext cx="0" cy="6604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58" name="Line 151">
            <a:extLst>
              <a:ext uri="{FF2B5EF4-FFF2-40B4-BE49-F238E27FC236}">
                <a16:creationId xmlns:a16="http://schemas.microsoft.com/office/drawing/2014/main" id="{FFD14083-2191-D24D-921E-49FEE6839D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0063" y="885825"/>
            <a:ext cx="30162" cy="214630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59" name="Line 152">
            <a:extLst>
              <a:ext uri="{FF2B5EF4-FFF2-40B4-BE49-F238E27FC236}">
                <a16:creationId xmlns:a16="http://schemas.microsoft.com/office/drawing/2014/main" id="{88BA6AD3-CA00-BF42-8A5D-38398E6AB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0225" y="1103313"/>
            <a:ext cx="1262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9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905" grpId="0"/>
      <p:bldP spid="292927" grpId="0"/>
      <p:bldP spid="292940" grpId="0"/>
      <p:bldP spid="292945" grpId="0"/>
      <p:bldP spid="292951" grpId="0"/>
      <p:bldP spid="293002" grpId="0"/>
      <p:bldP spid="293003" grpId="0" animBg="1"/>
      <p:bldP spid="293008" grpId="0"/>
      <p:bldP spid="2930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6604400C-F971-6042-A910-60CA5B3EA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单周期计算机的性能</a:t>
            </a: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5444DA29-C01D-0943-825C-4D2C59224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0038" y="1362075"/>
            <a:ext cx="8034337" cy="5408613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单周期处理器的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为多少？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其他条件一定的情况下，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越小，则性能越好！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CPI=1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，不是很好吗？</a:t>
            </a:r>
          </a:p>
          <a:p>
            <a:pPr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单周期处理器的性能会不会很好？为什么？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计算机的性能除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外，还取决于时钟周期的宽度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单周期处理器的时钟宽度为最复杂指令的执行时间</a:t>
            </a:r>
          </a:p>
          <a:p>
            <a:pPr lvl="1"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很多指令可以在更短的时间内完成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  <a:spcBef>
                <a:spcPct val="1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load/store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指令无需访问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DM</a:t>
            </a:r>
          </a:p>
          <a:p>
            <a:pPr lvl="2">
              <a:lnSpc>
                <a:spcPct val="130000"/>
              </a:lnSpc>
              <a:spcBef>
                <a:spcPct val="15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J-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指令无需访问寄存器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  <a:spcBef>
                <a:spcPct val="15000"/>
              </a:spcBef>
            </a:pP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374789" name="Text Box 5">
            <a:extLst>
              <a:ext uri="{FF2B5EF4-FFF2-40B4-BE49-F238E27FC236}">
                <a16:creationId xmlns:a16="http://schemas.microsoft.com/office/drawing/2014/main" id="{818D2E1A-5328-E34E-A209-A3EB79D7C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13271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CPI=1!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4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4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4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3A384ED5-1743-9D4D-BC47-24A4C3B36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单周期计算机的性能</a:t>
            </a:r>
          </a:p>
        </p:txBody>
      </p:sp>
      <p:sp>
        <p:nvSpPr>
          <p:cNvPr id="415748" name="Text Box 4">
            <a:extLst>
              <a:ext uri="{FF2B5EF4-FFF2-40B4-BE49-F238E27FC236}">
                <a16:creationId xmlns:a16="http://schemas.microsoft.com/office/drawing/2014/main" id="{9A52DB90-661D-4541-84A5-F9CCA4408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779463"/>
            <a:ext cx="8305800" cy="562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假设在单周期处理器中，各主要功能单元的操作时间为：</a:t>
            </a:r>
          </a:p>
          <a:p>
            <a:pPr>
              <a:lnSpc>
                <a:spcPct val="125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存储单元：</a:t>
            </a: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200ps</a:t>
            </a:r>
          </a:p>
          <a:p>
            <a:pPr>
              <a:lnSpc>
                <a:spcPct val="125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ALU</a:t>
            </a: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和加法器：</a:t>
            </a: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100ps</a:t>
            </a:r>
          </a:p>
          <a:p>
            <a:pPr>
              <a:lnSpc>
                <a:spcPct val="125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寄存器堆（读</a:t>
            </a: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写）：</a:t>
            </a: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50ps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、控制单元、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、扩展器和传输线路都没有延迟，则下面实现方式中，哪个更快？快多少？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）每条指令在一个固定长度的时钟周期内完成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）每条指令在一个时钟周期内完成，但时钟周期仅为指令所需，也即为可变的</a:t>
            </a:r>
            <a:r>
              <a:rPr lang="zh-CN" altLang="en-US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（实际不可行，只是为了比较）</a:t>
            </a: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假设程序中各类指令占比：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取数、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存数、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45%ALU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分支、</a:t>
            </a:r>
            <a:r>
              <a:rPr lang="en-US" altLang="zh-CN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2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</a:t>
            </a:r>
          </a:p>
          <a:p>
            <a:pPr>
              <a:spcBef>
                <a:spcPct val="20000"/>
              </a:spcBef>
            </a:pPr>
            <a:endParaRPr lang="zh-CN" altLang="en-US" sz="22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5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5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5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5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5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15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5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5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955C95DB-C06D-8A42-AE51-761616C31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单周期计算机的性能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95202329-0D77-8F4E-908E-5795B6535B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714375"/>
            <a:ext cx="8648700" cy="738188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执行时间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指令条数 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CPI x 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指令条数 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</a:t>
            </a:r>
          </a:p>
          <a:p>
            <a:pPr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两种方案的指令条数都一样，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，所以只要比较时钟周期宽度即可。</a:t>
            </a:r>
          </a:p>
        </p:txBody>
      </p:sp>
      <p:pic>
        <p:nvPicPr>
          <p:cNvPr id="171012" name="Picture 5">
            <a:extLst>
              <a:ext uri="{FF2B5EF4-FFF2-40B4-BE49-F238E27FC236}">
                <a16:creationId xmlns:a16="http://schemas.microsoft.com/office/drawing/2014/main" id="{E37657E6-1081-5849-ABA8-B13A506C19C8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25" y="1497013"/>
            <a:ext cx="8459788" cy="2565400"/>
          </a:xfrm>
          <a:extLst>
            <a:ext uri="{91240B29-F687-4F45-9708-019B960494DF}">
              <a14:hiddenLine xmlns:a14="http://schemas.microsoft.com/office/drawing/2010/main" w="50800" cap="flat" cmpd="sng">
                <a:solidFill>
                  <a:srgbClr val="FE9AAB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71013" name="Picture 7">
            <a:extLst>
              <a:ext uri="{FF2B5EF4-FFF2-40B4-BE49-F238E27FC236}">
                <a16:creationId xmlns:a16="http://schemas.microsoft.com/office/drawing/2014/main" id="{67D826A8-803B-CC4C-AEA9-5EF81400D5A6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888" y="4351338"/>
            <a:ext cx="8361362" cy="2305050"/>
          </a:xfrm>
          <a:extLst>
            <a:ext uri="{91240B29-F687-4F45-9708-019B960494DF}">
              <a14:hiddenLine xmlns:a14="http://schemas.microsoft.com/office/drawing/2010/main" w="50800" cap="flat" cmpd="sng">
                <a:solidFill>
                  <a:srgbClr val="FE9AAB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71014" name="Text Box 9">
            <a:extLst>
              <a:ext uri="{FF2B5EF4-FFF2-40B4-BE49-F238E27FC236}">
                <a16:creationId xmlns:a16="http://schemas.microsoft.com/office/drawing/2014/main" id="{299D97EC-173C-F846-91C0-662F426BA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4043363"/>
            <a:ext cx="5341938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各类指令要求的时间长度为：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AFF94CDC-8128-D34D-9D84-AC0FDD21D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单周期计算机的性能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56A8D523-8E03-504B-A964-CF9DA9506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1938" y="865188"/>
            <a:ext cx="8807450" cy="2198687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对于方式（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），时钟周期由最长指令来决定，应该是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指令，为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600ps</a:t>
            </a:r>
          </a:p>
          <a:p>
            <a:pPr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对于方式（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），时钟周期取各条指令所需时间，时钟周期从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600ps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200ps</a:t>
            </a:r>
          </a:p>
          <a:p>
            <a:pPr>
              <a:buFontTx/>
              <a:buNone/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根据各类指令的频度，计算出平均时钟周期长度为：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=600x25%+550x10%+400x45%+350x15%+200x5%=447.5ps</a:t>
            </a:r>
          </a:p>
          <a:p>
            <a:pPr>
              <a:buFontTx/>
              <a:buNone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性能比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=                                      =                                       =            =1.34</a:t>
            </a:r>
          </a:p>
        </p:txBody>
      </p:sp>
      <p:sp>
        <p:nvSpPr>
          <p:cNvPr id="172036" name="Text Box 4">
            <a:extLst>
              <a:ext uri="{FF2B5EF4-FFF2-40B4-BE49-F238E27FC236}">
                <a16:creationId xmlns:a16="http://schemas.microsoft.com/office/drawing/2014/main" id="{7EFA3B67-26AA-964F-B4C4-B45462E19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2509838"/>
            <a:ext cx="26273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(1)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执行时间</a:t>
            </a:r>
          </a:p>
        </p:txBody>
      </p:sp>
      <p:sp>
        <p:nvSpPr>
          <p:cNvPr id="172037" name="Text Box 5">
            <a:extLst>
              <a:ext uri="{FF2B5EF4-FFF2-40B4-BE49-F238E27FC236}">
                <a16:creationId xmlns:a16="http://schemas.microsoft.com/office/drawing/2014/main" id="{5FC00D3F-11CD-D640-A397-55CE2F77F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5" y="2892425"/>
            <a:ext cx="26273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方式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(2)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执行时间</a:t>
            </a:r>
          </a:p>
        </p:txBody>
      </p:sp>
      <p:sp>
        <p:nvSpPr>
          <p:cNvPr id="172038" name="Line 6">
            <a:extLst>
              <a:ext uri="{FF2B5EF4-FFF2-40B4-BE49-F238E27FC236}">
                <a16:creationId xmlns:a16="http://schemas.microsoft.com/office/drawing/2014/main" id="{34AF4C4D-546C-F941-8268-108D85512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938" y="2887663"/>
            <a:ext cx="2306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39" name="Text Box 7">
            <a:extLst>
              <a:ext uri="{FF2B5EF4-FFF2-40B4-BE49-F238E27FC236}">
                <a16:creationId xmlns:a16="http://schemas.microsoft.com/office/drawing/2014/main" id="{AFF5B617-B2A3-F749-82E8-B4CED30DF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2501900"/>
            <a:ext cx="26273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(1)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时钟周期数</a:t>
            </a:r>
          </a:p>
        </p:txBody>
      </p:sp>
      <p:sp>
        <p:nvSpPr>
          <p:cNvPr id="172040" name="Text Box 8">
            <a:extLst>
              <a:ext uri="{FF2B5EF4-FFF2-40B4-BE49-F238E27FC236}">
                <a16:creationId xmlns:a16="http://schemas.microsoft.com/office/drawing/2014/main" id="{E87A0C85-FA1F-5647-A2F0-555DCBDB5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388" y="2884488"/>
            <a:ext cx="2627312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方式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(2)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 </a:t>
            </a:r>
            <a:r>
              <a:rPr lang="zh-CN" altLang="en-US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时钟周期数</a:t>
            </a:r>
          </a:p>
        </p:txBody>
      </p:sp>
      <p:sp>
        <p:nvSpPr>
          <p:cNvPr id="172041" name="Line 9">
            <a:extLst>
              <a:ext uri="{FF2B5EF4-FFF2-40B4-BE49-F238E27FC236}">
                <a16:creationId xmlns:a16="http://schemas.microsoft.com/office/drawing/2014/main" id="{A1EBF494-2990-4B41-96A8-701E2B41D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663" y="2879725"/>
            <a:ext cx="2306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2" name="Text Box 10">
            <a:extLst>
              <a:ext uri="{FF2B5EF4-FFF2-40B4-BE49-F238E27FC236}">
                <a16:creationId xmlns:a16="http://schemas.microsoft.com/office/drawing/2014/main" id="{A92FE4FD-38BD-F44F-9E22-361D0B798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275" y="2500313"/>
            <a:ext cx="668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</a:rPr>
              <a:t>600</a:t>
            </a:r>
          </a:p>
        </p:txBody>
      </p:sp>
      <p:sp>
        <p:nvSpPr>
          <p:cNvPr id="172043" name="Text Box 11">
            <a:extLst>
              <a:ext uri="{FF2B5EF4-FFF2-40B4-BE49-F238E27FC236}">
                <a16:creationId xmlns:a16="http://schemas.microsoft.com/office/drawing/2014/main" id="{D52DC61D-CEB6-BD43-8CAD-33A5AEA76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6638" y="2882900"/>
            <a:ext cx="841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447.5</a:t>
            </a:r>
          </a:p>
        </p:txBody>
      </p:sp>
      <p:sp>
        <p:nvSpPr>
          <p:cNvPr id="172044" name="Line 12">
            <a:extLst>
              <a:ext uri="{FF2B5EF4-FFF2-40B4-BE49-F238E27FC236}">
                <a16:creationId xmlns:a16="http://schemas.microsoft.com/office/drawing/2014/main" id="{8B7C44E2-947D-5A4D-A0A4-3A2FBD16F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5838" y="2878138"/>
            <a:ext cx="709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893" name="Text Box 13">
            <a:extLst>
              <a:ext uri="{FF2B5EF4-FFF2-40B4-BE49-F238E27FC236}">
                <a16:creationId xmlns:a16="http://schemas.microsoft.com/office/drawing/2014/main" id="{44C8710B-BA66-3340-A835-EA98E0753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3556000"/>
            <a:ext cx="695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由此可见，可变时钟周期的性能是定长周期的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1.34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倍！</a:t>
            </a:r>
          </a:p>
        </p:txBody>
      </p:sp>
      <p:sp>
        <p:nvSpPr>
          <p:cNvPr id="378894" name="Text Box 14">
            <a:extLst>
              <a:ext uri="{FF2B5EF4-FFF2-40B4-BE49-F238E27FC236}">
                <a16:creationId xmlns:a16="http://schemas.microsoft.com/office/drawing/2014/main" id="{3C605E54-FF13-634D-B609-C581FB6B5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4078288"/>
            <a:ext cx="7372350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但是，对每类指令采用可变长时钟周期实现非常困难，而且所带来的额外开销会很大，不合算！</a:t>
            </a:r>
          </a:p>
        </p:txBody>
      </p:sp>
      <p:sp>
        <p:nvSpPr>
          <p:cNvPr id="378895" name="Text Box 15">
            <a:extLst>
              <a:ext uri="{FF2B5EF4-FFF2-40B4-BE49-F238E27FC236}">
                <a16:creationId xmlns:a16="http://schemas.microsoft.com/office/drawing/2014/main" id="{80393B16-429A-1246-BCC0-66D80B7EB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5419725"/>
            <a:ext cx="59023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下一讲介绍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数据通路和控制器，其特点是：</a:t>
            </a: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时钟周期固定、时钟周期数可变</a:t>
            </a:r>
          </a:p>
        </p:txBody>
      </p:sp>
      <p:sp>
        <p:nvSpPr>
          <p:cNvPr id="378896" name="Text Box 16">
            <a:extLst>
              <a:ext uri="{FF2B5EF4-FFF2-40B4-BE49-F238E27FC236}">
                <a16:creationId xmlns:a16="http://schemas.microsoft.com/office/drawing/2014/main" id="{03217119-C1E6-8344-A701-73CE1B8B7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852988"/>
            <a:ext cx="802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早期的小指令集计算机用过单周期实现技术，但现代计算机都不采用。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93" grpId="0"/>
      <p:bldP spid="378894" grpId="0"/>
      <p:bldP spid="378895" grpId="0"/>
      <p:bldP spid="37889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A5218F08-9CC0-C848-8408-7387EE50D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23479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第三讲 小结</a:t>
            </a:r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E9C0615D-326B-CB4A-9351-1D77B153C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350" y="649288"/>
            <a:ext cx="8451850" cy="6203950"/>
          </a:xfrm>
        </p:spPr>
        <p:txBody>
          <a:bodyPr/>
          <a:lstStyle/>
          <a:p>
            <a:pPr marL="342900" indent="-34290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考察每条指令在单周期数据通路中的执行过程</a:t>
            </a:r>
          </a:p>
          <a:p>
            <a:pPr marL="742950" lvl="1" indent="-28575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每条指令在一个时钟周期内完成</a:t>
            </a:r>
          </a:p>
          <a:p>
            <a:pPr marL="742950" lvl="1" indent="-28575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每个时钟到来时，都开始进入取指令操作</a:t>
            </a:r>
          </a:p>
          <a:p>
            <a:pPr marL="1143000" lvl="2" indent="-22860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经过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clk-to-Q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得到新值，经过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access time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后得到当前指令</a:t>
            </a:r>
          </a:p>
          <a:p>
            <a:pPr marL="1143000" lvl="2" indent="-22860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按三种方式分别计算下条指令地址，在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 / zero / jump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的控制下，选择其中之一送到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输入端，但不会马上写到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中，一直到下个时钟到达时，才会更新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。三种下址方式为：</a:t>
            </a:r>
          </a:p>
          <a:p>
            <a:pPr marL="1600200" lvl="3" indent="-228600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branch=jump=0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PC+4</a:t>
            </a:r>
          </a:p>
          <a:p>
            <a:pPr marL="1600200" lvl="3" indent="-228600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branch=zero=1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 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PC+4+signExt[imm16]*4</a:t>
            </a:r>
          </a:p>
          <a:p>
            <a:pPr marL="1600200" lvl="3" indent="-228600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jump=1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 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PC&lt;31:28&gt; concat  target&lt;25:0&gt; concat “00”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742950" lvl="1" indent="-28575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指令取出后被译码，产生指令对应的控制信号</a:t>
            </a:r>
          </a:p>
          <a:p>
            <a:pPr marL="1143000" lvl="2" indent="-2286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为目的寄存器，无访存操作，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1143000" lvl="2" indent="-2286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为目的寄存器，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扩展，无访存操作，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1143000" lvl="2" indent="-2286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lw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指令：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为目的寄存器，计算地址、符号扩展，读内存，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1143000" lvl="2" indent="-2286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指令：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为源寄存器，计算地址、符号扩展，写内存，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342900" indent="-34290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汇总每条指令控制信号的取值，生成真值表，写出逻辑表达式，设计主控制逻辑和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局部控制逻辑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2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2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2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2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2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2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2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2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2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2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12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123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2184128074</TotalTime>
  <Pages>40</Pages>
  <Words>3923</Words>
  <Application>Microsoft Macintosh PowerPoint</Application>
  <PresentationFormat>全屏显示(4:3)</PresentationFormat>
  <Paragraphs>1470</Paragraphs>
  <Slides>29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黑体</vt:lpstr>
      <vt:lpstr>微软雅黑</vt:lpstr>
      <vt:lpstr>Arial</vt:lpstr>
      <vt:lpstr>Times New Roman</vt:lpstr>
      <vt:lpstr>lecture1</vt:lpstr>
      <vt:lpstr>第三讲 单周期控制器的设计 </vt:lpstr>
      <vt:lpstr>The Big Picture: Where are We Now? </vt:lpstr>
      <vt:lpstr>Add / Sub操作开始时取指部件中的动作</vt:lpstr>
      <vt:lpstr>指令译码后R型指令（Add / Sub）操作过程</vt:lpstr>
      <vt:lpstr>R型指令（Add /Sub）最后阶段取指部件中的动作</vt:lpstr>
      <vt:lpstr>Register-Register（R型指令） Timing</vt:lpstr>
      <vt:lpstr>ori 指令译码后的执行过程 </vt:lpstr>
      <vt:lpstr>Load指令译码后的执行过程</vt:lpstr>
      <vt:lpstr>回顾：实现某11条MIPS指令的ALU</vt:lpstr>
      <vt:lpstr>Store指令译码后的执行过程</vt:lpstr>
      <vt:lpstr>Branch指令译码后的执行过程</vt:lpstr>
      <vt:lpstr>Branch指令最后阶段取指部件中的动作</vt:lpstr>
      <vt:lpstr>Jump指令译码后的执行过程</vt:lpstr>
      <vt:lpstr>Jump指令结束前IFU中的动作</vt:lpstr>
      <vt:lpstr>综合分析结果，得到如下指令与控制信号的关系表</vt:lpstr>
      <vt:lpstr>主控制单元和ALU局部控制单元</vt:lpstr>
      <vt:lpstr>ALUop的逻辑表达式</vt:lpstr>
      <vt:lpstr>PowerPoint 演示文稿</vt:lpstr>
      <vt:lpstr>ALU局部控制器逻辑表达式</vt:lpstr>
      <vt:lpstr>主控制单元的真值表</vt:lpstr>
      <vt:lpstr>考察每个控制信号的逻辑方程（如：RegWrite）</vt:lpstr>
      <vt:lpstr>Main Control的PLA实现 </vt:lpstr>
      <vt:lpstr>执行前述7条指令的完整的单周期处理器</vt:lpstr>
      <vt:lpstr>lw指令的执行时间最长, 它所花时间作为时钟周期</vt:lpstr>
      <vt:lpstr>单周期计算机的性能</vt:lpstr>
      <vt:lpstr>单周期计算机的性能</vt:lpstr>
      <vt:lpstr>单周期计算机的性能</vt:lpstr>
      <vt:lpstr>单周期计算机的性能</vt:lpstr>
      <vt:lpstr>第三讲 小结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Multiple Cycle Processor</dc:subject>
  <dc:creator>CFYUAN</dc:creator>
  <cp:keywords/>
  <dc:description/>
  <cp:lastModifiedBy>Jesson Liu</cp:lastModifiedBy>
  <cp:revision>1295</cp:revision>
  <cp:lastPrinted>1998-02-02T13:15:44Z</cp:lastPrinted>
  <dcterms:created xsi:type="dcterms:W3CDTF">1996-09-09T11:33:30Z</dcterms:created>
  <dcterms:modified xsi:type="dcterms:W3CDTF">2026-05-25T02:57:53Z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