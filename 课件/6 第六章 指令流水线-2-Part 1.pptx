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325" r:id="rId3"/>
    <p:sldId id="257" r:id="rId4"/>
    <p:sldId id="260" r:id="rId5"/>
    <p:sldId id="297" r:id="rId6"/>
    <p:sldId id="304" r:id="rId7"/>
    <p:sldId id="305" r:id="rId8"/>
    <p:sldId id="306" r:id="rId9"/>
    <p:sldId id="328" r:id="rId10"/>
    <p:sldId id="327" r:id="rId11"/>
    <p:sldId id="329" r:id="rId12"/>
    <p:sldId id="265" r:id="rId13"/>
    <p:sldId id="266" r:id="rId14"/>
    <p:sldId id="267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340" r:id="rId29"/>
    <p:sldId id="338" r:id="rId30"/>
    <p:sldId id="397" r:id="rId31"/>
    <p:sldId id="396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398" r:id="rId41"/>
    <p:sldId id="293" r:id="rId42"/>
    <p:sldId id="294" r:id="rId43"/>
    <p:sldId id="456" r:id="rId44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8" autoAdjust="0"/>
    <p:restoredTop sz="87700" autoAdjust="0"/>
  </p:normalViewPr>
  <p:slideViewPr>
    <p:cSldViewPr snapToGrid="0">
      <p:cViewPr varScale="1">
        <p:scale>
          <a:sx n="89" d="100"/>
          <a:sy n="89" d="100"/>
        </p:scale>
        <p:origin x="97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5296"/>
    </p:cViewPr>
  </p:sorterViewPr>
  <p:notesViewPr>
    <p:cSldViewPr snapToGrid="0">
      <p:cViewPr>
        <p:scale>
          <a:sx n="66" d="100"/>
          <a:sy n="66" d="100"/>
        </p:scale>
        <p:origin x="-1590" y="-6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EF22A29-CCD9-3140-B43D-9C2F0544400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6C1B477-A1A6-E24B-8F97-B1F463B923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51375"/>
            <a:ext cx="6118225" cy="4816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77" tIns="49259" rIns="100277" bIns="492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1BDA65-09E6-4B40-AC96-2A2F175B1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lnSpc>
                <a:spcPct val="100000"/>
              </a:lnSpc>
              <a:spcBef>
                <a:spcPct val="30000"/>
              </a:spcBef>
              <a:buClr>
                <a:srgbClr val="FF0066"/>
              </a:buClr>
              <a:buSzPct val="85000"/>
              <a:buFont typeface="Wingdings" pitchFamily="2" charset="2"/>
              <a:buChar char="§"/>
            </a:pPr>
            <a:endParaRPr lang="en-US" altLang="zh-CN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DB09118-C8B5-AD42-A336-F4C6A9A9CD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6D775EA-6A84-0441-A7ED-A0297B6DB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63BCA9B-21BF-1D4B-B3FC-326727AEA8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D4023D5-7593-0741-9A38-23C32FDCD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B97FEE1-936A-6447-AB2B-F8297C677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7DA2155-029C-C74C-BC15-C55CE311D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257" tIns="49248" rIns="100257" bIns="49248"/>
          <a:lstStyle/>
          <a:p>
            <a:endParaRPr lang="en-US" altLang="zh-CN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DF8761B-6732-4C4F-9A6F-DD78A4D77B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58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9934BFF-E596-DE48-AFD7-1B5B21994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E998F5F-300F-1047-8003-D269F9919D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5560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1B200BE-F4B5-2046-82D5-FD7EBF518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7028DA4-E47C-4F45-AE22-79FFBD00C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AAF1485-74D6-E44B-8048-8C76C4BD7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3254CC3-482D-F34D-851D-5F4C3235B6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E59C9E8-EB20-444D-9646-A740C2B5E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79B38DB-078C-2D4F-B501-2077690D4C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D330474-D794-0943-A5C4-3A49466B3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3B7A947-19C4-A245-B905-15A4C76167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FAAB36C-77ED-8D4E-A991-F0C8A7FEB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5DBCC4D-B0F7-AB46-859D-44C9B6ADB7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E7CA161-1046-B14F-9202-6BC40DD71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5951D8E-83F7-EF4E-B59E-D35B461A81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66D7AF4-5422-574C-B8E7-4F10243F1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b="1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F25437E-49E4-DA42-9879-B51DCC6B2E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C4555FA-FD91-814F-B4E9-D23AAA253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732D975-FF52-AE40-ACE5-7BC04FB8A3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40CB0C7-ACFF-0741-BDBC-A16A91C46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E491C5A-D6B3-B349-8E7B-8A1F8797F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20CD439-7391-2644-B1AE-061DC8DB1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97B17C2-ED55-974C-9A96-9457AA4E7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BB088AD-8BA0-BB4A-8C00-FDEC85CA6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83F39C4D-69A2-C84B-8091-F8D1827BF3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A8E2767-E360-4D46-B964-73D20393F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173AD15-A77A-424D-A259-F7DDAB8866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50800FE-7842-7845-AE47-4DE229725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757E45C-A3A7-4F4D-A2C5-1140FCC1DB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B0F77B2-A4A5-7C43-8CBB-6949BD11A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24F99BF-3C50-1244-9CD9-F5920B66A0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7C924C7-89B2-F047-9F5F-AC3EB8F52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5439C9F5-8D18-6243-BF7E-2B005EF681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45B198D-060A-F143-910B-E57CCCDC1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42462B6-67B5-4C49-AB84-E62E08D3A5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AB0E4E9-B67D-954D-995C-04A7C9944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0E7255C-91C7-6540-BAD1-C29CB90867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5542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24A5234-5E44-5D40-8C9C-516E99E553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B71AA0C-1594-CE44-9F5E-1603299AA6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>
            <a:extLst>
              <a:ext uri="{FF2B5EF4-FFF2-40B4-BE49-F238E27FC236}">
                <a16:creationId xmlns:a16="http://schemas.microsoft.com/office/drawing/2014/main" id="{6CEFA6E2-CD76-194E-9BD3-063673F9D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9395" name="Rectangle 1027">
            <a:extLst>
              <a:ext uri="{FF2B5EF4-FFF2-40B4-BE49-F238E27FC236}">
                <a16:creationId xmlns:a16="http://schemas.microsoft.com/office/drawing/2014/main" id="{9706D1F3-735A-584C-8A94-D8ED8F2636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7DAE91C-17B6-BE4F-B235-E21BFAE06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5932E05-2246-AC4F-A6ED-1C5647D865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644CDA3-FF0E-8B44-B9F1-BA43582B1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4116E68-14BA-2848-8A5B-26CDC31011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DCCF0610-7DE9-D64D-829C-D63CB386C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0C8C42C-4F73-C242-B526-B2B5F71B67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BE0BFD6-4FD8-5F4C-AEC4-AFAA0637B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A227C6B-6E14-754C-94E2-2E307F876B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201DA51-A3E8-514B-B66C-C227E3501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9862F3A7-18A9-E949-962C-DAE4AAA8E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98EC2B9-EDD4-A048-90AB-C96CC46B9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0A0633F3-A4BA-354C-B91E-B964605BA5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CE7021A-6C1F-5047-AA1A-94EFD1D49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03AFB7A-BC7C-5A47-A76B-97ECF796E9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4494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C0752BF-C136-3841-BB59-A51E68B8E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C4ADF804-5CD3-0543-8CCC-7F03A5BDD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3187736-8CB2-B94C-B982-1162E15B7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F41C590-E33E-574D-821C-D3CC85C866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384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897072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39462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360861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816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011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2602685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9675879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8877501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35787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0843102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210685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361057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1788" y="228600"/>
            <a:ext cx="2047875" cy="27447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8163" y="228600"/>
            <a:ext cx="5991225" cy="27447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8963645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228600"/>
            <a:ext cx="6862763" cy="368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816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011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966425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BD4A571-8234-8D4F-9017-33D4FCFB1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00100" y="228600"/>
            <a:ext cx="68627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07C2AE3D-DCC8-E44E-AD16-FD6B04F2C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8163" y="919163"/>
            <a:ext cx="8191500" cy="205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4D9C580A-0394-694F-92F1-A349F35EAD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538" y="566738"/>
            <a:ext cx="8577262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203200" indent="-203200" algn="l" rtl="0" eaLnBrk="0" fontAlgn="base" hangingPunct="0">
        <a:spcBef>
          <a:spcPct val="30000"/>
        </a:spcBef>
        <a:spcAft>
          <a:spcPct val="0"/>
        </a:spcAft>
        <a:buSzPct val="100000"/>
        <a:buFont typeface="Times New Roman" panose="02020603050405020304" pitchFamily="18" charset="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SzPct val="100000"/>
        <a:buChar char="-"/>
        <a:defRPr b="1" kern="1200">
          <a:solidFill>
            <a:srgbClr val="990000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1A87FD8-7140-DE4E-A007-4BE5BB309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114800"/>
            <a:ext cx="640080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0000"/>
              </a:spcBef>
              <a:buSzPct val="100000"/>
              <a:buFont typeface="Times New Roman" panose="02020603050405020304" pitchFamily="18" charset="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lnSpc>
                <a:spcPct val="85000"/>
              </a:lnSpc>
              <a:spcBef>
                <a:spcPct val="40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lnSpc>
                <a:spcPct val="85000"/>
              </a:lnSpc>
              <a:spcBef>
                <a:spcPct val="40000"/>
              </a:spcBef>
              <a:buSzPct val="100000"/>
              <a:buChar char="-"/>
              <a:defRPr b="1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100000"/>
              </a:spcBef>
              <a:buSz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10021B36-C2F5-4841-B7F7-021A22566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3889375"/>
            <a:ext cx="5599113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  <a:buClr>
                <a:srgbClr val="FF0066"/>
              </a:buClr>
              <a:buSzPct val="85000"/>
              <a:buFont typeface="Wingdings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第一讲 流水线数据通路和控制逻辑</a:t>
            </a:r>
          </a:p>
          <a:p>
            <a:pPr>
              <a:spcBef>
                <a:spcPct val="30000"/>
              </a:spcBef>
              <a:buClr>
                <a:srgbClr val="FF0066"/>
              </a:buClr>
              <a:buSzPct val="85000"/>
              <a:buFont typeface="Wingdings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第二讲 流水线冒险处理</a:t>
            </a:r>
          </a:p>
          <a:p>
            <a:pPr>
              <a:spcBef>
                <a:spcPct val="30000"/>
              </a:spcBef>
              <a:buClr>
                <a:srgbClr val="FF0066"/>
              </a:buClr>
              <a:buSzPct val="85000"/>
              <a:buFont typeface="Wingdings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第三讲 高级流水线技术</a:t>
            </a:r>
          </a:p>
        </p:txBody>
      </p:sp>
      <p:sp>
        <p:nvSpPr>
          <p:cNvPr id="3076" name="Rectangle 6">
            <a:extLst>
              <a:ext uri="{FF2B5EF4-FFF2-40B4-BE49-F238E27FC236}">
                <a16:creationId xmlns:a16="http://schemas.microsoft.com/office/drawing/2014/main" id="{2F71A2F3-555A-8F43-BA31-C4A07EE0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871538"/>
            <a:ext cx="8839200" cy="268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b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</a:b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87000"/>
              </a:lnSpc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Ch6: Instruction </a:t>
            </a:r>
            <a:r>
              <a:rPr lang="en-US" altLang="zh-CN" sz="32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Pipeline</a:t>
            </a:r>
          </a:p>
          <a:p>
            <a:pPr algn="ctr">
              <a:lnSpc>
                <a:spcPct val="87000"/>
              </a:lnSpc>
              <a:spcBef>
                <a:spcPct val="50000"/>
              </a:spcBef>
            </a:pPr>
            <a:r>
              <a:rPr lang="zh-CN" altLang="en-US" sz="3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指令流水线</a:t>
            </a:r>
          </a:p>
          <a:p>
            <a:pPr algn="ctr">
              <a:lnSpc>
                <a:spcPct val="87000"/>
              </a:lnSpc>
              <a:spcBef>
                <a:spcPct val="50000"/>
              </a:spcBef>
            </a:pPr>
            <a:endParaRPr lang="zh-CN" altLang="en-US" sz="240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DB3274C-6740-0F44-A0D9-B2D7A38EB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049838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第一讲  流水线数据通路和控制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4B4E845-D5C7-C146-87E6-CE6FCAD27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0100" y="1354138"/>
            <a:ext cx="7466013" cy="3482975"/>
          </a:xfrm>
        </p:spPr>
        <p:txBody>
          <a:bodyPr/>
          <a:lstStyle/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日常生活中的流水线处理例子：洗衣服</a:t>
            </a:r>
          </a:p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单周期处理器模型和流水线性能比较</a:t>
            </a:r>
          </a:p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什么样的指令集适合于流水线方式执行</a:t>
            </a:r>
          </a:p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如何设计流水线数据通路</a:t>
            </a:r>
          </a:p>
          <a:p>
            <a:pPr lvl="1"/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MIPS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指令子集来说明</a:t>
            </a:r>
          </a:p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如何设计流水线控制逻辑</a:t>
            </a:r>
          </a:p>
          <a:p>
            <a:pPr lvl="1"/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分析每条指令执行过程中的控制信号</a:t>
            </a:r>
          </a:p>
          <a:p>
            <a:pPr lvl="1"/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给出控制器设计过程</a:t>
            </a:r>
          </a:p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流水线冒险的概念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A1D43157-507A-4941-A4D7-26CC972C5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636588"/>
            <a:ext cx="220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主 要 内 容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E2E67B9-8712-6440-B725-218CBCDDF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738688" cy="368300"/>
          </a:xfrm>
          <a:noFill/>
        </p:spPr>
        <p:txBody>
          <a:bodyPr wrap="none"/>
          <a:lstStyle/>
          <a:p>
            <a:r>
              <a:rPr lang="zh-CN" altLang="en-US">
                <a:ea typeface="宋体" panose="02010600030101010101" pitchFamily="2" charset="-122"/>
              </a:rPr>
              <a:t>复习：</a:t>
            </a:r>
            <a:r>
              <a:rPr lang="en-US" altLang="zh-CN">
                <a:ea typeface="宋体" panose="02010600030101010101" pitchFamily="2" charset="-122"/>
              </a:rPr>
              <a:t>A Single Cycle Processor</a:t>
            </a:r>
          </a:p>
        </p:txBody>
      </p:sp>
      <p:grpSp>
        <p:nvGrpSpPr>
          <p:cNvPr id="6147" name="Group 11">
            <a:extLst>
              <a:ext uri="{FF2B5EF4-FFF2-40B4-BE49-F238E27FC236}">
                <a16:creationId xmlns:a16="http://schemas.microsoft.com/office/drawing/2014/main" id="{3345C9DE-117D-BA44-9362-1C77395D5059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4425"/>
            <a:ext cx="457200" cy="1136650"/>
            <a:chOff x="3168" y="2302"/>
            <a:chExt cx="288" cy="716"/>
          </a:xfrm>
        </p:grpSpPr>
        <p:sp>
          <p:nvSpPr>
            <p:cNvPr id="6313" name="Line 3">
              <a:extLst>
                <a:ext uri="{FF2B5EF4-FFF2-40B4-BE49-F238E27FC236}">
                  <a16:creationId xmlns:a16="http://schemas.microsoft.com/office/drawing/2014/main" id="{3567F236-D387-0446-B1CF-F20CFEAEF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4" name="Line 4">
              <a:extLst>
                <a:ext uri="{FF2B5EF4-FFF2-40B4-BE49-F238E27FC236}">
                  <a16:creationId xmlns:a16="http://schemas.microsoft.com/office/drawing/2014/main" id="{BBE02EAF-9A27-0F40-9B86-285D15135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5" name="Line 5">
              <a:extLst>
                <a:ext uri="{FF2B5EF4-FFF2-40B4-BE49-F238E27FC236}">
                  <a16:creationId xmlns:a16="http://schemas.microsoft.com/office/drawing/2014/main" id="{38CBC218-6E20-1C40-A4A3-6EC046046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6" name="Line 6">
              <a:extLst>
                <a:ext uri="{FF2B5EF4-FFF2-40B4-BE49-F238E27FC236}">
                  <a16:creationId xmlns:a16="http://schemas.microsoft.com/office/drawing/2014/main" id="{55109AB8-E057-AE4E-BDB0-1ECCD1154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7" name="Line 7">
              <a:extLst>
                <a:ext uri="{FF2B5EF4-FFF2-40B4-BE49-F238E27FC236}">
                  <a16:creationId xmlns:a16="http://schemas.microsoft.com/office/drawing/2014/main" id="{3081A8E9-221B-9648-ABB5-AAC9AB17B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8" name="Line 8">
              <a:extLst>
                <a:ext uri="{FF2B5EF4-FFF2-40B4-BE49-F238E27FC236}">
                  <a16:creationId xmlns:a16="http://schemas.microsoft.com/office/drawing/2014/main" id="{94488B7E-D81F-2D49-BF12-8B6F3E5751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9" name="Line 9">
              <a:extLst>
                <a:ext uri="{FF2B5EF4-FFF2-40B4-BE49-F238E27FC236}">
                  <a16:creationId xmlns:a16="http://schemas.microsoft.com/office/drawing/2014/main" id="{917EA461-F58B-B64D-8E47-820FB16AA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20" name="Line 10">
              <a:extLst>
                <a:ext uri="{FF2B5EF4-FFF2-40B4-BE49-F238E27FC236}">
                  <a16:creationId xmlns:a16="http://schemas.microsoft.com/office/drawing/2014/main" id="{560FF539-5202-354B-B042-702BE91653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8" name="Line 12">
            <a:extLst>
              <a:ext uri="{FF2B5EF4-FFF2-40B4-BE49-F238E27FC236}">
                <a16:creationId xmlns:a16="http://schemas.microsoft.com/office/drawing/2014/main" id="{1F909688-0D87-0A46-9C3C-225739A0E1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210050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" name="Line 13">
            <a:extLst>
              <a:ext uri="{FF2B5EF4-FFF2-40B4-BE49-F238E27FC236}">
                <a16:creationId xmlns:a16="http://schemas.microsoft.com/office/drawing/2014/main" id="{48F16E50-CFDC-B441-82D1-215F44CFA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14655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0" name="Rectangle 14">
            <a:extLst>
              <a:ext uri="{FF2B5EF4-FFF2-40B4-BE49-F238E27FC236}">
                <a16:creationId xmlns:a16="http://schemas.microsoft.com/office/drawing/2014/main" id="{0484F827-54C8-0E49-A09E-BFB227D09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846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6151" name="Line 15">
            <a:extLst>
              <a:ext uri="{FF2B5EF4-FFF2-40B4-BE49-F238E27FC236}">
                <a16:creationId xmlns:a16="http://schemas.microsoft.com/office/drawing/2014/main" id="{6596DB56-0522-EE46-84E4-43BEED4AF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060700"/>
            <a:ext cx="0" cy="71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2" name="Rectangle 16">
            <a:extLst>
              <a:ext uri="{FF2B5EF4-FFF2-40B4-BE49-F238E27FC236}">
                <a16:creationId xmlns:a16="http://schemas.microsoft.com/office/drawing/2014/main" id="{61CBF65D-9474-4446-9208-C66C118DD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188" y="3224213"/>
            <a:ext cx="987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6153" name="Rectangle 17">
            <a:extLst>
              <a:ext uri="{FF2B5EF4-FFF2-40B4-BE49-F238E27FC236}">
                <a16:creationId xmlns:a16="http://schemas.microsoft.com/office/drawing/2014/main" id="{F9758BAB-16D0-3244-A1A0-0361288BB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435927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6154" name="Rectangle 18">
            <a:extLst>
              <a:ext uri="{FF2B5EF4-FFF2-40B4-BE49-F238E27FC236}">
                <a16:creationId xmlns:a16="http://schemas.microsoft.com/office/drawing/2014/main" id="{5646F6C1-ADD0-BD4F-9281-135BF44E9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781425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6155" name="Rectangle 19">
            <a:extLst>
              <a:ext uri="{FF2B5EF4-FFF2-40B4-BE49-F238E27FC236}">
                <a16:creationId xmlns:a16="http://schemas.microsoft.com/office/drawing/2014/main" id="{936C1F6A-5F01-3A48-9F90-097C88973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654425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56" name="Line 20">
            <a:extLst>
              <a:ext uri="{FF2B5EF4-FFF2-40B4-BE49-F238E27FC236}">
                <a16:creationId xmlns:a16="http://schemas.microsoft.com/office/drawing/2014/main" id="{90F3B88B-D636-134E-8F28-F1D843419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560888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7" name="Line 21">
            <a:extLst>
              <a:ext uri="{FF2B5EF4-FFF2-40B4-BE49-F238E27FC236}">
                <a16:creationId xmlns:a16="http://schemas.microsoft.com/office/drawing/2014/main" id="{A2093DE2-B2D3-8B42-BFA1-8AC284DAB5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6497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8" name="Oval 22">
            <a:extLst>
              <a:ext uri="{FF2B5EF4-FFF2-40B4-BE49-F238E27FC236}">
                <a16:creationId xmlns:a16="http://schemas.microsoft.com/office/drawing/2014/main" id="{3786F7AB-C8A2-E549-94FE-C4F2DB676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59581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59" name="Rectangle 23">
            <a:extLst>
              <a:ext uri="{FF2B5EF4-FFF2-40B4-BE49-F238E27FC236}">
                <a16:creationId xmlns:a16="http://schemas.microsoft.com/office/drawing/2014/main" id="{E8825A8E-0C62-F14F-8735-652526FB7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3140075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6160" name="Line 24">
            <a:extLst>
              <a:ext uri="{FF2B5EF4-FFF2-40B4-BE49-F238E27FC236}">
                <a16:creationId xmlns:a16="http://schemas.microsoft.com/office/drawing/2014/main" id="{76C8B9FE-0D6B-7B4B-8F89-A2C45F68CD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41402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1" name="Line 25">
            <a:extLst>
              <a:ext uri="{FF2B5EF4-FFF2-40B4-BE49-F238E27FC236}">
                <a16:creationId xmlns:a16="http://schemas.microsoft.com/office/drawing/2014/main" id="{0B92B0E2-F4F9-BE4F-8E02-1DF0338B45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0751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2" name="Rectangle 26">
            <a:extLst>
              <a:ext uri="{FF2B5EF4-FFF2-40B4-BE49-F238E27FC236}">
                <a16:creationId xmlns:a16="http://schemas.microsoft.com/office/drawing/2014/main" id="{CD24A533-3EF5-8645-BFFD-69A8CB88D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1370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6163" name="Line 27">
            <a:extLst>
              <a:ext uri="{FF2B5EF4-FFF2-40B4-BE49-F238E27FC236}">
                <a16:creationId xmlns:a16="http://schemas.microsoft.com/office/drawing/2014/main" id="{4D2A5967-12AA-D045-886D-24B8EFF8B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784600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4" name="Line 28">
            <a:extLst>
              <a:ext uri="{FF2B5EF4-FFF2-40B4-BE49-F238E27FC236}">
                <a16:creationId xmlns:a16="http://schemas.microsoft.com/office/drawing/2014/main" id="{5B6ABEF5-F360-0F40-B97F-FF3678CE7D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71951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5" name="Rectangle 29">
            <a:extLst>
              <a:ext uri="{FF2B5EF4-FFF2-40B4-BE49-F238E27FC236}">
                <a16:creationId xmlns:a16="http://schemas.microsoft.com/office/drawing/2014/main" id="{D2579FC6-58A1-2146-BF14-AD591025F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5286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6166" name="Rectangle 30">
            <a:extLst>
              <a:ext uri="{FF2B5EF4-FFF2-40B4-BE49-F238E27FC236}">
                <a16:creationId xmlns:a16="http://schemas.microsoft.com/office/drawing/2014/main" id="{49E550CB-4CEA-174D-8F7F-A0BBE8A33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49726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6167" name="Line 31">
            <a:extLst>
              <a:ext uri="{FF2B5EF4-FFF2-40B4-BE49-F238E27FC236}">
                <a16:creationId xmlns:a16="http://schemas.microsoft.com/office/drawing/2014/main" id="{84A7E152-BEAB-C748-8228-8A1C7E5BC4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416300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8" name="Line 32">
            <a:extLst>
              <a:ext uri="{FF2B5EF4-FFF2-40B4-BE49-F238E27FC236}">
                <a16:creationId xmlns:a16="http://schemas.microsoft.com/office/drawing/2014/main" id="{BDFC2546-C82B-FB44-9E86-683136A82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484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9" name="Line 33">
            <a:extLst>
              <a:ext uri="{FF2B5EF4-FFF2-40B4-BE49-F238E27FC236}">
                <a16:creationId xmlns:a16="http://schemas.microsoft.com/office/drawing/2014/main" id="{E2ADF342-1DE6-8A47-967D-C026BCCE22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337050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0" name="Rectangle 34">
            <a:extLst>
              <a:ext uri="{FF2B5EF4-FFF2-40B4-BE49-F238E27FC236}">
                <a16:creationId xmlns:a16="http://schemas.microsoft.com/office/drawing/2014/main" id="{09BB8F9D-7350-6948-8C0A-DCAE0349B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815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6171" name="Rectangle 35">
            <a:extLst>
              <a:ext uri="{FF2B5EF4-FFF2-40B4-BE49-F238E27FC236}">
                <a16:creationId xmlns:a16="http://schemas.microsoft.com/office/drawing/2014/main" id="{E6AB459F-6501-5749-87E5-E31C26FC3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4197350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6172" name="Line 36">
            <a:extLst>
              <a:ext uri="{FF2B5EF4-FFF2-40B4-BE49-F238E27FC236}">
                <a16:creationId xmlns:a16="http://schemas.microsoft.com/office/drawing/2014/main" id="{FFCE2B08-49D3-A746-AF81-F9AF258D43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637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3" name="Line 37">
            <a:extLst>
              <a:ext uri="{FF2B5EF4-FFF2-40B4-BE49-F238E27FC236}">
                <a16:creationId xmlns:a16="http://schemas.microsoft.com/office/drawing/2014/main" id="{DE07F711-7DEA-A94D-86EC-9DB610987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28975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4" name="Line 38">
            <a:extLst>
              <a:ext uri="{FF2B5EF4-FFF2-40B4-BE49-F238E27FC236}">
                <a16:creationId xmlns:a16="http://schemas.microsoft.com/office/drawing/2014/main" id="{1168C8DB-C1F9-2048-AB16-876C793A60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5" name="Rectangle 39">
            <a:extLst>
              <a:ext uri="{FF2B5EF4-FFF2-40B4-BE49-F238E27FC236}">
                <a16:creationId xmlns:a16="http://schemas.microsoft.com/office/drawing/2014/main" id="{C99D1231-D518-F548-BF82-278ED1E5D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2131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176" name="Line 40">
            <a:extLst>
              <a:ext uri="{FF2B5EF4-FFF2-40B4-BE49-F238E27FC236}">
                <a16:creationId xmlns:a16="http://schemas.microsoft.com/office/drawing/2014/main" id="{049AFBCB-7D30-CF48-B589-173CE88944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16250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7" name="Line 41">
            <a:extLst>
              <a:ext uri="{FF2B5EF4-FFF2-40B4-BE49-F238E27FC236}">
                <a16:creationId xmlns:a16="http://schemas.microsoft.com/office/drawing/2014/main" id="{4294F208-6978-C94A-9649-27F7917D2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8" name="Rectangle 42">
            <a:extLst>
              <a:ext uri="{FF2B5EF4-FFF2-40B4-BE49-F238E27FC236}">
                <a16:creationId xmlns:a16="http://schemas.microsoft.com/office/drawing/2014/main" id="{FAB9D63A-0951-1842-8FA6-966FABC8A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2131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179" name="Line 43">
            <a:extLst>
              <a:ext uri="{FF2B5EF4-FFF2-40B4-BE49-F238E27FC236}">
                <a16:creationId xmlns:a16="http://schemas.microsoft.com/office/drawing/2014/main" id="{F2F895E4-CACA-1D4E-952E-4316BB320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28975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0" name="Line 44">
            <a:extLst>
              <a:ext uri="{FF2B5EF4-FFF2-40B4-BE49-F238E27FC236}">
                <a16:creationId xmlns:a16="http://schemas.microsoft.com/office/drawing/2014/main" id="{6E8F66D9-04EE-BF45-BFEE-71E67E0393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1" name="Rectangle 45">
            <a:extLst>
              <a:ext uri="{FF2B5EF4-FFF2-40B4-BE49-F238E27FC236}">
                <a16:creationId xmlns:a16="http://schemas.microsoft.com/office/drawing/2014/main" id="{C1B922E8-DADA-6244-9958-BC65E117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131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182" name="Rectangle 46">
            <a:extLst>
              <a:ext uri="{FF2B5EF4-FFF2-40B4-BE49-F238E27FC236}">
                <a16:creationId xmlns:a16="http://schemas.microsoft.com/office/drawing/2014/main" id="{9A72F77F-4077-2240-9690-9459A79A9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640138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6183" name="Rectangle 47">
            <a:extLst>
              <a:ext uri="{FF2B5EF4-FFF2-40B4-BE49-F238E27FC236}">
                <a16:creationId xmlns:a16="http://schemas.microsoft.com/office/drawing/2014/main" id="{46CB858E-1FB4-EB4D-8685-C46E75774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0138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6184" name="Rectangle 48">
            <a:extLst>
              <a:ext uri="{FF2B5EF4-FFF2-40B4-BE49-F238E27FC236}">
                <a16:creationId xmlns:a16="http://schemas.microsoft.com/office/drawing/2014/main" id="{D4319392-79AD-7D46-AED5-32883DA9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64013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6185" name="Rectangle 49">
            <a:extLst>
              <a:ext uri="{FF2B5EF4-FFF2-40B4-BE49-F238E27FC236}">
                <a16:creationId xmlns:a16="http://schemas.microsoft.com/office/drawing/2014/main" id="{786E3FB9-905C-0C4E-B554-4EDE005B9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924300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 32-</a:t>
            </a:r>
            <a:r>
              <a:rPr lang="en-US" altLang="zh-CN">
                <a:ea typeface="宋体" panose="02010600030101010101" pitchFamily="2" charset="-122"/>
              </a:rPr>
              <a:t>bit</a:t>
            </a:r>
          </a:p>
          <a:p>
            <a:r>
              <a:rPr lang="en-US" altLang="zh-CN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6186" name="Line 50">
            <a:extLst>
              <a:ext uri="{FF2B5EF4-FFF2-40B4-BE49-F238E27FC236}">
                <a16:creationId xmlns:a16="http://schemas.microsoft.com/office/drawing/2014/main" id="{84D16486-AD54-EF43-98AD-253133C021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6172200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7" name="Line 51">
            <a:extLst>
              <a:ext uri="{FF2B5EF4-FFF2-40B4-BE49-F238E27FC236}">
                <a16:creationId xmlns:a16="http://schemas.microsoft.com/office/drawing/2014/main" id="{0D702876-63B5-FC45-B789-6009C3531E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1275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88" name="Rectangle 52">
            <a:extLst>
              <a:ext uri="{FF2B5EF4-FFF2-40B4-BE49-F238E27FC236}">
                <a16:creationId xmlns:a16="http://schemas.microsoft.com/office/drawing/2014/main" id="{6086DC68-C66E-2B47-B6DC-9042A1DCE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00375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6189" name="Rectangle 53">
            <a:extLst>
              <a:ext uri="{FF2B5EF4-FFF2-40B4-BE49-F238E27FC236}">
                <a16:creationId xmlns:a16="http://schemas.microsoft.com/office/drawing/2014/main" id="{0F9EDB80-9592-044F-B6D1-C594FC227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2360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6190" name="Group 58">
            <a:extLst>
              <a:ext uri="{FF2B5EF4-FFF2-40B4-BE49-F238E27FC236}">
                <a16:creationId xmlns:a16="http://schemas.microsoft.com/office/drawing/2014/main" id="{9FEC0EE6-22AE-F341-B1BF-38D916E1056A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203700"/>
            <a:ext cx="304800" cy="1227138"/>
            <a:chOff x="2640" y="2648"/>
            <a:chExt cx="192" cy="773"/>
          </a:xfrm>
        </p:grpSpPr>
        <p:sp>
          <p:nvSpPr>
            <p:cNvPr id="6309" name="Line 54">
              <a:extLst>
                <a:ext uri="{FF2B5EF4-FFF2-40B4-BE49-F238E27FC236}">
                  <a16:creationId xmlns:a16="http://schemas.microsoft.com/office/drawing/2014/main" id="{711B762C-772C-8441-BC21-33422996F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0" name="Line 55">
              <a:extLst>
                <a:ext uri="{FF2B5EF4-FFF2-40B4-BE49-F238E27FC236}">
                  <a16:creationId xmlns:a16="http://schemas.microsoft.com/office/drawing/2014/main" id="{32B15A0B-0E64-1643-B252-22B519836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1" name="Line 56">
              <a:extLst>
                <a:ext uri="{FF2B5EF4-FFF2-40B4-BE49-F238E27FC236}">
                  <a16:creationId xmlns:a16="http://schemas.microsoft.com/office/drawing/2014/main" id="{214981DA-A9BB-CF44-B572-114851038B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2" name="Line 57">
              <a:extLst>
                <a:ext uri="{FF2B5EF4-FFF2-40B4-BE49-F238E27FC236}">
                  <a16:creationId xmlns:a16="http://schemas.microsoft.com/office/drawing/2014/main" id="{4A3FB2C7-0072-9141-9F9E-5781F54D6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91" name="Group 63">
            <a:extLst>
              <a:ext uri="{FF2B5EF4-FFF2-40B4-BE49-F238E27FC236}">
                <a16:creationId xmlns:a16="http://schemas.microsoft.com/office/drawing/2014/main" id="{F484A19A-EA87-FF44-9071-ED45FD383572}"/>
              </a:ext>
            </a:extLst>
          </p:cNvPr>
          <p:cNvGrpSpPr>
            <a:grpSpLocks/>
          </p:cNvGrpSpPr>
          <p:nvPr/>
        </p:nvGrpSpPr>
        <p:grpSpPr bwMode="auto">
          <a:xfrm>
            <a:off x="1320800" y="2754313"/>
            <a:ext cx="1168400" cy="284162"/>
            <a:chOff x="832" y="1735"/>
            <a:chExt cx="736" cy="179"/>
          </a:xfrm>
        </p:grpSpPr>
        <p:sp>
          <p:nvSpPr>
            <p:cNvPr id="6305" name="Line 59">
              <a:extLst>
                <a:ext uri="{FF2B5EF4-FFF2-40B4-BE49-F238E27FC236}">
                  <a16:creationId xmlns:a16="http://schemas.microsoft.com/office/drawing/2014/main" id="{35773AEC-21E0-254B-B8E9-C412A7548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6" name="Line 60">
              <a:extLst>
                <a:ext uri="{FF2B5EF4-FFF2-40B4-BE49-F238E27FC236}">
                  <a16:creationId xmlns:a16="http://schemas.microsoft.com/office/drawing/2014/main" id="{9958F4D2-6A00-0543-B703-190899D3D2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6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7" name="Line 61">
              <a:extLst>
                <a:ext uri="{FF2B5EF4-FFF2-40B4-BE49-F238E27FC236}">
                  <a16:creationId xmlns:a16="http://schemas.microsoft.com/office/drawing/2014/main" id="{333BED30-E062-EE43-9DE5-EB32051F7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8" name="Line 62">
              <a:extLst>
                <a:ext uri="{FF2B5EF4-FFF2-40B4-BE49-F238E27FC236}">
                  <a16:creationId xmlns:a16="http://schemas.microsoft.com/office/drawing/2014/main" id="{5F55C276-522B-4840-BDCF-5EAB19C8E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92" name="Rectangle 64">
            <a:extLst>
              <a:ext uri="{FF2B5EF4-FFF2-40B4-BE49-F238E27FC236}">
                <a16:creationId xmlns:a16="http://schemas.microsoft.com/office/drawing/2014/main" id="{8624929C-5656-3F4D-909F-6FEE6BF19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788" y="3000375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6193" name="Line 65">
            <a:extLst>
              <a:ext uri="{FF2B5EF4-FFF2-40B4-BE49-F238E27FC236}">
                <a16:creationId xmlns:a16="http://schemas.microsoft.com/office/drawing/2014/main" id="{6D0DB921-7146-504C-9D17-510DE528B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4" name="Line 66">
            <a:extLst>
              <a:ext uri="{FF2B5EF4-FFF2-40B4-BE49-F238E27FC236}">
                <a16:creationId xmlns:a16="http://schemas.microsoft.com/office/drawing/2014/main" id="{AB55E7B7-5945-C244-A732-87C88482B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5" name="Rectangle 67">
            <a:extLst>
              <a:ext uri="{FF2B5EF4-FFF2-40B4-BE49-F238E27FC236}">
                <a16:creationId xmlns:a16="http://schemas.microsoft.com/office/drawing/2014/main" id="{A70B83BE-2F5B-3648-8B60-01DD2CBB2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3606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6196" name="Line 68">
            <a:extLst>
              <a:ext uri="{FF2B5EF4-FFF2-40B4-BE49-F238E27FC236}">
                <a16:creationId xmlns:a16="http://schemas.microsoft.com/office/drawing/2014/main" id="{2EE709F7-3842-5040-B6B0-CB42C98E92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1700" y="2895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97" name="Rectangle 69">
            <a:extLst>
              <a:ext uri="{FF2B5EF4-FFF2-40B4-BE49-F238E27FC236}">
                <a16:creationId xmlns:a16="http://schemas.microsoft.com/office/drawing/2014/main" id="{15179E19-EEF0-5344-A89E-2C3C0A9DD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568575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6198" name="Rectangle 70">
            <a:extLst>
              <a:ext uri="{FF2B5EF4-FFF2-40B4-BE49-F238E27FC236}">
                <a16:creationId xmlns:a16="http://schemas.microsoft.com/office/drawing/2014/main" id="{C007F573-EE23-2C4E-B514-185354C90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889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99" name="Rectangle 71">
            <a:extLst>
              <a:ext uri="{FF2B5EF4-FFF2-40B4-BE49-F238E27FC236}">
                <a16:creationId xmlns:a16="http://schemas.microsoft.com/office/drawing/2014/main" id="{AA508293-1904-7A49-8AFE-D065C19E76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04320" y="5218906"/>
            <a:ext cx="9826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Extender</a:t>
            </a:r>
          </a:p>
        </p:txBody>
      </p:sp>
      <p:sp>
        <p:nvSpPr>
          <p:cNvPr id="6200" name="Rectangle 72">
            <a:extLst>
              <a:ext uri="{FF2B5EF4-FFF2-40B4-BE49-F238E27FC236}">
                <a16:creationId xmlns:a16="http://schemas.microsoft.com/office/drawing/2014/main" id="{CE93FF27-D82E-5246-923E-D139A4BD1C3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22725" y="46101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6201" name="Rectangle 73">
            <a:extLst>
              <a:ext uri="{FF2B5EF4-FFF2-40B4-BE49-F238E27FC236}">
                <a16:creationId xmlns:a16="http://schemas.microsoft.com/office/drawing/2014/main" id="{FEFA4C2F-920A-B743-AF4D-6DFEB6301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013" y="2751138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6202" name="Line 74">
            <a:extLst>
              <a:ext uri="{FF2B5EF4-FFF2-40B4-BE49-F238E27FC236}">
                <a16:creationId xmlns:a16="http://schemas.microsoft.com/office/drawing/2014/main" id="{B62B4A49-2049-F447-999E-90AFCB9CF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52768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03" name="Rectangle 75">
            <a:extLst>
              <a:ext uri="{FF2B5EF4-FFF2-40B4-BE49-F238E27FC236}">
                <a16:creationId xmlns:a16="http://schemas.microsoft.com/office/drawing/2014/main" id="{BD28E8ED-A3B8-2D4A-A202-21C43E801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30860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6204" name="Line 76">
            <a:extLst>
              <a:ext uri="{FF2B5EF4-FFF2-40B4-BE49-F238E27FC236}">
                <a16:creationId xmlns:a16="http://schemas.microsoft.com/office/drawing/2014/main" id="{76E72563-2727-6B40-A622-DD06AF06AC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3650" y="521176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05" name="Line 77">
            <a:extLst>
              <a:ext uri="{FF2B5EF4-FFF2-40B4-BE49-F238E27FC236}">
                <a16:creationId xmlns:a16="http://schemas.microsoft.com/office/drawing/2014/main" id="{6AC15D75-3110-4642-8F75-45622357B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541813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06" name="Line 78">
            <a:extLst>
              <a:ext uri="{FF2B5EF4-FFF2-40B4-BE49-F238E27FC236}">
                <a16:creationId xmlns:a16="http://schemas.microsoft.com/office/drawing/2014/main" id="{048EF113-5A17-3745-A3B3-45E661AF98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3546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07" name="Rectangle 79">
            <a:extLst>
              <a:ext uri="{FF2B5EF4-FFF2-40B4-BE49-F238E27FC236}">
                <a16:creationId xmlns:a16="http://schemas.microsoft.com/office/drawing/2014/main" id="{C5F4E650-A449-1F41-89CB-3926FCCC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41496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6208" name="Rectangle 80">
            <a:extLst>
              <a:ext uri="{FF2B5EF4-FFF2-40B4-BE49-F238E27FC236}">
                <a16:creationId xmlns:a16="http://schemas.microsoft.com/office/drawing/2014/main" id="{CF2868DB-06FC-294A-8A48-3C3BE7D03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5273675"/>
            <a:ext cx="8255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6209" name="Line 81">
            <a:extLst>
              <a:ext uri="{FF2B5EF4-FFF2-40B4-BE49-F238E27FC236}">
                <a16:creationId xmlns:a16="http://schemas.microsoft.com/office/drawing/2014/main" id="{0B01D969-9333-264E-9A15-97381D3E1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6098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10" name="Rectangle 82">
            <a:extLst>
              <a:ext uri="{FF2B5EF4-FFF2-40B4-BE49-F238E27FC236}">
                <a16:creationId xmlns:a16="http://schemas.microsoft.com/office/drawing/2014/main" id="{15555F86-30D8-264E-8B9D-33742EE19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781675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6211" name="Line 83">
            <a:extLst>
              <a:ext uri="{FF2B5EF4-FFF2-40B4-BE49-F238E27FC236}">
                <a16:creationId xmlns:a16="http://schemas.microsoft.com/office/drawing/2014/main" id="{D36FDBDC-AC15-FA47-BC37-53548EB4B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637088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12" name="Line 84">
            <a:extLst>
              <a:ext uri="{FF2B5EF4-FFF2-40B4-BE49-F238E27FC236}">
                <a16:creationId xmlns:a16="http://schemas.microsoft.com/office/drawing/2014/main" id="{17AE2188-2445-114A-926A-68C7D1B08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506913"/>
            <a:ext cx="0" cy="1652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13" name="Line 85">
            <a:extLst>
              <a:ext uri="{FF2B5EF4-FFF2-40B4-BE49-F238E27FC236}">
                <a16:creationId xmlns:a16="http://schemas.microsoft.com/office/drawing/2014/main" id="{28669627-A00B-1247-8E17-D3B928E81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62638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14" name="Rectangle 86">
            <a:extLst>
              <a:ext uri="{FF2B5EF4-FFF2-40B4-BE49-F238E27FC236}">
                <a16:creationId xmlns:a16="http://schemas.microsoft.com/office/drawing/2014/main" id="{4CD5B4D6-7C77-7844-834E-87267FD0E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626745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6215" name="Group 91">
            <a:extLst>
              <a:ext uri="{FF2B5EF4-FFF2-40B4-BE49-F238E27FC236}">
                <a16:creationId xmlns:a16="http://schemas.microsoft.com/office/drawing/2014/main" id="{BA142353-C349-F74B-94EB-926BA09AEC39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38588"/>
            <a:ext cx="304800" cy="1255712"/>
            <a:chOff x="4896" y="2481"/>
            <a:chExt cx="192" cy="791"/>
          </a:xfrm>
        </p:grpSpPr>
        <p:sp>
          <p:nvSpPr>
            <p:cNvPr id="6301" name="Line 87">
              <a:extLst>
                <a:ext uri="{FF2B5EF4-FFF2-40B4-BE49-F238E27FC236}">
                  <a16:creationId xmlns:a16="http://schemas.microsoft.com/office/drawing/2014/main" id="{EF0F6B99-5903-374E-8DDB-1EA3E83C6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2" name="Line 88">
              <a:extLst>
                <a:ext uri="{FF2B5EF4-FFF2-40B4-BE49-F238E27FC236}">
                  <a16:creationId xmlns:a16="http://schemas.microsoft.com/office/drawing/2014/main" id="{C3F07152-2147-524D-8055-BD6ADEB7B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3" name="Line 89">
              <a:extLst>
                <a:ext uri="{FF2B5EF4-FFF2-40B4-BE49-F238E27FC236}">
                  <a16:creationId xmlns:a16="http://schemas.microsoft.com/office/drawing/2014/main" id="{1AF54867-DA9A-D44B-ACE7-A23261C32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4" name="Line 90">
              <a:extLst>
                <a:ext uri="{FF2B5EF4-FFF2-40B4-BE49-F238E27FC236}">
                  <a16:creationId xmlns:a16="http://schemas.microsoft.com/office/drawing/2014/main" id="{53030CE7-021E-CB43-B545-BFCAA07CA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216" name="Rectangle 92">
            <a:extLst>
              <a:ext uri="{FF2B5EF4-FFF2-40B4-BE49-F238E27FC236}">
                <a16:creationId xmlns:a16="http://schemas.microsoft.com/office/drawing/2014/main" id="{757774A7-1B97-B444-BF83-D6A5FA8E71F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85075" y="4465638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6217" name="Line 93">
            <a:extLst>
              <a:ext uri="{FF2B5EF4-FFF2-40B4-BE49-F238E27FC236}">
                <a16:creationId xmlns:a16="http://schemas.microsoft.com/office/drawing/2014/main" id="{0053716E-B5FD-4F48-87D2-F7EC874EDF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559175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18" name="Rectangle 94">
            <a:extLst>
              <a:ext uri="{FF2B5EF4-FFF2-40B4-BE49-F238E27FC236}">
                <a16:creationId xmlns:a16="http://schemas.microsoft.com/office/drawing/2014/main" id="{35CE4278-908B-DD4C-AD0F-A018AF742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3436938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6219" name="Line 95">
            <a:extLst>
              <a:ext uri="{FF2B5EF4-FFF2-40B4-BE49-F238E27FC236}">
                <a16:creationId xmlns:a16="http://schemas.microsoft.com/office/drawing/2014/main" id="{C82551FC-501B-1140-A527-D57486E95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49421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20" name="Rectangle 96">
            <a:extLst>
              <a:ext uri="{FF2B5EF4-FFF2-40B4-BE49-F238E27FC236}">
                <a16:creationId xmlns:a16="http://schemas.microsoft.com/office/drawing/2014/main" id="{517BA9F9-4D02-6A4A-BA5E-04E1173BF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62513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21" name="Line 97">
            <a:extLst>
              <a:ext uri="{FF2B5EF4-FFF2-40B4-BE49-F238E27FC236}">
                <a16:creationId xmlns:a16="http://schemas.microsoft.com/office/drawing/2014/main" id="{FAA933A7-9991-CF4C-9939-A53101969C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584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22" name="Rectangle 98">
            <a:extLst>
              <a:ext uri="{FF2B5EF4-FFF2-40B4-BE49-F238E27FC236}">
                <a16:creationId xmlns:a16="http://schemas.microsoft.com/office/drawing/2014/main" id="{5F8BA4CE-EE00-F242-99D8-0024A857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56577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6223" name="Rectangle 99">
            <a:extLst>
              <a:ext uri="{FF2B5EF4-FFF2-40B4-BE49-F238E27FC236}">
                <a16:creationId xmlns:a16="http://schemas.microsoft.com/office/drawing/2014/main" id="{4AC378C7-DFC4-3B45-A76B-299AB50F4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5060950"/>
            <a:ext cx="858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6224" name="Line 100">
            <a:extLst>
              <a:ext uri="{FF2B5EF4-FFF2-40B4-BE49-F238E27FC236}">
                <a16:creationId xmlns:a16="http://schemas.microsoft.com/office/drawing/2014/main" id="{29061262-EE26-5947-AC80-C5C1C3DB9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76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25" name="Line 101">
            <a:extLst>
              <a:ext uri="{FF2B5EF4-FFF2-40B4-BE49-F238E27FC236}">
                <a16:creationId xmlns:a16="http://schemas.microsoft.com/office/drawing/2014/main" id="{B8468BE3-7182-6A4F-813F-96BBF5CF1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585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26" name="Oval 102">
            <a:extLst>
              <a:ext uri="{FF2B5EF4-FFF2-40B4-BE49-F238E27FC236}">
                <a16:creationId xmlns:a16="http://schemas.microsoft.com/office/drawing/2014/main" id="{026BEC64-2CE4-C64E-84DC-0158C8A9C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80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27" name="Rectangle 103">
            <a:extLst>
              <a:ext uri="{FF2B5EF4-FFF2-40B4-BE49-F238E27FC236}">
                <a16:creationId xmlns:a16="http://schemas.microsoft.com/office/drawing/2014/main" id="{1C75E62D-0AED-4144-AACC-32515E676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845050"/>
            <a:ext cx="711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6228" name="Line 104">
            <a:extLst>
              <a:ext uri="{FF2B5EF4-FFF2-40B4-BE49-F238E27FC236}">
                <a16:creationId xmlns:a16="http://schemas.microsoft.com/office/drawing/2014/main" id="{7BEB3625-7D5B-5546-AD74-E9024B501C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506253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29" name="Line 105">
            <a:extLst>
              <a:ext uri="{FF2B5EF4-FFF2-40B4-BE49-F238E27FC236}">
                <a16:creationId xmlns:a16="http://schemas.microsoft.com/office/drawing/2014/main" id="{51918079-E6B9-0344-A217-A9771BEBBC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49990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30" name="Rectangle 106">
            <a:extLst>
              <a:ext uri="{FF2B5EF4-FFF2-40B4-BE49-F238E27FC236}">
                <a16:creationId xmlns:a16="http://schemas.microsoft.com/office/drawing/2014/main" id="{F47971ED-00BE-7744-8D0B-2CB3CBFC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13080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6231" name="Line 107">
            <a:extLst>
              <a:ext uri="{FF2B5EF4-FFF2-40B4-BE49-F238E27FC236}">
                <a16:creationId xmlns:a16="http://schemas.microsoft.com/office/drawing/2014/main" id="{79C02B45-C73B-5640-AD95-2E489D9A58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59175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32" name="Line 108">
            <a:extLst>
              <a:ext uri="{FF2B5EF4-FFF2-40B4-BE49-F238E27FC236}">
                <a16:creationId xmlns:a16="http://schemas.microsoft.com/office/drawing/2014/main" id="{941D3161-2136-F044-8004-601B604D6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22750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33" name="Rectangle 109">
            <a:extLst>
              <a:ext uri="{FF2B5EF4-FFF2-40B4-BE49-F238E27FC236}">
                <a16:creationId xmlns:a16="http://schemas.microsoft.com/office/drawing/2014/main" id="{6B08DA5B-E5ED-4E48-BA02-2A48FF922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46638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6234" name="Rectangle 110">
            <a:extLst>
              <a:ext uri="{FF2B5EF4-FFF2-40B4-BE49-F238E27FC236}">
                <a16:creationId xmlns:a16="http://schemas.microsoft.com/office/drawing/2014/main" id="{0141315F-5D09-5B46-AD9A-4A097972E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52022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6235" name="Line 111">
            <a:extLst>
              <a:ext uri="{FF2B5EF4-FFF2-40B4-BE49-F238E27FC236}">
                <a16:creationId xmlns:a16="http://schemas.microsoft.com/office/drawing/2014/main" id="{7C78AB59-CD62-5646-A456-B41F8FEF3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50133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36" name="Line 112">
            <a:extLst>
              <a:ext uri="{FF2B5EF4-FFF2-40B4-BE49-F238E27FC236}">
                <a16:creationId xmlns:a16="http://schemas.microsoft.com/office/drawing/2014/main" id="{421C23D5-5277-F14B-8B6C-51835688B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041900"/>
            <a:ext cx="0" cy="434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37" name="Line 113">
            <a:extLst>
              <a:ext uri="{FF2B5EF4-FFF2-40B4-BE49-F238E27FC236}">
                <a16:creationId xmlns:a16="http://schemas.microsoft.com/office/drawing/2014/main" id="{8314DAB6-598D-044C-A6A8-6B88A9C3A5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548957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38" name="Line 114">
            <a:extLst>
              <a:ext uri="{FF2B5EF4-FFF2-40B4-BE49-F238E27FC236}">
                <a16:creationId xmlns:a16="http://schemas.microsoft.com/office/drawing/2014/main" id="{9D8B57F3-F8FD-2141-A16C-78E0FFE84C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9482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39" name="Rectangle 115">
            <a:extLst>
              <a:ext uri="{FF2B5EF4-FFF2-40B4-BE49-F238E27FC236}">
                <a16:creationId xmlns:a16="http://schemas.microsoft.com/office/drawing/2014/main" id="{F56464B3-84D0-C649-85A5-08C7A0828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46497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6240" name="Rectangle 116">
            <a:extLst>
              <a:ext uri="{FF2B5EF4-FFF2-40B4-BE49-F238E27FC236}">
                <a16:creationId xmlns:a16="http://schemas.microsoft.com/office/drawing/2014/main" id="{B42FAA7F-8CD2-264A-8843-5A703E6DB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13138"/>
            <a:ext cx="915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6241" name="Line 117">
            <a:extLst>
              <a:ext uri="{FF2B5EF4-FFF2-40B4-BE49-F238E27FC236}">
                <a16:creationId xmlns:a16="http://schemas.microsoft.com/office/drawing/2014/main" id="{B7C1722D-5ACD-8144-B484-07177C8A8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508500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2" name="Line 118">
            <a:extLst>
              <a:ext uri="{FF2B5EF4-FFF2-40B4-BE49-F238E27FC236}">
                <a16:creationId xmlns:a16="http://schemas.microsoft.com/office/drawing/2014/main" id="{2B3D1C43-05F0-3148-857E-AA4F1CDA9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54600"/>
            <a:ext cx="121126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3" name="Rectangle 119">
            <a:extLst>
              <a:ext uri="{FF2B5EF4-FFF2-40B4-BE49-F238E27FC236}">
                <a16:creationId xmlns:a16="http://schemas.microsoft.com/office/drawing/2014/main" id="{6B72B633-8FE7-3C40-95C5-1520A26BDC4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65713" y="4060825"/>
            <a:ext cx="596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6244" name="Line 120">
            <a:extLst>
              <a:ext uri="{FF2B5EF4-FFF2-40B4-BE49-F238E27FC236}">
                <a16:creationId xmlns:a16="http://schemas.microsoft.com/office/drawing/2014/main" id="{205D894A-600A-3F45-BC49-78369114BA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340100"/>
            <a:ext cx="0" cy="71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5" name="Line 121">
            <a:extLst>
              <a:ext uri="{FF2B5EF4-FFF2-40B4-BE49-F238E27FC236}">
                <a16:creationId xmlns:a16="http://schemas.microsoft.com/office/drawing/2014/main" id="{6AC9F86F-F5B9-4144-9570-C492F97977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0386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" name="Rectangle 122">
            <a:extLst>
              <a:ext uri="{FF2B5EF4-FFF2-40B4-BE49-F238E27FC236}">
                <a16:creationId xmlns:a16="http://schemas.microsoft.com/office/drawing/2014/main" id="{45F86FA4-2B26-4648-99AE-23FCBE55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3581400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6247" name="Rectangle 123">
            <a:extLst>
              <a:ext uri="{FF2B5EF4-FFF2-40B4-BE49-F238E27FC236}">
                <a16:creationId xmlns:a16="http://schemas.microsoft.com/office/drawing/2014/main" id="{D33F8D02-05FF-F34B-A619-0C35A5595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038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248" name="Rectangle 124">
            <a:extLst>
              <a:ext uri="{FF2B5EF4-FFF2-40B4-BE49-F238E27FC236}">
                <a16:creationId xmlns:a16="http://schemas.microsoft.com/office/drawing/2014/main" id="{6CEE8EA5-F305-4C46-BC05-7583CE69B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8180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249" name="Rectangle 125">
            <a:extLst>
              <a:ext uri="{FF2B5EF4-FFF2-40B4-BE49-F238E27FC236}">
                <a16:creationId xmlns:a16="http://schemas.microsoft.com/office/drawing/2014/main" id="{62654C15-566D-C548-993F-74E0CAA36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672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250" name="Rectangle 126">
            <a:extLst>
              <a:ext uri="{FF2B5EF4-FFF2-40B4-BE49-F238E27FC236}">
                <a16:creationId xmlns:a16="http://schemas.microsoft.com/office/drawing/2014/main" id="{3DBAEBDF-4BC1-9244-816B-6F696A789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0466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251" name="Rectangle 127">
            <a:extLst>
              <a:ext uri="{FF2B5EF4-FFF2-40B4-BE49-F238E27FC236}">
                <a16:creationId xmlns:a16="http://schemas.microsoft.com/office/drawing/2014/main" id="{8DCD75C6-77DE-CA4D-89BA-BF40C999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8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252" name="Rectangle 128">
            <a:extLst>
              <a:ext uri="{FF2B5EF4-FFF2-40B4-BE49-F238E27FC236}">
                <a16:creationId xmlns:a16="http://schemas.microsoft.com/office/drawing/2014/main" id="{2B47186F-6A1D-2044-AF86-B9830F22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253" name="Rectangle 129">
            <a:extLst>
              <a:ext uri="{FF2B5EF4-FFF2-40B4-BE49-F238E27FC236}">
                <a16:creationId xmlns:a16="http://schemas.microsoft.com/office/drawing/2014/main" id="{8E90FE28-9F3B-CB41-A5F0-6D4FA321D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75" y="1079500"/>
            <a:ext cx="1203325" cy="11017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54" name="Line 130">
            <a:extLst>
              <a:ext uri="{FF2B5EF4-FFF2-40B4-BE49-F238E27FC236}">
                <a16:creationId xmlns:a16="http://schemas.microsoft.com/office/drawing/2014/main" id="{B3BEE899-29E3-304A-ADFF-239CF3FD11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03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5" name="Line 131">
            <a:extLst>
              <a:ext uri="{FF2B5EF4-FFF2-40B4-BE49-F238E27FC236}">
                <a16:creationId xmlns:a16="http://schemas.microsoft.com/office/drawing/2014/main" id="{E62CA3A3-493F-B74C-965E-E50E146179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0475" y="195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6" name="Line 132">
            <a:extLst>
              <a:ext uri="{FF2B5EF4-FFF2-40B4-BE49-F238E27FC236}">
                <a16:creationId xmlns:a16="http://schemas.microsoft.com/office/drawing/2014/main" id="{762C1BA9-7CFE-D74F-B9EC-AFD3CF0D87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35075" y="204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57" name="Oval 133">
            <a:extLst>
              <a:ext uri="{FF2B5EF4-FFF2-40B4-BE49-F238E27FC236}">
                <a16:creationId xmlns:a16="http://schemas.microsoft.com/office/drawing/2014/main" id="{D6FE0A6D-B5F8-1042-A3BA-7AEEBED8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75" y="199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58" name="Rectangle 134">
            <a:extLst>
              <a:ext uri="{FF2B5EF4-FFF2-40B4-BE49-F238E27FC236}">
                <a16:creationId xmlns:a16="http://schemas.microsoft.com/office/drawing/2014/main" id="{D1449482-35E2-234C-B1E3-36EC1EC5F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1392238"/>
            <a:ext cx="12319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Fetch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6259" name="Rectangle 135">
            <a:extLst>
              <a:ext uri="{FF2B5EF4-FFF2-40B4-BE49-F238E27FC236}">
                <a16:creationId xmlns:a16="http://schemas.microsoft.com/office/drawing/2014/main" id="{41123102-023F-BE49-B186-C27FBFF98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184467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6260" name="Line 136">
            <a:extLst>
              <a:ext uri="{FF2B5EF4-FFF2-40B4-BE49-F238E27FC236}">
                <a16:creationId xmlns:a16="http://schemas.microsoft.com/office/drawing/2014/main" id="{5A3448E2-AAF6-AF4F-B699-071DBB7B8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14478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61" name="Rectangle 137">
            <a:extLst>
              <a:ext uri="{FF2B5EF4-FFF2-40B4-BE49-F238E27FC236}">
                <a16:creationId xmlns:a16="http://schemas.microsoft.com/office/drawing/2014/main" id="{ED383A1D-8D49-B74E-9273-7659BFCA5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1135063"/>
            <a:ext cx="18716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6262" name="Line 138">
            <a:extLst>
              <a:ext uri="{FF2B5EF4-FFF2-40B4-BE49-F238E27FC236}">
                <a16:creationId xmlns:a16="http://schemas.microsoft.com/office/drawing/2014/main" id="{3E55AA78-BCAB-FF44-9ED9-8E3736447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15240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63" name="Line 139">
            <a:extLst>
              <a:ext uri="{FF2B5EF4-FFF2-40B4-BE49-F238E27FC236}">
                <a16:creationId xmlns:a16="http://schemas.microsoft.com/office/drawing/2014/main" id="{146DADDE-B711-9440-82DA-1CED43B87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12192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64" name="Rectangle 140">
            <a:extLst>
              <a:ext uri="{FF2B5EF4-FFF2-40B4-BE49-F238E27FC236}">
                <a16:creationId xmlns:a16="http://schemas.microsoft.com/office/drawing/2014/main" id="{7DD8441B-D4EB-6C41-82F4-2C84A1D5C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1235075"/>
            <a:ext cx="7223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6265" name="Rectangle 141">
            <a:extLst>
              <a:ext uri="{FF2B5EF4-FFF2-40B4-BE49-F238E27FC236}">
                <a16:creationId xmlns:a16="http://schemas.microsoft.com/office/drawing/2014/main" id="{C36832F1-5711-BE4C-B5B3-2CC323FC6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854075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6266" name="Line 142">
            <a:extLst>
              <a:ext uri="{FF2B5EF4-FFF2-40B4-BE49-F238E27FC236}">
                <a16:creationId xmlns:a16="http://schemas.microsoft.com/office/drawing/2014/main" id="{21AB0862-F58E-A749-A274-3D864DC05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1460500"/>
            <a:ext cx="0" cy="180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67" name="Rectangle 143">
            <a:extLst>
              <a:ext uri="{FF2B5EF4-FFF2-40B4-BE49-F238E27FC236}">
                <a16:creationId xmlns:a16="http://schemas.microsoft.com/office/drawing/2014/main" id="{97D8B76A-39A2-A54A-BB65-1AACA594EBC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94781" y="1708944"/>
            <a:ext cx="938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16:20&gt;</a:t>
            </a:r>
          </a:p>
        </p:txBody>
      </p:sp>
      <p:sp>
        <p:nvSpPr>
          <p:cNvPr id="6268" name="Rectangle 144">
            <a:extLst>
              <a:ext uri="{FF2B5EF4-FFF2-40B4-BE49-F238E27FC236}">
                <a16:creationId xmlns:a16="http://schemas.microsoft.com/office/drawing/2014/main" id="{5029A1E3-42DF-3B45-9C15-7EE5E442827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237581" y="1708944"/>
            <a:ext cx="938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&lt;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21:25&gt;</a:t>
            </a:r>
          </a:p>
        </p:txBody>
      </p:sp>
      <p:sp>
        <p:nvSpPr>
          <p:cNvPr id="6269" name="Rectangle 145">
            <a:extLst>
              <a:ext uri="{FF2B5EF4-FFF2-40B4-BE49-F238E27FC236}">
                <a16:creationId xmlns:a16="http://schemas.microsoft.com/office/drawing/2014/main" id="{ABC7D0AF-0044-884D-92D9-48F168E7557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75782" y="1707356"/>
            <a:ext cx="938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6270" name="Rectangle 146">
            <a:extLst>
              <a:ext uri="{FF2B5EF4-FFF2-40B4-BE49-F238E27FC236}">
                <a16:creationId xmlns:a16="http://schemas.microsoft.com/office/drawing/2014/main" id="{78DB86A0-AB05-6D4A-9629-06800CD287D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38538" y="1701800"/>
            <a:ext cx="8255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6271" name="Line 147">
            <a:extLst>
              <a:ext uri="{FF2B5EF4-FFF2-40B4-BE49-F238E27FC236}">
                <a16:creationId xmlns:a16="http://schemas.microsoft.com/office/drawing/2014/main" id="{A3C3E33A-BA49-3B41-8463-C41D0BCAF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460500"/>
            <a:ext cx="0" cy="172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72" name="Line 148">
            <a:extLst>
              <a:ext uri="{FF2B5EF4-FFF2-40B4-BE49-F238E27FC236}">
                <a16:creationId xmlns:a16="http://schemas.microsoft.com/office/drawing/2014/main" id="{49A5D7A8-00D0-A94F-938D-759B49D9C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4605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73" name="Line 149">
            <a:extLst>
              <a:ext uri="{FF2B5EF4-FFF2-40B4-BE49-F238E27FC236}">
                <a16:creationId xmlns:a16="http://schemas.microsoft.com/office/drawing/2014/main" id="{BC483F8D-4A7D-BA4C-8A97-D32177CFB7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460500"/>
            <a:ext cx="0" cy="1270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74" name="Rectangle 150">
            <a:extLst>
              <a:ext uri="{FF2B5EF4-FFF2-40B4-BE49-F238E27FC236}">
                <a16:creationId xmlns:a16="http://schemas.microsoft.com/office/drawing/2014/main" id="{56D6B100-5555-0643-9195-F88CFC8D8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2514600"/>
            <a:ext cx="8255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6275" name="Rectangle 151">
            <a:extLst>
              <a:ext uri="{FF2B5EF4-FFF2-40B4-BE49-F238E27FC236}">
                <a16:creationId xmlns:a16="http://schemas.microsoft.com/office/drawing/2014/main" id="{05134343-CEEC-2C43-9BA9-05D5FF10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220980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6276" name="Rectangle 152">
            <a:extLst>
              <a:ext uri="{FF2B5EF4-FFF2-40B4-BE49-F238E27FC236}">
                <a16:creationId xmlns:a16="http://schemas.microsoft.com/office/drawing/2014/main" id="{9422A0AE-571C-2F41-80E5-86DDFB9B9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927100"/>
            <a:ext cx="812800" cy="889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77" name="Rectangle 153">
            <a:extLst>
              <a:ext uri="{FF2B5EF4-FFF2-40B4-BE49-F238E27FC236}">
                <a16:creationId xmlns:a16="http://schemas.microsoft.com/office/drawing/2014/main" id="{7D863C06-BB9E-E642-AC29-C3F0B3A1F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488" y="1120775"/>
            <a:ext cx="90328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Main</a:t>
            </a:r>
          </a:p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6278" name="Rectangle 154">
            <a:extLst>
              <a:ext uri="{FF2B5EF4-FFF2-40B4-BE49-F238E27FC236}">
                <a16:creationId xmlns:a16="http://schemas.microsoft.com/office/drawing/2014/main" id="{115F61F5-CD50-D342-B6F0-664AE9DFC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1143000"/>
            <a:ext cx="4286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6279" name="Rectangle 155">
            <a:extLst>
              <a:ext uri="{FF2B5EF4-FFF2-40B4-BE49-F238E27FC236}">
                <a16:creationId xmlns:a16="http://schemas.microsoft.com/office/drawing/2014/main" id="{ED7EB2B1-4D1B-2E4E-B741-EDAF0296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2425700"/>
            <a:ext cx="812800" cy="5842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80" name="Rectangle 156">
            <a:extLst>
              <a:ext uri="{FF2B5EF4-FFF2-40B4-BE49-F238E27FC236}">
                <a16:creationId xmlns:a16="http://schemas.microsoft.com/office/drawing/2014/main" id="{9ECFDCC9-01C3-9841-AF7F-4E7ED835E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488" y="2459038"/>
            <a:ext cx="90328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</a:p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6281" name="Rectangle 158">
            <a:extLst>
              <a:ext uri="{FF2B5EF4-FFF2-40B4-BE49-F238E27FC236}">
                <a16:creationId xmlns:a16="http://schemas.microsoft.com/office/drawing/2014/main" id="{9412767C-E471-A542-9F2A-AD323A19D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2743200"/>
            <a:ext cx="6096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6282" name="Rectangle 159">
            <a:extLst>
              <a:ext uri="{FF2B5EF4-FFF2-40B4-BE49-F238E27FC236}">
                <a16:creationId xmlns:a16="http://schemas.microsoft.com/office/drawing/2014/main" id="{F2840A7B-0BA4-F149-AB74-D48E84271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1905000"/>
            <a:ext cx="844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6283" name="Line 160">
            <a:extLst>
              <a:ext uri="{FF2B5EF4-FFF2-40B4-BE49-F238E27FC236}">
                <a16:creationId xmlns:a16="http://schemas.microsoft.com/office/drawing/2014/main" id="{4F368C05-8344-7342-B887-839272F6E0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75250" y="3130550"/>
            <a:ext cx="1651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84" name="Rectangle 161">
            <a:extLst>
              <a:ext uri="{FF2B5EF4-FFF2-40B4-BE49-F238E27FC236}">
                <a16:creationId xmlns:a16="http://schemas.microsoft.com/office/drawing/2014/main" id="{4E35720A-990E-5344-94EE-8B9F7BB11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31242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285" name="Line 162">
            <a:extLst>
              <a:ext uri="{FF2B5EF4-FFF2-40B4-BE49-F238E27FC236}">
                <a16:creationId xmlns:a16="http://schemas.microsoft.com/office/drawing/2014/main" id="{0F85612E-79B9-104C-A127-4C6171238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11430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86" name="Rectangle 163">
            <a:extLst>
              <a:ext uri="{FF2B5EF4-FFF2-40B4-BE49-F238E27FC236}">
                <a16:creationId xmlns:a16="http://schemas.microsoft.com/office/drawing/2014/main" id="{BCA4DF5D-4FA5-164E-BEFC-6E2F46957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838200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6287" name="Line 164">
            <a:extLst>
              <a:ext uri="{FF2B5EF4-FFF2-40B4-BE49-F238E27FC236}">
                <a16:creationId xmlns:a16="http://schemas.microsoft.com/office/drawing/2014/main" id="{731666B3-C4B8-C44A-83AC-D95DDFADB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14478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88" name="Rectangle 165">
            <a:extLst>
              <a:ext uri="{FF2B5EF4-FFF2-40B4-BE49-F238E27FC236}">
                <a16:creationId xmlns:a16="http://schemas.microsoft.com/office/drawing/2014/main" id="{28A817C5-801B-9442-8BAB-E2C7F0007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143000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6289" name="Rectangle 166">
            <a:extLst>
              <a:ext uri="{FF2B5EF4-FFF2-40B4-BE49-F238E27FC236}">
                <a16:creationId xmlns:a16="http://schemas.microsoft.com/office/drawing/2014/main" id="{F6CC268D-BCF1-AC44-81D5-AFCEFC7A3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3" y="1357313"/>
            <a:ext cx="282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6290" name="Rectangle 167">
            <a:extLst>
              <a:ext uri="{FF2B5EF4-FFF2-40B4-BE49-F238E27FC236}">
                <a16:creationId xmlns:a16="http://schemas.microsoft.com/office/drawing/2014/main" id="{55B6DF41-EC84-C146-ABC0-5369AF6C4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430463"/>
            <a:ext cx="7127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&lt;5:0&gt;</a:t>
            </a:r>
          </a:p>
        </p:txBody>
      </p:sp>
      <p:sp>
        <p:nvSpPr>
          <p:cNvPr id="6291" name="Rectangle 168">
            <a:extLst>
              <a:ext uri="{FF2B5EF4-FFF2-40B4-BE49-F238E27FC236}">
                <a16:creationId xmlns:a16="http://schemas.microsoft.com/office/drawing/2014/main" id="{426D3C9E-ACDC-CD47-8264-62805E60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13" y="906463"/>
            <a:ext cx="938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&lt;31:26&gt;</a:t>
            </a:r>
          </a:p>
        </p:txBody>
      </p:sp>
      <p:sp>
        <p:nvSpPr>
          <p:cNvPr id="6292" name="Rectangle 169">
            <a:extLst>
              <a:ext uri="{FF2B5EF4-FFF2-40B4-BE49-F238E27FC236}">
                <a16:creationId xmlns:a16="http://schemas.microsoft.com/office/drawing/2014/main" id="{531A3B81-ED40-1F42-92F8-07ED75582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5478463"/>
            <a:ext cx="12620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Instr&lt;15:0</a:t>
            </a:r>
            <a:r>
              <a:rPr lang="en-US" altLang="zh-CN" b="0"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6293" name="Line 170">
            <a:extLst>
              <a:ext uri="{FF2B5EF4-FFF2-40B4-BE49-F238E27FC236}">
                <a16:creationId xmlns:a16="http://schemas.microsoft.com/office/drawing/2014/main" id="{F0F42D07-419C-6A46-A202-40CB85D1E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1828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94" name="Rectangle 171">
            <a:extLst>
              <a:ext uri="{FF2B5EF4-FFF2-40B4-BE49-F238E27FC236}">
                <a16:creationId xmlns:a16="http://schemas.microsoft.com/office/drawing/2014/main" id="{4E3F24CA-AB8F-C549-9677-ED5E50BA7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1539875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6295" name="Line 172">
            <a:extLst>
              <a:ext uri="{FF2B5EF4-FFF2-40B4-BE49-F238E27FC236}">
                <a16:creationId xmlns:a16="http://schemas.microsoft.com/office/drawing/2014/main" id="{2D1D0380-075C-3344-B4A8-B3A86F6B2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231900"/>
            <a:ext cx="0" cy="149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96" name="Line 173">
            <a:extLst>
              <a:ext uri="{FF2B5EF4-FFF2-40B4-BE49-F238E27FC236}">
                <a16:creationId xmlns:a16="http://schemas.microsoft.com/office/drawing/2014/main" id="{DFAE24E4-4BB5-DB4F-A3F5-CC49FB32E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27432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97" name="Line 174">
            <a:extLst>
              <a:ext uri="{FF2B5EF4-FFF2-40B4-BE49-F238E27FC236}">
                <a16:creationId xmlns:a16="http://schemas.microsoft.com/office/drawing/2014/main" id="{0D63EAFF-4BAF-BD40-ACC9-6444637F9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12192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98" name="Line 175">
            <a:extLst>
              <a:ext uri="{FF2B5EF4-FFF2-40B4-BE49-F238E27FC236}">
                <a16:creationId xmlns:a16="http://schemas.microsoft.com/office/drawing/2014/main" id="{663EE49B-D09F-3047-85DE-F73EF6F9F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18415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99" name="Line 176">
            <a:extLst>
              <a:ext uri="{FF2B5EF4-FFF2-40B4-BE49-F238E27FC236}">
                <a16:creationId xmlns:a16="http://schemas.microsoft.com/office/drawing/2014/main" id="{C43809C1-C8F4-CC4B-84E6-A18438CC05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1450" y="1911350"/>
            <a:ext cx="1651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00" name="Rectangle 177">
            <a:extLst>
              <a:ext uri="{FF2B5EF4-FFF2-40B4-BE49-F238E27FC236}">
                <a16:creationId xmlns:a16="http://schemas.microsoft.com/office/drawing/2014/main" id="{678BC154-E471-1A49-BDAC-BA691C3DF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19050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C39F8AF-1331-4046-8C60-B9AACD3EB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670425" cy="368300"/>
          </a:xfrm>
          <a:noFill/>
        </p:spPr>
        <p:txBody>
          <a:bodyPr wrap="none"/>
          <a:lstStyle/>
          <a:p>
            <a:r>
              <a:rPr lang="zh-CN" altLang="en-US">
                <a:ea typeface="宋体" panose="02010600030101010101" pitchFamily="2" charset="-122"/>
              </a:rPr>
              <a:t>复习：</a:t>
            </a:r>
            <a:r>
              <a:rPr lang="en-US" altLang="zh-CN">
                <a:ea typeface="宋体" panose="02010600030101010101" pitchFamily="2" charset="-122"/>
              </a:rPr>
              <a:t>Multiple Cycle Processor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CB9ACDA-A896-B54B-8AD2-510AC8AEB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838200"/>
            <a:ext cx="8191500" cy="371475"/>
          </a:xfrm>
          <a:noFill/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000">
                <a:ea typeface="黑体" panose="02010609060101010101" pitchFamily="49" charset="-122"/>
              </a:rPr>
              <a:t>一个功能部件在一个指令周期中可以被使用多次。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552EC31-9893-DD4E-BCF3-C4A9FDC76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8321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F1D03F76-988D-CC40-8B0F-9C41BE5D6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2972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Ideal</a:t>
            </a:r>
          </a:p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70B743F2-D2D7-4448-8252-3EAA85533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757613"/>
            <a:ext cx="801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WrAdr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7BF6F647-B4CE-7C43-9373-337F078AF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9862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9D692C53-6534-ED43-BE3E-538E723B1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995613"/>
            <a:ext cx="6762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RAdr</a:t>
            </a:r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BFEC7A6F-A224-BD41-8AD3-F317F6F545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124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758A5FA9-1726-1A40-9452-984EFD6FB3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8862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EDF3B1B0-3082-FE42-960F-1C94BD876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B9BFA8CB-87CA-8F43-BBAC-339AC9157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3910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05" name="Line 13">
            <a:extLst>
              <a:ext uri="{FF2B5EF4-FFF2-40B4-BE49-F238E27FC236}">
                <a16:creationId xmlns:a16="http://schemas.microsoft.com/office/drawing/2014/main" id="{4789FCBE-98BA-5B48-B8F9-A81F68EC43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1910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EA48330F-EE52-1F44-96A9-9FC47A5D46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121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53FBA154-9AB0-9545-9DA5-65851F4B5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214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08" name="Line 16">
            <a:extLst>
              <a:ext uri="{FF2B5EF4-FFF2-40B4-BE49-F238E27FC236}">
                <a16:creationId xmlns:a16="http://schemas.microsoft.com/office/drawing/2014/main" id="{4F9073C9-6F5C-FD4B-8C90-1EB32565CA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1148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9" name="Line 17">
            <a:extLst>
              <a:ext uri="{FF2B5EF4-FFF2-40B4-BE49-F238E27FC236}">
                <a16:creationId xmlns:a16="http://schemas.microsoft.com/office/drawing/2014/main" id="{37660CC0-D13E-3E48-A444-466E62C46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044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9F6C6CD0-27E1-854D-984B-38CF0563D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757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F273DE20-3789-0044-B93F-6ED937509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39481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8212" name="Line 20">
            <a:extLst>
              <a:ext uri="{FF2B5EF4-FFF2-40B4-BE49-F238E27FC236}">
                <a16:creationId xmlns:a16="http://schemas.microsoft.com/office/drawing/2014/main" id="{09BBE4DA-B7FF-E04C-B241-CCE1B995C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1463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" name="Rectangle 21">
            <a:extLst>
              <a:ext uri="{FF2B5EF4-FFF2-40B4-BE49-F238E27FC236}">
                <a16:creationId xmlns:a16="http://schemas.microsoft.com/office/drawing/2014/main" id="{2E635DBF-A2F2-7D45-9521-5C72F3D3F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846263"/>
            <a:ext cx="915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8214" name="Line 22">
            <a:extLst>
              <a:ext uri="{FF2B5EF4-FFF2-40B4-BE49-F238E27FC236}">
                <a16:creationId xmlns:a16="http://schemas.microsoft.com/office/drawing/2014/main" id="{0788745F-AC95-B248-833E-1DA4EB39BD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6670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5" name="Line 23">
            <a:extLst>
              <a:ext uri="{FF2B5EF4-FFF2-40B4-BE49-F238E27FC236}">
                <a16:creationId xmlns:a16="http://schemas.microsoft.com/office/drawing/2014/main" id="{84516E20-DA7F-8242-BFC2-EFD39C3FCB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368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6" name="Rectangle 24">
            <a:extLst>
              <a:ext uri="{FF2B5EF4-FFF2-40B4-BE49-F238E27FC236}">
                <a16:creationId xmlns:a16="http://schemas.microsoft.com/office/drawing/2014/main" id="{C4536EB3-A0E6-2A44-850F-58E11ECC9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157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8217" name="Group 34">
            <a:extLst>
              <a:ext uri="{FF2B5EF4-FFF2-40B4-BE49-F238E27FC236}">
                <a16:creationId xmlns:a16="http://schemas.microsoft.com/office/drawing/2014/main" id="{195193F6-2FB0-2A44-9258-CB3EC8FB4DC4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755900"/>
            <a:ext cx="381000" cy="1295400"/>
            <a:chOff x="4944" y="1736"/>
            <a:chExt cx="240" cy="816"/>
          </a:xfrm>
        </p:grpSpPr>
        <p:sp>
          <p:nvSpPr>
            <p:cNvPr id="8421" name="Line 25">
              <a:extLst>
                <a:ext uri="{FF2B5EF4-FFF2-40B4-BE49-F238E27FC236}">
                  <a16:creationId xmlns:a16="http://schemas.microsoft.com/office/drawing/2014/main" id="{C7C1D8DC-7B2C-FC48-AED2-654C00102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255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2" name="Line 26">
              <a:extLst>
                <a:ext uri="{FF2B5EF4-FFF2-40B4-BE49-F238E27FC236}">
                  <a16:creationId xmlns:a16="http://schemas.microsoft.com/office/drawing/2014/main" id="{2308D7A4-34A3-9443-8376-80BE81866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736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3" name="Line 27">
              <a:extLst>
                <a:ext uri="{FF2B5EF4-FFF2-40B4-BE49-F238E27FC236}">
                  <a16:creationId xmlns:a16="http://schemas.microsoft.com/office/drawing/2014/main" id="{30121778-2C55-5E4E-8052-598D5D8CA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736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4" name="Line 28">
              <a:extLst>
                <a:ext uri="{FF2B5EF4-FFF2-40B4-BE49-F238E27FC236}">
                  <a16:creationId xmlns:a16="http://schemas.microsoft.com/office/drawing/2014/main" id="{1D129B2F-5F63-F840-BFAB-B24AE6456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885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5" name="Line 29">
              <a:extLst>
                <a:ext uri="{FF2B5EF4-FFF2-40B4-BE49-F238E27FC236}">
                  <a16:creationId xmlns:a16="http://schemas.microsoft.com/office/drawing/2014/main" id="{FC31FBD8-2DAF-654C-89CF-00CAC446EE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87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6" name="Line 30">
              <a:extLst>
                <a:ext uri="{FF2B5EF4-FFF2-40B4-BE49-F238E27FC236}">
                  <a16:creationId xmlns:a16="http://schemas.microsoft.com/office/drawing/2014/main" id="{0A64FDBD-C95C-584D-B266-AC15C9829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07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7" name="Rectangle 31">
              <a:extLst>
                <a:ext uri="{FF2B5EF4-FFF2-40B4-BE49-F238E27FC236}">
                  <a16:creationId xmlns:a16="http://schemas.microsoft.com/office/drawing/2014/main" id="{B23CCF56-95E1-3A4B-BE21-824B9A42BE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052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8428" name="Line 32">
              <a:extLst>
                <a:ext uri="{FF2B5EF4-FFF2-40B4-BE49-F238E27FC236}">
                  <a16:creationId xmlns:a16="http://schemas.microsoft.com/office/drawing/2014/main" id="{34B85887-8EA7-E243-8030-ACBC5BB19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033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9" name="Line 33">
              <a:extLst>
                <a:ext uri="{FF2B5EF4-FFF2-40B4-BE49-F238E27FC236}">
                  <a16:creationId xmlns:a16="http://schemas.microsoft.com/office/drawing/2014/main" id="{36DABDB1-2AC9-A244-A947-1F6584868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202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18" name="Group 38">
            <a:extLst>
              <a:ext uri="{FF2B5EF4-FFF2-40B4-BE49-F238E27FC236}">
                <a16:creationId xmlns:a16="http://schemas.microsoft.com/office/drawing/2014/main" id="{ADDED93C-D306-0F4E-9A48-B505EDA11410}"/>
              </a:ext>
            </a:extLst>
          </p:cNvPr>
          <p:cNvGrpSpPr>
            <a:grpSpLocks/>
          </p:cNvGrpSpPr>
          <p:nvPr/>
        </p:nvGrpSpPr>
        <p:grpSpPr bwMode="auto">
          <a:xfrm>
            <a:off x="7300913" y="3816350"/>
            <a:ext cx="560387" cy="427038"/>
            <a:chOff x="4599" y="2404"/>
            <a:chExt cx="353" cy="269"/>
          </a:xfrm>
        </p:grpSpPr>
        <p:sp>
          <p:nvSpPr>
            <p:cNvPr id="8418" name="Line 35">
              <a:extLst>
                <a:ext uri="{FF2B5EF4-FFF2-40B4-BE49-F238E27FC236}">
                  <a16:creationId xmlns:a16="http://schemas.microsoft.com/office/drawing/2014/main" id="{6C66F133-1F2A-E34E-B372-9140B675D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0" y="2448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19" name="Line 36">
              <a:extLst>
                <a:ext uri="{FF2B5EF4-FFF2-40B4-BE49-F238E27FC236}">
                  <a16:creationId xmlns:a16="http://schemas.microsoft.com/office/drawing/2014/main" id="{E97193F3-C711-DB40-B403-E64EFED4B4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2" y="240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20" name="Rectangle 37">
              <a:extLst>
                <a:ext uri="{FF2B5EF4-FFF2-40B4-BE49-F238E27FC236}">
                  <a16:creationId xmlns:a16="http://schemas.microsoft.com/office/drawing/2014/main" id="{4FC1EDCD-550F-FE45-9CE6-A73663364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463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latin typeface="Arial" panose="020B0604020202020204" pitchFamily="34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8219" name="Line 39">
            <a:extLst>
              <a:ext uri="{FF2B5EF4-FFF2-40B4-BE49-F238E27FC236}">
                <a16:creationId xmlns:a16="http://schemas.microsoft.com/office/drawing/2014/main" id="{F416F6B3-0F41-F04C-930F-BE63EF3091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657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0" name="Line 40">
            <a:extLst>
              <a:ext uri="{FF2B5EF4-FFF2-40B4-BE49-F238E27FC236}">
                <a16:creationId xmlns:a16="http://schemas.microsoft.com/office/drawing/2014/main" id="{B1163F48-9F84-3747-96CB-369B7FF94E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1" name="Rectangle 41">
            <a:extLst>
              <a:ext uri="{FF2B5EF4-FFF2-40B4-BE49-F238E27FC236}">
                <a16:creationId xmlns:a16="http://schemas.microsoft.com/office/drawing/2014/main" id="{76D902EC-432F-B149-8209-B5C807F6B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681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22" name="Line 42">
            <a:extLst>
              <a:ext uri="{FF2B5EF4-FFF2-40B4-BE49-F238E27FC236}">
                <a16:creationId xmlns:a16="http://schemas.microsoft.com/office/drawing/2014/main" id="{647FA0B3-4F8B-E942-A666-A6DB492984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38735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3" name="Rectangle 43">
            <a:extLst>
              <a:ext uri="{FF2B5EF4-FFF2-40B4-BE49-F238E27FC236}">
                <a16:creationId xmlns:a16="http://schemas.microsoft.com/office/drawing/2014/main" id="{1DB8B243-0248-0F42-8C80-E221306B9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6388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grpSp>
        <p:nvGrpSpPr>
          <p:cNvPr id="8224" name="Group 46">
            <a:extLst>
              <a:ext uri="{FF2B5EF4-FFF2-40B4-BE49-F238E27FC236}">
                <a16:creationId xmlns:a16="http://schemas.microsoft.com/office/drawing/2014/main" id="{DFB2A51F-34DC-4247-969E-053CE436A18F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267200"/>
            <a:ext cx="903287" cy="577850"/>
            <a:chOff x="4681" y="2688"/>
            <a:chExt cx="569" cy="364"/>
          </a:xfrm>
        </p:grpSpPr>
        <p:sp>
          <p:nvSpPr>
            <p:cNvPr id="8416" name="Rectangle 44">
              <a:extLst>
                <a:ext uri="{FF2B5EF4-FFF2-40B4-BE49-F238E27FC236}">
                  <a16:creationId xmlns:a16="http://schemas.microsoft.com/office/drawing/2014/main" id="{D4493032-B468-FA43-95EF-F5338A796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696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417" name="Rectangle 45">
              <a:extLst>
                <a:ext uri="{FF2B5EF4-FFF2-40B4-BE49-F238E27FC236}">
                  <a16:creationId xmlns:a16="http://schemas.microsoft.com/office/drawing/2014/main" id="{5371F0F4-1864-A54D-9480-93A1EC2F1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688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8225" name="Line 47">
            <a:extLst>
              <a:ext uri="{FF2B5EF4-FFF2-40B4-BE49-F238E27FC236}">
                <a16:creationId xmlns:a16="http://schemas.microsoft.com/office/drawing/2014/main" id="{E102D7ED-26BC-0945-A1E8-885B19E397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7879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6" name="Rectangle 48">
            <a:extLst>
              <a:ext uri="{FF2B5EF4-FFF2-40B4-BE49-F238E27FC236}">
                <a16:creationId xmlns:a16="http://schemas.microsoft.com/office/drawing/2014/main" id="{F6764231-0F3E-DC48-AD42-5F84D6C5A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063" y="2787650"/>
            <a:ext cx="274637" cy="160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227" name="Oval 49">
            <a:extLst>
              <a:ext uri="{FF2B5EF4-FFF2-40B4-BE49-F238E27FC236}">
                <a16:creationId xmlns:a16="http://schemas.microsoft.com/office/drawing/2014/main" id="{7C33F8B4-2E97-B948-8166-06017F4CA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370388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228" name="Rectangle 50">
            <a:extLst>
              <a:ext uri="{FF2B5EF4-FFF2-40B4-BE49-F238E27FC236}">
                <a16:creationId xmlns:a16="http://schemas.microsoft.com/office/drawing/2014/main" id="{E83DCEC3-C1CC-924F-A7BA-6A26EC613D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24932" y="3401219"/>
            <a:ext cx="1671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Instruction Reg</a:t>
            </a:r>
          </a:p>
        </p:txBody>
      </p:sp>
      <p:sp>
        <p:nvSpPr>
          <p:cNvPr id="8229" name="Line 51">
            <a:extLst>
              <a:ext uri="{FF2B5EF4-FFF2-40B4-BE49-F238E27FC236}">
                <a16:creationId xmlns:a16="http://schemas.microsoft.com/office/drawing/2014/main" id="{200D103B-19CD-B34D-8CA5-E7F5F05A24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2004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0" name="Line 52">
            <a:extLst>
              <a:ext uri="{FF2B5EF4-FFF2-40B4-BE49-F238E27FC236}">
                <a16:creationId xmlns:a16="http://schemas.microsoft.com/office/drawing/2014/main" id="{86B35078-8123-3549-85C7-5F1E59B65B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130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1" name="Rectangle 53">
            <a:extLst>
              <a:ext uri="{FF2B5EF4-FFF2-40B4-BE49-F238E27FC236}">
                <a16:creationId xmlns:a16="http://schemas.microsoft.com/office/drawing/2014/main" id="{CE0E6BC7-4760-6043-9C2A-49F319477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224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32" name="Line 54">
            <a:extLst>
              <a:ext uri="{FF2B5EF4-FFF2-40B4-BE49-F238E27FC236}">
                <a16:creationId xmlns:a16="http://schemas.microsoft.com/office/drawing/2014/main" id="{EF3D2F9C-A81F-134A-9AD8-6C0253108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1463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3" name="Rectangle 55">
            <a:extLst>
              <a:ext uri="{FF2B5EF4-FFF2-40B4-BE49-F238E27FC236}">
                <a16:creationId xmlns:a16="http://schemas.microsoft.com/office/drawing/2014/main" id="{BBDD076C-83E5-284A-A274-E9747472A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846263"/>
            <a:ext cx="655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IRWr</a:t>
            </a:r>
          </a:p>
        </p:txBody>
      </p:sp>
      <p:sp>
        <p:nvSpPr>
          <p:cNvPr id="8234" name="Line 56">
            <a:extLst>
              <a:ext uri="{FF2B5EF4-FFF2-40B4-BE49-F238E27FC236}">
                <a16:creationId xmlns:a16="http://schemas.microsoft.com/office/drawing/2014/main" id="{D66C6FD5-EF81-D749-8A60-07AD3FAB9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508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5" name="Line 57">
            <a:extLst>
              <a:ext uri="{FF2B5EF4-FFF2-40B4-BE49-F238E27FC236}">
                <a16:creationId xmlns:a16="http://schemas.microsoft.com/office/drawing/2014/main" id="{E83D4A64-020B-CB49-9DBD-B7DB0C4E37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597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6" name="Rectangle 58">
            <a:extLst>
              <a:ext uri="{FF2B5EF4-FFF2-40B4-BE49-F238E27FC236}">
                <a16:creationId xmlns:a16="http://schemas.microsoft.com/office/drawing/2014/main" id="{6FABE92E-B35A-484A-8EDA-CE7FDFCE5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614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37" name="Line 59">
            <a:extLst>
              <a:ext uri="{FF2B5EF4-FFF2-40B4-BE49-F238E27FC236}">
                <a16:creationId xmlns:a16="http://schemas.microsoft.com/office/drawing/2014/main" id="{6D4F3D7A-C2CC-C142-BDBE-734F899FFF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1209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8" name="Line 60">
            <a:extLst>
              <a:ext uri="{FF2B5EF4-FFF2-40B4-BE49-F238E27FC236}">
                <a16:creationId xmlns:a16="http://schemas.microsoft.com/office/drawing/2014/main" id="{237A5694-530F-8445-8ABF-C07C0B3423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4384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9" name="Rectangle 61">
            <a:extLst>
              <a:ext uri="{FF2B5EF4-FFF2-40B4-BE49-F238E27FC236}">
                <a16:creationId xmlns:a16="http://schemas.microsoft.com/office/drawing/2014/main" id="{7333043A-5DCB-C94F-A1A2-3B9EFA8B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8321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240" name="Rectangle 62">
            <a:extLst>
              <a:ext uri="{FF2B5EF4-FFF2-40B4-BE49-F238E27FC236}">
                <a16:creationId xmlns:a16="http://schemas.microsoft.com/office/drawing/2014/main" id="{15D351E4-3E11-DA4A-8C54-38A78D4C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33734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Reg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8241" name="Rectangle 63">
            <a:extLst>
              <a:ext uri="{FF2B5EF4-FFF2-40B4-BE49-F238E27FC236}">
                <a16:creationId xmlns:a16="http://schemas.microsoft.com/office/drawing/2014/main" id="{E577F184-EE52-7240-9FEE-B6C007B11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843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8242" name="Rectangle 64">
            <a:extLst>
              <a:ext uri="{FF2B5EF4-FFF2-40B4-BE49-F238E27FC236}">
                <a16:creationId xmlns:a16="http://schemas.microsoft.com/office/drawing/2014/main" id="{0024647A-0F34-6642-8C58-D157E2D5E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6814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8243" name="Rectangle 65">
            <a:extLst>
              <a:ext uri="{FF2B5EF4-FFF2-40B4-BE49-F238E27FC236}">
                <a16:creationId xmlns:a16="http://schemas.microsoft.com/office/drawing/2014/main" id="{C3061C95-2767-1C4E-8E1C-0BA3D75E5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9862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8244" name="Rectangle 66">
            <a:extLst>
              <a:ext uri="{FF2B5EF4-FFF2-40B4-BE49-F238E27FC236}">
                <a16:creationId xmlns:a16="http://schemas.microsoft.com/office/drawing/2014/main" id="{CC50ED3E-BFED-8C44-8E86-6B5ACB825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1480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8245" name="Line 67">
            <a:extLst>
              <a:ext uri="{FF2B5EF4-FFF2-40B4-BE49-F238E27FC236}">
                <a16:creationId xmlns:a16="http://schemas.microsoft.com/office/drawing/2014/main" id="{A8A255A4-F149-C44B-8010-BD5E3046B3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3528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46" name="Line 68">
            <a:extLst>
              <a:ext uri="{FF2B5EF4-FFF2-40B4-BE49-F238E27FC236}">
                <a16:creationId xmlns:a16="http://schemas.microsoft.com/office/drawing/2014/main" id="{47C1B774-011D-2B47-9E08-C08898DE82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47" name="Rectangle 69">
            <a:extLst>
              <a:ext uri="{FF2B5EF4-FFF2-40B4-BE49-F238E27FC236}">
                <a16:creationId xmlns:a16="http://schemas.microsoft.com/office/drawing/2014/main" id="{12999AE1-0EAE-2842-B076-855B3A547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3766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248" name="Line 70">
            <a:extLst>
              <a:ext uri="{FF2B5EF4-FFF2-40B4-BE49-F238E27FC236}">
                <a16:creationId xmlns:a16="http://schemas.microsoft.com/office/drawing/2014/main" id="{41948184-DD84-3444-8105-3FE6D7D927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29718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49" name="Line 71">
            <a:extLst>
              <a:ext uri="{FF2B5EF4-FFF2-40B4-BE49-F238E27FC236}">
                <a16:creationId xmlns:a16="http://schemas.microsoft.com/office/drawing/2014/main" id="{F3C461D2-4E6F-BF49-8339-019FE8071A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0" name="Rectangle 72">
            <a:extLst>
              <a:ext uri="{FF2B5EF4-FFF2-40B4-BE49-F238E27FC236}">
                <a16:creationId xmlns:a16="http://schemas.microsoft.com/office/drawing/2014/main" id="{E2BB5FAA-0935-B24D-9A70-340E04225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9956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251" name="Line 73">
            <a:extLst>
              <a:ext uri="{FF2B5EF4-FFF2-40B4-BE49-F238E27FC236}">
                <a16:creationId xmlns:a16="http://schemas.microsoft.com/office/drawing/2014/main" id="{F8A143FC-A316-C04A-8B2C-B6D0F90B26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3352800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2" name="Line 74">
            <a:extLst>
              <a:ext uri="{FF2B5EF4-FFF2-40B4-BE49-F238E27FC236}">
                <a16:creationId xmlns:a16="http://schemas.microsoft.com/office/drawing/2014/main" id="{B62D1843-6315-504F-AE1D-44DB4DB30E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2829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3" name="Rectangle 75">
            <a:extLst>
              <a:ext uri="{FF2B5EF4-FFF2-40B4-BE49-F238E27FC236}">
                <a16:creationId xmlns:a16="http://schemas.microsoft.com/office/drawing/2014/main" id="{F9805145-F04B-6C4C-A7E9-AC9C30EEE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376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54" name="Rectangle 76">
            <a:extLst>
              <a:ext uri="{FF2B5EF4-FFF2-40B4-BE49-F238E27FC236}">
                <a16:creationId xmlns:a16="http://schemas.microsoft.com/office/drawing/2014/main" id="{D513D96E-BFAA-5E41-A784-E73BB0CBC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30591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8255" name="Line 77">
            <a:extLst>
              <a:ext uri="{FF2B5EF4-FFF2-40B4-BE49-F238E27FC236}">
                <a16:creationId xmlns:a16="http://schemas.microsoft.com/office/drawing/2014/main" id="{66B3B93D-FACB-0947-B937-AA81AC5A19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396240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6" name="Line 78">
            <a:extLst>
              <a:ext uri="{FF2B5EF4-FFF2-40B4-BE49-F238E27FC236}">
                <a16:creationId xmlns:a16="http://schemas.microsoft.com/office/drawing/2014/main" id="{E813D0B6-378F-644F-A9E1-6A2C52AB4A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38925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7" name="Rectangle 79">
            <a:extLst>
              <a:ext uri="{FF2B5EF4-FFF2-40B4-BE49-F238E27FC236}">
                <a16:creationId xmlns:a16="http://schemas.microsoft.com/office/drawing/2014/main" id="{F76E7282-F07D-EE44-8CB4-3D4CA0264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3986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58" name="Rectangle 80">
            <a:extLst>
              <a:ext uri="{FF2B5EF4-FFF2-40B4-BE49-F238E27FC236}">
                <a16:creationId xmlns:a16="http://schemas.microsoft.com/office/drawing/2014/main" id="{CCB7ED12-E78F-F346-9D87-09237F98B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37703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8259" name="Line 81">
            <a:extLst>
              <a:ext uri="{FF2B5EF4-FFF2-40B4-BE49-F238E27FC236}">
                <a16:creationId xmlns:a16="http://schemas.microsoft.com/office/drawing/2014/main" id="{65A441B6-3F91-FD41-A3EC-793344D7B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1463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0" name="Rectangle 82">
            <a:extLst>
              <a:ext uri="{FF2B5EF4-FFF2-40B4-BE49-F238E27FC236}">
                <a16:creationId xmlns:a16="http://schemas.microsoft.com/office/drawing/2014/main" id="{A668649A-F28D-6E42-9EF6-2C89EBC25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846263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8261" name="Line 83">
            <a:extLst>
              <a:ext uri="{FF2B5EF4-FFF2-40B4-BE49-F238E27FC236}">
                <a16:creationId xmlns:a16="http://schemas.microsoft.com/office/drawing/2014/main" id="{079DBAAE-F4E1-4644-9EA8-B22B98C73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9845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2" name="Rectangle 84">
            <a:extLst>
              <a:ext uri="{FF2B5EF4-FFF2-40B4-BE49-F238E27FC236}">
                <a16:creationId xmlns:a16="http://schemas.microsoft.com/office/drawing/2014/main" id="{0EA9C64F-23A1-CB42-A9B6-75D57317F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6908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8263" name="Rectangle 85">
            <a:extLst>
              <a:ext uri="{FF2B5EF4-FFF2-40B4-BE49-F238E27FC236}">
                <a16:creationId xmlns:a16="http://schemas.microsoft.com/office/drawing/2014/main" id="{EDF8AF96-8267-C749-A9A4-3634F84B1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0718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8264" name="Group 93">
            <a:extLst>
              <a:ext uri="{FF2B5EF4-FFF2-40B4-BE49-F238E27FC236}">
                <a16:creationId xmlns:a16="http://schemas.microsoft.com/office/drawing/2014/main" id="{B41C0EF7-0AFF-4C49-A9CE-3C920E8D38C5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441700"/>
            <a:ext cx="333375" cy="946150"/>
            <a:chOff x="2602" y="2168"/>
            <a:chExt cx="210" cy="596"/>
          </a:xfrm>
        </p:grpSpPr>
        <p:sp>
          <p:nvSpPr>
            <p:cNvPr id="8409" name="Line 86">
              <a:extLst>
                <a:ext uri="{FF2B5EF4-FFF2-40B4-BE49-F238E27FC236}">
                  <a16:creationId xmlns:a16="http://schemas.microsoft.com/office/drawing/2014/main" id="{55A8B7C9-C429-384A-BFB7-3BCD230E0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6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10" name="Line 87">
              <a:extLst>
                <a:ext uri="{FF2B5EF4-FFF2-40B4-BE49-F238E27FC236}">
                  <a16:creationId xmlns:a16="http://schemas.microsoft.com/office/drawing/2014/main" id="{94DA8EFC-0D11-8744-8C26-C909DCFA8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16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11" name="Line 88">
              <a:extLst>
                <a:ext uri="{FF2B5EF4-FFF2-40B4-BE49-F238E27FC236}">
                  <a16:creationId xmlns:a16="http://schemas.microsoft.com/office/drawing/2014/main" id="{D8465104-CF1F-E246-809B-1F2D3172E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65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12" name="Line 89">
              <a:extLst>
                <a:ext uri="{FF2B5EF4-FFF2-40B4-BE49-F238E27FC236}">
                  <a16:creationId xmlns:a16="http://schemas.microsoft.com/office/drawing/2014/main" id="{F831C948-17FF-DB47-9714-5758F59C3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22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13" name="Rectangle 90">
              <a:extLst>
                <a:ext uri="{FF2B5EF4-FFF2-40B4-BE49-F238E27FC236}">
                  <a16:creationId xmlns:a16="http://schemas.microsoft.com/office/drawing/2014/main" id="{80A16A98-1D7B-FC4A-82F2-7863A1A83E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35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8414" name="Rectangle 91">
              <a:extLst>
                <a:ext uri="{FF2B5EF4-FFF2-40B4-BE49-F238E27FC236}">
                  <a16:creationId xmlns:a16="http://schemas.microsoft.com/office/drawing/2014/main" id="{036E1C6F-CAB3-6C46-95DF-D869670A0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18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415" name="Rectangle 92">
              <a:extLst>
                <a:ext uri="{FF2B5EF4-FFF2-40B4-BE49-F238E27FC236}">
                  <a16:creationId xmlns:a16="http://schemas.microsoft.com/office/drawing/2014/main" id="{414752F2-CB34-8248-8180-B4EDA9F20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57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8265" name="Line 94">
            <a:extLst>
              <a:ext uri="{FF2B5EF4-FFF2-40B4-BE49-F238E27FC236}">
                <a16:creationId xmlns:a16="http://schemas.microsoft.com/office/drawing/2014/main" id="{7F1599EE-8F79-1346-80A4-B001167F57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6900" y="38100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6" name="Line 95">
            <a:extLst>
              <a:ext uri="{FF2B5EF4-FFF2-40B4-BE49-F238E27FC236}">
                <a16:creationId xmlns:a16="http://schemas.microsoft.com/office/drawing/2014/main" id="{AAED6A8B-8654-6142-ADAB-28060A7B6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41910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7" name="Line 96">
            <a:extLst>
              <a:ext uri="{FF2B5EF4-FFF2-40B4-BE49-F238E27FC236}">
                <a16:creationId xmlns:a16="http://schemas.microsoft.com/office/drawing/2014/main" id="{C6F0ACAD-6F5F-5B4D-A96C-86C6E5D37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5814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8" name="Rectangle 97">
            <a:extLst>
              <a:ext uri="{FF2B5EF4-FFF2-40B4-BE49-F238E27FC236}">
                <a16:creationId xmlns:a16="http://schemas.microsoft.com/office/drawing/2014/main" id="{CCCFBAFB-2245-7C48-9559-0E201FADB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35290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8269" name="Rectangle 98">
            <a:extLst>
              <a:ext uri="{FF2B5EF4-FFF2-40B4-BE49-F238E27FC236}">
                <a16:creationId xmlns:a16="http://schemas.microsoft.com/office/drawing/2014/main" id="{679B4715-5AEB-B243-9CB0-1AC1F6AFD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39100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8270" name="Rectangle 99">
            <a:extLst>
              <a:ext uri="{FF2B5EF4-FFF2-40B4-BE49-F238E27FC236}">
                <a16:creationId xmlns:a16="http://schemas.microsoft.com/office/drawing/2014/main" id="{9F3BA820-1999-B44E-BA8E-F05B8D1F5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295400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PCWr</a:t>
            </a:r>
          </a:p>
        </p:txBody>
      </p:sp>
      <p:sp>
        <p:nvSpPr>
          <p:cNvPr id="8271" name="Rectangle 100">
            <a:extLst>
              <a:ext uri="{FF2B5EF4-FFF2-40B4-BE49-F238E27FC236}">
                <a16:creationId xmlns:a16="http://schemas.microsoft.com/office/drawing/2014/main" id="{F414EBB1-F382-764E-95E7-E90F4C65B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828800"/>
            <a:ext cx="104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ALUSelA</a:t>
            </a:r>
          </a:p>
        </p:txBody>
      </p:sp>
      <p:grpSp>
        <p:nvGrpSpPr>
          <p:cNvPr id="8272" name="Group 108">
            <a:extLst>
              <a:ext uri="{FF2B5EF4-FFF2-40B4-BE49-F238E27FC236}">
                <a16:creationId xmlns:a16="http://schemas.microsoft.com/office/drawing/2014/main" id="{DAAE6C15-2E04-8F40-9F23-0A1BC309FA28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343400"/>
            <a:ext cx="941387" cy="333375"/>
            <a:chOff x="2547" y="2736"/>
            <a:chExt cx="593" cy="210"/>
          </a:xfrm>
        </p:grpSpPr>
        <p:sp>
          <p:nvSpPr>
            <p:cNvPr id="8402" name="Line 101">
              <a:extLst>
                <a:ext uri="{FF2B5EF4-FFF2-40B4-BE49-F238E27FC236}">
                  <a16:creationId xmlns:a16="http://schemas.microsoft.com/office/drawing/2014/main" id="{A01599AD-EBFC-0D4B-93C2-B135522704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757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3" name="Line 102">
              <a:extLst>
                <a:ext uri="{FF2B5EF4-FFF2-40B4-BE49-F238E27FC236}">
                  <a16:creationId xmlns:a16="http://schemas.microsoft.com/office/drawing/2014/main" id="{5EB1BB9D-F28F-6A44-9117-77927C0D45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757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4" name="Line 103">
              <a:extLst>
                <a:ext uri="{FF2B5EF4-FFF2-40B4-BE49-F238E27FC236}">
                  <a16:creationId xmlns:a16="http://schemas.microsoft.com/office/drawing/2014/main" id="{A7E76141-64EE-814E-B8EE-2CD8B7CB2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2909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5" name="Line 104">
              <a:extLst>
                <a:ext uri="{FF2B5EF4-FFF2-40B4-BE49-F238E27FC236}">
                  <a16:creationId xmlns:a16="http://schemas.microsoft.com/office/drawing/2014/main" id="{F6F324EA-BB08-7E40-BDF4-A94F3F51F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765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6" name="Rectangle 105">
              <a:extLst>
                <a:ext uri="{FF2B5EF4-FFF2-40B4-BE49-F238E27FC236}">
                  <a16:creationId xmlns:a16="http://schemas.microsoft.com/office/drawing/2014/main" id="{924BB20B-B9EC-414F-BE2A-C58A1CF14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73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8407" name="Rectangle 106">
              <a:extLst>
                <a:ext uri="{FF2B5EF4-FFF2-40B4-BE49-F238E27FC236}">
                  <a16:creationId xmlns:a16="http://schemas.microsoft.com/office/drawing/2014/main" id="{291FFBF7-7A4F-4C41-8612-8ECBD7D94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75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408" name="Rectangle 107">
              <a:extLst>
                <a:ext uri="{FF2B5EF4-FFF2-40B4-BE49-F238E27FC236}">
                  <a16:creationId xmlns:a16="http://schemas.microsoft.com/office/drawing/2014/main" id="{4E7BF808-8DF3-7B49-83D8-30A1D3AA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75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8273" name="Line 109">
            <a:extLst>
              <a:ext uri="{FF2B5EF4-FFF2-40B4-BE49-F238E27FC236}">
                <a16:creationId xmlns:a16="http://schemas.microsoft.com/office/drawing/2014/main" id="{D5E25CF9-2C73-5542-A07D-72C041FAF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1275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4" name="Line 110">
            <a:extLst>
              <a:ext uri="{FF2B5EF4-FFF2-40B4-BE49-F238E27FC236}">
                <a16:creationId xmlns:a16="http://schemas.microsoft.com/office/drawing/2014/main" id="{2D2D2E6A-23D8-9C44-BE20-794A118A13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114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5" name="Line 111">
            <a:extLst>
              <a:ext uri="{FF2B5EF4-FFF2-40B4-BE49-F238E27FC236}">
                <a16:creationId xmlns:a16="http://schemas.microsoft.com/office/drawing/2014/main" id="{750BF9E4-582E-6E49-AD7F-0574C0713C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114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6" name="Line 112">
            <a:extLst>
              <a:ext uri="{FF2B5EF4-FFF2-40B4-BE49-F238E27FC236}">
                <a16:creationId xmlns:a16="http://schemas.microsoft.com/office/drawing/2014/main" id="{402D09DB-B9DF-8947-B02C-063AF707D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127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7" name="Line 113">
            <a:extLst>
              <a:ext uri="{FF2B5EF4-FFF2-40B4-BE49-F238E27FC236}">
                <a16:creationId xmlns:a16="http://schemas.microsoft.com/office/drawing/2014/main" id="{EA010D4E-A01C-D74A-B8D9-0CEC4D79B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660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8" name="Line 114">
            <a:extLst>
              <a:ext uri="{FF2B5EF4-FFF2-40B4-BE49-F238E27FC236}">
                <a16:creationId xmlns:a16="http://schemas.microsoft.com/office/drawing/2014/main" id="{7C261AB2-A361-4B49-A0FE-A130BA8014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8006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9" name="Line 115">
            <a:extLst>
              <a:ext uri="{FF2B5EF4-FFF2-40B4-BE49-F238E27FC236}">
                <a16:creationId xmlns:a16="http://schemas.microsoft.com/office/drawing/2014/main" id="{A3FA0A29-C88C-1046-B727-929950718F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4958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80" name="Line 116">
            <a:extLst>
              <a:ext uri="{FF2B5EF4-FFF2-40B4-BE49-F238E27FC236}">
                <a16:creationId xmlns:a16="http://schemas.microsoft.com/office/drawing/2014/main" id="{1BCC2DD0-9ADC-D041-A1BA-8DB615D3FE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1209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81" name="Rectangle 117">
            <a:extLst>
              <a:ext uri="{FF2B5EF4-FFF2-40B4-BE49-F238E27FC236}">
                <a16:creationId xmlns:a16="http://schemas.microsoft.com/office/drawing/2014/main" id="{0FE80AC9-787F-A240-88C5-9A64F326C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1846263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8282" name="Line 118">
            <a:extLst>
              <a:ext uri="{FF2B5EF4-FFF2-40B4-BE49-F238E27FC236}">
                <a16:creationId xmlns:a16="http://schemas.microsoft.com/office/drawing/2014/main" id="{47E9842F-3E49-2749-90E9-39BCA7120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6609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83" name="Line 119">
            <a:extLst>
              <a:ext uri="{FF2B5EF4-FFF2-40B4-BE49-F238E27FC236}">
                <a16:creationId xmlns:a16="http://schemas.microsoft.com/office/drawing/2014/main" id="{D70DE79D-7A16-A74E-9329-ED2971BEC0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5257800"/>
            <a:ext cx="825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84" name="Line 120">
            <a:extLst>
              <a:ext uri="{FF2B5EF4-FFF2-40B4-BE49-F238E27FC236}">
                <a16:creationId xmlns:a16="http://schemas.microsoft.com/office/drawing/2014/main" id="{D8152F0D-34C7-C448-80C7-496FF89B5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5085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285" name="Group 128">
            <a:extLst>
              <a:ext uri="{FF2B5EF4-FFF2-40B4-BE49-F238E27FC236}">
                <a16:creationId xmlns:a16="http://schemas.microsoft.com/office/drawing/2014/main" id="{8B9A6CFF-1B5B-5C44-8F0D-2DE001CBEC06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2832100"/>
            <a:ext cx="333375" cy="946150"/>
            <a:chOff x="634" y="1784"/>
            <a:chExt cx="210" cy="596"/>
          </a:xfrm>
        </p:grpSpPr>
        <p:sp>
          <p:nvSpPr>
            <p:cNvPr id="8395" name="Line 121">
              <a:extLst>
                <a:ext uri="{FF2B5EF4-FFF2-40B4-BE49-F238E27FC236}">
                  <a16:creationId xmlns:a16="http://schemas.microsoft.com/office/drawing/2014/main" id="{A4BE47B6-0E0F-FE43-8AD9-301039618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6" name="Line 122">
              <a:extLst>
                <a:ext uri="{FF2B5EF4-FFF2-40B4-BE49-F238E27FC236}">
                  <a16:creationId xmlns:a16="http://schemas.microsoft.com/office/drawing/2014/main" id="{E9FE9E4D-8CBA-3449-94EE-3CF1B67E7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7" name="Line 123">
              <a:extLst>
                <a:ext uri="{FF2B5EF4-FFF2-40B4-BE49-F238E27FC236}">
                  <a16:creationId xmlns:a16="http://schemas.microsoft.com/office/drawing/2014/main" id="{1D19632B-4AF6-4348-AABD-843F108724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" name="Line 124">
              <a:extLst>
                <a:ext uri="{FF2B5EF4-FFF2-40B4-BE49-F238E27FC236}">
                  <a16:creationId xmlns:a16="http://schemas.microsoft.com/office/drawing/2014/main" id="{AFA66598-CDA8-1043-AE18-E4C6D247F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" name="Rectangle 125">
              <a:extLst>
                <a:ext uri="{FF2B5EF4-FFF2-40B4-BE49-F238E27FC236}">
                  <a16:creationId xmlns:a16="http://schemas.microsoft.com/office/drawing/2014/main" id="{2B909BF4-1122-494C-B233-6B56E0C89F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8400" name="Rectangle 126">
              <a:extLst>
                <a:ext uri="{FF2B5EF4-FFF2-40B4-BE49-F238E27FC236}">
                  <a16:creationId xmlns:a16="http://schemas.microsoft.com/office/drawing/2014/main" id="{ED44E112-F4C1-F442-B72D-0BDA71B81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401" name="Rectangle 127">
              <a:extLst>
                <a:ext uri="{FF2B5EF4-FFF2-40B4-BE49-F238E27FC236}">
                  <a16:creationId xmlns:a16="http://schemas.microsoft.com/office/drawing/2014/main" id="{FC65C39C-ABEF-B64C-820E-21ABAAC65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8286" name="Line 129">
            <a:extLst>
              <a:ext uri="{FF2B5EF4-FFF2-40B4-BE49-F238E27FC236}">
                <a16:creationId xmlns:a16="http://schemas.microsoft.com/office/drawing/2014/main" id="{2EB17347-90AC-CD42-BF73-FBFC06B72A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971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87" name="Line 130">
            <a:extLst>
              <a:ext uri="{FF2B5EF4-FFF2-40B4-BE49-F238E27FC236}">
                <a16:creationId xmlns:a16="http://schemas.microsoft.com/office/drawing/2014/main" id="{34ACB8C0-2A1C-D74E-8FB9-9B0B71C865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88" name="Rectangle 131">
            <a:extLst>
              <a:ext uri="{FF2B5EF4-FFF2-40B4-BE49-F238E27FC236}">
                <a16:creationId xmlns:a16="http://schemas.microsoft.com/office/drawing/2014/main" id="{0E57DD60-1A3D-144E-887F-36B622729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2995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289" name="Line 132">
            <a:extLst>
              <a:ext uri="{FF2B5EF4-FFF2-40B4-BE49-F238E27FC236}">
                <a16:creationId xmlns:a16="http://schemas.microsoft.com/office/drawing/2014/main" id="{1D107DB4-EE2A-9F44-8185-E428FB43F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594100"/>
            <a:ext cx="0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0" name="Line 133">
            <a:extLst>
              <a:ext uri="{FF2B5EF4-FFF2-40B4-BE49-F238E27FC236}">
                <a16:creationId xmlns:a16="http://schemas.microsoft.com/office/drawing/2014/main" id="{DF745333-EDB8-1644-94CD-D342808E2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5814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1" name="Rectangle 134">
            <a:extLst>
              <a:ext uri="{FF2B5EF4-FFF2-40B4-BE49-F238E27FC236}">
                <a16:creationId xmlns:a16="http://schemas.microsoft.com/office/drawing/2014/main" id="{37041773-1C0E-394D-B1E3-2CFAB5B3A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2987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292" name="Rectangle 135">
            <a:extLst>
              <a:ext uri="{FF2B5EF4-FFF2-40B4-BE49-F238E27FC236}">
                <a16:creationId xmlns:a16="http://schemas.microsoft.com/office/drawing/2014/main" id="{4E67FC33-FADD-CC4A-B863-F310BF5EC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2306638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8293" name="Line 136">
            <a:extLst>
              <a:ext uri="{FF2B5EF4-FFF2-40B4-BE49-F238E27FC236}">
                <a16:creationId xmlns:a16="http://schemas.microsoft.com/office/drawing/2014/main" id="{B70AEF66-C257-7F48-BC46-5869F80A2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6035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4" name="Rectangle 137">
            <a:extLst>
              <a:ext uri="{FF2B5EF4-FFF2-40B4-BE49-F238E27FC236}">
                <a16:creationId xmlns:a16="http://schemas.microsoft.com/office/drawing/2014/main" id="{2C85F957-7D00-D747-98D2-A92481F70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5867400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8295" name="Group 140">
            <a:extLst>
              <a:ext uri="{FF2B5EF4-FFF2-40B4-BE49-F238E27FC236}">
                <a16:creationId xmlns:a16="http://schemas.microsoft.com/office/drawing/2014/main" id="{EDD0D9CF-974C-5745-8F93-2AE5A08319A5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5410200"/>
            <a:ext cx="736600" cy="333375"/>
            <a:chOff x="2792" y="3408"/>
            <a:chExt cx="464" cy="210"/>
          </a:xfrm>
        </p:grpSpPr>
        <p:sp>
          <p:nvSpPr>
            <p:cNvPr id="8393" name="Rectangle 138">
              <a:extLst>
                <a:ext uri="{FF2B5EF4-FFF2-40B4-BE49-F238E27FC236}">
                  <a16:creationId xmlns:a16="http://schemas.microsoft.com/office/drawing/2014/main" id="{0DEA7D30-9259-5445-82A2-C58C51FA2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416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394" name="Rectangle 139">
              <a:extLst>
                <a:ext uri="{FF2B5EF4-FFF2-40B4-BE49-F238E27FC236}">
                  <a16:creationId xmlns:a16="http://schemas.microsoft.com/office/drawing/2014/main" id="{226DB3A4-9A1B-3345-83CB-7F515EE50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3408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Ext</a:t>
              </a:r>
            </a:p>
          </p:txBody>
        </p:sp>
      </p:grpSp>
      <p:sp>
        <p:nvSpPr>
          <p:cNvPr id="8296" name="Line 141">
            <a:extLst>
              <a:ext uri="{FF2B5EF4-FFF2-40B4-BE49-F238E27FC236}">
                <a16:creationId xmlns:a16="http://schemas.microsoft.com/office/drawing/2014/main" id="{73226538-61B2-C344-8D97-E82056E87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7277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" name="Rectangle 142">
            <a:extLst>
              <a:ext uri="{FF2B5EF4-FFF2-40B4-BE49-F238E27FC236}">
                <a16:creationId xmlns:a16="http://schemas.microsoft.com/office/drawing/2014/main" id="{F42F48D9-B5E8-B042-8349-89E5634E6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86740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8298" name="Group 150">
            <a:extLst>
              <a:ext uri="{FF2B5EF4-FFF2-40B4-BE49-F238E27FC236}">
                <a16:creationId xmlns:a16="http://schemas.microsoft.com/office/drawing/2014/main" id="{2B3C6FCB-750C-954F-9EE1-894FA3AFFA7B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527300"/>
            <a:ext cx="333375" cy="946150"/>
            <a:chOff x="4186" y="1592"/>
            <a:chExt cx="210" cy="596"/>
          </a:xfrm>
        </p:grpSpPr>
        <p:sp>
          <p:nvSpPr>
            <p:cNvPr id="8386" name="Line 143">
              <a:extLst>
                <a:ext uri="{FF2B5EF4-FFF2-40B4-BE49-F238E27FC236}">
                  <a16:creationId xmlns:a16="http://schemas.microsoft.com/office/drawing/2014/main" id="{D913FF79-9B63-B84D-AF54-2D8B517F0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592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87" name="Line 144">
              <a:extLst>
                <a:ext uri="{FF2B5EF4-FFF2-40B4-BE49-F238E27FC236}">
                  <a16:creationId xmlns:a16="http://schemas.microsoft.com/office/drawing/2014/main" id="{5D48D377-B8AD-7345-86EE-5BD0C850A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592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88" name="Line 145">
              <a:extLst>
                <a:ext uri="{FF2B5EF4-FFF2-40B4-BE49-F238E27FC236}">
                  <a16:creationId xmlns:a16="http://schemas.microsoft.com/office/drawing/2014/main" id="{6FD1CD77-857A-7541-930C-89B97929FF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083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89" name="Line 146">
              <a:extLst>
                <a:ext uri="{FF2B5EF4-FFF2-40B4-BE49-F238E27FC236}">
                  <a16:creationId xmlns:a16="http://schemas.microsoft.com/office/drawing/2014/main" id="{4F9B7305-1047-DD41-A642-BDC8CEE72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644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0" name="Rectangle 147">
              <a:extLst>
                <a:ext uri="{FF2B5EF4-FFF2-40B4-BE49-F238E27FC236}">
                  <a16:creationId xmlns:a16="http://schemas.microsoft.com/office/drawing/2014/main" id="{116DCBC4-4E4F-5A42-A4B1-428E2552F3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77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8391" name="Rectangle 148">
              <a:extLst>
                <a:ext uri="{FF2B5EF4-FFF2-40B4-BE49-F238E27FC236}">
                  <a16:creationId xmlns:a16="http://schemas.microsoft.com/office/drawing/2014/main" id="{6FEF950F-B94F-594F-BADA-765D93EEA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60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392" name="Rectangle 149">
              <a:extLst>
                <a:ext uri="{FF2B5EF4-FFF2-40B4-BE49-F238E27FC236}">
                  <a16:creationId xmlns:a16="http://schemas.microsoft.com/office/drawing/2014/main" id="{892FD6C5-C3BC-F041-B102-02A00397E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99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8299" name="Line 151">
            <a:extLst>
              <a:ext uri="{FF2B5EF4-FFF2-40B4-BE49-F238E27FC236}">
                <a16:creationId xmlns:a16="http://schemas.microsoft.com/office/drawing/2014/main" id="{EC31B5D5-98D0-DF44-9F63-D088F70DFC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29718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0" name="Line 152">
            <a:extLst>
              <a:ext uri="{FF2B5EF4-FFF2-40B4-BE49-F238E27FC236}">
                <a16:creationId xmlns:a16="http://schemas.microsoft.com/office/drawing/2014/main" id="{2B44DC51-5C69-CD4F-BD08-9C4429ED60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1" name="Rectangle 153">
            <a:extLst>
              <a:ext uri="{FF2B5EF4-FFF2-40B4-BE49-F238E27FC236}">
                <a16:creationId xmlns:a16="http://schemas.microsoft.com/office/drawing/2014/main" id="{044C13C0-4F50-374B-8AFB-35808C66E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2995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302" name="Line 154">
            <a:extLst>
              <a:ext uri="{FF2B5EF4-FFF2-40B4-BE49-F238E27FC236}">
                <a16:creationId xmlns:a16="http://schemas.microsoft.com/office/drawing/2014/main" id="{15ADBB0C-D356-EB49-A0D9-C187704CE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1463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3" name="Line 155">
            <a:extLst>
              <a:ext uri="{FF2B5EF4-FFF2-40B4-BE49-F238E27FC236}">
                <a16:creationId xmlns:a16="http://schemas.microsoft.com/office/drawing/2014/main" id="{1125DA37-D98A-2F43-AF7F-06DFE864E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4813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4" name="Line 156">
            <a:extLst>
              <a:ext uri="{FF2B5EF4-FFF2-40B4-BE49-F238E27FC236}">
                <a16:creationId xmlns:a16="http://schemas.microsoft.com/office/drawing/2014/main" id="{9A8A2A4D-0FD4-504C-9778-A3A601C79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4813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5" name="Line 157">
            <a:extLst>
              <a:ext uri="{FF2B5EF4-FFF2-40B4-BE49-F238E27FC236}">
                <a16:creationId xmlns:a16="http://schemas.microsoft.com/office/drawing/2014/main" id="{AF1D317A-64A9-E24C-81BA-30B069B962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5593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6" name="Line 158">
            <a:extLst>
              <a:ext uri="{FF2B5EF4-FFF2-40B4-BE49-F238E27FC236}">
                <a16:creationId xmlns:a16="http://schemas.microsoft.com/office/drawing/2014/main" id="{97545B81-96E1-7F45-9A97-722A329D4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941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7" name="Line 159">
            <a:extLst>
              <a:ext uri="{FF2B5EF4-FFF2-40B4-BE49-F238E27FC236}">
                <a16:creationId xmlns:a16="http://schemas.microsoft.com/office/drawing/2014/main" id="{45B1E0E6-DF27-1D4C-BCAB-DE6232D13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7021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8" name="Rectangle 160">
            <a:extLst>
              <a:ext uri="{FF2B5EF4-FFF2-40B4-BE49-F238E27FC236}">
                <a16:creationId xmlns:a16="http://schemas.microsoft.com/office/drawing/2014/main" id="{7EEABDD2-ECB3-9647-AADB-9DB89EF12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5290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309" name="Rectangle 161">
            <a:extLst>
              <a:ext uri="{FF2B5EF4-FFF2-40B4-BE49-F238E27FC236}">
                <a16:creationId xmlns:a16="http://schemas.microsoft.com/office/drawing/2014/main" id="{E5416A30-2506-2948-8536-A5D7BA248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8512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310" name="Rectangle 162">
            <a:extLst>
              <a:ext uri="{FF2B5EF4-FFF2-40B4-BE49-F238E27FC236}">
                <a16:creationId xmlns:a16="http://schemas.microsoft.com/office/drawing/2014/main" id="{FFF2D769-5722-D344-911B-0401DC60A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156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311" name="Rectangle 163">
            <a:extLst>
              <a:ext uri="{FF2B5EF4-FFF2-40B4-BE49-F238E27FC236}">
                <a16:creationId xmlns:a16="http://schemas.microsoft.com/office/drawing/2014/main" id="{E5C6E15F-04F1-DE46-8D3D-8EE9503F8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3846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312" name="Line 164">
            <a:extLst>
              <a:ext uri="{FF2B5EF4-FFF2-40B4-BE49-F238E27FC236}">
                <a16:creationId xmlns:a16="http://schemas.microsoft.com/office/drawing/2014/main" id="{93F2BA28-C0D3-224D-BB8B-F4C55FD0C9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657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13" name="Rectangle 165">
            <a:extLst>
              <a:ext uri="{FF2B5EF4-FFF2-40B4-BE49-F238E27FC236}">
                <a16:creationId xmlns:a16="http://schemas.microsoft.com/office/drawing/2014/main" id="{A1683FE9-4E5A-6142-84FC-14CA3799A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052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8314" name="Group 169">
            <a:extLst>
              <a:ext uri="{FF2B5EF4-FFF2-40B4-BE49-F238E27FC236}">
                <a16:creationId xmlns:a16="http://schemas.microsoft.com/office/drawing/2014/main" id="{BFFE0007-369A-184C-B151-90F5B92E6C98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492750"/>
            <a:ext cx="560387" cy="427038"/>
            <a:chOff x="2439" y="3460"/>
            <a:chExt cx="353" cy="269"/>
          </a:xfrm>
        </p:grpSpPr>
        <p:sp>
          <p:nvSpPr>
            <p:cNvPr id="8383" name="Line 166">
              <a:extLst>
                <a:ext uri="{FF2B5EF4-FFF2-40B4-BE49-F238E27FC236}">
                  <a16:creationId xmlns:a16="http://schemas.microsoft.com/office/drawing/2014/main" id="{4E3E8302-FD7E-1046-A12E-881A80823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0" y="3504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84" name="Line 167">
              <a:extLst>
                <a:ext uri="{FF2B5EF4-FFF2-40B4-BE49-F238E27FC236}">
                  <a16:creationId xmlns:a16="http://schemas.microsoft.com/office/drawing/2014/main" id="{444B77F5-3293-DA48-92DB-310F18E58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" y="3460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85" name="Rectangle 168">
              <a:extLst>
                <a:ext uri="{FF2B5EF4-FFF2-40B4-BE49-F238E27FC236}">
                  <a16:creationId xmlns:a16="http://schemas.microsoft.com/office/drawing/2014/main" id="{B2D7BFE1-D20A-8A45-B373-1C28B1483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51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latin typeface="Arial" panose="020B0604020202020204" pitchFamily="34" charset="0"/>
                  <a:ea typeface="宋体" panose="02010600030101010101" pitchFamily="2" charset="-122"/>
                </a:rPr>
                <a:t>16</a:t>
              </a:r>
            </a:p>
          </p:txBody>
        </p:sp>
      </p:grpSp>
      <p:sp>
        <p:nvSpPr>
          <p:cNvPr id="8315" name="Rectangle 170">
            <a:extLst>
              <a:ext uri="{FF2B5EF4-FFF2-40B4-BE49-F238E27FC236}">
                <a16:creationId xmlns:a16="http://schemas.microsoft.com/office/drawing/2014/main" id="{280EB629-C382-BB4D-BE46-24F45B85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5102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8316" name="Line 171">
            <a:extLst>
              <a:ext uri="{FF2B5EF4-FFF2-40B4-BE49-F238E27FC236}">
                <a16:creationId xmlns:a16="http://schemas.microsoft.com/office/drawing/2014/main" id="{E6984425-8926-3B40-AEC8-8F14DBBF7C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5626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17" name="Line 172">
            <a:extLst>
              <a:ext uri="{FF2B5EF4-FFF2-40B4-BE49-F238E27FC236}">
                <a16:creationId xmlns:a16="http://schemas.microsoft.com/office/drawing/2014/main" id="{DCA581B9-F55C-4542-B80C-CF51FC5058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4927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18" name="Rectangle 173">
            <a:extLst>
              <a:ext uri="{FF2B5EF4-FFF2-40B4-BE49-F238E27FC236}">
                <a16:creationId xmlns:a16="http://schemas.microsoft.com/office/drawing/2014/main" id="{7F2DB6CB-122D-4649-999C-88485B7D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586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8319" name="Group 176">
            <a:extLst>
              <a:ext uri="{FF2B5EF4-FFF2-40B4-BE49-F238E27FC236}">
                <a16:creationId xmlns:a16="http://schemas.microsoft.com/office/drawing/2014/main" id="{8F0BE67D-CFD9-7449-8F2F-EB9A5CAEA6CF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4495800"/>
            <a:ext cx="565150" cy="333375"/>
            <a:chOff x="3587" y="2832"/>
            <a:chExt cx="356" cy="210"/>
          </a:xfrm>
        </p:grpSpPr>
        <p:sp>
          <p:nvSpPr>
            <p:cNvPr id="8381" name="Rectangle 174">
              <a:extLst>
                <a:ext uri="{FF2B5EF4-FFF2-40B4-BE49-F238E27FC236}">
                  <a16:creationId xmlns:a16="http://schemas.microsoft.com/office/drawing/2014/main" id="{20CF0950-DE83-A041-9040-59149472C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40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382" name="Rectangle 175">
              <a:extLst>
                <a:ext uri="{FF2B5EF4-FFF2-40B4-BE49-F238E27FC236}">
                  <a16:creationId xmlns:a16="http://schemas.microsoft.com/office/drawing/2014/main" id="{8CFD7019-5CCA-8D4A-8D72-21417A7AE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2832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8320" name="Line 177">
            <a:extLst>
              <a:ext uri="{FF2B5EF4-FFF2-40B4-BE49-F238E27FC236}">
                <a16:creationId xmlns:a16="http://schemas.microsoft.com/office/drawing/2014/main" id="{2B5BB28E-42CB-E546-A588-5A88AD27DF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2672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1" name="Line 178">
            <a:extLst>
              <a:ext uri="{FF2B5EF4-FFF2-40B4-BE49-F238E27FC236}">
                <a16:creationId xmlns:a16="http://schemas.microsoft.com/office/drawing/2014/main" id="{FA0F9371-2981-5846-8FC4-F41A91373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2799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2" name="Line 179">
            <a:extLst>
              <a:ext uri="{FF2B5EF4-FFF2-40B4-BE49-F238E27FC236}">
                <a16:creationId xmlns:a16="http://schemas.microsoft.com/office/drawing/2014/main" id="{53333368-C5EA-2243-99EB-C6655B9716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7879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3" name="Line 180">
            <a:extLst>
              <a:ext uri="{FF2B5EF4-FFF2-40B4-BE49-F238E27FC236}">
                <a16:creationId xmlns:a16="http://schemas.microsoft.com/office/drawing/2014/main" id="{97C0A137-2DE2-CF4C-AF70-1A0DF99117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4572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4" name="Line 181">
            <a:extLst>
              <a:ext uri="{FF2B5EF4-FFF2-40B4-BE49-F238E27FC236}">
                <a16:creationId xmlns:a16="http://schemas.microsoft.com/office/drawing/2014/main" id="{5ECE8279-EE2B-6F47-8262-CA8D2D176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5847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5" name="Line 182">
            <a:extLst>
              <a:ext uri="{FF2B5EF4-FFF2-40B4-BE49-F238E27FC236}">
                <a16:creationId xmlns:a16="http://schemas.microsoft.com/office/drawing/2014/main" id="{5386414D-FF56-1C4D-8F27-0EABA2548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300" y="5562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6" name="Line 183">
            <a:extLst>
              <a:ext uri="{FF2B5EF4-FFF2-40B4-BE49-F238E27FC236}">
                <a16:creationId xmlns:a16="http://schemas.microsoft.com/office/drawing/2014/main" id="{B9903899-97BB-9E4A-9883-A76C724C30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3962400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7" name="Line 184">
            <a:extLst>
              <a:ext uri="{FF2B5EF4-FFF2-40B4-BE49-F238E27FC236}">
                <a16:creationId xmlns:a16="http://schemas.microsoft.com/office/drawing/2014/main" id="{2096A28E-E393-AB41-889B-1D41A7CCC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9751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8" name="Line 185">
            <a:extLst>
              <a:ext uri="{FF2B5EF4-FFF2-40B4-BE49-F238E27FC236}">
                <a16:creationId xmlns:a16="http://schemas.microsoft.com/office/drawing/2014/main" id="{24AB3CA5-FD17-F441-8FF7-8789D74748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953000"/>
            <a:ext cx="528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9" name="Line 186">
            <a:extLst>
              <a:ext uri="{FF2B5EF4-FFF2-40B4-BE49-F238E27FC236}">
                <a16:creationId xmlns:a16="http://schemas.microsoft.com/office/drawing/2014/main" id="{2C992182-F467-3E42-A355-3653EA750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203700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0" name="Rectangle 187">
            <a:extLst>
              <a:ext uri="{FF2B5EF4-FFF2-40B4-BE49-F238E27FC236}">
                <a16:creationId xmlns:a16="http://schemas.microsoft.com/office/drawing/2014/main" id="{973A3FE3-756D-2644-9D11-3A646DAD5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5867400"/>
            <a:ext cx="104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ALUSelB</a:t>
            </a:r>
          </a:p>
        </p:txBody>
      </p:sp>
      <p:sp>
        <p:nvSpPr>
          <p:cNvPr id="8331" name="Line 188">
            <a:extLst>
              <a:ext uri="{FF2B5EF4-FFF2-40B4-BE49-F238E27FC236}">
                <a16:creationId xmlns:a16="http://schemas.microsoft.com/office/drawing/2014/main" id="{E1ADADC5-8C30-494C-9F1D-8A5688B166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670300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2" name="Line 189">
            <a:extLst>
              <a:ext uri="{FF2B5EF4-FFF2-40B4-BE49-F238E27FC236}">
                <a16:creationId xmlns:a16="http://schemas.microsoft.com/office/drawing/2014/main" id="{52C45220-F030-1645-89F2-04DDCC372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8415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3" name="Line 190">
            <a:extLst>
              <a:ext uri="{FF2B5EF4-FFF2-40B4-BE49-F238E27FC236}">
                <a16:creationId xmlns:a16="http://schemas.microsoft.com/office/drawing/2014/main" id="{0E3784E5-1528-4346-B280-63415B5F72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18415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4" name="Line 191">
            <a:extLst>
              <a:ext uri="{FF2B5EF4-FFF2-40B4-BE49-F238E27FC236}">
                <a16:creationId xmlns:a16="http://schemas.microsoft.com/office/drawing/2014/main" id="{0B219F13-B183-3647-90C8-9C04220B8E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6209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5" name="Line 192">
            <a:extLst>
              <a:ext uri="{FF2B5EF4-FFF2-40B4-BE49-F238E27FC236}">
                <a16:creationId xmlns:a16="http://schemas.microsoft.com/office/drawing/2014/main" id="{CE3DC1FA-59FA-1B41-9E72-167972E835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19240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6" name="Rectangle 193">
            <a:extLst>
              <a:ext uri="{FF2B5EF4-FFF2-40B4-BE49-F238E27FC236}">
                <a16:creationId xmlns:a16="http://schemas.microsoft.com/office/drawing/2014/main" id="{237EBB1B-51B4-E948-8B4C-AE4EAD2CC5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1336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8337" name="Rectangle 194">
            <a:extLst>
              <a:ext uri="{FF2B5EF4-FFF2-40B4-BE49-F238E27FC236}">
                <a16:creationId xmlns:a16="http://schemas.microsoft.com/office/drawing/2014/main" id="{A81B50F5-BC2A-BB43-AA30-B0B43E24676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1860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338" name="Rectangle 195">
            <a:extLst>
              <a:ext uri="{FF2B5EF4-FFF2-40B4-BE49-F238E27FC236}">
                <a16:creationId xmlns:a16="http://schemas.microsoft.com/office/drawing/2014/main" id="{D6AED6B6-3158-024B-B822-AA31A462BB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4860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8339" name="Group 198">
            <a:extLst>
              <a:ext uri="{FF2B5EF4-FFF2-40B4-BE49-F238E27FC236}">
                <a16:creationId xmlns:a16="http://schemas.microsoft.com/office/drawing/2014/main" id="{6EE167DF-6ECF-F947-91EC-0A2EE8AC65A1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828800"/>
            <a:ext cx="801687" cy="333375"/>
            <a:chOff x="5175" y="1152"/>
            <a:chExt cx="505" cy="210"/>
          </a:xfrm>
        </p:grpSpPr>
        <p:sp>
          <p:nvSpPr>
            <p:cNvPr id="8379" name="Rectangle 196">
              <a:extLst>
                <a:ext uri="{FF2B5EF4-FFF2-40B4-BE49-F238E27FC236}">
                  <a16:creationId xmlns:a16="http://schemas.microsoft.com/office/drawing/2014/main" id="{6231FF3C-E432-C145-9B18-4C394EEE9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160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380" name="Rectangle 197">
              <a:extLst>
                <a:ext uri="{FF2B5EF4-FFF2-40B4-BE49-F238E27FC236}">
                  <a16:creationId xmlns:a16="http://schemas.microsoft.com/office/drawing/2014/main" id="{4670A990-B6E6-A045-89C7-BBAE506C3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152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8340" name="Oval 199">
            <a:extLst>
              <a:ext uri="{FF2B5EF4-FFF2-40B4-BE49-F238E27FC236}">
                <a16:creationId xmlns:a16="http://schemas.microsoft.com/office/drawing/2014/main" id="{DE3191FA-7106-6B48-9864-E45DF96CE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146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341" name="Line 200">
            <a:extLst>
              <a:ext uri="{FF2B5EF4-FFF2-40B4-BE49-F238E27FC236}">
                <a16:creationId xmlns:a16="http://schemas.microsoft.com/office/drawing/2014/main" id="{7C2090B2-33C4-D644-B9E9-AFE24D4C96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5113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2" name="Line 201">
            <a:extLst>
              <a:ext uri="{FF2B5EF4-FFF2-40B4-BE49-F238E27FC236}">
                <a16:creationId xmlns:a16="http://schemas.microsoft.com/office/drawing/2014/main" id="{05D3110D-995E-8C47-8D46-5A4E3272AA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5113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3" name="Oval 202">
            <a:extLst>
              <a:ext uri="{FF2B5EF4-FFF2-40B4-BE49-F238E27FC236}">
                <a16:creationId xmlns:a16="http://schemas.microsoft.com/office/drawing/2014/main" id="{389ED44D-27F2-0149-B7A4-3257DDA00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689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344" name="Line 203">
            <a:extLst>
              <a:ext uri="{FF2B5EF4-FFF2-40B4-BE49-F238E27FC236}">
                <a16:creationId xmlns:a16="http://schemas.microsoft.com/office/drawing/2014/main" id="{D88EF6AE-C3D2-ED4B-A327-40E247E646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5113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45" name="Group 207">
            <a:extLst>
              <a:ext uri="{FF2B5EF4-FFF2-40B4-BE49-F238E27FC236}">
                <a16:creationId xmlns:a16="http://schemas.microsoft.com/office/drawing/2014/main" id="{D5E749B0-9589-8242-8D38-E66F8DEFEB9E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1911350"/>
            <a:ext cx="652463" cy="427038"/>
            <a:chOff x="4760" y="1204"/>
            <a:chExt cx="411" cy="269"/>
          </a:xfrm>
        </p:grpSpPr>
        <p:sp>
          <p:nvSpPr>
            <p:cNvPr id="8376" name="Line 204">
              <a:extLst>
                <a:ext uri="{FF2B5EF4-FFF2-40B4-BE49-F238E27FC236}">
                  <a16:creationId xmlns:a16="http://schemas.microsoft.com/office/drawing/2014/main" id="{744B9D5F-95BA-2541-9DA0-4807F2A3A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248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7" name="Line 205">
              <a:extLst>
                <a:ext uri="{FF2B5EF4-FFF2-40B4-BE49-F238E27FC236}">
                  <a16:creationId xmlns:a16="http://schemas.microsoft.com/office/drawing/2014/main" id="{5C03C30B-ECB8-6048-9220-2F2236BD7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204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8" name="Rectangle 206">
              <a:extLst>
                <a:ext uri="{FF2B5EF4-FFF2-40B4-BE49-F238E27FC236}">
                  <a16:creationId xmlns:a16="http://schemas.microsoft.com/office/drawing/2014/main" id="{61D61B4C-77D9-6449-A6A0-0A688230E0D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263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latin typeface="Arial" panose="020B0604020202020204" pitchFamily="34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8346" name="Line 208">
            <a:extLst>
              <a:ext uri="{FF2B5EF4-FFF2-40B4-BE49-F238E27FC236}">
                <a16:creationId xmlns:a16="http://schemas.microsoft.com/office/drawing/2014/main" id="{B5A6CB49-712C-B84D-B801-1BF8C4765D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2882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7" name="Line 209">
            <a:extLst>
              <a:ext uri="{FF2B5EF4-FFF2-40B4-BE49-F238E27FC236}">
                <a16:creationId xmlns:a16="http://schemas.microsoft.com/office/drawing/2014/main" id="{44E5E46C-5FEF-544F-843F-05A2AEF0E7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4290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8" name="Rectangle 210">
            <a:extLst>
              <a:ext uri="{FF2B5EF4-FFF2-40B4-BE49-F238E27FC236}">
                <a16:creationId xmlns:a16="http://schemas.microsoft.com/office/drawing/2014/main" id="{FE8CAA06-C894-D640-811F-872771AE6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6082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8349" name="Line 211">
            <a:extLst>
              <a:ext uri="{FF2B5EF4-FFF2-40B4-BE49-F238E27FC236}">
                <a16:creationId xmlns:a16="http://schemas.microsoft.com/office/drawing/2014/main" id="{A5B5E608-A686-C644-A61A-3A707BC9B3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5908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0" name="Line 212">
            <a:extLst>
              <a:ext uri="{FF2B5EF4-FFF2-40B4-BE49-F238E27FC236}">
                <a16:creationId xmlns:a16="http://schemas.microsoft.com/office/drawing/2014/main" id="{42235141-606E-4A47-BAD1-6D5E7329C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6002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1" name="Line 213">
            <a:extLst>
              <a:ext uri="{FF2B5EF4-FFF2-40B4-BE49-F238E27FC236}">
                <a16:creationId xmlns:a16="http://schemas.microsoft.com/office/drawing/2014/main" id="{897BD292-75AC-814B-A326-43F06F2D7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7526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2" name="Line 214">
            <a:extLst>
              <a:ext uri="{FF2B5EF4-FFF2-40B4-BE49-F238E27FC236}">
                <a16:creationId xmlns:a16="http://schemas.microsoft.com/office/drawing/2014/main" id="{300EF64A-B76C-464F-8FF2-A47CA1E4BB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6764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53" name="Group 220">
            <a:extLst>
              <a:ext uri="{FF2B5EF4-FFF2-40B4-BE49-F238E27FC236}">
                <a16:creationId xmlns:a16="http://schemas.microsoft.com/office/drawing/2014/main" id="{54B9CC4E-5BE8-5441-98CD-2DC4223296C5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524000"/>
            <a:ext cx="381000" cy="306388"/>
            <a:chOff x="672" y="960"/>
            <a:chExt cx="240" cy="193"/>
          </a:xfrm>
        </p:grpSpPr>
        <p:sp>
          <p:nvSpPr>
            <p:cNvPr id="8371" name="Arc 215">
              <a:extLst>
                <a:ext uri="{FF2B5EF4-FFF2-40B4-BE49-F238E27FC236}">
                  <a16:creationId xmlns:a16="http://schemas.microsoft.com/office/drawing/2014/main" id="{CEDEBE7E-5248-7F4D-8096-9C9D996D1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969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2" name="Arc 216">
              <a:extLst>
                <a:ext uri="{FF2B5EF4-FFF2-40B4-BE49-F238E27FC236}">
                  <a16:creationId xmlns:a16="http://schemas.microsoft.com/office/drawing/2014/main" id="{A7F8B50D-A9C2-B748-8B26-950D61BD9AA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0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3" name="Line 217">
              <a:extLst>
                <a:ext uri="{FF2B5EF4-FFF2-40B4-BE49-F238E27FC236}">
                  <a16:creationId xmlns:a16="http://schemas.microsoft.com/office/drawing/2014/main" id="{D90CD33D-A00C-5344-A09D-EC86B55B0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960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4" name="Line 218">
              <a:extLst>
                <a:ext uri="{FF2B5EF4-FFF2-40B4-BE49-F238E27FC236}">
                  <a16:creationId xmlns:a16="http://schemas.microsoft.com/office/drawing/2014/main" id="{3DAA7092-E2E2-8444-927C-8EF268F96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5" name="Line 219">
              <a:extLst>
                <a:ext uri="{FF2B5EF4-FFF2-40B4-BE49-F238E27FC236}">
                  <a16:creationId xmlns:a16="http://schemas.microsoft.com/office/drawing/2014/main" id="{9AB6453C-1E9F-6A44-9825-8F76AA296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96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54" name="Line 221">
            <a:extLst>
              <a:ext uri="{FF2B5EF4-FFF2-40B4-BE49-F238E27FC236}">
                <a16:creationId xmlns:a16="http://schemas.microsoft.com/office/drawing/2014/main" id="{D18DD9CA-DD20-634F-B685-8C4DC2CBAB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18923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5" name="Arc 222">
            <a:extLst>
              <a:ext uri="{FF2B5EF4-FFF2-40B4-BE49-F238E27FC236}">
                <a16:creationId xmlns:a16="http://schemas.microsoft.com/office/drawing/2014/main" id="{B60F64D8-B937-5D4D-88D2-661A60816AF9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18288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6" name="Arc 223">
            <a:extLst>
              <a:ext uri="{FF2B5EF4-FFF2-40B4-BE49-F238E27FC236}">
                <a16:creationId xmlns:a16="http://schemas.microsoft.com/office/drawing/2014/main" id="{C2C06580-DABF-5141-8B0A-BE1C7923C0E2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18288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57" name="Group 226">
            <a:extLst>
              <a:ext uri="{FF2B5EF4-FFF2-40B4-BE49-F238E27FC236}">
                <a16:creationId xmlns:a16="http://schemas.microsoft.com/office/drawing/2014/main" id="{442C1C75-83DC-0A47-894E-0794ECAF5227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747838"/>
            <a:ext cx="373062" cy="101600"/>
            <a:chOff x="345" y="1101"/>
            <a:chExt cx="235" cy="64"/>
          </a:xfrm>
        </p:grpSpPr>
        <p:sp>
          <p:nvSpPr>
            <p:cNvPr id="8369" name="Arc 224">
              <a:extLst>
                <a:ext uri="{FF2B5EF4-FFF2-40B4-BE49-F238E27FC236}">
                  <a16:creationId xmlns:a16="http://schemas.microsoft.com/office/drawing/2014/main" id="{F4334C58-DF7B-6F48-82FB-C82B75D5BEE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065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0" name="Arc 225">
              <a:extLst>
                <a:ext uri="{FF2B5EF4-FFF2-40B4-BE49-F238E27FC236}">
                  <a16:creationId xmlns:a16="http://schemas.microsoft.com/office/drawing/2014/main" id="{5DB98261-482D-2048-ABC9-F2737C4B994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065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58" name="Line 227">
            <a:extLst>
              <a:ext uri="{FF2B5EF4-FFF2-40B4-BE49-F238E27FC236}">
                <a16:creationId xmlns:a16="http://schemas.microsoft.com/office/drawing/2014/main" id="{DDF64973-E0B8-C04A-852A-849280D87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146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9" name="Line 228">
            <a:extLst>
              <a:ext uri="{FF2B5EF4-FFF2-40B4-BE49-F238E27FC236}">
                <a16:creationId xmlns:a16="http://schemas.microsoft.com/office/drawing/2014/main" id="{275193B4-1A83-DE46-9E50-A3EDB5BFBA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5875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0" name="Line 229">
            <a:extLst>
              <a:ext uri="{FF2B5EF4-FFF2-40B4-BE49-F238E27FC236}">
                <a16:creationId xmlns:a16="http://schemas.microsoft.com/office/drawing/2014/main" id="{B88317A5-8287-4D40-86A5-C242CF3F7D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6637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1" name="Rectangle 230">
            <a:extLst>
              <a:ext uri="{FF2B5EF4-FFF2-40B4-BE49-F238E27FC236}">
                <a16:creationId xmlns:a16="http://schemas.microsoft.com/office/drawing/2014/main" id="{8E628BB8-7D65-0244-9A8E-24A7CD1F8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5414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8362" name="Rectangle 231">
            <a:extLst>
              <a:ext uri="{FF2B5EF4-FFF2-40B4-BE49-F238E27FC236}">
                <a16:creationId xmlns:a16="http://schemas.microsoft.com/office/drawing/2014/main" id="{23A46713-45E5-974C-9D73-DFCFCC557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295400"/>
            <a:ext cx="12509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PCWrCond</a:t>
            </a:r>
          </a:p>
        </p:txBody>
      </p:sp>
      <p:sp>
        <p:nvSpPr>
          <p:cNvPr id="8363" name="Rectangle 232">
            <a:extLst>
              <a:ext uri="{FF2B5EF4-FFF2-40B4-BE49-F238E27FC236}">
                <a16:creationId xmlns:a16="http://schemas.microsoft.com/office/drawing/2014/main" id="{69034726-CEDE-C645-BBBA-2E7955C9E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1295400"/>
            <a:ext cx="788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PCSrc</a:t>
            </a:r>
          </a:p>
        </p:txBody>
      </p:sp>
      <p:sp>
        <p:nvSpPr>
          <p:cNvPr id="8364" name="Rectangle 233">
            <a:extLst>
              <a:ext uri="{FF2B5EF4-FFF2-40B4-BE49-F238E27FC236}">
                <a16:creationId xmlns:a16="http://schemas.microsoft.com/office/drawing/2014/main" id="{A43C66C9-ACD1-7C43-98BE-548EC7B59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1295400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BrWr</a:t>
            </a:r>
          </a:p>
        </p:txBody>
      </p:sp>
      <p:sp>
        <p:nvSpPr>
          <p:cNvPr id="8365" name="Line 234">
            <a:extLst>
              <a:ext uri="{FF2B5EF4-FFF2-40B4-BE49-F238E27FC236}">
                <a16:creationId xmlns:a16="http://schemas.microsoft.com/office/drawing/2014/main" id="{B8A5F07B-9894-124D-A0EA-AA9E05892E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511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6" name="Rectangle 235">
            <a:extLst>
              <a:ext uri="{FF2B5EF4-FFF2-40B4-BE49-F238E27FC236}">
                <a16:creationId xmlns:a16="http://schemas.microsoft.com/office/drawing/2014/main" id="{397CDCF9-1B86-9F43-8CD0-07236019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300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367" name="Line 236">
            <a:extLst>
              <a:ext uri="{FF2B5EF4-FFF2-40B4-BE49-F238E27FC236}">
                <a16:creationId xmlns:a16="http://schemas.microsoft.com/office/drawing/2014/main" id="{ADC9A7DD-3F5F-FD43-B33B-1D85E924C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1463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8" name="Rectangle 237">
            <a:extLst>
              <a:ext uri="{FF2B5EF4-FFF2-40B4-BE49-F238E27FC236}">
                <a16:creationId xmlns:a16="http://schemas.microsoft.com/office/drawing/2014/main" id="{D520C070-8E37-E64F-A171-715BEFBB3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846263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IorD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B91C835-235B-9348-8288-ABD62BE24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2484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F604B41-2585-3B45-977D-9D0E94C88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150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C3A95B18-81CF-4A47-88CF-DFBF6171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816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6C5D81B3-C886-F540-93D2-FE42ED3F7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82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49EBC614-9696-5B4D-A22F-BC8F378C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148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0D27BCBF-9F6A-1A4C-9A9D-32C02D6DC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576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8C287767-CA38-514F-B795-BE67EA0E4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004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B562C9AC-E7A8-4F42-BC98-F71C57998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432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97FFA954-3C8B-8049-99EB-A25679A2A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209800"/>
            <a:ext cx="77724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7DD94042-6874-2C4E-8937-B480DD2E0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76400"/>
            <a:ext cx="82296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E82B889B-F7DC-B14E-9CA7-1BDD59CDE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6442075" cy="368300"/>
          </a:xfrm>
          <a:noFill/>
        </p:spPr>
        <p:txBody>
          <a:bodyPr wrap="none"/>
          <a:lstStyle/>
          <a:p>
            <a:r>
              <a:rPr lang="zh-CN" altLang="en-US">
                <a:ea typeface="宋体" panose="02010600030101010101" pitchFamily="2" charset="-122"/>
              </a:rPr>
              <a:t>复习：</a:t>
            </a:r>
            <a:r>
              <a:rPr lang="en-US" altLang="zh-CN">
                <a:ea typeface="宋体" panose="02010600030101010101" pitchFamily="2" charset="-122"/>
              </a:rPr>
              <a:t>Timing Diagram of a Load Instruction</a:t>
            </a:r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04AC3D6B-77CB-EE48-9A8C-D84403A70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1143000"/>
            <a:ext cx="12065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14">
            <a:extLst>
              <a:ext uri="{FF2B5EF4-FFF2-40B4-BE49-F238E27FC236}">
                <a16:creationId xmlns:a16="http://schemas.microsoft.com/office/drawing/2014/main" id="{2F4FD3D2-C227-314B-A1DA-E4131025D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155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0DA8F837-22A5-2646-9F9F-B2DEB1830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100" y="1371600"/>
            <a:ext cx="34163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B78CCD8D-4577-6648-89AC-9F376A3BD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143000"/>
            <a:ext cx="0" cy="228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BE2B1539-26EF-B743-917E-8E3A89720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143000"/>
            <a:ext cx="33528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8" name="Line 19">
            <a:extLst>
              <a:ext uri="{FF2B5EF4-FFF2-40B4-BE49-F238E27FC236}">
                <a16:creationId xmlns:a16="http://schemas.microsoft.com/office/drawing/2014/main" id="{30FF4149-E8C0-F84A-9EFE-F4B0A6AB0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371600"/>
            <a:ext cx="3683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9" name="Rectangle 20">
            <a:extLst>
              <a:ext uri="{FF2B5EF4-FFF2-40B4-BE49-F238E27FC236}">
                <a16:creationId xmlns:a16="http://schemas.microsoft.com/office/drawing/2014/main" id="{84FE13B7-9219-1C42-AC9D-C3828F00E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1160463"/>
            <a:ext cx="45085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0260" name="Line 21">
            <a:extLst>
              <a:ext uri="{FF2B5EF4-FFF2-40B4-BE49-F238E27FC236}">
                <a16:creationId xmlns:a16="http://schemas.microsoft.com/office/drawing/2014/main" id="{5E88C88F-9E1D-B14F-9650-7C42AF949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676400"/>
            <a:ext cx="1206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1" name="Line 22">
            <a:extLst>
              <a:ext uri="{FF2B5EF4-FFF2-40B4-BE49-F238E27FC236}">
                <a16:creationId xmlns:a16="http://schemas.microsoft.com/office/drawing/2014/main" id="{FF765C1B-9A9A-414E-921F-9B02766DD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500" y="16891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2" name="Line 23">
            <a:extLst>
              <a:ext uri="{FF2B5EF4-FFF2-40B4-BE49-F238E27FC236}">
                <a16:creationId xmlns:a16="http://schemas.microsoft.com/office/drawing/2014/main" id="{1BBFA371-5608-3A47-B652-BB1C2463F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905000"/>
            <a:ext cx="1206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3" name="Line 24">
            <a:extLst>
              <a:ext uri="{FF2B5EF4-FFF2-40B4-BE49-F238E27FC236}">
                <a16:creationId xmlns:a16="http://schemas.microsoft.com/office/drawing/2014/main" id="{FC60EBC6-A562-3C48-A1F4-5EAAA2719E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663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4" name="Line 25">
            <a:extLst>
              <a:ext uri="{FF2B5EF4-FFF2-40B4-BE49-F238E27FC236}">
                <a16:creationId xmlns:a16="http://schemas.microsoft.com/office/drawing/2014/main" id="{F7DB7E15-96E5-BF4D-B89E-F55091A607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676400"/>
            <a:ext cx="637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5" name="Rectangle 26">
            <a:extLst>
              <a:ext uri="{FF2B5EF4-FFF2-40B4-BE49-F238E27FC236}">
                <a16:creationId xmlns:a16="http://schemas.microsoft.com/office/drawing/2014/main" id="{C3DA8EE5-A2FB-1E49-95C7-5F10D23F6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1670050"/>
            <a:ext cx="465137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0266" name="Line 27">
            <a:extLst>
              <a:ext uri="{FF2B5EF4-FFF2-40B4-BE49-F238E27FC236}">
                <a16:creationId xmlns:a16="http://schemas.microsoft.com/office/drawing/2014/main" id="{11C63370-83E3-D24A-A279-27E73E198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905000"/>
            <a:ext cx="637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7" name="Line 28">
            <a:extLst>
              <a:ext uri="{FF2B5EF4-FFF2-40B4-BE49-F238E27FC236}">
                <a16:creationId xmlns:a16="http://schemas.microsoft.com/office/drawing/2014/main" id="{1C3C3882-8E5F-BB4B-B194-F0056C240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762000"/>
            <a:ext cx="0" cy="58547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8" name="Line 30">
            <a:extLst>
              <a:ext uri="{FF2B5EF4-FFF2-40B4-BE49-F238E27FC236}">
                <a16:creationId xmlns:a16="http://schemas.microsoft.com/office/drawing/2014/main" id="{70D5F9FD-EAC6-6E46-8E1F-4CFF69232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4700" y="16891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9" name="Line 31">
            <a:extLst>
              <a:ext uri="{FF2B5EF4-FFF2-40B4-BE49-F238E27FC236}">
                <a16:creationId xmlns:a16="http://schemas.microsoft.com/office/drawing/2014/main" id="{B5DF56B7-9CDC-F646-9632-C0C605990B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94700" y="1663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0" name="Line 32">
            <a:extLst>
              <a:ext uri="{FF2B5EF4-FFF2-40B4-BE49-F238E27FC236}">
                <a16:creationId xmlns:a16="http://schemas.microsoft.com/office/drawing/2014/main" id="{AA148155-3CDF-9B4E-8D01-25BC7E83B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2209800"/>
            <a:ext cx="226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1" name="Line 33">
            <a:extLst>
              <a:ext uri="{FF2B5EF4-FFF2-40B4-BE49-F238E27FC236}">
                <a16:creationId xmlns:a16="http://schemas.microsoft.com/office/drawing/2014/main" id="{AC59FE84-014A-BE4B-BFB1-F20338F2C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0" y="22225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2" name="Line 34">
            <a:extLst>
              <a:ext uri="{FF2B5EF4-FFF2-40B4-BE49-F238E27FC236}">
                <a16:creationId xmlns:a16="http://schemas.microsoft.com/office/drawing/2014/main" id="{420DC09F-99CF-8743-BAE0-1A5F0C9BF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2438400"/>
            <a:ext cx="226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3" name="Line 35">
            <a:extLst>
              <a:ext uri="{FF2B5EF4-FFF2-40B4-BE49-F238E27FC236}">
                <a16:creationId xmlns:a16="http://schemas.microsoft.com/office/drawing/2014/main" id="{0D0B457A-0CB9-2A42-BE4D-F7D7202972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5500" y="21971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4" name="Line 36">
            <a:extLst>
              <a:ext uri="{FF2B5EF4-FFF2-40B4-BE49-F238E27FC236}">
                <a16:creationId xmlns:a16="http://schemas.microsoft.com/office/drawing/2014/main" id="{3CA86155-943A-D747-B5D8-5EC2FEE30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2209800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5" name="Rectangle 37">
            <a:extLst>
              <a:ext uri="{FF2B5EF4-FFF2-40B4-BE49-F238E27FC236}">
                <a16:creationId xmlns:a16="http://schemas.microsoft.com/office/drawing/2014/main" id="{C2DE54D3-A164-0147-835C-931E53598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2084388"/>
            <a:ext cx="1152525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Rs, Rt, Rd,</a:t>
            </a:r>
          </a:p>
          <a:p>
            <a:r>
              <a:rPr lang="en-US" altLang="zh-CN" sz="1400" b="0">
                <a:ea typeface="宋体" panose="02010600030101010101" pitchFamily="2" charset="-122"/>
              </a:rPr>
              <a:t>Op, Func</a:t>
            </a:r>
          </a:p>
        </p:txBody>
      </p:sp>
      <p:sp>
        <p:nvSpPr>
          <p:cNvPr id="10276" name="Line 38">
            <a:extLst>
              <a:ext uri="{FF2B5EF4-FFF2-40B4-BE49-F238E27FC236}">
                <a16:creationId xmlns:a16="http://schemas.microsoft.com/office/drawing/2014/main" id="{7A8F589D-23A2-DF45-AD62-87D92C835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2438400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7" name="Line 39">
            <a:extLst>
              <a:ext uri="{FF2B5EF4-FFF2-40B4-BE49-F238E27FC236}">
                <a16:creationId xmlns:a16="http://schemas.microsoft.com/office/drawing/2014/main" id="{9896FBEB-BC5E-E143-BF01-268ADFFE1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4605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8" name="Rectangle 40">
            <a:extLst>
              <a:ext uri="{FF2B5EF4-FFF2-40B4-BE49-F238E27FC236}">
                <a16:creationId xmlns:a16="http://schemas.microsoft.com/office/drawing/2014/main" id="{E3329BA5-9613-6D48-8472-E5570608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389063"/>
            <a:ext cx="83502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Clk-to-Q</a:t>
            </a:r>
          </a:p>
        </p:txBody>
      </p:sp>
      <p:sp>
        <p:nvSpPr>
          <p:cNvPr id="10279" name="Line 41">
            <a:extLst>
              <a:ext uri="{FF2B5EF4-FFF2-40B4-BE49-F238E27FC236}">
                <a16:creationId xmlns:a16="http://schemas.microsoft.com/office/drawing/2014/main" id="{2779B93E-3499-444E-AD14-C838422951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2300" y="1524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0" name="Line 42">
            <a:extLst>
              <a:ext uri="{FF2B5EF4-FFF2-40B4-BE49-F238E27FC236}">
                <a16:creationId xmlns:a16="http://schemas.microsoft.com/office/drawing/2014/main" id="{DF5458B6-716A-F34E-96BC-CC2D7BE0DE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1524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1" name="Line 43">
            <a:extLst>
              <a:ext uri="{FF2B5EF4-FFF2-40B4-BE49-F238E27FC236}">
                <a16:creationId xmlns:a16="http://schemas.microsoft.com/office/drawing/2014/main" id="{09FEA098-45EA-BE4B-A9A5-15325245B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7432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2" name="Line 44">
            <a:extLst>
              <a:ext uri="{FF2B5EF4-FFF2-40B4-BE49-F238E27FC236}">
                <a16:creationId xmlns:a16="http://schemas.microsoft.com/office/drawing/2014/main" id="{8F79BA00-4AA8-F04C-A901-75D8701EE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2755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3" name="Line 45">
            <a:extLst>
              <a:ext uri="{FF2B5EF4-FFF2-40B4-BE49-F238E27FC236}">
                <a16:creationId xmlns:a16="http://schemas.microsoft.com/office/drawing/2014/main" id="{31D7950C-9C33-5D4C-BDD3-911D08227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718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4" name="Line 46">
            <a:extLst>
              <a:ext uri="{FF2B5EF4-FFF2-40B4-BE49-F238E27FC236}">
                <a16:creationId xmlns:a16="http://schemas.microsoft.com/office/drawing/2014/main" id="{02F72F60-2476-3B4C-BBD2-15802D01E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2730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5" name="Line 47">
            <a:extLst>
              <a:ext uri="{FF2B5EF4-FFF2-40B4-BE49-F238E27FC236}">
                <a16:creationId xmlns:a16="http://schemas.microsoft.com/office/drawing/2014/main" id="{7E92B928-B2C0-FA46-BF70-8793ACB6B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7432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6" name="Line 48">
            <a:extLst>
              <a:ext uri="{FF2B5EF4-FFF2-40B4-BE49-F238E27FC236}">
                <a16:creationId xmlns:a16="http://schemas.microsoft.com/office/drawing/2014/main" id="{2EA15848-43E4-CE4E-9BC0-702F2B356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9718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7" name="Line 49">
            <a:extLst>
              <a:ext uri="{FF2B5EF4-FFF2-40B4-BE49-F238E27FC236}">
                <a16:creationId xmlns:a16="http://schemas.microsoft.com/office/drawing/2014/main" id="{FE941BED-7F3D-D14C-872D-6887041A2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648200"/>
            <a:ext cx="402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8" name="Line 50">
            <a:extLst>
              <a:ext uri="{FF2B5EF4-FFF2-40B4-BE49-F238E27FC236}">
                <a16:creationId xmlns:a16="http://schemas.microsoft.com/office/drawing/2014/main" id="{7B4BD8EA-C98A-7D40-8EEA-8512A83CD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9500" y="4660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9" name="Line 51">
            <a:extLst>
              <a:ext uri="{FF2B5EF4-FFF2-40B4-BE49-F238E27FC236}">
                <a16:creationId xmlns:a16="http://schemas.microsoft.com/office/drawing/2014/main" id="{42ABD187-048A-5948-B01E-B244B4B41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876800"/>
            <a:ext cx="402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0" name="Line 52">
            <a:extLst>
              <a:ext uri="{FF2B5EF4-FFF2-40B4-BE49-F238E27FC236}">
                <a16:creationId xmlns:a16="http://schemas.microsoft.com/office/drawing/2014/main" id="{C8235122-CB0E-194A-AA43-2332C57E03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9500" y="4635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1" name="Line 53">
            <a:extLst>
              <a:ext uri="{FF2B5EF4-FFF2-40B4-BE49-F238E27FC236}">
                <a16:creationId xmlns:a16="http://schemas.microsoft.com/office/drawing/2014/main" id="{F6FDC980-FB3B-C14F-A30E-D571DB4B9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00" y="4876800"/>
            <a:ext cx="363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2" name="Line 54">
            <a:extLst>
              <a:ext uri="{FF2B5EF4-FFF2-40B4-BE49-F238E27FC236}">
                <a16:creationId xmlns:a16="http://schemas.microsoft.com/office/drawing/2014/main" id="{83369E8A-41CA-434F-A727-7E8C8B8CC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181600"/>
            <a:ext cx="402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3" name="Line 55">
            <a:extLst>
              <a:ext uri="{FF2B5EF4-FFF2-40B4-BE49-F238E27FC236}">
                <a16:creationId xmlns:a16="http://schemas.microsoft.com/office/drawing/2014/main" id="{AD35D8D0-414A-2543-BBD8-BD2CE334F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9500" y="51943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4" name="Line 56">
            <a:extLst>
              <a:ext uri="{FF2B5EF4-FFF2-40B4-BE49-F238E27FC236}">
                <a16:creationId xmlns:a16="http://schemas.microsoft.com/office/drawing/2014/main" id="{151B9B9B-E13F-8F4C-AB27-FC7DCC65B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410200"/>
            <a:ext cx="402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5" name="Line 57">
            <a:extLst>
              <a:ext uri="{FF2B5EF4-FFF2-40B4-BE49-F238E27FC236}">
                <a16:creationId xmlns:a16="http://schemas.microsoft.com/office/drawing/2014/main" id="{64811EB7-C2FB-494A-A32E-5828B95C7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9500" y="5168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6" name="Line 58">
            <a:extLst>
              <a:ext uri="{FF2B5EF4-FFF2-40B4-BE49-F238E27FC236}">
                <a16:creationId xmlns:a16="http://schemas.microsoft.com/office/drawing/2014/main" id="{E0778994-9A08-BD45-A79E-8C19165F2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00" y="5181600"/>
            <a:ext cx="355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7" name="Line 59">
            <a:extLst>
              <a:ext uri="{FF2B5EF4-FFF2-40B4-BE49-F238E27FC236}">
                <a16:creationId xmlns:a16="http://schemas.microsoft.com/office/drawing/2014/main" id="{78E2934B-2AB1-A747-9387-0086500F6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00" y="5410200"/>
            <a:ext cx="355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8" name="Rectangle 60">
            <a:extLst>
              <a:ext uri="{FF2B5EF4-FFF2-40B4-BE49-F238E27FC236}">
                <a16:creationId xmlns:a16="http://schemas.microsoft.com/office/drawing/2014/main" id="{B8E67D3A-2FE4-6D42-8854-ACD30B0B1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2701925"/>
            <a:ext cx="7874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0299" name="Line 61">
            <a:extLst>
              <a:ext uri="{FF2B5EF4-FFF2-40B4-BE49-F238E27FC236}">
                <a16:creationId xmlns:a16="http://schemas.microsoft.com/office/drawing/2014/main" id="{091AE196-B606-D24F-B455-98C83A87F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850900"/>
            <a:ext cx="0" cy="3708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0" name="Rectangle 62">
            <a:extLst>
              <a:ext uri="{FF2B5EF4-FFF2-40B4-BE49-F238E27FC236}">
                <a16:creationId xmlns:a16="http://schemas.microsoft.com/office/drawing/2014/main" id="{2F06DBED-8516-F048-9FA5-94DE5A91B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1922463"/>
            <a:ext cx="2578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solidFill>
                  <a:schemeClr val="accent1"/>
                </a:solidFill>
                <a:ea typeface="宋体" panose="02010600030101010101" pitchFamily="2" charset="-122"/>
              </a:rPr>
              <a:t>Instruction Memory Access Time</a:t>
            </a:r>
          </a:p>
        </p:txBody>
      </p:sp>
      <p:sp>
        <p:nvSpPr>
          <p:cNvPr id="10301" name="Line 63">
            <a:extLst>
              <a:ext uri="{FF2B5EF4-FFF2-40B4-BE49-F238E27FC236}">
                <a16:creationId xmlns:a16="http://schemas.microsoft.com/office/drawing/2014/main" id="{6F511F8D-3BB3-6C4B-97EE-0F5C29061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0574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2" name="Rectangle 64">
            <a:extLst>
              <a:ext uri="{FF2B5EF4-FFF2-40B4-BE49-F238E27FC236}">
                <a16:creationId xmlns:a16="http://schemas.microsoft.com/office/drawing/2014/main" id="{8EF44D4D-18B9-4043-A49A-6B35DEF1F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3" y="27019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03" name="Rectangle 65">
            <a:extLst>
              <a:ext uri="{FF2B5EF4-FFF2-40B4-BE49-F238E27FC236}">
                <a16:creationId xmlns:a16="http://schemas.microsoft.com/office/drawing/2014/main" id="{90786978-CE9E-C247-BF50-FB53BA05C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3" y="2701925"/>
            <a:ext cx="1092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04" name="Line 66">
            <a:extLst>
              <a:ext uri="{FF2B5EF4-FFF2-40B4-BE49-F238E27FC236}">
                <a16:creationId xmlns:a16="http://schemas.microsoft.com/office/drawing/2014/main" id="{4DCD0FF6-6589-8B4A-A963-6E039F93E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070100"/>
            <a:ext cx="0" cy="3175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5" name="Line 67">
            <a:extLst>
              <a:ext uri="{FF2B5EF4-FFF2-40B4-BE49-F238E27FC236}">
                <a16:creationId xmlns:a16="http://schemas.microsoft.com/office/drawing/2014/main" id="{29C2BF40-DBF0-B74E-A740-705276EE3D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114800"/>
            <a:ext cx="3568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6" name="Line 68">
            <a:extLst>
              <a:ext uri="{FF2B5EF4-FFF2-40B4-BE49-F238E27FC236}">
                <a16:creationId xmlns:a16="http://schemas.microsoft.com/office/drawing/2014/main" id="{EC6C9495-8E1C-CE41-8EC6-D5CBA9868C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54500" y="4127500"/>
            <a:ext cx="1778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7" name="Line 69">
            <a:extLst>
              <a:ext uri="{FF2B5EF4-FFF2-40B4-BE49-F238E27FC236}">
                <a16:creationId xmlns:a16="http://schemas.microsoft.com/office/drawing/2014/main" id="{CAA79D84-4ADF-A24A-8A98-DCF7E1443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3434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8" name="Line 70">
            <a:extLst>
              <a:ext uri="{FF2B5EF4-FFF2-40B4-BE49-F238E27FC236}">
                <a16:creationId xmlns:a16="http://schemas.microsoft.com/office/drawing/2014/main" id="{34D78FD9-EBB3-744A-8DEC-D97345BE9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4114800"/>
            <a:ext cx="416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9" name="Rectangle 71">
            <a:extLst>
              <a:ext uri="{FF2B5EF4-FFF2-40B4-BE49-F238E27FC236}">
                <a16:creationId xmlns:a16="http://schemas.microsoft.com/office/drawing/2014/main" id="{D86A31FB-CD1F-2A4D-93FD-C0261140B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4073525"/>
            <a:ext cx="7874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10310" name="Rectangle 72">
            <a:extLst>
              <a:ext uri="{FF2B5EF4-FFF2-40B4-BE49-F238E27FC236}">
                <a16:creationId xmlns:a16="http://schemas.microsoft.com/office/drawing/2014/main" id="{FC7F44B1-9DE5-E946-919F-CE307727D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3" y="40735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11" name="Rectangle 73">
            <a:extLst>
              <a:ext uri="{FF2B5EF4-FFF2-40B4-BE49-F238E27FC236}">
                <a16:creationId xmlns:a16="http://schemas.microsoft.com/office/drawing/2014/main" id="{30AA0E01-C175-E143-B6CA-45EF342C7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3" y="4073525"/>
            <a:ext cx="1092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12" name="Line 74">
            <a:extLst>
              <a:ext uri="{FF2B5EF4-FFF2-40B4-BE49-F238E27FC236}">
                <a16:creationId xmlns:a16="http://schemas.microsoft.com/office/drawing/2014/main" id="{49ECFBE2-973C-AC44-AE04-36218C8F8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25908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3" name="Rectangle 75">
            <a:extLst>
              <a:ext uri="{FF2B5EF4-FFF2-40B4-BE49-F238E27FC236}">
                <a16:creationId xmlns:a16="http://schemas.microsoft.com/office/drawing/2014/main" id="{FCDF3C48-A8F8-CF4B-8E14-8E235AD2D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2455863"/>
            <a:ext cx="22494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solidFill>
                  <a:schemeClr val="accent1"/>
                </a:solidFill>
                <a:ea typeface="宋体" panose="02010600030101010101" pitchFamily="2" charset="-122"/>
              </a:rPr>
              <a:t>Delay through Control Logic</a:t>
            </a:r>
          </a:p>
        </p:txBody>
      </p:sp>
      <p:sp>
        <p:nvSpPr>
          <p:cNvPr id="10314" name="Line 76">
            <a:extLst>
              <a:ext uri="{FF2B5EF4-FFF2-40B4-BE49-F238E27FC236}">
                <a16:creationId xmlns:a16="http://schemas.microsoft.com/office/drawing/2014/main" id="{34965AA6-E7AB-A248-821F-A56BC2205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00" y="4648200"/>
            <a:ext cx="363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5" name="Rectangle 77">
            <a:extLst>
              <a:ext uri="{FF2B5EF4-FFF2-40B4-BE49-F238E27FC236}">
                <a16:creationId xmlns:a16="http://schemas.microsoft.com/office/drawing/2014/main" id="{275D12BE-D081-F94F-97E7-0B798966B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4606925"/>
            <a:ext cx="7112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0316" name="Line 78">
            <a:extLst>
              <a:ext uri="{FF2B5EF4-FFF2-40B4-BE49-F238E27FC236}">
                <a16:creationId xmlns:a16="http://schemas.microsoft.com/office/drawing/2014/main" id="{415EF573-9A94-F047-8631-D68A5D433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850900"/>
            <a:ext cx="0" cy="4927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7" name="Line 79">
            <a:extLst>
              <a:ext uri="{FF2B5EF4-FFF2-40B4-BE49-F238E27FC236}">
                <a16:creationId xmlns:a16="http://schemas.microsoft.com/office/drawing/2014/main" id="{712E2022-3510-D241-AB4E-8D54620A2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44958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8" name="Rectangle 80">
            <a:extLst>
              <a:ext uri="{FF2B5EF4-FFF2-40B4-BE49-F238E27FC236}">
                <a16:creationId xmlns:a16="http://schemas.microsoft.com/office/drawing/2014/main" id="{57E29A97-8DFE-B046-8352-FB2983DB4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4360863"/>
            <a:ext cx="20653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solidFill>
                  <a:schemeClr val="accent1"/>
                </a:solidFill>
                <a:ea typeface="宋体" panose="02010600030101010101" pitchFamily="2" charset="-122"/>
              </a:rPr>
              <a:t>Register File Access Time</a:t>
            </a:r>
          </a:p>
        </p:txBody>
      </p:sp>
      <p:sp>
        <p:nvSpPr>
          <p:cNvPr id="10319" name="Rectangle 81">
            <a:extLst>
              <a:ext uri="{FF2B5EF4-FFF2-40B4-BE49-F238E27FC236}">
                <a16:creationId xmlns:a16="http://schemas.microsoft.com/office/drawing/2014/main" id="{69D1CBE1-A3F4-4546-AFF5-6BBA7A635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46069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20" name="Rectangle 82">
            <a:extLst>
              <a:ext uri="{FF2B5EF4-FFF2-40B4-BE49-F238E27FC236}">
                <a16:creationId xmlns:a16="http://schemas.microsoft.com/office/drawing/2014/main" id="{BDA677CE-28BC-2A44-9100-9D70898A3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63" y="4606925"/>
            <a:ext cx="1092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21" name="Rectangle 83">
            <a:extLst>
              <a:ext uri="{FF2B5EF4-FFF2-40B4-BE49-F238E27FC236}">
                <a16:creationId xmlns:a16="http://schemas.microsoft.com/office/drawing/2014/main" id="{75F371B6-111C-364B-8637-C7C9724D1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5140325"/>
            <a:ext cx="7874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0322" name="Line 84">
            <a:extLst>
              <a:ext uri="{FF2B5EF4-FFF2-40B4-BE49-F238E27FC236}">
                <a16:creationId xmlns:a16="http://schemas.microsoft.com/office/drawing/2014/main" id="{5F27F7B8-89E4-E84B-BDA0-1B7C31F37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850900"/>
            <a:ext cx="0" cy="5765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3" name="Line 85">
            <a:extLst>
              <a:ext uri="{FF2B5EF4-FFF2-40B4-BE49-F238E27FC236}">
                <a16:creationId xmlns:a16="http://schemas.microsoft.com/office/drawing/2014/main" id="{80834EFC-FA93-4A4C-A66C-B1A3A84CF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5700" y="5562600"/>
            <a:ext cx="111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4" name="Rectangle 86">
            <a:extLst>
              <a:ext uri="{FF2B5EF4-FFF2-40B4-BE49-F238E27FC236}">
                <a16:creationId xmlns:a16="http://schemas.microsoft.com/office/drawing/2014/main" id="{CF3454AE-8A84-084C-911E-339F90974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5427663"/>
            <a:ext cx="10160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solidFill>
                  <a:schemeClr val="accent1"/>
                </a:solidFill>
                <a:ea typeface="宋体" panose="02010600030101010101" pitchFamily="2" charset="-122"/>
              </a:rPr>
              <a:t>ALU Delay</a:t>
            </a:r>
          </a:p>
        </p:txBody>
      </p:sp>
      <p:sp>
        <p:nvSpPr>
          <p:cNvPr id="10325" name="Rectangle 87">
            <a:extLst>
              <a:ext uri="{FF2B5EF4-FFF2-40B4-BE49-F238E27FC236}">
                <a16:creationId xmlns:a16="http://schemas.microsoft.com/office/drawing/2014/main" id="{81BB5E5E-4DFF-314A-B237-6051A3A7A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51403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26" name="Rectangle 88">
            <a:extLst>
              <a:ext uri="{FF2B5EF4-FFF2-40B4-BE49-F238E27FC236}">
                <a16:creationId xmlns:a16="http://schemas.microsoft.com/office/drawing/2014/main" id="{04EB7B07-2CA4-574A-97AF-8136C15AC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5140325"/>
            <a:ext cx="1092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27" name="Rectangle 89">
            <a:extLst>
              <a:ext uri="{FF2B5EF4-FFF2-40B4-BE49-F238E27FC236}">
                <a16:creationId xmlns:a16="http://schemas.microsoft.com/office/drawing/2014/main" id="{61D1D7D8-54F3-E54B-ACBE-4D895F6AB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3" y="21685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28" name="Line 90">
            <a:extLst>
              <a:ext uri="{FF2B5EF4-FFF2-40B4-BE49-F238E27FC236}">
                <a16:creationId xmlns:a16="http://schemas.microsoft.com/office/drawing/2014/main" id="{2BE082C3-7E09-C44A-997C-3519B876C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7100" y="16764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9" name="Line 91">
            <a:extLst>
              <a:ext uri="{FF2B5EF4-FFF2-40B4-BE49-F238E27FC236}">
                <a16:creationId xmlns:a16="http://schemas.microsoft.com/office/drawing/2014/main" id="{729E796D-105A-D649-BC05-95218DA35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7100" y="19050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0" name="Rectangle 92">
            <a:extLst>
              <a:ext uri="{FF2B5EF4-FFF2-40B4-BE49-F238E27FC236}">
                <a16:creationId xmlns:a16="http://schemas.microsoft.com/office/drawing/2014/main" id="{BC98BE54-3A21-5144-B986-C0914B66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2168525"/>
            <a:ext cx="10922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31" name="Rectangle 93">
            <a:extLst>
              <a:ext uri="{FF2B5EF4-FFF2-40B4-BE49-F238E27FC236}">
                <a16:creationId xmlns:a16="http://schemas.microsoft.com/office/drawing/2014/main" id="{AFE8B238-9B79-CE45-8650-919F418E9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1635125"/>
            <a:ext cx="10922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32" name="Rectangle 94">
            <a:extLst>
              <a:ext uri="{FF2B5EF4-FFF2-40B4-BE49-F238E27FC236}">
                <a16:creationId xmlns:a16="http://schemas.microsoft.com/office/drawing/2014/main" id="{4A558AE6-C2B8-4444-B0CA-155559004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16351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33" name="Line 95">
            <a:extLst>
              <a:ext uri="{FF2B5EF4-FFF2-40B4-BE49-F238E27FC236}">
                <a16:creationId xmlns:a16="http://schemas.microsoft.com/office/drawing/2014/main" id="{9EB4AF60-D905-B24F-B45B-12BE6C723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00400"/>
            <a:ext cx="798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4" name="Line 96">
            <a:extLst>
              <a:ext uri="{FF2B5EF4-FFF2-40B4-BE49-F238E27FC236}">
                <a16:creationId xmlns:a16="http://schemas.microsoft.com/office/drawing/2014/main" id="{1FE452B4-5132-044D-80E8-D697234B5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4290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5" name="Line 97">
            <a:extLst>
              <a:ext uri="{FF2B5EF4-FFF2-40B4-BE49-F238E27FC236}">
                <a16:creationId xmlns:a16="http://schemas.microsoft.com/office/drawing/2014/main" id="{B0E85375-F448-B544-B194-A3CCCC7CD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3187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6" name="Rectangle 98">
            <a:extLst>
              <a:ext uri="{FF2B5EF4-FFF2-40B4-BE49-F238E27FC236}">
                <a16:creationId xmlns:a16="http://schemas.microsoft.com/office/drawing/2014/main" id="{F7EFD96C-A805-9749-9FEB-139CEC4D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31591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10337" name="Rectangle 99">
            <a:extLst>
              <a:ext uri="{FF2B5EF4-FFF2-40B4-BE49-F238E27FC236}">
                <a16:creationId xmlns:a16="http://schemas.microsoft.com/office/drawing/2014/main" id="{5B123EC3-9026-A142-A176-F7E52E377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3" y="31591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38" name="Rectangle 100">
            <a:extLst>
              <a:ext uri="{FF2B5EF4-FFF2-40B4-BE49-F238E27FC236}">
                <a16:creationId xmlns:a16="http://schemas.microsoft.com/office/drawing/2014/main" id="{C0A86273-4558-BF4D-A8EE-56FA3A1A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3" y="3159125"/>
            <a:ext cx="1092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39" name="Line 101">
            <a:extLst>
              <a:ext uri="{FF2B5EF4-FFF2-40B4-BE49-F238E27FC236}">
                <a16:creationId xmlns:a16="http://schemas.microsoft.com/office/drawing/2014/main" id="{E50C2279-533A-9C40-A8D6-A83BB7C41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657600"/>
            <a:ext cx="798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0" name="Line 102">
            <a:extLst>
              <a:ext uri="{FF2B5EF4-FFF2-40B4-BE49-F238E27FC236}">
                <a16:creationId xmlns:a16="http://schemas.microsoft.com/office/drawing/2014/main" id="{C5FE9416-A3C2-1F41-BA4E-1BBD974E6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8862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1" name="Line 103">
            <a:extLst>
              <a:ext uri="{FF2B5EF4-FFF2-40B4-BE49-F238E27FC236}">
                <a16:creationId xmlns:a16="http://schemas.microsoft.com/office/drawing/2014/main" id="{A0F15B52-367E-374D-950B-05EE190436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3644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" name="Rectangle 104">
            <a:extLst>
              <a:ext uri="{FF2B5EF4-FFF2-40B4-BE49-F238E27FC236}">
                <a16:creationId xmlns:a16="http://schemas.microsoft.com/office/drawing/2014/main" id="{44E1819C-1080-DC4D-B6E5-9B53DC433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36163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0343" name="Rectangle 105">
            <a:extLst>
              <a:ext uri="{FF2B5EF4-FFF2-40B4-BE49-F238E27FC236}">
                <a16:creationId xmlns:a16="http://schemas.microsoft.com/office/drawing/2014/main" id="{2EF14483-5CEE-934A-A1DF-CE8A299C1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3" y="36163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44" name="Rectangle 106">
            <a:extLst>
              <a:ext uri="{FF2B5EF4-FFF2-40B4-BE49-F238E27FC236}">
                <a16:creationId xmlns:a16="http://schemas.microsoft.com/office/drawing/2014/main" id="{A47DE4C4-2C6D-D146-8109-6EA3B4F87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3" y="3616325"/>
            <a:ext cx="1092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45" name="Line 107">
            <a:extLst>
              <a:ext uri="{FF2B5EF4-FFF2-40B4-BE49-F238E27FC236}">
                <a16:creationId xmlns:a16="http://schemas.microsoft.com/office/drawing/2014/main" id="{1E96B30F-F90D-7A41-B074-6FC151ACB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715000"/>
            <a:ext cx="516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6" name="Line 108">
            <a:extLst>
              <a:ext uri="{FF2B5EF4-FFF2-40B4-BE49-F238E27FC236}">
                <a16:creationId xmlns:a16="http://schemas.microsoft.com/office/drawing/2014/main" id="{8CB4790C-B379-8F44-9573-B04A89AB5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0" y="57277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7" name="Line 109">
            <a:extLst>
              <a:ext uri="{FF2B5EF4-FFF2-40B4-BE49-F238E27FC236}">
                <a16:creationId xmlns:a16="http://schemas.microsoft.com/office/drawing/2014/main" id="{8985BB76-9457-E24F-8232-B3D6BEA0F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943600"/>
            <a:ext cx="516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8" name="Line 110">
            <a:extLst>
              <a:ext uri="{FF2B5EF4-FFF2-40B4-BE49-F238E27FC236}">
                <a16:creationId xmlns:a16="http://schemas.microsoft.com/office/drawing/2014/main" id="{F2D4F90A-C104-E148-BC7D-18D7400C08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32500" y="57023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9" name="Line 111">
            <a:extLst>
              <a:ext uri="{FF2B5EF4-FFF2-40B4-BE49-F238E27FC236}">
                <a16:creationId xmlns:a16="http://schemas.microsoft.com/office/drawing/2014/main" id="{8E81A292-863F-244B-8ECC-82D7C3F3D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715000"/>
            <a:ext cx="241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0" name="Line 112">
            <a:extLst>
              <a:ext uri="{FF2B5EF4-FFF2-40B4-BE49-F238E27FC236}">
                <a16:creationId xmlns:a16="http://schemas.microsoft.com/office/drawing/2014/main" id="{AB640709-A4B3-BA4E-9F51-6D91FB553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943600"/>
            <a:ext cx="241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1" name="Rectangle 113">
            <a:extLst>
              <a:ext uri="{FF2B5EF4-FFF2-40B4-BE49-F238E27FC236}">
                <a16:creationId xmlns:a16="http://schemas.microsoft.com/office/drawing/2014/main" id="{030A10B7-C3A3-7D45-AE04-0BD37F72F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5673725"/>
            <a:ext cx="7874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10352" name="Rectangle 114">
            <a:extLst>
              <a:ext uri="{FF2B5EF4-FFF2-40B4-BE49-F238E27FC236}">
                <a16:creationId xmlns:a16="http://schemas.microsoft.com/office/drawing/2014/main" id="{361D2A86-BE0C-574C-A1EE-9B3FB1EB4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56737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53" name="Rectangle 115">
            <a:extLst>
              <a:ext uri="{FF2B5EF4-FFF2-40B4-BE49-F238E27FC236}">
                <a16:creationId xmlns:a16="http://schemas.microsoft.com/office/drawing/2014/main" id="{50459462-14DC-F047-9CC0-73C8CBBCB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763" y="5673725"/>
            <a:ext cx="1092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0354" name="Line 116">
            <a:extLst>
              <a:ext uri="{FF2B5EF4-FFF2-40B4-BE49-F238E27FC236}">
                <a16:creationId xmlns:a16="http://schemas.microsoft.com/office/drawing/2014/main" id="{A61741D6-D4D2-5F4A-8D3A-7F3139856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248400"/>
            <a:ext cx="654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5" name="Line 117">
            <a:extLst>
              <a:ext uri="{FF2B5EF4-FFF2-40B4-BE49-F238E27FC236}">
                <a16:creationId xmlns:a16="http://schemas.microsoft.com/office/drawing/2014/main" id="{32CF6835-0A45-7C49-A392-0EE8019F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62611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6" name="Line 118">
            <a:extLst>
              <a:ext uri="{FF2B5EF4-FFF2-40B4-BE49-F238E27FC236}">
                <a16:creationId xmlns:a16="http://schemas.microsoft.com/office/drawing/2014/main" id="{20D7C588-B505-3E41-9132-8E51FBCA9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477000"/>
            <a:ext cx="654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7" name="Line 119">
            <a:extLst>
              <a:ext uri="{FF2B5EF4-FFF2-40B4-BE49-F238E27FC236}">
                <a16:creationId xmlns:a16="http://schemas.microsoft.com/office/drawing/2014/main" id="{7957FD13-92F6-B94B-B5AB-3B0FCCE665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100" y="6235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8" name="Line 120">
            <a:extLst>
              <a:ext uri="{FF2B5EF4-FFF2-40B4-BE49-F238E27FC236}">
                <a16:creationId xmlns:a16="http://schemas.microsoft.com/office/drawing/2014/main" id="{CCBA9039-B7E2-F24A-A712-C66D57B34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62484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9" name="Line 121">
            <a:extLst>
              <a:ext uri="{FF2B5EF4-FFF2-40B4-BE49-F238E27FC236}">
                <a16:creationId xmlns:a16="http://schemas.microsoft.com/office/drawing/2014/main" id="{1DF02B55-7E7F-9C4E-A6E7-0A58EC9CD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64770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0" name="Rectangle 122">
            <a:extLst>
              <a:ext uri="{FF2B5EF4-FFF2-40B4-BE49-F238E27FC236}">
                <a16:creationId xmlns:a16="http://schemas.microsoft.com/office/drawing/2014/main" id="{58147754-A77C-3C46-901C-BF901E828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6207125"/>
            <a:ext cx="7874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0361" name="Line 123">
            <a:extLst>
              <a:ext uri="{FF2B5EF4-FFF2-40B4-BE49-F238E27FC236}">
                <a16:creationId xmlns:a16="http://schemas.microsoft.com/office/drawing/2014/main" id="{CE89D1E3-E742-B249-90CC-545EB0689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8700" y="6096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2" name="Rectangle 124">
            <a:extLst>
              <a:ext uri="{FF2B5EF4-FFF2-40B4-BE49-F238E27FC236}">
                <a16:creationId xmlns:a16="http://schemas.microsoft.com/office/drawing/2014/main" id="{CEE51660-BCD7-C743-8CFC-0BB7FB6E8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6207125"/>
            <a:ext cx="9398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0363" name="Rectangle 125">
            <a:extLst>
              <a:ext uri="{FF2B5EF4-FFF2-40B4-BE49-F238E27FC236}">
                <a16:creationId xmlns:a16="http://schemas.microsoft.com/office/drawing/2014/main" id="{1DFEFFBE-FA83-6E40-B460-E40703BF5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3" y="6207125"/>
            <a:ext cx="10922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New</a:t>
            </a:r>
          </a:p>
        </p:txBody>
      </p:sp>
      <p:sp>
        <p:nvSpPr>
          <p:cNvPr id="10364" name="Line 126">
            <a:extLst>
              <a:ext uri="{FF2B5EF4-FFF2-40B4-BE49-F238E27FC236}">
                <a16:creationId xmlns:a16="http://schemas.microsoft.com/office/drawing/2014/main" id="{823ACF5E-35BB-8F4B-8CB8-225023043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0292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5" name="Rectangle 127">
            <a:extLst>
              <a:ext uri="{FF2B5EF4-FFF2-40B4-BE49-F238E27FC236}">
                <a16:creationId xmlns:a16="http://schemas.microsoft.com/office/drawing/2014/main" id="{86207A52-F1D9-5449-AAAA-7615D0A31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4363" y="4894263"/>
            <a:ext cx="2452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solidFill>
                  <a:schemeClr val="accent1"/>
                </a:solidFill>
                <a:ea typeface="宋体" panose="02010600030101010101" pitchFamily="2" charset="-122"/>
              </a:rPr>
              <a:t>Delay through Extender &amp; Mux</a:t>
            </a:r>
          </a:p>
        </p:txBody>
      </p:sp>
      <p:sp>
        <p:nvSpPr>
          <p:cNvPr id="10366" name="Oval 128">
            <a:extLst>
              <a:ext uri="{FF2B5EF4-FFF2-40B4-BE49-F238E27FC236}">
                <a16:creationId xmlns:a16="http://schemas.microsoft.com/office/drawing/2014/main" id="{4E987B92-38A5-7549-B15F-D10AAAE86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3054350"/>
            <a:ext cx="215900" cy="977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67" name="Arc 129">
            <a:extLst>
              <a:ext uri="{FF2B5EF4-FFF2-40B4-BE49-F238E27FC236}">
                <a16:creationId xmlns:a16="http://schemas.microsoft.com/office/drawing/2014/main" id="{0AA2D3E7-F29D-0B45-917F-C5F21C986F04}"/>
              </a:ext>
            </a:extLst>
          </p:cNvPr>
          <p:cNvSpPr>
            <a:spLocks/>
          </p:cNvSpPr>
          <p:nvPr/>
        </p:nvSpPr>
        <p:spPr bwMode="auto">
          <a:xfrm>
            <a:off x="4495800" y="3514725"/>
            <a:ext cx="146050" cy="1517650"/>
          </a:xfrm>
          <a:custGeom>
            <a:avLst/>
            <a:gdLst>
              <a:gd name="T0" fmla="*/ 0 w 21557"/>
              <a:gd name="T1" fmla="*/ 0 h 21600"/>
              <a:gd name="T2" fmla="*/ 2147483646 w 21557"/>
              <a:gd name="T3" fmla="*/ 2147483646 h 21600"/>
              <a:gd name="T4" fmla="*/ 0 w 21557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57" h="21600" fill="none" extrusionOk="0">
                <a:moveTo>
                  <a:pt x="0" y="0"/>
                </a:moveTo>
                <a:cubicBezTo>
                  <a:pt x="11403" y="0"/>
                  <a:pt x="20842" y="8864"/>
                  <a:pt x="21557" y="20244"/>
                </a:cubicBezTo>
              </a:path>
              <a:path w="21557" h="21600" stroke="0" extrusionOk="0">
                <a:moveTo>
                  <a:pt x="0" y="0"/>
                </a:moveTo>
                <a:cubicBezTo>
                  <a:pt x="11403" y="0"/>
                  <a:pt x="20842" y="8864"/>
                  <a:pt x="21557" y="20244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8" name="Line 130">
            <a:extLst>
              <a:ext uri="{FF2B5EF4-FFF2-40B4-BE49-F238E27FC236}">
                <a16:creationId xmlns:a16="http://schemas.microsoft.com/office/drawing/2014/main" id="{190DAC03-416D-BE4A-8773-F40ED7BB2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850900"/>
            <a:ext cx="0" cy="5765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9" name="Rectangle 131">
            <a:extLst>
              <a:ext uri="{FF2B5EF4-FFF2-40B4-BE49-F238E27FC236}">
                <a16:creationId xmlns:a16="http://schemas.microsoft.com/office/drawing/2014/main" id="{AE0994E5-5157-3A40-83CA-2A4CF7977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563" y="5961063"/>
            <a:ext cx="21447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solidFill>
                  <a:schemeClr val="accent1"/>
                </a:solidFill>
                <a:ea typeface="宋体" panose="02010600030101010101" pitchFamily="2" charset="-122"/>
              </a:rPr>
              <a:t>Data Memory Access Time</a:t>
            </a:r>
          </a:p>
        </p:txBody>
      </p:sp>
      <p:sp>
        <p:nvSpPr>
          <p:cNvPr id="10370" name="Line 132">
            <a:extLst>
              <a:ext uri="{FF2B5EF4-FFF2-40B4-BE49-F238E27FC236}">
                <a16:creationId xmlns:a16="http://schemas.microsoft.com/office/drawing/2014/main" id="{477518BD-E053-304D-9237-044A6DB7D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100" y="9906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1" name="Rectangle 133">
            <a:extLst>
              <a:ext uri="{FF2B5EF4-FFF2-40B4-BE49-F238E27FC236}">
                <a16:creationId xmlns:a16="http://schemas.microsoft.com/office/drawing/2014/main" id="{022768DF-6319-E44F-80A4-00DED4075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63" y="654050"/>
            <a:ext cx="1690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Instruction Fetch</a:t>
            </a:r>
          </a:p>
        </p:txBody>
      </p:sp>
      <p:sp>
        <p:nvSpPr>
          <p:cNvPr id="10372" name="Line 134">
            <a:extLst>
              <a:ext uri="{FF2B5EF4-FFF2-40B4-BE49-F238E27FC236}">
                <a16:creationId xmlns:a16="http://schemas.microsoft.com/office/drawing/2014/main" id="{6EC8DA84-501E-2546-BF76-993B02926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9906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3" name="Rectangle 135">
            <a:extLst>
              <a:ext uri="{FF2B5EF4-FFF2-40B4-BE49-F238E27FC236}">
                <a16:creationId xmlns:a16="http://schemas.microsoft.com/office/drawing/2014/main" id="{DE3B5BCE-661C-574B-B5EA-9760303A4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666750"/>
            <a:ext cx="1401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Instr Decode /</a:t>
            </a:r>
          </a:p>
        </p:txBody>
      </p:sp>
      <p:sp>
        <p:nvSpPr>
          <p:cNvPr id="10374" name="Rectangle 136">
            <a:extLst>
              <a:ext uri="{FF2B5EF4-FFF2-40B4-BE49-F238E27FC236}">
                <a16:creationId xmlns:a16="http://schemas.microsoft.com/office/drawing/2014/main" id="{2834DE40-17C1-2440-9601-DF823752C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3" y="936625"/>
            <a:ext cx="1106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Reg. Fetch</a:t>
            </a:r>
          </a:p>
        </p:txBody>
      </p:sp>
      <p:sp>
        <p:nvSpPr>
          <p:cNvPr id="10375" name="Line 137">
            <a:extLst>
              <a:ext uri="{FF2B5EF4-FFF2-40B4-BE49-F238E27FC236}">
                <a16:creationId xmlns:a16="http://schemas.microsoft.com/office/drawing/2014/main" id="{419D2C01-9E38-B44C-978D-0904D9ECE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5700" y="990600"/>
            <a:ext cx="111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6" name="Rectangle 138">
            <a:extLst>
              <a:ext uri="{FF2B5EF4-FFF2-40B4-BE49-F238E27FC236}">
                <a16:creationId xmlns:a16="http://schemas.microsoft.com/office/drawing/2014/main" id="{C0CFD7B1-6A55-994D-ABA2-B7E0E68FF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3" y="679450"/>
            <a:ext cx="892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10377" name="Line 139">
            <a:extLst>
              <a:ext uri="{FF2B5EF4-FFF2-40B4-BE49-F238E27FC236}">
                <a16:creationId xmlns:a16="http://schemas.microsoft.com/office/drawing/2014/main" id="{81568FA8-061D-414E-846F-C555F501D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8700" y="990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8" name="Rectangle 140">
            <a:extLst>
              <a:ext uri="{FF2B5EF4-FFF2-40B4-BE49-F238E27FC236}">
                <a16:creationId xmlns:a16="http://schemas.microsoft.com/office/drawing/2014/main" id="{4597D5B6-3B9E-5849-B59B-4342EC2AA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3" y="679450"/>
            <a:ext cx="8636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 Wr</a:t>
            </a:r>
          </a:p>
        </p:txBody>
      </p:sp>
      <p:sp>
        <p:nvSpPr>
          <p:cNvPr id="10379" name="Line 141">
            <a:extLst>
              <a:ext uri="{FF2B5EF4-FFF2-40B4-BE49-F238E27FC236}">
                <a16:creationId xmlns:a16="http://schemas.microsoft.com/office/drawing/2014/main" id="{0C18A20E-4BD2-5C4B-9262-58AE47983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9906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0" name="Rectangle 142">
            <a:extLst>
              <a:ext uri="{FF2B5EF4-FFF2-40B4-BE49-F238E27FC236}">
                <a16:creationId xmlns:a16="http://schemas.microsoft.com/office/drawing/2014/main" id="{7DF57F49-ABA6-B94E-ABA8-AE91F23AE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666750"/>
            <a:ext cx="1395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Data Memory</a:t>
            </a:r>
          </a:p>
        </p:txBody>
      </p:sp>
      <p:sp>
        <p:nvSpPr>
          <p:cNvPr id="10381" name="Line 143">
            <a:extLst>
              <a:ext uri="{FF2B5EF4-FFF2-40B4-BE49-F238E27FC236}">
                <a16:creationId xmlns:a16="http://schemas.microsoft.com/office/drawing/2014/main" id="{1E4D3DDA-17BE-544E-BAA4-03F813D5F7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60960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2" name="Rectangle 144">
            <a:extLst>
              <a:ext uri="{FF2B5EF4-FFF2-40B4-BE49-F238E27FC236}">
                <a16:creationId xmlns:a16="http://schemas.microsoft.com/office/drawing/2014/main" id="{1A23FE61-2B6F-314A-80B4-44A889685F8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25570" y="4831556"/>
            <a:ext cx="2074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Register File Write Time</a:t>
            </a:r>
          </a:p>
        </p:txBody>
      </p:sp>
      <p:sp>
        <p:nvSpPr>
          <p:cNvPr id="10383" name="Line 145">
            <a:extLst>
              <a:ext uri="{FF2B5EF4-FFF2-40B4-BE49-F238E27FC236}">
                <a16:creationId xmlns:a16="http://schemas.microsoft.com/office/drawing/2014/main" id="{D78C266A-B9CA-2D4C-BEFD-9B8F5220A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0900" y="6096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sm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4" name="Line 146">
            <a:extLst>
              <a:ext uri="{FF2B5EF4-FFF2-40B4-BE49-F238E27FC236}">
                <a16:creationId xmlns:a16="http://schemas.microsoft.com/office/drawing/2014/main" id="{0F6073F0-CC0E-1644-BDC5-4CBEC4265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143000"/>
            <a:ext cx="0" cy="228600"/>
          </a:xfrm>
          <a:prstGeom prst="line">
            <a:avLst/>
          </a:prstGeom>
          <a:noFill/>
          <a:ln w="349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5" name="Text Box 147">
            <a:extLst>
              <a:ext uri="{FF2B5EF4-FFF2-40B4-BE49-F238E27FC236}">
                <a16:creationId xmlns:a16="http://schemas.microsoft.com/office/drawing/2014/main" id="{4EB372EB-8697-404C-BE1A-8303D3A2B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41141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386" name="Text Box 148">
            <a:extLst>
              <a:ext uri="{FF2B5EF4-FFF2-40B4-BE49-F238E27FC236}">
                <a16:creationId xmlns:a16="http://schemas.microsoft.com/office/drawing/2014/main" id="{C9D939B6-869F-F448-B868-43AC5D837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0725" y="484981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0000FF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0387" name="Text Box 149">
            <a:extLst>
              <a:ext uri="{FF2B5EF4-FFF2-40B4-BE49-F238E27FC236}">
                <a16:creationId xmlns:a16="http://schemas.microsoft.com/office/drawing/2014/main" id="{0566BDFA-1DF6-D948-B419-68D7804D1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6025" y="432911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0388" name="Line 150">
            <a:extLst>
              <a:ext uri="{FF2B5EF4-FFF2-40B4-BE49-F238E27FC236}">
                <a16:creationId xmlns:a16="http://schemas.microsoft.com/office/drawing/2014/main" id="{C92E3E05-63D8-B64A-A0A5-BEEBAAFC7B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61400" y="5981700"/>
            <a:ext cx="50800" cy="114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9" name="Line 29">
            <a:extLst>
              <a:ext uri="{FF2B5EF4-FFF2-40B4-BE49-F238E27FC236}">
                <a16:creationId xmlns:a16="http://schemas.microsoft.com/office/drawing/2014/main" id="{F3D0FD4A-BFD2-154B-93DE-98BBA1890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762000"/>
            <a:ext cx="0" cy="57785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90" name="Line 18">
            <a:extLst>
              <a:ext uri="{FF2B5EF4-FFF2-40B4-BE49-F238E27FC236}">
                <a16:creationId xmlns:a16="http://schemas.microsoft.com/office/drawing/2014/main" id="{15669FD6-F905-7041-BF18-E29E3351D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143000"/>
            <a:ext cx="0" cy="228600"/>
          </a:xfrm>
          <a:prstGeom prst="line">
            <a:avLst/>
          </a:prstGeom>
          <a:noFill/>
          <a:ln w="349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6AC11571-7368-254F-9C07-D6824D2A6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158875"/>
            <a:ext cx="4808538" cy="4451350"/>
          </a:xfrm>
          <a:noFill/>
        </p:spPr>
        <p:txBody>
          <a:bodyPr lIns="90488" tIns="44450" rIns="90488" bIns="44450"/>
          <a:lstStyle/>
          <a:p>
            <a:pPr>
              <a:lnSpc>
                <a:spcPct val="125000"/>
              </a:lnSpc>
              <a:spcBef>
                <a:spcPct val="10000"/>
              </a:spcBef>
            </a:pPr>
            <a:r>
              <a:rPr lang="en-US" altLang="zh-CN" sz="2200">
                <a:ea typeface="宋体" panose="02010600030101010101" pitchFamily="2" charset="-122"/>
              </a:rPr>
              <a:t>Laundry Example</a:t>
            </a:r>
          </a:p>
          <a:p>
            <a:pPr lvl="1">
              <a:lnSpc>
                <a:spcPct val="125000"/>
              </a:lnSpc>
              <a:spcBef>
                <a:spcPct val="10000"/>
              </a:spcBef>
            </a:pPr>
            <a:r>
              <a:rPr lang="en-US" altLang="zh-CN" sz="2200">
                <a:ea typeface="宋体" panose="02010600030101010101" pitchFamily="2" charset="-122"/>
              </a:rPr>
              <a:t>Ann, Brian, Cathy, Dave </a:t>
            </a:r>
            <a:br>
              <a:rPr lang="en-US" altLang="zh-CN" sz="2200">
                <a:ea typeface="宋体" panose="02010600030101010101" pitchFamily="2" charset="-122"/>
              </a:rPr>
            </a:br>
            <a:r>
              <a:rPr lang="en-US" altLang="zh-CN" sz="2200">
                <a:ea typeface="宋体" panose="02010600030101010101" pitchFamily="2" charset="-122"/>
              </a:rPr>
              <a:t>each have one load of clothes to </a:t>
            </a:r>
            <a:r>
              <a:rPr lang="en-US" altLang="zh-CN" sz="2200">
                <a:solidFill>
                  <a:srgbClr val="FF0000"/>
                </a:solidFill>
                <a:ea typeface="宋体" panose="02010600030101010101" pitchFamily="2" charset="-122"/>
              </a:rPr>
              <a:t>wash</a:t>
            </a:r>
            <a:r>
              <a:rPr lang="en-US" altLang="zh-CN" sz="2200">
                <a:ea typeface="宋体" panose="02010600030101010101" pitchFamily="2" charset="-122"/>
              </a:rPr>
              <a:t>, </a:t>
            </a:r>
            <a:r>
              <a:rPr lang="en-US" altLang="zh-CN" sz="2200">
                <a:solidFill>
                  <a:srgbClr val="FF0000"/>
                </a:solidFill>
                <a:ea typeface="宋体" panose="02010600030101010101" pitchFamily="2" charset="-122"/>
              </a:rPr>
              <a:t>dry</a:t>
            </a:r>
            <a:r>
              <a:rPr lang="en-US" altLang="zh-CN" sz="2200">
                <a:ea typeface="宋体" panose="02010600030101010101" pitchFamily="2" charset="-122"/>
              </a:rPr>
              <a:t>, and </a:t>
            </a:r>
            <a:r>
              <a:rPr lang="en-US" altLang="zh-CN" sz="2200">
                <a:solidFill>
                  <a:srgbClr val="FF0000"/>
                </a:solidFill>
                <a:ea typeface="宋体" panose="02010600030101010101" pitchFamily="2" charset="-122"/>
              </a:rPr>
              <a:t>fold</a:t>
            </a:r>
            <a:endParaRPr lang="en-US" altLang="zh-CN" sz="2200"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ct val="10000"/>
              </a:spcBef>
            </a:pPr>
            <a:r>
              <a:rPr lang="en-US" altLang="zh-CN" sz="2200">
                <a:ea typeface="宋体" panose="02010600030101010101" pitchFamily="2" charset="-122"/>
              </a:rPr>
              <a:t>Washer takes 	</a:t>
            </a:r>
            <a:r>
              <a:rPr lang="en-US" altLang="zh-CN" sz="2200">
                <a:solidFill>
                  <a:schemeClr val="tx1"/>
                </a:solidFill>
                <a:ea typeface="宋体" panose="02010600030101010101" pitchFamily="2" charset="-122"/>
              </a:rPr>
              <a:t>30</a:t>
            </a:r>
            <a:r>
              <a:rPr lang="en-US" altLang="zh-CN" sz="2200">
                <a:ea typeface="宋体" panose="02010600030101010101" pitchFamily="2" charset="-122"/>
              </a:rPr>
              <a:t> minutes</a:t>
            </a:r>
          </a:p>
          <a:p>
            <a:pPr lvl="1">
              <a:lnSpc>
                <a:spcPct val="125000"/>
              </a:lnSpc>
              <a:spcBef>
                <a:spcPct val="10000"/>
              </a:spcBef>
            </a:pPr>
            <a:r>
              <a:rPr lang="en-US" altLang="zh-CN" sz="2200">
                <a:ea typeface="宋体" panose="02010600030101010101" pitchFamily="2" charset="-122"/>
              </a:rPr>
              <a:t>Dryer takes 	</a:t>
            </a:r>
            <a:r>
              <a:rPr lang="en-US" altLang="zh-CN" sz="2200">
                <a:solidFill>
                  <a:srgbClr val="000099"/>
                </a:solidFill>
                <a:ea typeface="宋体" panose="02010600030101010101" pitchFamily="2" charset="-122"/>
              </a:rPr>
              <a:t>40</a:t>
            </a:r>
            <a:r>
              <a:rPr lang="en-US" altLang="zh-CN" sz="2200">
                <a:ea typeface="宋体" panose="02010600030101010101" pitchFamily="2" charset="-122"/>
              </a:rPr>
              <a:t> minutes</a:t>
            </a:r>
          </a:p>
          <a:p>
            <a:pPr lvl="1">
              <a:lnSpc>
                <a:spcPct val="125000"/>
              </a:lnSpc>
              <a:spcBef>
                <a:spcPct val="10000"/>
              </a:spcBef>
            </a:pPr>
            <a:r>
              <a:rPr lang="en-US" altLang="zh-CN" sz="2200">
                <a:ea typeface="宋体" panose="02010600030101010101" pitchFamily="2" charset="-122"/>
              </a:rPr>
              <a:t>“Folder” takes 	</a:t>
            </a:r>
            <a:r>
              <a:rPr lang="en-US" altLang="zh-CN" sz="2200">
                <a:solidFill>
                  <a:srgbClr val="000099"/>
                </a:solidFill>
                <a:ea typeface="宋体" panose="02010600030101010101" pitchFamily="2" charset="-122"/>
              </a:rPr>
              <a:t>20</a:t>
            </a:r>
            <a:r>
              <a:rPr lang="en-US" altLang="zh-CN" sz="2200">
                <a:ea typeface="宋体" panose="02010600030101010101" pitchFamily="2" charset="-122"/>
              </a:rPr>
              <a:t> minutes</a:t>
            </a:r>
          </a:p>
        </p:txBody>
      </p:sp>
      <p:grpSp>
        <p:nvGrpSpPr>
          <p:cNvPr id="12291" name="Group 4">
            <a:extLst>
              <a:ext uri="{FF2B5EF4-FFF2-40B4-BE49-F238E27FC236}">
                <a16:creationId xmlns:a16="http://schemas.microsoft.com/office/drawing/2014/main" id="{F5FDDE60-38AA-5E45-8014-DA3159C8D1F2}"/>
              </a:ext>
            </a:extLst>
          </p:cNvPr>
          <p:cNvGrpSpPr>
            <a:grpSpLocks/>
          </p:cNvGrpSpPr>
          <p:nvPr/>
        </p:nvGrpSpPr>
        <p:grpSpPr bwMode="auto">
          <a:xfrm>
            <a:off x="6540500" y="3362325"/>
            <a:ext cx="673100" cy="800100"/>
            <a:chOff x="4228" y="2820"/>
            <a:chExt cx="424" cy="504"/>
          </a:xfrm>
        </p:grpSpPr>
        <p:grpSp>
          <p:nvGrpSpPr>
            <p:cNvPr id="12325" name="Group 5">
              <a:extLst>
                <a:ext uri="{FF2B5EF4-FFF2-40B4-BE49-F238E27FC236}">
                  <a16:creationId xmlns:a16="http://schemas.microsoft.com/office/drawing/2014/main" id="{EEE7B90E-A017-C648-88B3-7F8C9619B5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8" y="2820"/>
              <a:ext cx="424" cy="504"/>
              <a:chOff x="4228" y="2820"/>
              <a:chExt cx="424" cy="504"/>
            </a:xfrm>
          </p:grpSpPr>
          <p:sp>
            <p:nvSpPr>
              <p:cNvPr id="12328" name="AutoShape 6">
                <a:extLst>
                  <a:ext uri="{FF2B5EF4-FFF2-40B4-BE49-F238E27FC236}">
                    <a16:creationId xmlns:a16="http://schemas.microsoft.com/office/drawing/2014/main" id="{C4BB6420-A4FB-6645-BA90-0B6AE0504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2900"/>
                <a:ext cx="424" cy="424"/>
              </a:xfrm>
              <a:prstGeom prst="cube">
                <a:avLst>
                  <a:gd name="adj" fmla="val 24995"/>
                </a:avLst>
              </a:prstGeom>
              <a:solidFill>
                <a:srgbClr val="A2C1FE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329" name="AutoShape 7">
                <a:extLst>
                  <a:ext uri="{FF2B5EF4-FFF2-40B4-BE49-F238E27FC236}">
                    <a16:creationId xmlns:a16="http://schemas.microsoft.com/office/drawing/2014/main" id="{B74008DB-B2DE-3B42-A0D0-ED21377B5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4" y="2820"/>
                <a:ext cx="328" cy="88"/>
              </a:xfrm>
              <a:prstGeom prst="cube">
                <a:avLst>
                  <a:gd name="adj" fmla="val 24995"/>
                </a:avLst>
              </a:prstGeom>
              <a:solidFill>
                <a:srgbClr val="A2C1FE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326" name="Oval 8">
              <a:extLst>
                <a:ext uri="{FF2B5EF4-FFF2-40B4-BE49-F238E27FC236}">
                  <a16:creationId xmlns:a16="http://schemas.microsoft.com/office/drawing/2014/main" id="{148CC339-77DC-5245-8782-781E637E5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860"/>
              <a:ext cx="56" cy="3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327" name="AutoShape 9">
              <a:extLst>
                <a:ext uri="{FF2B5EF4-FFF2-40B4-BE49-F238E27FC236}">
                  <a16:creationId xmlns:a16="http://schemas.microsoft.com/office/drawing/2014/main" id="{23240F55-BCE7-9941-A097-54DB73AEA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" y="3096"/>
              <a:ext cx="224" cy="96"/>
            </a:xfrm>
            <a:prstGeom prst="octagon">
              <a:avLst>
                <a:gd name="adj" fmla="val 29282"/>
              </a:avLst>
            </a:prstGeom>
            <a:solidFill>
              <a:srgbClr val="A2C1FE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12292" name="Group 10">
            <a:extLst>
              <a:ext uri="{FF2B5EF4-FFF2-40B4-BE49-F238E27FC236}">
                <a16:creationId xmlns:a16="http://schemas.microsoft.com/office/drawing/2014/main" id="{4B520584-9ADB-1E43-8016-90B8B2EA3EB2}"/>
              </a:ext>
            </a:extLst>
          </p:cNvPr>
          <p:cNvGrpSpPr>
            <a:grpSpLocks/>
          </p:cNvGrpSpPr>
          <p:nvPr/>
        </p:nvGrpSpPr>
        <p:grpSpPr bwMode="auto">
          <a:xfrm>
            <a:off x="6684963" y="4295775"/>
            <a:ext cx="661987" cy="649288"/>
            <a:chOff x="4319" y="3408"/>
            <a:chExt cx="417" cy="409"/>
          </a:xfrm>
        </p:grpSpPr>
        <p:grpSp>
          <p:nvGrpSpPr>
            <p:cNvPr id="12317" name="Group 11">
              <a:extLst>
                <a:ext uri="{FF2B5EF4-FFF2-40B4-BE49-F238E27FC236}">
                  <a16:creationId xmlns:a16="http://schemas.microsoft.com/office/drawing/2014/main" id="{C92D0BC6-A456-8046-958E-AC2A7A6D8B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1" y="3601"/>
              <a:ext cx="415" cy="216"/>
              <a:chOff x="4321" y="3601"/>
              <a:chExt cx="415" cy="216"/>
            </a:xfrm>
          </p:grpSpPr>
          <p:sp>
            <p:nvSpPr>
              <p:cNvPr id="12321" name="Freeform 12">
                <a:extLst>
                  <a:ext uri="{FF2B5EF4-FFF2-40B4-BE49-F238E27FC236}">
                    <a16:creationId xmlns:a16="http://schemas.microsoft.com/office/drawing/2014/main" id="{24F984D5-CF0F-5B4B-A467-F5E1A9A92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3" y="3602"/>
                <a:ext cx="96" cy="215"/>
              </a:xfrm>
              <a:custGeom>
                <a:avLst/>
                <a:gdLst>
                  <a:gd name="T0" fmla="*/ 69 w 96"/>
                  <a:gd name="T1" fmla="*/ 0 h 215"/>
                  <a:gd name="T2" fmla="*/ 95 w 96"/>
                  <a:gd name="T3" fmla="*/ 0 h 215"/>
                  <a:gd name="T4" fmla="*/ 26 w 96"/>
                  <a:gd name="T5" fmla="*/ 214 h 215"/>
                  <a:gd name="T6" fmla="*/ 0 w 96"/>
                  <a:gd name="T7" fmla="*/ 214 h 215"/>
                  <a:gd name="T8" fmla="*/ 69 w 96"/>
                  <a:gd name="T9" fmla="*/ 0 h 2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" h="215">
                    <a:moveTo>
                      <a:pt x="69" y="0"/>
                    </a:moveTo>
                    <a:lnTo>
                      <a:pt x="95" y="0"/>
                    </a:lnTo>
                    <a:lnTo>
                      <a:pt x="26" y="214"/>
                    </a:lnTo>
                    <a:lnTo>
                      <a:pt x="0" y="214"/>
                    </a:lnTo>
                    <a:lnTo>
                      <a:pt x="69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2" name="Rectangle 13">
                <a:extLst>
                  <a:ext uri="{FF2B5EF4-FFF2-40B4-BE49-F238E27FC236}">
                    <a16:creationId xmlns:a16="http://schemas.microsoft.com/office/drawing/2014/main" id="{FA9E76C8-A005-9740-B286-F606CFFC0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8" y="3601"/>
                <a:ext cx="218" cy="12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323" name="Rectangle 14">
                <a:extLst>
                  <a:ext uri="{FF2B5EF4-FFF2-40B4-BE49-F238E27FC236}">
                    <a16:creationId xmlns:a16="http://schemas.microsoft.com/office/drawing/2014/main" id="{FFD4A5C8-9B9E-D04B-96E5-840F3FFC6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7" y="3692"/>
                <a:ext cx="218" cy="13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324" name="Rectangle 15">
                <a:extLst>
                  <a:ext uri="{FF2B5EF4-FFF2-40B4-BE49-F238E27FC236}">
                    <a16:creationId xmlns:a16="http://schemas.microsoft.com/office/drawing/2014/main" id="{95797003-E91A-0A4C-92D2-E1D4A9A0A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1" y="3692"/>
                <a:ext cx="116" cy="13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18" name="Group 16">
              <a:extLst>
                <a:ext uri="{FF2B5EF4-FFF2-40B4-BE49-F238E27FC236}">
                  <a16:creationId xmlns:a16="http://schemas.microsoft.com/office/drawing/2014/main" id="{1C512BAB-8806-F844-BFA7-E9C5391F5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9" y="3408"/>
              <a:ext cx="217" cy="409"/>
              <a:chOff x="4319" y="3408"/>
              <a:chExt cx="217" cy="409"/>
            </a:xfrm>
          </p:grpSpPr>
          <p:sp>
            <p:nvSpPr>
              <p:cNvPr id="12319" name="Oval 17">
                <a:extLst>
                  <a:ext uri="{FF2B5EF4-FFF2-40B4-BE49-F238E27FC236}">
                    <a16:creationId xmlns:a16="http://schemas.microsoft.com/office/drawing/2014/main" id="{50E73FD0-4F00-5141-BC5E-FA0AC031C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3" y="3408"/>
                <a:ext cx="55" cy="55"/>
              </a:xfrm>
              <a:prstGeom prst="ellipse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320" name="Freeform 18">
                <a:extLst>
                  <a:ext uri="{FF2B5EF4-FFF2-40B4-BE49-F238E27FC236}">
                    <a16:creationId xmlns:a16="http://schemas.microsoft.com/office/drawing/2014/main" id="{2F46C58D-43BC-9440-92DD-DF3FFB9AA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3485"/>
                <a:ext cx="217" cy="332"/>
              </a:xfrm>
              <a:custGeom>
                <a:avLst/>
                <a:gdLst>
                  <a:gd name="T0" fmla="*/ 2 w 217"/>
                  <a:gd name="T1" fmla="*/ 153 h 332"/>
                  <a:gd name="T2" fmla="*/ 1 w 217"/>
                  <a:gd name="T3" fmla="*/ 157 h 332"/>
                  <a:gd name="T4" fmla="*/ 0 w 217"/>
                  <a:gd name="T5" fmla="*/ 163 h 332"/>
                  <a:gd name="T6" fmla="*/ 0 w 217"/>
                  <a:gd name="T7" fmla="*/ 168 h 332"/>
                  <a:gd name="T8" fmla="*/ 2 w 217"/>
                  <a:gd name="T9" fmla="*/ 174 h 332"/>
                  <a:gd name="T10" fmla="*/ 5 w 217"/>
                  <a:gd name="T11" fmla="*/ 179 h 332"/>
                  <a:gd name="T12" fmla="*/ 9 w 217"/>
                  <a:gd name="T13" fmla="*/ 183 h 332"/>
                  <a:gd name="T14" fmla="*/ 14 w 217"/>
                  <a:gd name="T15" fmla="*/ 186 h 332"/>
                  <a:gd name="T16" fmla="*/ 17 w 217"/>
                  <a:gd name="T17" fmla="*/ 186 h 332"/>
                  <a:gd name="T18" fmla="*/ 23 w 217"/>
                  <a:gd name="T19" fmla="*/ 186 h 332"/>
                  <a:gd name="T20" fmla="*/ 141 w 217"/>
                  <a:gd name="T21" fmla="*/ 331 h 332"/>
                  <a:gd name="T22" fmla="*/ 178 w 217"/>
                  <a:gd name="T23" fmla="*/ 159 h 332"/>
                  <a:gd name="T24" fmla="*/ 177 w 217"/>
                  <a:gd name="T25" fmla="*/ 155 h 332"/>
                  <a:gd name="T26" fmla="*/ 176 w 217"/>
                  <a:gd name="T27" fmla="*/ 152 h 332"/>
                  <a:gd name="T28" fmla="*/ 173 w 217"/>
                  <a:gd name="T29" fmla="*/ 149 h 332"/>
                  <a:gd name="T30" fmla="*/ 170 w 217"/>
                  <a:gd name="T31" fmla="*/ 147 h 332"/>
                  <a:gd name="T32" fmla="*/ 166 w 217"/>
                  <a:gd name="T33" fmla="*/ 145 h 332"/>
                  <a:gd name="T34" fmla="*/ 161 w 217"/>
                  <a:gd name="T35" fmla="*/ 145 h 332"/>
                  <a:gd name="T36" fmla="*/ 157 w 217"/>
                  <a:gd name="T37" fmla="*/ 145 h 332"/>
                  <a:gd name="T38" fmla="*/ 153 w 217"/>
                  <a:gd name="T39" fmla="*/ 145 h 332"/>
                  <a:gd name="T40" fmla="*/ 104 w 217"/>
                  <a:gd name="T41" fmla="*/ 84 h 332"/>
                  <a:gd name="T42" fmla="*/ 201 w 217"/>
                  <a:gd name="T43" fmla="*/ 104 h 332"/>
                  <a:gd name="T44" fmla="*/ 204 w 217"/>
                  <a:gd name="T45" fmla="*/ 103 h 332"/>
                  <a:gd name="T46" fmla="*/ 207 w 217"/>
                  <a:gd name="T47" fmla="*/ 103 h 332"/>
                  <a:gd name="T48" fmla="*/ 211 w 217"/>
                  <a:gd name="T49" fmla="*/ 100 h 332"/>
                  <a:gd name="T50" fmla="*/ 214 w 217"/>
                  <a:gd name="T51" fmla="*/ 97 h 332"/>
                  <a:gd name="T52" fmla="*/ 215 w 217"/>
                  <a:gd name="T53" fmla="*/ 93 h 332"/>
                  <a:gd name="T54" fmla="*/ 216 w 217"/>
                  <a:gd name="T55" fmla="*/ 88 h 332"/>
                  <a:gd name="T56" fmla="*/ 215 w 217"/>
                  <a:gd name="T57" fmla="*/ 83 h 332"/>
                  <a:gd name="T58" fmla="*/ 213 w 217"/>
                  <a:gd name="T59" fmla="*/ 79 h 332"/>
                  <a:gd name="T60" fmla="*/ 210 w 217"/>
                  <a:gd name="T61" fmla="*/ 76 h 332"/>
                  <a:gd name="T62" fmla="*/ 206 w 217"/>
                  <a:gd name="T63" fmla="*/ 73 h 332"/>
                  <a:gd name="T64" fmla="*/ 203 w 217"/>
                  <a:gd name="T65" fmla="*/ 72 h 332"/>
                  <a:gd name="T66" fmla="*/ 137 w 217"/>
                  <a:gd name="T67" fmla="*/ 72 h 332"/>
                  <a:gd name="T68" fmla="*/ 125 w 217"/>
                  <a:gd name="T69" fmla="*/ 47 h 332"/>
                  <a:gd name="T70" fmla="*/ 126 w 217"/>
                  <a:gd name="T71" fmla="*/ 41 h 332"/>
                  <a:gd name="T72" fmla="*/ 127 w 217"/>
                  <a:gd name="T73" fmla="*/ 34 h 332"/>
                  <a:gd name="T74" fmla="*/ 127 w 217"/>
                  <a:gd name="T75" fmla="*/ 27 h 332"/>
                  <a:gd name="T76" fmla="*/ 125 w 217"/>
                  <a:gd name="T77" fmla="*/ 21 h 332"/>
                  <a:gd name="T78" fmla="*/ 123 w 217"/>
                  <a:gd name="T79" fmla="*/ 17 h 332"/>
                  <a:gd name="T80" fmla="*/ 120 w 217"/>
                  <a:gd name="T81" fmla="*/ 12 h 332"/>
                  <a:gd name="T82" fmla="*/ 115 w 217"/>
                  <a:gd name="T83" fmla="*/ 8 h 332"/>
                  <a:gd name="T84" fmla="*/ 110 w 217"/>
                  <a:gd name="T85" fmla="*/ 4 h 332"/>
                  <a:gd name="T86" fmla="*/ 104 w 217"/>
                  <a:gd name="T87" fmla="*/ 1 h 332"/>
                  <a:gd name="T88" fmla="*/ 97 w 217"/>
                  <a:gd name="T89" fmla="*/ 0 h 332"/>
                  <a:gd name="T90" fmla="*/ 91 w 217"/>
                  <a:gd name="T91" fmla="*/ 0 h 332"/>
                  <a:gd name="T92" fmla="*/ 84 w 217"/>
                  <a:gd name="T93" fmla="*/ 1 h 332"/>
                  <a:gd name="T94" fmla="*/ 77 w 217"/>
                  <a:gd name="T95" fmla="*/ 3 h 332"/>
                  <a:gd name="T96" fmla="*/ 70 w 217"/>
                  <a:gd name="T97" fmla="*/ 7 h 332"/>
                  <a:gd name="T98" fmla="*/ 66 w 217"/>
                  <a:gd name="T99" fmla="*/ 13 h 332"/>
                  <a:gd name="T100" fmla="*/ 62 w 217"/>
                  <a:gd name="T101" fmla="*/ 19 h 332"/>
                  <a:gd name="T102" fmla="*/ 59 w 217"/>
                  <a:gd name="T103" fmla="*/ 25 h 33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217" h="332">
                    <a:moveTo>
                      <a:pt x="59" y="25"/>
                    </a:moveTo>
                    <a:lnTo>
                      <a:pt x="2" y="153"/>
                    </a:lnTo>
                    <a:lnTo>
                      <a:pt x="1" y="155"/>
                    </a:lnTo>
                    <a:lnTo>
                      <a:pt x="1" y="157"/>
                    </a:lnTo>
                    <a:lnTo>
                      <a:pt x="0" y="159"/>
                    </a:lnTo>
                    <a:lnTo>
                      <a:pt x="0" y="163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1"/>
                    </a:lnTo>
                    <a:lnTo>
                      <a:pt x="2" y="174"/>
                    </a:lnTo>
                    <a:lnTo>
                      <a:pt x="3" y="176"/>
                    </a:lnTo>
                    <a:lnTo>
                      <a:pt x="5" y="179"/>
                    </a:lnTo>
                    <a:lnTo>
                      <a:pt x="7" y="181"/>
                    </a:lnTo>
                    <a:lnTo>
                      <a:pt x="9" y="183"/>
                    </a:lnTo>
                    <a:lnTo>
                      <a:pt x="12" y="184"/>
                    </a:lnTo>
                    <a:lnTo>
                      <a:pt x="14" y="186"/>
                    </a:lnTo>
                    <a:lnTo>
                      <a:pt x="15" y="186"/>
                    </a:lnTo>
                    <a:lnTo>
                      <a:pt x="17" y="186"/>
                    </a:lnTo>
                    <a:lnTo>
                      <a:pt x="20" y="186"/>
                    </a:lnTo>
                    <a:lnTo>
                      <a:pt x="23" y="186"/>
                    </a:lnTo>
                    <a:lnTo>
                      <a:pt x="141" y="186"/>
                    </a:lnTo>
                    <a:lnTo>
                      <a:pt x="141" y="331"/>
                    </a:lnTo>
                    <a:lnTo>
                      <a:pt x="178" y="331"/>
                    </a:lnTo>
                    <a:lnTo>
                      <a:pt x="178" y="159"/>
                    </a:lnTo>
                    <a:lnTo>
                      <a:pt x="178" y="157"/>
                    </a:lnTo>
                    <a:lnTo>
                      <a:pt x="177" y="155"/>
                    </a:lnTo>
                    <a:lnTo>
                      <a:pt x="176" y="153"/>
                    </a:lnTo>
                    <a:lnTo>
                      <a:pt x="176" y="152"/>
                    </a:lnTo>
                    <a:lnTo>
                      <a:pt x="175" y="151"/>
                    </a:lnTo>
                    <a:lnTo>
                      <a:pt x="173" y="149"/>
                    </a:lnTo>
                    <a:lnTo>
                      <a:pt x="172" y="148"/>
                    </a:lnTo>
                    <a:lnTo>
                      <a:pt x="170" y="147"/>
                    </a:lnTo>
                    <a:lnTo>
                      <a:pt x="168" y="146"/>
                    </a:lnTo>
                    <a:lnTo>
                      <a:pt x="166" y="145"/>
                    </a:lnTo>
                    <a:lnTo>
                      <a:pt x="164" y="145"/>
                    </a:lnTo>
                    <a:lnTo>
                      <a:pt x="161" y="145"/>
                    </a:lnTo>
                    <a:lnTo>
                      <a:pt x="159" y="145"/>
                    </a:lnTo>
                    <a:lnTo>
                      <a:pt x="157" y="145"/>
                    </a:lnTo>
                    <a:lnTo>
                      <a:pt x="155" y="145"/>
                    </a:lnTo>
                    <a:lnTo>
                      <a:pt x="153" y="145"/>
                    </a:lnTo>
                    <a:lnTo>
                      <a:pt x="85" y="141"/>
                    </a:lnTo>
                    <a:lnTo>
                      <a:pt x="104" y="84"/>
                    </a:lnTo>
                    <a:lnTo>
                      <a:pt x="118" y="104"/>
                    </a:lnTo>
                    <a:lnTo>
                      <a:pt x="201" y="104"/>
                    </a:lnTo>
                    <a:lnTo>
                      <a:pt x="203" y="103"/>
                    </a:lnTo>
                    <a:lnTo>
                      <a:pt x="204" y="103"/>
                    </a:lnTo>
                    <a:lnTo>
                      <a:pt x="206" y="103"/>
                    </a:lnTo>
                    <a:lnTo>
                      <a:pt x="207" y="103"/>
                    </a:lnTo>
                    <a:lnTo>
                      <a:pt x="209" y="101"/>
                    </a:lnTo>
                    <a:lnTo>
                      <a:pt x="211" y="100"/>
                    </a:lnTo>
                    <a:lnTo>
                      <a:pt x="212" y="98"/>
                    </a:lnTo>
                    <a:lnTo>
                      <a:pt x="214" y="97"/>
                    </a:lnTo>
                    <a:lnTo>
                      <a:pt x="215" y="95"/>
                    </a:lnTo>
                    <a:lnTo>
                      <a:pt x="215" y="93"/>
                    </a:lnTo>
                    <a:lnTo>
                      <a:pt x="216" y="91"/>
                    </a:lnTo>
                    <a:lnTo>
                      <a:pt x="216" y="88"/>
                    </a:lnTo>
                    <a:lnTo>
                      <a:pt x="216" y="85"/>
                    </a:lnTo>
                    <a:lnTo>
                      <a:pt x="215" y="83"/>
                    </a:lnTo>
                    <a:lnTo>
                      <a:pt x="214" y="81"/>
                    </a:lnTo>
                    <a:lnTo>
                      <a:pt x="213" y="79"/>
                    </a:lnTo>
                    <a:lnTo>
                      <a:pt x="211" y="77"/>
                    </a:lnTo>
                    <a:lnTo>
                      <a:pt x="210" y="76"/>
                    </a:lnTo>
                    <a:lnTo>
                      <a:pt x="208" y="74"/>
                    </a:lnTo>
                    <a:lnTo>
                      <a:pt x="206" y="73"/>
                    </a:lnTo>
                    <a:lnTo>
                      <a:pt x="205" y="72"/>
                    </a:lnTo>
                    <a:lnTo>
                      <a:pt x="203" y="72"/>
                    </a:lnTo>
                    <a:lnTo>
                      <a:pt x="201" y="72"/>
                    </a:lnTo>
                    <a:lnTo>
                      <a:pt x="137" y="72"/>
                    </a:lnTo>
                    <a:lnTo>
                      <a:pt x="123" y="49"/>
                    </a:lnTo>
                    <a:lnTo>
                      <a:pt x="125" y="47"/>
                    </a:lnTo>
                    <a:lnTo>
                      <a:pt x="126" y="44"/>
                    </a:lnTo>
                    <a:lnTo>
                      <a:pt x="126" y="41"/>
                    </a:lnTo>
                    <a:lnTo>
                      <a:pt x="127" y="38"/>
                    </a:lnTo>
                    <a:lnTo>
                      <a:pt x="127" y="34"/>
                    </a:lnTo>
                    <a:lnTo>
                      <a:pt x="127" y="31"/>
                    </a:lnTo>
                    <a:lnTo>
                      <a:pt x="127" y="27"/>
                    </a:lnTo>
                    <a:lnTo>
                      <a:pt x="126" y="24"/>
                    </a:lnTo>
                    <a:lnTo>
                      <a:pt x="125" y="21"/>
                    </a:lnTo>
                    <a:lnTo>
                      <a:pt x="124" y="20"/>
                    </a:lnTo>
                    <a:lnTo>
                      <a:pt x="123" y="17"/>
                    </a:lnTo>
                    <a:lnTo>
                      <a:pt x="122" y="15"/>
                    </a:lnTo>
                    <a:lnTo>
                      <a:pt x="120" y="12"/>
                    </a:lnTo>
                    <a:lnTo>
                      <a:pt x="118" y="10"/>
                    </a:lnTo>
                    <a:lnTo>
                      <a:pt x="115" y="8"/>
                    </a:lnTo>
                    <a:lnTo>
                      <a:pt x="113" y="6"/>
                    </a:lnTo>
                    <a:lnTo>
                      <a:pt x="110" y="4"/>
                    </a:lnTo>
                    <a:lnTo>
                      <a:pt x="107" y="3"/>
                    </a:lnTo>
                    <a:lnTo>
                      <a:pt x="104" y="1"/>
                    </a:lnTo>
                    <a:lnTo>
                      <a:pt x="100" y="1"/>
                    </a:lnTo>
                    <a:lnTo>
                      <a:pt x="97" y="0"/>
                    </a:lnTo>
                    <a:lnTo>
                      <a:pt x="95" y="0"/>
                    </a:lnTo>
                    <a:lnTo>
                      <a:pt x="91" y="0"/>
                    </a:lnTo>
                    <a:lnTo>
                      <a:pt x="88" y="0"/>
                    </a:lnTo>
                    <a:lnTo>
                      <a:pt x="84" y="1"/>
                    </a:lnTo>
                    <a:lnTo>
                      <a:pt x="81" y="2"/>
                    </a:lnTo>
                    <a:lnTo>
                      <a:pt x="77" y="3"/>
                    </a:lnTo>
                    <a:lnTo>
                      <a:pt x="74" y="5"/>
                    </a:lnTo>
                    <a:lnTo>
                      <a:pt x="70" y="7"/>
                    </a:lnTo>
                    <a:lnTo>
                      <a:pt x="68" y="10"/>
                    </a:lnTo>
                    <a:lnTo>
                      <a:pt x="66" y="13"/>
                    </a:lnTo>
                    <a:lnTo>
                      <a:pt x="64" y="15"/>
                    </a:lnTo>
                    <a:lnTo>
                      <a:pt x="62" y="19"/>
                    </a:lnTo>
                    <a:lnTo>
                      <a:pt x="60" y="21"/>
                    </a:lnTo>
                    <a:lnTo>
                      <a:pt x="59" y="25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293" name="Group 19">
            <a:extLst>
              <a:ext uri="{FF2B5EF4-FFF2-40B4-BE49-F238E27FC236}">
                <a16:creationId xmlns:a16="http://schemas.microsoft.com/office/drawing/2014/main" id="{308881DE-47A2-9345-A6FA-B62A283887B4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2289175"/>
            <a:ext cx="673100" cy="800100"/>
            <a:chOff x="4212" y="2144"/>
            <a:chExt cx="424" cy="504"/>
          </a:xfrm>
        </p:grpSpPr>
        <p:grpSp>
          <p:nvGrpSpPr>
            <p:cNvPr id="12311" name="Group 20">
              <a:extLst>
                <a:ext uri="{FF2B5EF4-FFF2-40B4-BE49-F238E27FC236}">
                  <a16:creationId xmlns:a16="http://schemas.microsoft.com/office/drawing/2014/main" id="{21C37E8B-7EAD-CB46-A1DF-91239B824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2" y="2144"/>
              <a:ext cx="424" cy="504"/>
              <a:chOff x="4212" y="2144"/>
              <a:chExt cx="424" cy="504"/>
            </a:xfrm>
          </p:grpSpPr>
          <p:grpSp>
            <p:nvGrpSpPr>
              <p:cNvPr id="12313" name="Group 21">
                <a:extLst>
                  <a:ext uri="{FF2B5EF4-FFF2-40B4-BE49-F238E27FC236}">
                    <a16:creationId xmlns:a16="http://schemas.microsoft.com/office/drawing/2014/main" id="{5F5B8858-4833-BF46-9CFF-290F9CFABF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12" y="2144"/>
                <a:ext cx="424" cy="504"/>
                <a:chOff x="4212" y="2144"/>
                <a:chExt cx="424" cy="504"/>
              </a:xfrm>
            </p:grpSpPr>
            <p:sp>
              <p:nvSpPr>
                <p:cNvPr id="12315" name="AutoShape 22">
                  <a:extLst>
                    <a:ext uri="{FF2B5EF4-FFF2-40B4-BE49-F238E27FC236}">
                      <a16:creationId xmlns:a16="http://schemas.microsoft.com/office/drawing/2014/main" id="{38B678B8-EF1F-BD41-822A-7498B3A400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2224"/>
                  <a:ext cx="424" cy="424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16" name="AutoShape 23">
                  <a:extLst>
                    <a:ext uri="{FF2B5EF4-FFF2-40B4-BE49-F238E27FC236}">
                      <a16:creationId xmlns:a16="http://schemas.microsoft.com/office/drawing/2014/main" id="{91BE6B41-1F75-0749-92B8-FEB3AFA34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144"/>
                  <a:ext cx="328" cy="88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314" name="AutoShape 24">
                <a:extLst>
                  <a:ext uri="{FF2B5EF4-FFF2-40B4-BE49-F238E27FC236}">
                    <a16:creationId xmlns:a16="http://schemas.microsoft.com/office/drawing/2014/main" id="{369BF983-B539-E64E-AC49-CD7974C9B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260"/>
                <a:ext cx="224" cy="32"/>
              </a:xfrm>
              <a:prstGeom prst="parallelogram">
                <a:avLst>
                  <a:gd name="adj" fmla="val 174968"/>
                </a:avLst>
              </a:prstGeom>
              <a:solidFill>
                <a:srgbClr val="F6BF6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312" name="Oval 25">
              <a:extLst>
                <a:ext uri="{FF2B5EF4-FFF2-40B4-BE49-F238E27FC236}">
                  <a16:creationId xmlns:a16="http://schemas.microsoft.com/office/drawing/2014/main" id="{3B8F93D9-B694-8541-BC21-4BEE78287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" y="2184"/>
              <a:ext cx="56" cy="3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12294" name="Group 26">
            <a:extLst>
              <a:ext uri="{FF2B5EF4-FFF2-40B4-BE49-F238E27FC236}">
                <a16:creationId xmlns:a16="http://schemas.microsoft.com/office/drawing/2014/main" id="{5A34CDD5-C5D0-AD4D-A37D-E193C28BE104}"/>
              </a:ext>
            </a:extLst>
          </p:cNvPr>
          <p:cNvGrpSpPr>
            <a:grpSpLocks/>
          </p:cNvGrpSpPr>
          <p:nvPr/>
        </p:nvGrpSpPr>
        <p:grpSpPr bwMode="auto">
          <a:xfrm>
            <a:off x="5689600" y="1597025"/>
            <a:ext cx="2224088" cy="534988"/>
            <a:chOff x="3692" y="1708"/>
            <a:chExt cx="1401" cy="337"/>
          </a:xfrm>
        </p:grpSpPr>
        <p:grpSp>
          <p:nvGrpSpPr>
            <p:cNvPr id="12299" name="Group 27">
              <a:extLst>
                <a:ext uri="{FF2B5EF4-FFF2-40B4-BE49-F238E27FC236}">
                  <a16:creationId xmlns:a16="http://schemas.microsoft.com/office/drawing/2014/main" id="{7191997A-DF8B-3D49-80AC-18ECB8AB37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2" y="1708"/>
              <a:ext cx="329" cy="337"/>
              <a:chOff x="3692" y="1708"/>
              <a:chExt cx="329" cy="337"/>
            </a:xfrm>
          </p:grpSpPr>
          <p:sp>
            <p:nvSpPr>
              <p:cNvPr id="12309" name="Freeform 28">
                <a:extLst>
                  <a:ext uri="{FF2B5EF4-FFF2-40B4-BE49-F238E27FC236}">
                    <a16:creationId xmlns:a16="http://schemas.microsoft.com/office/drawing/2014/main" id="{15860B62-8A37-2744-B0C7-9C1A4246F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2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0" name="Rectangle 29">
                <a:extLst>
                  <a:ext uri="{FF2B5EF4-FFF2-40B4-BE49-F238E27FC236}">
                    <a16:creationId xmlns:a16="http://schemas.microsoft.com/office/drawing/2014/main" id="{510D3004-6F13-904F-AC8F-2F4A62BC3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" y="1759"/>
                <a:ext cx="253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 sz="2400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12300" name="Group 30">
              <a:extLst>
                <a:ext uri="{FF2B5EF4-FFF2-40B4-BE49-F238E27FC236}">
                  <a16:creationId xmlns:a16="http://schemas.microsoft.com/office/drawing/2014/main" id="{23E58563-97A8-1341-A875-410CEE2C39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2" y="1708"/>
              <a:ext cx="329" cy="337"/>
              <a:chOff x="4052" y="1708"/>
              <a:chExt cx="329" cy="337"/>
            </a:xfrm>
          </p:grpSpPr>
          <p:sp>
            <p:nvSpPr>
              <p:cNvPr id="12307" name="Freeform 31">
                <a:extLst>
                  <a:ext uri="{FF2B5EF4-FFF2-40B4-BE49-F238E27FC236}">
                    <a16:creationId xmlns:a16="http://schemas.microsoft.com/office/drawing/2014/main" id="{C22F2568-900C-1144-A423-5FBDA2203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8" name="Rectangle 32">
                <a:extLst>
                  <a:ext uri="{FF2B5EF4-FFF2-40B4-BE49-F238E27FC236}">
                    <a16:creationId xmlns:a16="http://schemas.microsoft.com/office/drawing/2014/main" id="{09E68010-7992-5240-A981-0D722EAA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" y="1759"/>
                <a:ext cx="253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 sz="2400"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grpSp>
          <p:nvGrpSpPr>
            <p:cNvPr id="12301" name="Group 33">
              <a:extLst>
                <a:ext uri="{FF2B5EF4-FFF2-40B4-BE49-F238E27FC236}">
                  <a16:creationId xmlns:a16="http://schemas.microsoft.com/office/drawing/2014/main" id="{861F25CC-B08C-8045-9D08-C94D209FD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2" y="1708"/>
              <a:ext cx="329" cy="337"/>
              <a:chOff x="4412" y="1708"/>
              <a:chExt cx="329" cy="337"/>
            </a:xfrm>
          </p:grpSpPr>
          <p:sp>
            <p:nvSpPr>
              <p:cNvPr id="12305" name="Freeform 34">
                <a:extLst>
                  <a:ext uri="{FF2B5EF4-FFF2-40B4-BE49-F238E27FC236}">
                    <a16:creationId xmlns:a16="http://schemas.microsoft.com/office/drawing/2014/main" id="{32404291-2D4D-E34D-B76E-52BD0A5F4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6" name="Rectangle 35">
                <a:extLst>
                  <a:ext uri="{FF2B5EF4-FFF2-40B4-BE49-F238E27FC236}">
                    <a16:creationId xmlns:a16="http://schemas.microsoft.com/office/drawing/2014/main" id="{4EF6B3C6-448A-CC41-8645-3C68A0535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3" y="1759"/>
                <a:ext cx="253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 sz="2400">
                    <a:latin typeface="Arial" panose="020B0604020202020204" pitchFamily="34" charset="0"/>
                    <a:ea typeface="宋体" panose="02010600030101010101" pitchFamily="2" charset="-122"/>
                  </a:rPr>
                  <a:t>C</a:t>
                </a:r>
              </a:p>
            </p:txBody>
          </p:sp>
        </p:grpSp>
        <p:grpSp>
          <p:nvGrpSpPr>
            <p:cNvPr id="12302" name="Group 36">
              <a:extLst>
                <a:ext uri="{FF2B5EF4-FFF2-40B4-BE49-F238E27FC236}">
                  <a16:creationId xmlns:a16="http://schemas.microsoft.com/office/drawing/2014/main" id="{3E899807-78E0-A341-85F2-C620BEDD4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4" y="1708"/>
              <a:ext cx="329" cy="337"/>
              <a:chOff x="4764" y="1708"/>
              <a:chExt cx="329" cy="337"/>
            </a:xfrm>
          </p:grpSpPr>
          <p:sp>
            <p:nvSpPr>
              <p:cNvPr id="12303" name="Freeform 37">
                <a:extLst>
                  <a:ext uri="{FF2B5EF4-FFF2-40B4-BE49-F238E27FC236}">
                    <a16:creationId xmlns:a16="http://schemas.microsoft.com/office/drawing/2014/main" id="{05430F10-361C-D247-A513-913F9FB17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4" y="1708"/>
                <a:ext cx="329" cy="295"/>
              </a:xfrm>
              <a:custGeom>
                <a:avLst/>
                <a:gdLst>
                  <a:gd name="T0" fmla="*/ 93 w 329"/>
                  <a:gd name="T1" fmla="*/ 14 h 295"/>
                  <a:gd name="T2" fmla="*/ 156 w 329"/>
                  <a:gd name="T3" fmla="*/ 16 h 295"/>
                  <a:gd name="T4" fmla="*/ 224 w 329"/>
                  <a:gd name="T5" fmla="*/ 0 h 295"/>
                  <a:gd name="T6" fmla="*/ 305 w 329"/>
                  <a:gd name="T7" fmla="*/ 0 h 295"/>
                  <a:gd name="T8" fmla="*/ 215 w 329"/>
                  <a:gd name="T9" fmla="*/ 84 h 295"/>
                  <a:gd name="T10" fmla="*/ 239 w 329"/>
                  <a:gd name="T11" fmla="*/ 89 h 295"/>
                  <a:gd name="T12" fmla="*/ 263 w 329"/>
                  <a:gd name="T13" fmla="*/ 99 h 295"/>
                  <a:gd name="T14" fmla="*/ 285 w 329"/>
                  <a:gd name="T15" fmla="*/ 111 h 295"/>
                  <a:gd name="T16" fmla="*/ 302 w 329"/>
                  <a:gd name="T17" fmla="*/ 126 h 295"/>
                  <a:gd name="T18" fmla="*/ 316 w 329"/>
                  <a:gd name="T19" fmla="*/ 144 h 295"/>
                  <a:gd name="T20" fmla="*/ 325 w 329"/>
                  <a:gd name="T21" fmla="*/ 165 h 295"/>
                  <a:gd name="T22" fmla="*/ 328 w 329"/>
                  <a:gd name="T23" fmla="*/ 187 h 295"/>
                  <a:gd name="T24" fmla="*/ 324 w 329"/>
                  <a:gd name="T25" fmla="*/ 210 h 295"/>
                  <a:gd name="T26" fmla="*/ 317 w 329"/>
                  <a:gd name="T27" fmla="*/ 228 h 295"/>
                  <a:gd name="T28" fmla="*/ 303 w 329"/>
                  <a:gd name="T29" fmla="*/ 247 h 295"/>
                  <a:gd name="T30" fmla="*/ 280 w 329"/>
                  <a:gd name="T31" fmla="*/ 267 h 295"/>
                  <a:gd name="T32" fmla="*/ 257 w 329"/>
                  <a:gd name="T33" fmla="*/ 279 h 295"/>
                  <a:gd name="T34" fmla="*/ 236 w 329"/>
                  <a:gd name="T35" fmla="*/ 287 h 295"/>
                  <a:gd name="T36" fmla="*/ 215 w 329"/>
                  <a:gd name="T37" fmla="*/ 292 h 295"/>
                  <a:gd name="T38" fmla="*/ 189 w 329"/>
                  <a:gd name="T39" fmla="*/ 294 h 295"/>
                  <a:gd name="T40" fmla="*/ 122 w 329"/>
                  <a:gd name="T41" fmla="*/ 293 h 295"/>
                  <a:gd name="T42" fmla="*/ 90 w 329"/>
                  <a:gd name="T43" fmla="*/ 287 h 295"/>
                  <a:gd name="T44" fmla="*/ 56 w 329"/>
                  <a:gd name="T45" fmla="*/ 272 h 295"/>
                  <a:gd name="T46" fmla="*/ 30 w 329"/>
                  <a:gd name="T47" fmla="*/ 253 h 295"/>
                  <a:gd name="T48" fmla="*/ 13 w 329"/>
                  <a:gd name="T49" fmla="*/ 232 h 295"/>
                  <a:gd name="T50" fmla="*/ 4 w 329"/>
                  <a:gd name="T51" fmla="*/ 210 h 295"/>
                  <a:gd name="T52" fmla="*/ 0 w 329"/>
                  <a:gd name="T53" fmla="*/ 191 h 295"/>
                  <a:gd name="T54" fmla="*/ 3 w 329"/>
                  <a:gd name="T55" fmla="*/ 169 h 295"/>
                  <a:gd name="T56" fmla="*/ 14 w 329"/>
                  <a:gd name="T57" fmla="*/ 141 h 295"/>
                  <a:gd name="T58" fmla="*/ 35 w 329"/>
                  <a:gd name="T59" fmla="*/ 118 h 295"/>
                  <a:gd name="T60" fmla="*/ 63 w 329"/>
                  <a:gd name="T61" fmla="*/ 99 h 295"/>
                  <a:gd name="T62" fmla="*/ 102 w 329"/>
                  <a:gd name="T63" fmla="*/ 86 h 295"/>
                  <a:gd name="T64" fmla="*/ 40 w 329"/>
                  <a:gd name="T65" fmla="*/ 4 h 29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9" h="295">
                    <a:moveTo>
                      <a:pt x="40" y="4"/>
                    </a:moveTo>
                    <a:lnTo>
                      <a:pt x="93" y="14"/>
                    </a:lnTo>
                    <a:lnTo>
                      <a:pt x="92" y="0"/>
                    </a:lnTo>
                    <a:lnTo>
                      <a:pt x="156" y="16"/>
                    </a:lnTo>
                    <a:lnTo>
                      <a:pt x="156" y="0"/>
                    </a:lnTo>
                    <a:lnTo>
                      <a:pt x="224" y="0"/>
                    </a:lnTo>
                    <a:lnTo>
                      <a:pt x="223" y="15"/>
                    </a:lnTo>
                    <a:lnTo>
                      <a:pt x="305" y="0"/>
                    </a:lnTo>
                    <a:lnTo>
                      <a:pt x="205" y="83"/>
                    </a:lnTo>
                    <a:lnTo>
                      <a:pt x="215" y="84"/>
                    </a:lnTo>
                    <a:lnTo>
                      <a:pt x="226" y="86"/>
                    </a:lnTo>
                    <a:lnTo>
                      <a:pt x="239" y="89"/>
                    </a:lnTo>
                    <a:lnTo>
                      <a:pt x="250" y="93"/>
                    </a:lnTo>
                    <a:lnTo>
                      <a:pt x="263" y="99"/>
                    </a:lnTo>
                    <a:lnTo>
                      <a:pt x="274" y="104"/>
                    </a:lnTo>
                    <a:lnTo>
                      <a:pt x="285" y="111"/>
                    </a:lnTo>
                    <a:lnTo>
                      <a:pt x="294" y="119"/>
                    </a:lnTo>
                    <a:lnTo>
                      <a:pt x="302" y="126"/>
                    </a:lnTo>
                    <a:lnTo>
                      <a:pt x="309" y="135"/>
                    </a:lnTo>
                    <a:lnTo>
                      <a:pt x="316" y="144"/>
                    </a:lnTo>
                    <a:lnTo>
                      <a:pt x="321" y="155"/>
                    </a:lnTo>
                    <a:lnTo>
                      <a:pt x="325" y="165"/>
                    </a:lnTo>
                    <a:lnTo>
                      <a:pt x="327" y="174"/>
                    </a:lnTo>
                    <a:lnTo>
                      <a:pt x="328" y="187"/>
                    </a:lnTo>
                    <a:lnTo>
                      <a:pt x="327" y="200"/>
                    </a:lnTo>
                    <a:lnTo>
                      <a:pt x="324" y="210"/>
                    </a:lnTo>
                    <a:lnTo>
                      <a:pt x="321" y="220"/>
                    </a:lnTo>
                    <a:lnTo>
                      <a:pt x="317" y="228"/>
                    </a:lnTo>
                    <a:lnTo>
                      <a:pt x="311" y="237"/>
                    </a:lnTo>
                    <a:lnTo>
                      <a:pt x="303" y="247"/>
                    </a:lnTo>
                    <a:lnTo>
                      <a:pt x="292" y="258"/>
                    </a:lnTo>
                    <a:lnTo>
                      <a:pt x="280" y="267"/>
                    </a:lnTo>
                    <a:lnTo>
                      <a:pt x="268" y="274"/>
                    </a:lnTo>
                    <a:lnTo>
                      <a:pt x="257" y="279"/>
                    </a:lnTo>
                    <a:lnTo>
                      <a:pt x="246" y="284"/>
                    </a:lnTo>
                    <a:lnTo>
                      <a:pt x="236" y="287"/>
                    </a:lnTo>
                    <a:lnTo>
                      <a:pt x="224" y="290"/>
                    </a:lnTo>
                    <a:lnTo>
                      <a:pt x="215" y="292"/>
                    </a:lnTo>
                    <a:lnTo>
                      <a:pt x="201" y="293"/>
                    </a:lnTo>
                    <a:lnTo>
                      <a:pt x="189" y="294"/>
                    </a:lnTo>
                    <a:lnTo>
                      <a:pt x="133" y="294"/>
                    </a:lnTo>
                    <a:lnTo>
                      <a:pt x="122" y="293"/>
                    </a:lnTo>
                    <a:lnTo>
                      <a:pt x="108" y="291"/>
                    </a:lnTo>
                    <a:lnTo>
                      <a:pt x="90" y="287"/>
                    </a:lnTo>
                    <a:lnTo>
                      <a:pt x="73" y="280"/>
                    </a:lnTo>
                    <a:lnTo>
                      <a:pt x="56" y="272"/>
                    </a:lnTo>
                    <a:lnTo>
                      <a:pt x="41" y="262"/>
                    </a:lnTo>
                    <a:lnTo>
                      <a:pt x="30" y="253"/>
                    </a:lnTo>
                    <a:lnTo>
                      <a:pt x="21" y="244"/>
                    </a:lnTo>
                    <a:lnTo>
                      <a:pt x="13" y="232"/>
                    </a:lnTo>
                    <a:lnTo>
                      <a:pt x="7" y="219"/>
                    </a:lnTo>
                    <a:lnTo>
                      <a:pt x="4" y="210"/>
                    </a:lnTo>
                    <a:lnTo>
                      <a:pt x="1" y="201"/>
                    </a:lnTo>
                    <a:lnTo>
                      <a:pt x="0" y="191"/>
                    </a:lnTo>
                    <a:lnTo>
                      <a:pt x="1" y="183"/>
                    </a:lnTo>
                    <a:lnTo>
                      <a:pt x="3" y="169"/>
                    </a:lnTo>
                    <a:lnTo>
                      <a:pt x="7" y="156"/>
                    </a:lnTo>
                    <a:lnTo>
                      <a:pt x="14" y="141"/>
                    </a:lnTo>
                    <a:lnTo>
                      <a:pt x="24" y="129"/>
                    </a:lnTo>
                    <a:lnTo>
                      <a:pt x="35" y="118"/>
                    </a:lnTo>
                    <a:lnTo>
                      <a:pt x="49" y="107"/>
                    </a:lnTo>
                    <a:lnTo>
                      <a:pt x="63" y="99"/>
                    </a:lnTo>
                    <a:lnTo>
                      <a:pt x="82" y="91"/>
                    </a:lnTo>
                    <a:lnTo>
                      <a:pt x="102" y="86"/>
                    </a:lnTo>
                    <a:lnTo>
                      <a:pt x="115" y="83"/>
                    </a:lnTo>
                    <a:lnTo>
                      <a:pt x="40" y="4"/>
                    </a:lnTo>
                  </a:path>
                </a:pathLst>
              </a:custGeom>
              <a:solidFill>
                <a:srgbClr val="D49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4" name="Rectangle 38">
                <a:extLst>
                  <a:ext uri="{FF2B5EF4-FFF2-40B4-BE49-F238E27FC236}">
                    <a16:creationId xmlns:a16="http://schemas.microsoft.com/office/drawing/2014/main" id="{F5BCF496-FAC7-D244-A46E-BA1A6E35D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5" y="1759"/>
                <a:ext cx="253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 sz="2400">
                    <a:latin typeface="Arial" panose="020B0604020202020204" pitchFamily="34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</p:grpSp>
      <p:sp>
        <p:nvSpPr>
          <p:cNvPr id="12295" name="Rectangle 39">
            <a:extLst>
              <a:ext uri="{FF2B5EF4-FFF2-40B4-BE49-F238E27FC236}">
                <a16:creationId xmlns:a16="http://schemas.microsoft.com/office/drawing/2014/main" id="{2B1D6CDD-BC1B-F349-A99E-24DF0B950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9538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zh-CN" sz="4400" b="0">
              <a:solidFill>
                <a:schemeClr val="accent2"/>
              </a:solidFill>
              <a:latin typeface="方正舒体" pitchFamily="2" charset="-122"/>
              <a:ea typeface="方正舒体" pitchFamily="2" charset="-122"/>
            </a:endParaRPr>
          </a:p>
        </p:txBody>
      </p:sp>
      <p:sp>
        <p:nvSpPr>
          <p:cNvPr id="103464" name="Rectangle 40">
            <a:extLst>
              <a:ext uri="{FF2B5EF4-FFF2-40B4-BE49-F238E27FC236}">
                <a16:creationId xmlns:a16="http://schemas.microsoft.com/office/drawing/2014/main" id="{3CC6B679-B4D4-AF4C-8CB8-150AFB257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159375"/>
            <a:ext cx="4157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zh-CN" sz="28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Pipelining: It’s Natural !</a:t>
            </a:r>
            <a:endParaRPr kumimoji="1" lang="zh-CN" altLang="en-US" sz="280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297" name="Rectangle 44">
            <a:extLst>
              <a:ext uri="{FF2B5EF4-FFF2-40B4-BE49-F238E27FC236}">
                <a16:creationId xmlns:a16="http://schemas.microsoft.com/office/drawing/2014/main" id="{A34401FF-9604-1340-A438-20FE8B71E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551815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一个日常生活中的例子</a:t>
            </a:r>
            <a:r>
              <a:rPr lang="en-US" altLang="zh-CN">
                <a:ea typeface="宋体" panose="02010600030101010101" pitchFamily="2" charset="-122"/>
              </a:rPr>
              <a:t>—</a:t>
            </a:r>
            <a:r>
              <a:rPr lang="zh-CN" altLang="en-US">
                <a:ea typeface="宋体" panose="02010600030101010101" pitchFamily="2" charset="-122"/>
              </a:rPr>
              <a:t>洗衣服</a:t>
            </a:r>
          </a:p>
        </p:txBody>
      </p:sp>
      <p:sp>
        <p:nvSpPr>
          <p:cNvPr id="103469" name="Text Box 45">
            <a:extLst>
              <a:ext uri="{FF2B5EF4-FFF2-40B4-BE49-F238E27FC236}">
                <a16:creationId xmlns:a16="http://schemas.microsoft.com/office/drawing/2014/main" id="{2D8DD8A7-F63C-4D40-8488-F95684870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4456113"/>
            <a:ext cx="5846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990000"/>
                </a:solidFill>
                <a:ea typeface="黑体" panose="02010609060101010101" pitchFamily="49" charset="-122"/>
              </a:rPr>
              <a:t>如果让你来管理洗衣店，你会如何安排？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64" grpId="0"/>
      <p:bldP spid="1034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FF6EE75-EC68-7147-847A-5898B2ECD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450" y="57150"/>
            <a:ext cx="7162800" cy="512763"/>
          </a:xfrm>
          <a:noFill/>
        </p:spPr>
        <p:txBody>
          <a:bodyPr lIns="90488" tIns="44450" rIns="90488" bIns="44450" anchor="ctr"/>
          <a:lstStyle/>
          <a:p>
            <a:r>
              <a:rPr lang="en-US" altLang="zh-CN">
                <a:ea typeface="宋体" panose="02010600030101010101" pitchFamily="2" charset="-122"/>
              </a:rPr>
              <a:t>Sequential Laundry（</a:t>
            </a:r>
            <a:r>
              <a:rPr lang="zh-CN" altLang="en-US">
                <a:ea typeface="宋体" panose="02010600030101010101" pitchFamily="2" charset="-122"/>
              </a:rPr>
              <a:t>串行方式）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3BF957E-0C82-A847-BD5A-29F5797F3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353050"/>
            <a:ext cx="8923338" cy="1193800"/>
          </a:xfrm>
          <a:noFill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200">
                <a:ea typeface="黑体" panose="02010609060101010101" pitchFamily="49" charset="-122"/>
              </a:rPr>
              <a:t>串行方式下，</a:t>
            </a:r>
            <a:r>
              <a:rPr lang="en-US" altLang="zh-CN" sz="2200">
                <a:ea typeface="黑体" panose="02010609060101010101" pitchFamily="49" charset="-122"/>
              </a:rPr>
              <a:t> 4 </a:t>
            </a:r>
            <a:r>
              <a:rPr lang="zh-CN" altLang="en-US" sz="2200">
                <a:ea typeface="黑体" panose="02010609060101010101" pitchFamily="49" charset="-122"/>
              </a:rPr>
              <a:t>批衣服需要花费 </a:t>
            </a:r>
            <a:r>
              <a:rPr lang="en-US" altLang="zh-CN" sz="2200">
                <a:ea typeface="黑体" panose="02010609060101010101" pitchFamily="49" charset="-122"/>
              </a:rPr>
              <a:t>6 </a:t>
            </a:r>
            <a:r>
              <a:rPr lang="zh-CN" altLang="en-US" sz="2200">
                <a:ea typeface="黑体" panose="02010609060101010101" pitchFamily="49" charset="-122"/>
              </a:rPr>
              <a:t>小时（</a:t>
            </a:r>
            <a:r>
              <a:rPr lang="en-US" altLang="zh-CN" sz="2200">
                <a:solidFill>
                  <a:schemeClr val="accent2"/>
                </a:solidFill>
                <a:ea typeface="黑体" panose="02010609060101010101" pitchFamily="49" charset="-122"/>
              </a:rPr>
              <a:t>4x(30+40+20)=360</a:t>
            </a:r>
            <a:r>
              <a:rPr lang="zh-CN" altLang="en-US" sz="2200">
                <a:solidFill>
                  <a:schemeClr val="accent2"/>
                </a:solidFill>
                <a:ea typeface="黑体" panose="02010609060101010101" pitchFamily="49" charset="-122"/>
              </a:rPr>
              <a:t>分钟</a:t>
            </a:r>
            <a:r>
              <a:rPr lang="zh-CN" altLang="en-US" sz="2200">
                <a:ea typeface="黑体" panose="02010609060101010101" pitchFamily="49" charset="-122"/>
              </a:rPr>
              <a:t>）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200">
                <a:ea typeface="黑体" panose="02010609060101010101" pitchFamily="49" charset="-122"/>
              </a:rPr>
              <a:t>N</a:t>
            </a:r>
            <a:r>
              <a:rPr lang="zh-CN" altLang="en-US" sz="2200">
                <a:ea typeface="黑体" panose="02010609060101010101" pitchFamily="49" charset="-122"/>
              </a:rPr>
              <a:t>批衣服，需花费的时间为</a:t>
            </a:r>
            <a:r>
              <a:rPr lang="en-US" altLang="zh-CN" sz="2200">
                <a:ea typeface="黑体" panose="02010609060101010101" pitchFamily="49" charset="-122"/>
              </a:rPr>
              <a:t>Nx(30+40+20) = 90N</a:t>
            </a:r>
            <a:endParaRPr lang="zh-CN" altLang="en-US" sz="2200"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zh-CN" altLang="en-US" sz="2200">
                <a:solidFill>
                  <a:srgbClr val="FF0000"/>
                </a:solidFill>
                <a:ea typeface="黑体" panose="02010609060101010101" pitchFamily="49" charset="-122"/>
              </a:rPr>
              <a:t>如果用流水线方式洗衣服，则花多少时间呢</a:t>
            </a:r>
            <a:r>
              <a:rPr lang="en-US" altLang="zh-CN" sz="2200">
                <a:solidFill>
                  <a:srgbClr val="FF0000"/>
                </a:solidFill>
                <a:ea typeface="黑体" panose="02010609060101010101" pitchFamily="49" charset="-122"/>
              </a:rPr>
              <a:t>? </a:t>
            </a:r>
          </a:p>
        </p:txBody>
      </p:sp>
      <p:grpSp>
        <p:nvGrpSpPr>
          <p:cNvPr id="13316" name="Group 4">
            <a:extLst>
              <a:ext uri="{FF2B5EF4-FFF2-40B4-BE49-F238E27FC236}">
                <a16:creationId xmlns:a16="http://schemas.microsoft.com/office/drawing/2014/main" id="{9D86C41E-3313-C646-A40A-B6CFC35AECAB}"/>
              </a:ext>
            </a:extLst>
          </p:cNvPr>
          <p:cNvGrpSpPr>
            <a:grpSpLocks/>
          </p:cNvGrpSpPr>
          <p:nvPr/>
        </p:nvGrpSpPr>
        <p:grpSpPr bwMode="auto">
          <a:xfrm>
            <a:off x="844550" y="2386013"/>
            <a:ext cx="522288" cy="534987"/>
            <a:chOff x="532" y="1620"/>
            <a:chExt cx="329" cy="337"/>
          </a:xfrm>
        </p:grpSpPr>
        <p:sp>
          <p:nvSpPr>
            <p:cNvPr id="13454" name="Freeform 5">
              <a:extLst>
                <a:ext uri="{FF2B5EF4-FFF2-40B4-BE49-F238E27FC236}">
                  <a16:creationId xmlns:a16="http://schemas.microsoft.com/office/drawing/2014/main" id="{AC214F7F-C6C7-1D4D-960D-07B54045C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1620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55" name="Rectangle 6">
              <a:extLst>
                <a:ext uri="{FF2B5EF4-FFF2-40B4-BE49-F238E27FC236}">
                  <a16:creationId xmlns:a16="http://schemas.microsoft.com/office/drawing/2014/main" id="{541F7A2C-30EF-EF4C-85F9-4B8FE4122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" y="1671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13317" name="Group 7">
            <a:extLst>
              <a:ext uri="{FF2B5EF4-FFF2-40B4-BE49-F238E27FC236}">
                <a16:creationId xmlns:a16="http://schemas.microsoft.com/office/drawing/2014/main" id="{C21B555B-130D-E14F-A266-F75FC4FF70E0}"/>
              </a:ext>
            </a:extLst>
          </p:cNvPr>
          <p:cNvGrpSpPr>
            <a:grpSpLocks/>
          </p:cNvGrpSpPr>
          <p:nvPr/>
        </p:nvGrpSpPr>
        <p:grpSpPr bwMode="auto">
          <a:xfrm>
            <a:off x="831850" y="3211513"/>
            <a:ext cx="522288" cy="534987"/>
            <a:chOff x="524" y="2140"/>
            <a:chExt cx="329" cy="337"/>
          </a:xfrm>
        </p:grpSpPr>
        <p:sp>
          <p:nvSpPr>
            <p:cNvPr id="13452" name="Freeform 8">
              <a:extLst>
                <a:ext uri="{FF2B5EF4-FFF2-40B4-BE49-F238E27FC236}">
                  <a16:creationId xmlns:a16="http://schemas.microsoft.com/office/drawing/2014/main" id="{125122F5-CCAB-4E44-9A85-CA0701D4F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" y="2140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53" name="Rectangle 9">
              <a:extLst>
                <a:ext uri="{FF2B5EF4-FFF2-40B4-BE49-F238E27FC236}">
                  <a16:creationId xmlns:a16="http://schemas.microsoft.com/office/drawing/2014/main" id="{28B58225-AF85-5144-A487-0071DBEB2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" y="2191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13318" name="Group 10">
            <a:extLst>
              <a:ext uri="{FF2B5EF4-FFF2-40B4-BE49-F238E27FC236}">
                <a16:creationId xmlns:a16="http://schemas.microsoft.com/office/drawing/2014/main" id="{38FFDCA5-90D6-F44B-B9FA-B26F39EE697C}"/>
              </a:ext>
            </a:extLst>
          </p:cNvPr>
          <p:cNvGrpSpPr>
            <a:grpSpLocks/>
          </p:cNvGrpSpPr>
          <p:nvPr/>
        </p:nvGrpSpPr>
        <p:grpSpPr bwMode="auto">
          <a:xfrm>
            <a:off x="806450" y="3948113"/>
            <a:ext cx="522288" cy="534987"/>
            <a:chOff x="508" y="2604"/>
            <a:chExt cx="329" cy="337"/>
          </a:xfrm>
        </p:grpSpPr>
        <p:sp>
          <p:nvSpPr>
            <p:cNvPr id="13450" name="Freeform 11">
              <a:extLst>
                <a:ext uri="{FF2B5EF4-FFF2-40B4-BE49-F238E27FC236}">
                  <a16:creationId xmlns:a16="http://schemas.microsoft.com/office/drawing/2014/main" id="{22576033-65F6-364C-8110-9C631F584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2604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51" name="Rectangle 12">
              <a:extLst>
                <a:ext uri="{FF2B5EF4-FFF2-40B4-BE49-F238E27FC236}">
                  <a16:creationId xmlns:a16="http://schemas.microsoft.com/office/drawing/2014/main" id="{CF518581-2ED2-8349-8BCD-3585371FC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2655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13319" name="Group 13">
            <a:extLst>
              <a:ext uri="{FF2B5EF4-FFF2-40B4-BE49-F238E27FC236}">
                <a16:creationId xmlns:a16="http://schemas.microsoft.com/office/drawing/2014/main" id="{CAD4AAB0-FF93-E848-8CA4-B10F1D95616A}"/>
              </a:ext>
            </a:extLst>
          </p:cNvPr>
          <p:cNvGrpSpPr>
            <a:grpSpLocks/>
          </p:cNvGrpSpPr>
          <p:nvPr/>
        </p:nvGrpSpPr>
        <p:grpSpPr bwMode="auto">
          <a:xfrm>
            <a:off x="793750" y="4697413"/>
            <a:ext cx="522288" cy="534987"/>
            <a:chOff x="500" y="3076"/>
            <a:chExt cx="329" cy="337"/>
          </a:xfrm>
        </p:grpSpPr>
        <p:sp>
          <p:nvSpPr>
            <p:cNvPr id="13448" name="Freeform 14">
              <a:extLst>
                <a:ext uri="{FF2B5EF4-FFF2-40B4-BE49-F238E27FC236}">
                  <a16:creationId xmlns:a16="http://schemas.microsoft.com/office/drawing/2014/main" id="{C35715AD-3639-D048-AD38-FC410D0E7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" y="3076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49" name="Rectangle 15">
              <a:extLst>
                <a:ext uri="{FF2B5EF4-FFF2-40B4-BE49-F238E27FC236}">
                  <a16:creationId xmlns:a16="http://schemas.microsoft.com/office/drawing/2014/main" id="{9A9636DF-54D7-A142-97B2-18D20B803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3127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</a:p>
          </p:txBody>
        </p:sp>
      </p:grpSp>
      <p:sp>
        <p:nvSpPr>
          <p:cNvPr id="13320" name="Rectangle 16">
            <a:extLst>
              <a:ext uri="{FF2B5EF4-FFF2-40B4-BE49-F238E27FC236}">
                <a16:creationId xmlns:a16="http://schemas.microsoft.com/office/drawing/2014/main" id="{B09EB65B-F20F-1B45-8A44-900BB759B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9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grpSp>
        <p:nvGrpSpPr>
          <p:cNvPr id="13321" name="Group 17">
            <a:extLst>
              <a:ext uri="{FF2B5EF4-FFF2-40B4-BE49-F238E27FC236}">
                <a16:creationId xmlns:a16="http://schemas.microsoft.com/office/drawing/2014/main" id="{E5CD00F6-4CD5-264C-A16A-E226859D9474}"/>
              </a:ext>
            </a:extLst>
          </p:cNvPr>
          <p:cNvGrpSpPr>
            <a:grpSpLocks/>
          </p:cNvGrpSpPr>
          <p:nvPr/>
        </p:nvGrpSpPr>
        <p:grpSpPr bwMode="auto">
          <a:xfrm>
            <a:off x="1511300" y="1884363"/>
            <a:ext cx="1498600" cy="0"/>
            <a:chOff x="952" y="1304"/>
            <a:chExt cx="944" cy="0"/>
          </a:xfrm>
        </p:grpSpPr>
        <p:sp>
          <p:nvSpPr>
            <p:cNvPr id="13445" name="Line 18">
              <a:extLst>
                <a:ext uri="{FF2B5EF4-FFF2-40B4-BE49-F238E27FC236}">
                  <a16:creationId xmlns:a16="http://schemas.microsoft.com/office/drawing/2014/main" id="{C4323F6F-E75A-8845-A73D-730F359DD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1304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46" name="Line 19">
              <a:extLst>
                <a:ext uri="{FF2B5EF4-FFF2-40B4-BE49-F238E27FC236}">
                  <a16:creationId xmlns:a16="http://schemas.microsoft.com/office/drawing/2014/main" id="{98A3D9ED-DBB1-2D4A-9E00-4B112C652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304"/>
              <a:ext cx="360" cy="0"/>
            </a:xfrm>
            <a:prstGeom prst="line">
              <a:avLst/>
            </a:prstGeom>
            <a:noFill/>
            <a:ln w="50800">
              <a:solidFill>
                <a:srgbClr val="A2C1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47" name="Line 20">
              <a:extLst>
                <a:ext uri="{FF2B5EF4-FFF2-40B4-BE49-F238E27FC236}">
                  <a16:creationId xmlns:a16="http://schemas.microsoft.com/office/drawing/2014/main" id="{0C47D3DE-834C-DA43-9341-D59C35B44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30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22" name="Rectangle 21">
            <a:extLst>
              <a:ext uri="{FF2B5EF4-FFF2-40B4-BE49-F238E27FC236}">
                <a16:creationId xmlns:a16="http://schemas.microsoft.com/office/drawing/2014/main" id="{D50A6113-8D72-3643-A982-8BF2FDE9F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</p:txBody>
      </p:sp>
      <p:sp>
        <p:nvSpPr>
          <p:cNvPr id="13323" name="Rectangle 22">
            <a:extLst>
              <a:ext uri="{FF2B5EF4-FFF2-40B4-BE49-F238E27FC236}">
                <a16:creationId xmlns:a16="http://schemas.microsoft.com/office/drawing/2014/main" id="{8261C560-49BE-7E4F-8F6E-976F78A25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3324" name="Line 23">
            <a:extLst>
              <a:ext uri="{FF2B5EF4-FFF2-40B4-BE49-F238E27FC236}">
                <a16:creationId xmlns:a16="http://schemas.microsoft.com/office/drawing/2014/main" id="{3B21C933-E4E2-0C42-A56A-989F0D881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6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5" name="Line 24">
            <a:extLst>
              <a:ext uri="{FF2B5EF4-FFF2-40B4-BE49-F238E27FC236}">
                <a16:creationId xmlns:a16="http://schemas.microsoft.com/office/drawing/2014/main" id="{1EAD9A8F-0E84-114C-B784-5F31FD266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6" name="Line 25">
            <a:extLst>
              <a:ext uri="{FF2B5EF4-FFF2-40B4-BE49-F238E27FC236}">
                <a16:creationId xmlns:a16="http://schemas.microsoft.com/office/drawing/2014/main" id="{7BDABDDB-677A-6D4D-ACF4-EAC4E35F2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7" name="Rectangle 26">
            <a:extLst>
              <a:ext uri="{FF2B5EF4-FFF2-40B4-BE49-F238E27FC236}">
                <a16:creationId xmlns:a16="http://schemas.microsoft.com/office/drawing/2014/main" id="{D0C72A9D-7A8E-6F4F-A034-6ED38800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grpSp>
        <p:nvGrpSpPr>
          <p:cNvPr id="13328" name="Group 27">
            <a:extLst>
              <a:ext uri="{FF2B5EF4-FFF2-40B4-BE49-F238E27FC236}">
                <a16:creationId xmlns:a16="http://schemas.microsoft.com/office/drawing/2014/main" id="{12093D3E-037B-4141-92E5-805A5203B4DD}"/>
              </a:ext>
            </a:extLst>
          </p:cNvPr>
          <p:cNvGrpSpPr>
            <a:grpSpLocks/>
          </p:cNvGrpSpPr>
          <p:nvPr/>
        </p:nvGrpSpPr>
        <p:grpSpPr bwMode="auto">
          <a:xfrm>
            <a:off x="3086100" y="1884363"/>
            <a:ext cx="1498600" cy="0"/>
            <a:chOff x="1944" y="1304"/>
            <a:chExt cx="944" cy="0"/>
          </a:xfrm>
        </p:grpSpPr>
        <p:sp>
          <p:nvSpPr>
            <p:cNvPr id="13442" name="Line 28">
              <a:extLst>
                <a:ext uri="{FF2B5EF4-FFF2-40B4-BE49-F238E27FC236}">
                  <a16:creationId xmlns:a16="http://schemas.microsoft.com/office/drawing/2014/main" id="{296521B1-A648-914D-8509-838B3DC83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4" y="1304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43" name="Line 29">
              <a:extLst>
                <a:ext uri="{FF2B5EF4-FFF2-40B4-BE49-F238E27FC236}">
                  <a16:creationId xmlns:a16="http://schemas.microsoft.com/office/drawing/2014/main" id="{BF06266D-8FF0-CE4F-8424-DBBF2D108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" y="1304"/>
              <a:ext cx="360" cy="0"/>
            </a:xfrm>
            <a:prstGeom prst="line">
              <a:avLst/>
            </a:prstGeom>
            <a:noFill/>
            <a:ln w="50800">
              <a:solidFill>
                <a:srgbClr val="A2C1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44" name="Line 30">
              <a:extLst>
                <a:ext uri="{FF2B5EF4-FFF2-40B4-BE49-F238E27FC236}">
                  <a16:creationId xmlns:a16="http://schemas.microsoft.com/office/drawing/2014/main" id="{299E7CF7-19E2-DB4C-959F-C0AD3B140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30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29" name="Rectangle 31">
            <a:extLst>
              <a:ext uri="{FF2B5EF4-FFF2-40B4-BE49-F238E27FC236}">
                <a16:creationId xmlns:a16="http://schemas.microsoft.com/office/drawing/2014/main" id="{2C950FE6-B603-2441-A9BC-B7B079A7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</p:txBody>
      </p:sp>
      <p:sp>
        <p:nvSpPr>
          <p:cNvPr id="13330" name="Rectangle 32">
            <a:extLst>
              <a:ext uri="{FF2B5EF4-FFF2-40B4-BE49-F238E27FC236}">
                <a16:creationId xmlns:a16="http://schemas.microsoft.com/office/drawing/2014/main" id="{3A5F6037-0937-EC4A-9630-E49738696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3331" name="Line 33">
            <a:extLst>
              <a:ext uri="{FF2B5EF4-FFF2-40B4-BE49-F238E27FC236}">
                <a16:creationId xmlns:a16="http://schemas.microsoft.com/office/drawing/2014/main" id="{ECB89B81-0138-7248-AB2B-B397C0F995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2" name="Line 34">
            <a:extLst>
              <a:ext uri="{FF2B5EF4-FFF2-40B4-BE49-F238E27FC236}">
                <a16:creationId xmlns:a16="http://schemas.microsoft.com/office/drawing/2014/main" id="{A05FA55D-1FBC-7046-81A6-539B80A3B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64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3" name="Line 35">
            <a:extLst>
              <a:ext uri="{FF2B5EF4-FFF2-40B4-BE49-F238E27FC236}">
                <a16:creationId xmlns:a16="http://schemas.microsoft.com/office/drawing/2014/main" id="{844AFAAA-A20A-A64A-8E61-4D6872DA7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8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4" name="Rectangle 36">
            <a:extLst>
              <a:ext uri="{FF2B5EF4-FFF2-40B4-BE49-F238E27FC236}">
                <a16:creationId xmlns:a16="http://schemas.microsoft.com/office/drawing/2014/main" id="{09C176EA-78A9-AF45-8EE5-64836CEA4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5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grpSp>
        <p:nvGrpSpPr>
          <p:cNvPr id="13335" name="Group 37">
            <a:extLst>
              <a:ext uri="{FF2B5EF4-FFF2-40B4-BE49-F238E27FC236}">
                <a16:creationId xmlns:a16="http://schemas.microsoft.com/office/drawing/2014/main" id="{5D11C5FD-ECB0-3841-8604-409895798206}"/>
              </a:ext>
            </a:extLst>
          </p:cNvPr>
          <p:cNvGrpSpPr>
            <a:grpSpLocks/>
          </p:cNvGrpSpPr>
          <p:nvPr/>
        </p:nvGrpSpPr>
        <p:grpSpPr bwMode="auto">
          <a:xfrm>
            <a:off x="4660900" y="1884363"/>
            <a:ext cx="1498600" cy="0"/>
            <a:chOff x="2936" y="1304"/>
            <a:chExt cx="944" cy="0"/>
          </a:xfrm>
        </p:grpSpPr>
        <p:sp>
          <p:nvSpPr>
            <p:cNvPr id="13439" name="Line 38">
              <a:extLst>
                <a:ext uri="{FF2B5EF4-FFF2-40B4-BE49-F238E27FC236}">
                  <a16:creationId xmlns:a16="http://schemas.microsoft.com/office/drawing/2014/main" id="{C0218B05-9619-AF4F-BA98-2E402D6D5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6" y="1304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40" name="Line 39">
              <a:extLst>
                <a:ext uri="{FF2B5EF4-FFF2-40B4-BE49-F238E27FC236}">
                  <a16:creationId xmlns:a16="http://schemas.microsoft.com/office/drawing/2014/main" id="{12E4AAEB-8D2A-4C4F-A12D-4F93C62F7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304"/>
              <a:ext cx="360" cy="0"/>
            </a:xfrm>
            <a:prstGeom prst="line">
              <a:avLst/>
            </a:prstGeom>
            <a:noFill/>
            <a:ln w="50800">
              <a:solidFill>
                <a:srgbClr val="A2C1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41" name="Line 40">
              <a:extLst>
                <a:ext uri="{FF2B5EF4-FFF2-40B4-BE49-F238E27FC236}">
                  <a16:creationId xmlns:a16="http://schemas.microsoft.com/office/drawing/2014/main" id="{47C416BB-3291-1543-B039-921297ADC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4" y="130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36" name="Rectangle 41">
            <a:extLst>
              <a:ext uri="{FF2B5EF4-FFF2-40B4-BE49-F238E27FC236}">
                <a16:creationId xmlns:a16="http://schemas.microsoft.com/office/drawing/2014/main" id="{2AC218F6-C913-C549-AAD9-3B395DBF7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</p:txBody>
      </p:sp>
      <p:sp>
        <p:nvSpPr>
          <p:cNvPr id="13337" name="Rectangle 42">
            <a:extLst>
              <a:ext uri="{FF2B5EF4-FFF2-40B4-BE49-F238E27FC236}">
                <a16:creationId xmlns:a16="http://schemas.microsoft.com/office/drawing/2014/main" id="{8DD2FDAD-3080-2E42-A613-5BFEA27F5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3338" name="Line 43">
            <a:extLst>
              <a:ext uri="{FF2B5EF4-FFF2-40B4-BE49-F238E27FC236}">
                <a16:creationId xmlns:a16="http://schemas.microsoft.com/office/drawing/2014/main" id="{8B1409A6-E921-CD4A-B495-270988207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2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9" name="Line 44">
            <a:extLst>
              <a:ext uri="{FF2B5EF4-FFF2-40B4-BE49-F238E27FC236}">
                <a16:creationId xmlns:a16="http://schemas.microsoft.com/office/drawing/2014/main" id="{1F77D3B8-FA24-4A43-82AB-6760C6B53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0" name="Line 45">
            <a:extLst>
              <a:ext uri="{FF2B5EF4-FFF2-40B4-BE49-F238E27FC236}">
                <a16:creationId xmlns:a16="http://schemas.microsoft.com/office/drawing/2014/main" id="{58328210-C264-3946-90FB-F40CC2CA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76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1" name="Rectangle 46">
            <a:extLst>
              <a:ext uri="{FF2B5EF4-FFF2-40B4-BE49-F238E27FC236}">
                <a16:creationId xmlns:a16="http://schemas.microsoft.com/office/drawing/2014/main" id="{DF99675C-A59C-FA4E-A6B2-FBDCECEE1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3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grpSp>
        <p:nvGrpSpPr>
          <p:cNvPr id="13342" name="Group 47">
            <a:extLst>
              <a:ext uri="{FF2B5EF4-FFF2-40B4-BE49-F238E27FC236}">
                <a16:creationId xmlns:a16="http://schemas.microsoft.com/office/drawing/2014/main" id="{3D371E33-7823-B146-8172-CAD4D0049C2E}"/>
              </a:ext>
            </a:extLst>
          </p:cNvPr>
          <p:cNvGrpSpPr>
            <a:grpSpLocks/>
          </p:cNvGrpSpPr>
          <p:nvPr/>
        </p:nvGrpSpPr>
        <p:grpSpPr bwMode="auto">
          <a:xfrm>
            <a:off x="6235700" y="1884363"/>
            <a:ext cx="1498600" cy="0"/>
            <a:chOff x="3928" y="1304"/>
            <a:chExt cx="944" cy="0"/>
          </a:xfrm>
        </p:grpSpPr>
        <p:sp>
          <p:nvSpPr>
            <p:cNvPr id="13436" name="Line 48">
              <a:extLst>
                <a:ext uri="{FF2B5EF4-FFF2-40B4-BE49-F238E27FC236}">
                  <a16:creationId xmlns:a16="http://schemas.microsoft.com/office/drawing/2014/main" id="{6CE89C73-8416-D443-A561-EE7DE506E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304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37" name="Line 49">
              <a:extLst>
                <a:ext uri="{FF2B5EF4-FFF2-40B4-BE49-F238E27FC236}">
                  <a16:creationId xmlns:a16="http://schemas.microsoft.com/office/drawing/2014/main" id="{F7B30E54-BD75-1A4A-BABA-9427464E7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1304"/>
              <a:ext cx="360" cy="0"/>
            </a:xfrm>
            <a:prstGeom prst="line">
              <a:avLst/>
            </a:prstGeom>
            <a:noFill/>
            <a:ln w="50800">
              <a:solidFill>
                <a:srgbClr val="A2C1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38" name="Line 50">
              <a:extLst>
                <a:ext uri="{FF2B5EF4-FFF2-40B4-BE49-F238E27FC236}">
                  <a16:creationId xmlns:a16="http://schemas.microsoft.com/office/drawing/2014/main" id="{0A1C2E41-3660-8A45-B07C-58CDD5206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30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43" name="Rectangle 51">
            <a:extLst>
              <a:ext uri="{FF2B5EF4-FFF2-40B4-BE49-F238E27FC236}">
                <a16:creationId xmlns:a16="http://schemas.microsoft.com/office/drawing/2014/main" id="{9C9AE31E-B71B-DE40-9666-FAD04F25F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</p:txBody>
      </p:sp>
      <p:sp>
        <p:nvSpPr>
          <p:cNvPr id="13344" name="Rectangle 52">
            <a:extLst>
              <a:ext uri="{FF2B5EF4-FFF2-40B4-BE49-F238E27FC236}">
                <a16:creationId xmlns:a16="http://schemas.microsoft.com/office/drawing/2014/main" id="{22EE8854-EF82-A44D-B377-B318C01D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263" y="1895475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3345" name="Line 53">
            <a:extLst>
              <a:ext uri="{FF2B5EF4-FFF2-40B4-BE49-F238E27FC236}">
                <a16:creationId xmlns:a16="http://schemas.microsoft.com/office/drawing/2014/main" id="{138E2830-E361-E84A-B62C-940D05560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10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6" name="Line 54">
            <a:extLst>
              <a:ext uri="{FF2B5EF4-FFF2-40B4-BE49-F238E27FC236}">
                <a16:creationId xmlns:a16="http://schemas.microsoft.com/office/drawing/2014/main" id="{B2A17F4D-4EDD-B643-9026-7E1184467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60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7" name="Line 55">
            <a:extLst>
              <a:ext uri="{FF2B5EF4-FFF2-40B4-BE49-F238E27FC236}">
                <a16:creationId xmlns:a16="http://schemas.microsoft.com/office/drawing/2014/main" id="{8F87B9B2-FB3F-0240-BFF9-8717E22C5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712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348" name="Group 56">
            <a:extLst>
              <a:ext uri="{FF2B5EF4-FFF2-40B4-BE49-F238E27FC236}">
                <a16:creationId xmlns:a16="http://schemas.microsoft.com/office/drawing/2014/main" id="{AD06E9F8-F65D-A147-9C40-923E4333FF60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2284413"/>
            <a:ext cx="1535113" cy="711200"/>
            <a:chOff x="940" y="1556"/>
            <a:chExt cx="967" cy="448"/>
          </a:xfrm>
        </p:grpSpPr>
        <p:grpSp>
          <p:nvGrpSpPr>
            <p:cNvPr id="13418" name="Group 57">
              <a:extLst>
                <a:ext uri="{FF2B5EF4-FFF2-40B4-BE49-F238E27FC236}">
                  <a16:creationId xmlns:a16="http://schemas.microsoft.com/office/drawing/2014/main" id="{481D485E-CBE3-D24C-A52F-8AC4B2B56E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0" y="1556"/>
              <a:ext cx="305" cy="448"/>
              <a:chOff x="940" y="1556"/>
              <a:chExt cx="305" cy="448"/>
            </a:xfrm>
          </p:grpSpPr>
          <p:grpSp>
            <p:nvGrpSpPr>
              <p:cNvPr id="13432" name="Group 58">
                <a:extLst>
                  <a:ext uri="{FF2B5EF4-FFF2-40B4-BE49-F238E27FC236}">
                    <a16:creationId xmlns:a16="http://schemas.microsoft.com/office/drawing/2014/main" id="{E436B9DA-62AC-A142-B1BC-5B0C3C8959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0" y="1556"/>
                <a:ext cx="305" cy="448"/>
                <a:chOff x="940" y="1556"/>
                <a:chExt cx="305" cy="448"/>
              </a:xfrm>
            </p:grpSpPr>
            <p:sp>
              <p:nvSpPr>
                <p:cNvPr id="13434" name="AutoShape 59">
                  <a:extLst>
                    <a:ext uri="{FF2B5EF4-FFF2-40B4-BE49-F238E27FC236}">
                      <a16:creationId xmlns:a16="http://schemas.microsoft.com/office/drawing/2014/main" id="{C04ABB55-FC5C-4E4B-A172-186D568779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0" y="1627"/>
                  <a:ext cx="305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35" name="AutoShape 60">
                  <a:extLst>
                    <a:ext uri="{FF2B5EF4-FFF2-40B4-BE49-F238E27FC236}">
                      <a16:creationId xmlns:a16="http://schemas.microsoft.com/office/drawing/2014/main" id="{8B82F8DF-DD9F-5C42-8790-A588CC5CC1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0" y="1556"/>
                  <a:ext cx="235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33" name="AutoShape 61">
                <a:extLst>
                  <a:ext uri="{FF2B5EF4-FFF2-40B4-BE49-F238E27FC236}">
                    <a16:creationId xmlns:a16="http://schemas.microsoft.com/office/drawing/2014/main" id="{2BBF696F-A822-7D4B-84DE-B0C5ECDFE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2" y="1660"/>
                <a:ext cx="158" cy="27"/>
              </a:xfrm>
              <a:prstGeom prst="parallelogram">
                <a:avLst>
                  <a:gd name="adj" fmla="val 146269"/>
                </a:avLst>
              </a:prstGeom>
              <a:solidFill>
                <a:srgbClr val="F6BF6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19" name="Group 62">
              <a:extLst>
                <a:ext uri="{FF2B5EF4-FFF2-40B4-BE49-F238E27FC236}">
                  <a16:creationId xmlns:a16="http://schemas.microsoft.com/office/drawing/2014/main" id="{B66F566B-2A21-8544-961F-9367EC789B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1" y="1556"/>
              <a:ext cx="378" cy="448"/>
              <a:chOff x="1241" y="1556"/>
              <a:chExt cx="378" cy="448"/>
            </a:xfrm>
          </p:grpSpPr>
          <p:grpSp>
            <p:nvGrpSpPr>
              <p:cNvPr id="13427" name="Group 63">
                <a:extLst>
                  <a:ext uri="{FF2B5EF4-FFF2-40B4-BE49-F238E27FC236}">
                    <a16:creationId xmlns:a16="http://schemas.microsoft.com/office/drawing/2014/main" id="{500707FC-F465-C04C-BB12-D96D548FEC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1" y="1556"/>
                <a:ext cx="378" cy="448"/>
                <a:chOff x="1241" y="1556"/>
                <a:chExt cx="378" cy="448"/>
              </a:xfrm>
            </p:grpSpPr>
            <p:sp>
              <p:nvSpPr>
                <p:cNvPr id="13430" name="AutoShape 64">
                  <a:extLst>
                    <a:ext uri="{FF2B5EF4-FFF2-40B4-BE49-F238E27FC236}">
                      <a16:creationId xmlns:a16="http://schemas.microsoft.com/office/drawing/2014/main" id="{9BB34687-2AB9-F149-90F3-6E99FB37C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1" y="1627"/>
                  <a:ext cx="378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31" name="AutoShape 65">
                  <a:extLst>
                    <a:ext uri="{FF2B5EF4-FFF2-40B4-BE49-F238E27FC236}">
                      <a16:creationId xmlns:a16="http://schemas.microsoft.com/office/drawing/2014/main" id="{0322AE6C-16CF-6542-9BE3-11A75D51E3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27" y="1556"/>
                  <a:ext cx="292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28" name="Oval 66">
                <a:extLst>
                  <a:ext uri="{FF2B5EF4-FFF2-40B4-BE49-F238E27FC236}">
                    <a16:creationId xmlns:a16="http://schemas.microsoft.com/office/drawing/2014/main" id="{4560C78D-0EE1-F74A-A22A-6BBD75E08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6" y="1592"/>
                <a:ext cx="49" cy="2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429" name="AutoShape 67">
                <a:extLst>
                  <a:ext uri="{FF2B5EF4-FFF2-40B4-BE49-F238E27FC236}">
                    <a16:creationId xmlns:a16="http://schemas.microsoft.com/office/drawing/2014/main" id="{5AB2CBBA-7995-EE4A-9B25-E7FA63670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" y="1802"/>
                <a:ext cx="198" cy="84"/>
              </a:xfrm>
              <a:prstGeom prst="octagon">
                <a:avLst>
                  <a:gd name="adj" fmla="val 29282"/>
                </a:avLst>
              </a:prstGeom>
              <a:solidFill>
                <a:srgbClr val="A2C1FE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20" name="Freeform 68">
              <a:extLst>
                <a:ext uri="{FF2B5EF4-FFF2-40B4-BE49-F238E27FC236}">
                  <a16:creationId xmlns:a16="http://schemas.microsoft.com/office/drawing/2014/main" id="{186EBFE3-757D-174A-8C29-F7131DCE6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1785"/>
              <a:ext cx="86" cy="192"/>
            </a:xfrm>
            <a:custGeom>
              <a:avLst/>
              <a:gdLst>
                <a:gd name="T0" fmla="*/ 62 w 86"/>
                <a:gd name="T1" fmla="*/ 0 h 192"/>
                <a:gd name="T2" fmla="*/ 85 w 86"/>
                <a:gd name="T3" fmla="*/ 0 h 192"/>
                <a:gd name="T4" fmla="*/ 23 w 86"/>
                <a:gd name="T5" fmla="*/ 191 h 192"/>
                <a:gd name="T6" fmla="*/ 0 w 86"/>
                <a:gd name="T7" fmla="*/ 191 h 192"/>
                <a:gd name="T8" fmla="*/ 62 w 86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92">
                  <a:moveTo>
                    <a:pt x="62" y="0"/>
                  </a:moveTo>
                  <a:lnTo>
                    <a:pt x="85" y="0"/>
                  </a:lnTo>
                  <a:lnTo>
                    <a:pt x="23" y="191"/>
                  </a:lnTo>
                  <a:lnTo>
                    <a:pt x="0" y="191"/>
                  </a:lnTo>
                  <a:lnTo>
                    <a:pt x="62" y="0"/>
                  </a:lnTo>
                </a:path>
              </a:pathLst>
            </a:cu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1" name="Rectangle 69">
              <a:extLst>
                <a:ext uri="{FF2B5EF4-FFF2-40B4-BE49-F238E27FC236}">
                  <a16:creationId xmlns:a16="http://schemas.microsoft.com/office/drawing/2014/main" id="{348BDEA9-4DDD-044F-A3B0-FF763FF17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1" y="1785"/>
              <a:ext cx="106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422" name="Rectangle 70">
              <a:extLst>
                <a:ext uri="{FF2B5EF4-FFF2-40B4-BE49-F238E27FC236}">
                  <a16:creationId xmlns:a16="http://schemas.microsoft.com/office/drawing/2014/main" id="{B26BBD22-87DC-3D49-86C6-FCEF95A31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" y="1866"/>
              <a:ext cx="82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423" name="Rectangle 71">
              <a:extLst>
                <a:ext uri="{FF2B5EF4-FFF2-40B4-BE49-F238E27FC236}">
                  <a16:creationId xmlns:a16="http://schemas.microsoft.com/office/drawing/2014/main" id="{59CC11A0-5791-C446-B756-E58E85E79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1866"/>
              <a:ext cx="103" cy="11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3424" name="Group 72">
              <a:extLst>
                <a:ext uri="{FF2B5EF4-FFF2-40B4-BE49-F238E27FC236}">
                  <a16:creationId xmlns:a16="http://schemas.microsoft.com/office/drawing/2014/main" id="{5CF818BA-913E-F241-B8FC-E28D7B3DF8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3" y="1613"/>
              <a:ext cx="194" cy="364"/>
              <a:chOff x="1623" y="1613"/>
              <a:chExt cx="194" cy="364"/>
            </a:xfrm>
          </p:grpSpPr>
          <p:sp>
            <p:nvSpPr>
              <p:cNvPr id="13425" name="Oval 73">
                <a:extLst>
                  <a:ext uri="{FF2B5EF4-FFF2-40B4-BE49-F238E27FC236}">
                    <a16:creationId xmlns:a16="http://schemas.microsoft.com/office/drawing/2014/main" id="{640E68FD-E93C-044F-A85C-21841059E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9" y="1613"/>
                <a:ext cx="48" cy="48"/>
              </a:xfrm>
              <a:prstGeom prst="ellipse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426" name="Freeform 74">
                <a:extLst>
                  <a:ext uri="{FF2B5EF4-FFF2-40B4-BE49-F238E27FC236}">
                    <a16:creationId xmlns:a16="http://schemas.microsoft.com/office/drawing/2014/main" id="{4D4D3C58-86AD-4E42-9FC6-808258487C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3" y="1681"/>
                <a:ext cx="194" cy="296"/>
              </a:xfrm>
              <a:custGeom>
                <a:avLst/>
                <a:gdLst>
                  <a:gd name="T0" fmla="*/ 2 w 194"/>
                  <a:gd name="T1" fmla="*/ 137 h 296"/>
                  <a:gd name="T2" fmla="*/ 1 w 194"/>
                  <a:gd name="T3" fmla="*/ 140 h 296"/>
                  <a:gd name="T4" fmla="*/ 0 w 194"/>
                  <a:gd name="T5" fmla="*/ 145 h 296"/>
                  <a:gd name="T6" fmla="*/ 0 w 194"/>
                  <a:gd name="T7" fmla="*/ 150 h 296"/>
                  <a:gd name="T8" fmla="*/ 2 w 194"/>
                  <a:gd name="T9" fmla="*/ 155 h 296"/>
                  <a:gd name="T10" fmla="*/ 4 w 194"/>
                  <a:gd name="T11" fmla="*/ 159 h 296"/>
                  <a:gd name="T12" fmla="*/ 8 w 194"/>
                  <a:gd name="T13" fmla="*/ 163 h 296"/>
                  <a:gd name="T14" fmla="*/ 12 w 194"/>
                  <a:gd name="T15" fmla="*/ 165 h 296"/>
                  <a:gd name="T16" fmla="*/ 16 w 194"/>
                  <a:gd name="T17" fmla="*/ 166 h 296"/>
                  <a:gd name="T18" fmla="*/ 21 w 194"/>
                  <a:gd name="T19" fmla="*/ 166 h 296"/>
                  <a:gd name="T20" fmla="*/ 126 w 194"/>
                  <a:gd name="T21" fmla="*/ 295 h 296"/>
                  <a:gd name="T22" fmla="*/ 159 w 194"/>
                  <a:gd name="T23" fmla="*/ 142 h 296"/>
                  <a:gd name="T24" fmla="*/ 159 w 194"/>
                  <a:gd name="T25" fmla="*/ 138 h 296"/>
                  <a:gd name="T26" fmla="*/ 157 w 194"/>
                  <a:gd name="T27" fmla="*/ 136 h 296"/>
                  <a:gd name="T28" fmla="*/ 154 w 194"/>
                  <a:gd name="T29" fmla="*/ 133 h 296"/>
                  <a:gd name="T30" fmla="*/ 152 w 194"/>
                  <a:gd name="T31" fmla="*/ 131 h 296"/>
                  <a:gd name="T32" fmla="*/ 148 w 194"/>
                  <a:gd name="T33" fmla="*/ 130 h 296"/>
                  <a:gd name="T34" fmla="*/ 144 w 194"/>
                  <a:gd name="T35" fmla="*/ 129 h 296"/>
                  <a:gd name="T36" fmla="*/ 140 w 194"/>
                  <a:gd name="T37" fmla="*/ 129 h 296"/>
                  <a:gd name="T38" fmla="*/ 137 w 194"/>
                  <a:gd name="T39" fmla="*/ 129 h 296"/>
                  <a:gd name="T40" fmla="*/ 93 w 194"/>
                  <a:gd name="T41" fmla="*/ 75 h 296"/>
                  <a:gd name="T42" fmla="*/ 179 w 194"/>
                  <a:gd name="T43" fmla="*/ 93 h 296"/>
                  <a:gd name="T44" fmla="*/ 183 w 194"/>
                  <a:gd name="T45" fmla="*/ 92 h 296"/>
                  <a:gd name="T46" fmla="*/ 185 w 194"/>
                  <a:gd name="T47" fmla="*/ 91 h 296"/>
                  <a:gd name="T48" fmla="*/ 189 w 194"/>
                  <a:gd name="T49" fmla="*/ 89 h 296"/>
                  <a:gd name="T50" fmla="*/ 191 w 194"/>
                  <a:gd name="T51" fmla="*/ 86 h 296"/>
                  <a:gd name="T52" fmla="*/ 192 w 194"/>
                  <a:gd name="T53" fmla="*/ 83 h 296"/>
                  <a:gd name="T54" fmla="*/ 193 w 194"/>
                  <a:gd name="T55" fmla="*/ 78 h 296"/>
                  <a:gd name="T56" fmla="*/ 192 w 194"/>
                  <a:gd name="T57" fmla="*/ 74 h 296"/>
                  <a:gd name="T58" fmla="*/ 190 w 194"/>
                  <a:gd name="T59" fmla="*/ 70 h 296"/>
                  <a:gd name="T60" fmla="*/ 188 w 194"/>
                  <a:gd name="T61" fmla="*/ 68 h 296"/>
                  <a:gd name="T62" fmla="*/ 184 w 194"/>
                  <a:gd name="T63" fmla="*/ 65 h 296"/>
                  <a:gd name="T64" fmla="*/ 181 w 194"/>
                  <a:gd name="T65" fmla="*/ 64 h 296"/>
                  <a:gd name="T66" fmla="*/ 122 w 194"/>
                  <a:gd name="T67" fmla="*/ 64 h 296"/>
                  <a:gd name="T68" fmla="*/ 112 w 194"/>
                  <a:gd name="T69" fmla="*/ 42 h 296"/>
                  <a:gd name="T70" fmla="*/ 113 w 194"/>
                  <a:gd name="T71" fmla="*/ 37 h 296"/>
                  <a:gd name="T72" fmla="*/ 114 w 194"/>
                  <a:gd name="T73" fmla="*/ 30 h 296"/>
                  <a:gd name="T74" fmla="*/ 114 w 194"/>
                  <a:gd name="T75" fmla="*/ 24 h 296"/>
                  <a:gd name="T76" fmla="*/ 112 w 194"/>
                  <a:gd name="T77" fmla="*/ 19 h 296"/>
                  <a:gd name="T78" fmla="*/ 110 w 194"/>
                  <a:gd name="T79" fmla="*/ 15 h 296"/>
                  <a:gd name="T80" fmla="*/ 107 w 194"/>
                  <a:gd name="T81" fmla="*/ 10 h 296"/>
                  <a:gd name="T82" fmla="*/ 103 w 194"/>
                  <a:gd name="T83" fmla="*/ 7 h 296"/>
                  <a:gd name="T84" fmla="*/ 98 w 194"/>
                  <a:gd name="T85" fmla="*/ 3 h 296"/>
                  <a:gd name="T86" fmla="*/ 93 w 194"/>
                  <a:gd name="T87" fmla="*/ 1 h 296"/>
                  <a:gd name="T88" fmla="*/ 87 w 194"/>
                  <a:gd name="T89" fmla="*/ 0 h 296"/>
                  <a:gd name="T90" fmla="*/ 81 w 194"/>
                  <a:gd name="T91" fmla="*/ 0 h 296"/>
                  <a:gd name="T92" fmla="*/ 75 w 194"/>
                  <a:gd name="T93" fmla="*/ 1 h 296"/>
                  <a:gd name="T94" fmla="*/ 69 w 194"/>
                  <a:gd name="T95" fmla="*/ 3 h 296"/>
                  <a:gd name="T96" fmla="*/ 63 w 194"/>
                  <a:gd name="T97" fmla="*/ 6 h 296"/>
                  <a:gd name="T98" fmla="*/ 59 w 194"/>
                  <a:gd name="T99" fmla="*/ 11 h 296"/>
                  <a:gd name="T100" fmla="*/ 55 w 194"/>
                  <a:gd name="T101" fmla="*/ 17 h 296"/>
                  <a:gd name="T102" fmla="*/ 53 w 194"/>
                  <a:gd name="T103" fmla="*/ 23 h 29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4" h="296">
                    <a:moveTo>
                      <a:pt x="53" y="23"/>
                    </a:moveTo>
                    <a:lnTo>
                      <a:pt x="2" y="137"/>
                    </a:lnTo>
                    <a:lnTo>
                      <a:pt x="1" y="138"/>
                    </a:lnTo>
                    <a:lnTo>
                      <a:pt x="1" y="140"/>
                    </a:lnTo>
                    <a:lnTo>
                      <a:pt x="0" y="142"/>
                    </a:lnTo>
                    <a:lnTo>
                      <a:pt x="0" y="145"/>
                    </a:lnTo>
                    <a:lnTo>
                      <a:pt x="0" y="147"/>
                    </a:lnTo>
                    <a:lnTo>
                      <a:pt x="0" y="150"/>
                    </a:lnTo>
                    <a:lnTo>
                      <a:pt x="1" y="152"/>
                    </a:lnTo>
                    <a:lnTo>
                      <a:pt x="2" y="155"/>
                    </a:lnTo>
                    <a:lnTo>
                      <a:pt x="3" y="157"/>
                    </a:lnTo>
                    <a:lnTo>
                      <a:pt x="4" y="159"/>
                    </a:lnTo>
                    <a:lnTo>
                      <a:pt x="6" y="161"/>
                    </a:lnTo>
                    <a:lnTo>
                      <a:pt x="8" y="163"/>
                    </a:lnTo>
                    <a:lnTo>
                      <a:pt x="10" y="164"/>
                    </a:lnTo>
                    <a:lnTo>
                      <a:pt x="12" y="165"/>
                    </a:lnTo>
                    <a:lnTo>
                      <a:pt x="14" y="165"/>
                    </a:lnTo>
                    <a:lnTo>
                      <a:pt x="16" y="166"/>
                    </a:lnTo>
                    <a:lnTo>
                      <a:pt x="18" y="166"/>
                    </a:lnTo>
                    <a:lnTo>
                      <a:pt x="21" y="166"/>
                    </a:lnTo>
                    <a:lnTo>
                      <a:pt x="126" y="166"/>
                    </a:lnTo>
                    <a:lnTo>
                      <a:pt x="126" y="295"/>
                    </a:lnTo>
                    <a:lnTo>
                      <a:pt x="159" y="295"/>
                    </a:lnTo>
                    <a:lnTo>
                      <a:pt x="159" y="142"/>
                    </a:lnTo>
                    <a:lnTo>
                      <a:pt x="159" y="140"/>
                    </a:lnTo>
                    <a:lnTo>
                      <a:pt x="159" y="138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6" y="135"/>
                    </a:lnTo>
                    <a:lnTo>
                      <a:pt x="154" y="133"/>
                    </a:lnTo>
                    <a:lnTo>
                      <a:pt x="153" y="132"/>
                    </a:lnTo>
                    <a:lnTo>
                      <a:pt x="152" y="131"/>
                    </a:lnTo>
                    <a:lnTo>
                      <a:pt x="150" y="131"/>
                    </a:lnTo>
                    <a:lnTo>
                      <a:pt x="148" y="130"/>
                    </a:lnTo>
                    <a:lnTo>
                      <a:pt x="146" y="130"/>
                    </a:lnTo>
                    <a:lnTo>
                      <a:pt x="144" y="129"/>
                    </a:lnTo>
                    <a:lnTo>
                      <a:pt x="142" y="129"/>
                    </a:lnTo>
                    <a:lnTo>
                      <a:pt x="140" y="129"/>
                    </a:lnTo>
                    <a:lnTo>
                      <a:pt x="139" y="129"/>
                    </a:lnTo>
                    <a:lnTo>
                      <a:pt x="137" y="129"/>
                    </a:lnTo>
                    <a:lnTo>
                      <a:pt x="76" y="125"/>
                    </a:lnTo>
                    <a:lnTo>
                      <a:pt x="93" y="75"/>
                    </a:lnTo>
                    <a:lnTo>
                      <a:pt x="105" y="93"/>
                    </a:lnTo>
                    <a:lnTo>
                      <a:pt x="179" y="93"/>
                    </a:lnTo>
                    <a:lnTo>
                      <a:pt x="181" y="92"/>
                    </a:lnTo>
                    <a:lnTo>
                      <a:pt x="183" y="92"/>
                    </a:lnTo>
                    <a:lnTo>
                      <a:pt x="184" y="91"/>
                    </a:lnTo>
                    <a:lnTo>
                      <a:pt x="185" y="91"/>
                    </a:lnTo>
                    <a:lnTo>
                      <a:pt x="187" y="90"/>
                    </a:lnTo>
                    <a:lnTo>
                      <a:pt x="189" y="89"/>
                    </a:lnTo>
                    <a:lnTo>
                      <a:pt x="190" y="87"/>
                    </a:lnTo>
                    <a:lnTo>
                      <a:pt x="191" y="86"/>
                    </a:lnTo>
                    <a:lnTo>
                      <a:pt x="192" y="84"/>
                    </a:lnTo>
                    <a:lnTo>
                      <a:pt x="192" y="83"/>
                    </a:lnTo>
                    <a:lnTo>
                      <a:pt x="193" y="81"/>
                    </a:lnTo>
                    <a:lnTo>
                      <a:pt x="193" y="78"/>
                    </a:lnTo>
                    <a:lnTo>
                      <a:pt x="193" y="76"/>
                    </a:lnTo>
                    <a:lnTo>
                      <a:pt x="192" y="74"/>
                    </a:lnTo>
                    <a:lnTo>
                      <a:pt x="191" y="72"/>
                    </a:lnTo>
                    <a:lnTo>
                      <a:pt x="190" y="70"/>
                    </a:lnTo>
                    <a:lnTo>
                      <a:pt x="189" y="69"/>
                    </a:lnTo>
                    <a:lnTo>
                      <a:pt x="188" y="68"/>
                    </a:lnTo>
                    <a:lnTo>
                      <a:pt x="186" y="66"/>
                    </a:lnTo>
                    <a:lnTo>
                      <a:pt x="184" y="65"/>
                    </a:lnTo>
                    <a:lnTo>
                      <a:pt x="184" y="64"/>
                    </a:lnTo>
                    <a:lnTo>
                      <a:pt x="181" y="64"/>
                    </a:lnTo>
                    <a:lnTo>
                      <a:pt x="179" y="64"/>
                    </a:lnTo>
                    <a:lnTo>
                      <a:pt x="122" y="64"/>
                    </a:lnTo>
                    <a:lnTo>
                      <a:pt x="110" y="44"/>
                    </a:lnTo>
                    <a:lnTo>
                      <a:pt x="112" y="42"/>
                    </a:lnTo>
                    <a:lnTo>
                      <a:pt x="113" y="39"/>
                    </a:lnTo>
                    <a:lnTo>
                      <a:pt x="113" y="37"/>
                    </a:lnTo>
                    <a:lnTo>
                      <a:pt x="114" y="34"/>
                    </a:lnTo>
                    <a:lnTo>
                      <a:pt x="114" y="30"/>
                    </a:lnTo>
                    <a:lnTo>
                      <a:pt x="114" y="28"/>
                    </a:lnTo>
                    <a:lnTo>
                      <a:pt x="114" y="24"/>
                    </a:lnTo>
                    <a:lnTo>
                      <a:pt x="113" y="22"/>
                    </a:lnTo>
                    <a:lnTo>
                      <a:pt x="112" y="19"/>
                    </a:lnTo>
                    <a:lnTo>
                      <a:pt x="111" y="17"/>
                    </a:lnTo>
                    <a:lnTo>
                      <a:pt x="110" y="15"/>
                    </a:lnTo>
                    <a:lnTo>
                      <a:pt x="109" y="13"/>
                    </a:lnTo>
                    <a:lnTo>
                      <a:pt x="107" y="10"/>
                    </a:lnTo>
                    <a:lnTo>
                      <a:pt x="105" y="9"/>
                    </a:lnTo>
                    <a:lnTo>
                      <a:pt x="103" y="7"/>
                    </a:lnTo>
                    <a:lnTo>
                      <a:pt x="101" y="5"/>
                    </a:lnTo>
                    <a:lnTo>
                      <a:pt x="98" y="3"/>
                    </a:lnTo>
                    <a:lnTo>
                      <a:pt x="96" y="3"/>
                    </a:lnTo>
                    <a:lnTo>
                      <a:pt x="93" y="1"/>
                    </a:lnTo>
                    <a:lnTo>
                      <a:pt x="90" y="1"/>
                    </a:lnTo>
                    <a:lnTo>
                      <a:pt x="87" y="0"/>
                    </a:lnTo>
                    <a:lnTo>
                      <a:pt x="84" y="0"/>
                    </a:lnTo>
                    <a:lnTo>
                      <a:pt x="81" y="0"/>
                    </a:lnTo>
                    <a:lnTo>
                      <a:pt x="78" y="0"/>
                    </a:lnTo>
                    <a:lnTo>
                      <a:pt x="75" y="1"/>
                    </a:lnTo>
                    <a:lnTo>
                      <a:pt x="72" y="2"/>
                    </a:lnTo>
                    <a:lnTo>
                      <a:pt x="69" y="3"/>
                    </a:lnTo>
                    <a:lnTo>
                      <a:pt x="66" y="4"/>
                    </a:lnTo>
                    <a:lnTo>
                      <a:pt x="63" y="6"/>
                    </a:lnTo>
                    <a:lnTo>
                      <a:pt x="61" y="9"/>
                    </a:lnTo>
                    <a:lnTo>
                      <a:pt x="59" y="11"/>
                    </a:lnTo>
                    <a:lnTo>
                      <a:pt x="57" y="13"/>
                    </a:lnTo>
                    <a:lnTo>
                      <a:pt x="55" y="17"/>
                    </a:lnTo>
                    <a:lnTo>
                      <a:pt x="53" y="19"/>
                    </a:lnTo>
                    <a:lnTo>
                      <a:pt x="53" y="23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349" name="Rectangle 75">
            <a:extLst>
              <a:ext uri="{FF2B5EF4-FFF2-40B4-BE49-F238E27FC236}">
                <a16:creationId xmlns:a16="http://schemas.microsoft.com/office/drawing/2014/main" id="{C0AAC846-1B8B-254A-9FC1-E18FE4D1C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833438"/>
            <a:ext cx="8921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6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PM</a:t>
            </a:r>
          </a:p>
        </p:txBody>
      </p:sp>
      <p:sp>
        <p:nvSpPr>
          <p:cNvPr id="13350" name="Line 76">
            <a:extLst>
              <a:ext uri="{FF2B5EF4-FFF2-40B4-BE49-F238E27FC236}">
                <a16:creationId xmlns:a16="http://schemas.microsoft.com/office/drawing/2014/main" id="{D7AD195B-E616-3F4F-B984-71CDE58E9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9550" y="1362075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51" name="Line 77">
            <a:extLst>
              <a:ext uri="{FF2B5EF4-FFF2-40B4-BE49-F238E27FC236}">
                <a16:creationId xmlns:a16="http://schemas.microsoft.com/office/drawing/2014/main" id="{8798D35A-54B6-EF45-B678-CEFEB87B7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3200" y="12430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52" name="Rectangle 78">
            <a:extLst>
              <a:ext uri="{FF2B5EF4-FFF2-40B4-BE49-F238E27FC236}">
                <a16:creationId xmlns:a16="http://schemas.microsoft.com/office/drawing/2014/main" id="{A87539DC-FB50-CD40-802B-A36A5FEEA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846138"/>
            <a:ext cx="3508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353" name="Rectangle 79">
            <a:extLst>
              <a:ext uri="{FF2B5EF4-FFF2-40B4-BE49-F238E27FC236}">
                <a16:creationId xmlns:a16="http://schemas.microsoft.com/office/drawing/2014/main" id="{24595491-EA77-4E44-AB55-6CE42F3C6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846138"/>
            <a:ext cx="3508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354" name="Rectangle 80">
            <a:extLst>
              <a:ext uri="{FF2B5EF4-FFF2-40B4-BE49-F238E27FC236}">
                <a16:creationId xmlns:a16="http://schemas.microsoft.com/office/drawing/2014/main" id="{A6053AD6-89F4-EA40-AD7C-AC1785622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13" y="846138"/>
            <a:ext cx="3508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3355" name="Rectangle 81">
            <a:extLst>
              <a:ext uri="{FF2B5EF4-FFF2-40B4-BE49-F238E27FC236}">
                <a16:creationId xmlns:a16="http://schemas.microsoft.com/office/drawing/2014/main" id="{499DEF0C-8DAE-6B47-AF7C-03443BFD6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858838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356" name="Rectangle 82">
            <a:extLst>
              <a:ext uri="{FF2B5EF4-FFF2-40B4-BE49-F238E27FC236}">
                <a16:creationId xmlns:a16="http://schemas.microsoft.com/office/drawing/2014/main" id="{C54CC9BA-A5BB-CA4F-A000-E0F70F6A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846138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3357" name="Rectangle 83">
            <a:extLst>
              <a:ext uri="{FF2B5EF4-FFF2-40B4-BE49-F238E27FC236}">
                <a16:creationId xmlns:a16="http://schemas.microsoft.com/office/drawing/2014/main" id="{62E2AE26-796C-B14A-9FE4-D84BA489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00" y="833438"/>
            <a:ext cx="1447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Midnight</a:t>
            </a:r>
          </a:p>
        </p:txBody>
      </p:sp>
      <p:grpSp>
        <p:nvGrpSpPr>
          <p:cNvPr id="13358" name="Group 84">
            <a:extLst>
              <a:ext uri="{FF2B5EF4-FFF2-40B4-BE49-F238E27FC236}">
                <a16:creationId xmlns:a16="http://schemas.microsoft.com/office/drawing/2014/main" id="{0C129DA6-8A1E-CC47-A111-435F90B91B55}"/>
              </a:ext>
            </a:extLst>
          </p:cNvPr>
          <p:cNvGrpSpPr>
            <a:grpSpLocks/>
          </p:cNvGrpSpPr>
          <p:nvPr/>
        </p:nvGrpSpPr>
        <p:grpSpPr bwMode="auto">
          <a:xfrm>
            <a:off x="3016250" y="3021013"/>
            <a:ext cx="1535113" cy="711200"/>
            <a:chOff x="1900" y="2020"/>
            <a:chExt cx="967" cy="448"/>
          </a:xfrm>
        </p:grpSpPr>
        <p:grpSp>
          <p:nvGrpSpPr>
            <p:cNvPr id="13400" name="Group 85">
              <a:extLst>
                <a:ext uri="{FF2B5EF4-FFF2-40B4-BE49-F238E27FC236}">
                  <a16:creationId xmlns:a16="http://schemas.microsoft.com/office/drawing/2014/main" id="{53F47A43-62E7-6F41-9504-35B47ADE7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0" y="2020"/>
              <a:ext cx="305" cy="448"/>
              <a:chOff x="1900" y="2020"/>
              <a:chExt cx="305" cy="448"/>
            </a:xfrm>
          </p:grpSpPr>
          <p:grpSp>
            <p:nvGrpSpPr>
              <p:cNvPr id="13414" name="Group 86">
                <a:extLst>
                  <a:ext uri="{FF2B5EF4-FFF2-40B4-BE49-F238E27FC236}">
                    <a16:creationId xmlns:a16="http://schemas.microsoft.com/office/drawing/2014/main" id="{E78A6729-A0FF-6D41-B0AE-9113C2DA8D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0" y="2020"/>
                <a:ext cx="305" cy="448"/>
                <a:chOff x="1900" y="2020"/>
                <a:chExt cx="305" cy="448"/>
              </a:xfrm>
            </p:grpSpPr>
            <p:sp>
              <p:nvSpPr>
                <p:cNvPr id="13416" name="AutoShape 87">
                  <a:extLst>
                    <a:ext uri="{FF2B5EF4-FFF2-40B4-BE49-F238E27FC236}">
                      <a16:creationId xmlns:a16="http://schemas.microsoft.com/office/drawing/2014/main" id="{4C2AF5D6-60E8-2E45-BA01-0BE3108D5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0" y="2091"/>
                  <a:ext cx="305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17" name="AutoShape 88">
                  <a:extLst>
                    <a:ext uri="{FF2B5EF4-FFF2-40B4-BE49-F238E27FC236}">
                      <a16:creationId xmlns:a16="http://schemas.microsoft.com/office/drawing/2014/main" id="{E280C126-0F0C-4F40-9381-32D1F3686E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0" y="2020"/>
                  <a:ext cx="235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15" name="AutoShape 89">
                <a:extLst>
                  <a:ext uri="{FF2B5EF4-FFF2-40B4-BE49-F238E27FC236}">
                    <a16:creationId xmlns:a16="http://schemas.microsoft.com/office/drawing/2014/main" id="{0FE4C062-2991-4544-8DCA-6A6A56CDC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2124"/>
                <a:ext cx="158" cy="27"/>
              </a:xfrm>
              <a:prstGeom prst="parallelogram">
                <a:avLst>
                  <a:gd name="adj" fmla="val 146269"/>
                </a:avLst>
              </a:prstGeom>
              <a:solidFill>
                <a:srgbClr val="F6BF6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01" name="Group 90">
              <a:extLst>
                <a:ext uri="{FF2B5EF4-FFF2-40B4-BE49-F238E27FC236}">
                  <a16:creationId xmlns:a16="http://schemas.microsoft.com/office/drawing/2014/main" id="{FB626D32-8CC2-4443-9C36-E7531126F1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1" y="2020"/>
              <a:ext cx="378" cy="448"/>
              <a:chOff x="2201" y="2020"/>
              <a:chExt cx="378" cy="448"/>
            </a:xfrm>
          </p:grpSpPr>
          <p:grpSp>
            <p:nvGrpSpPr>
              <p:cNvPr id="13409" name="Group 91">
                <a:extLst>
                  <a:ext uri="{FF2B5EF4-FFF2-40B4-BE49-F238E27FC236}">
                    <a16:creationId xmlns:a16="http://schemas.microsoft.com/office/drawing/2014/main" id="{5AE58932-E07B-4D45-A479-8DF1928CD6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1" y="2020"/>
                <a:ext cx="378" cy="448"/>
                <a:chOff x="2201" y="2020"/>
                <a:chExt cx="378" cy="448"/>
              </a:xfrm>
            </p:grpSpPr>
            <p:sp>
              <p:nvSpPr>
                <p:cNvPr id="13412" name="AutoShape 92">
                  <a:extLst>
                    <a:ext uri="{FF2B5EF4-FFF2-40B4-BE49-F238E27FC236}">
                      <a16:creationId xmlns:a16="http://schemas.microsoft.com/office/drawing/2014/main" id="{23F9A2DA-D62A-2A47-A831-EFB7FE2E43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1" y="2091"/>
                  <a:ext cx="378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13" name="AutoShape 93">
                  <a:extLst>
                    <a:ext uri="{FF2B5EF4-FFF2-40B4-BE49-F238E27FC236}">
                      <a16:creationId xmlns:a16="http://schemas.microsoft.com/office/drawing/2014/main" id="{7AFDFBC4-4F0E-5C41-BF48-6BE8A77697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7" y="2020"/>
                  <a:ext cx="292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10" name="Oval 94">
                <a:extLst>
                  <a:ext uri="{FF2B5EF4-FFF2-40B4-BE49-F238E27FC236}">
                    <a16:creationId xmlns:a16="http://schemas.microsoft.com/office/drawing/2014/main" id="{ED663341-0BC3-1B47-A70D-EAE688A0B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2056"/>
                <a:ext cx="49" cy="2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411" name="AutoShape 95">
                <a:extLst>
                  <a:ext uri="{FF2B5EF4-FFF2-40B4-BE49-F238E27FC236}">
                    <a16:creationId xmlns:a16="http://schemas.microsoft.com/office/drawing/2014/main" id="{91A08F81-CAE7-3440-8882-8F6350E4E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8" y="2266"/>
                <a:ext cx="198" cy="84"/>
              </a:xfrm>
              <a:prstGeom prst="octagon">
                <a:avLst>
                  <a:gd name="adj" fmla="val 29282"/>
                </a:avLst>
              </a:prstGeom>
              <a:solidFill>
                <a:srgbClr val="A2C1FE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02" name="Freeform 96">
              <a:extLst>
                <a:ext uri="{FF2B5EF4-FFF2-40B4-BE49-F238E27FC236}">
                  <a16:creationId xmlns:a16="http://schemas.microsoft.com/office/drawing/2014/main" id="{7134EF69-EE0B-5F41-8B6B-605B9AD4C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2249"/>
              <a:ext cx="86" cy="192"/>
            </a:xfrm>
            <a:custGeom>
              <a:avLst/>
              <a:gdLst>
                <a:gd name="T0" fmla="*/ 62 w 86"/>
                <a:gd name="T1" fmla="*/ 0 h 192"/>
                <a:gd name="T2" fmla="*/ 85 w 86"/>
                <a:gd name="T3" fmla="*/ 0 h 192"/>
                <a:gd name="T4" fmla="*/ 23 w 86"/>
                <a:gd name="T5" fmla="*/ 191 h 192"/>
                <a:gd name="T6" fmla="*/ 0 w 86"/>
                <a:gd name="T7" fmla="*/ 191 h 192"/>
                <a:gd name="T8" fmla="*/ 62 w 86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92">
                  <a:moveTo>
                    <a:pt x="62" y="0"/>
                  </a:moveTo>
                  <a:lnTo>
                    <a:pt x="85" y="0"/>
                  </a:lnTo>
                  <a:lnTo>
                    <a:pt x="23" y="191"/>
                  </a:lnTo>
                  <a:lnTo>
                    <a:pt x="0" y="191"/>
                  </a:lnTo>
                  <a:lnTo>
                    <a:pt x="62" y="0"/>
                  </a:lnTo>
                </a:path>
              </a:pathLst>
            </a:cu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3" name="Rectangle 97">
              <a:extLst>
                <a:ext uri="{FF2B5EF4-FFF2-40B4-BE49-F238E27FC236}">
                  <a16:creationId xmlns:a16="http://schemas.microsoft.com/office/drawing/2014/main" id="{5EC749C6-B012-124F-89B5-6717884A2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2249"/>
              <a:ext cx="106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404" name="Rectangle 98">
              <a:extLst>
                <a:ext uri="{FF2B5EF4-FFF2-40B4-BE49-F238E27FC236}">
                  <a16:creationId xmlns:a16="http://schemas.microsoft.com/office/drawing/2014/main" id="{93163EC3-8FD9-EC43-88A5-3ECE34846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2330"/>
              <a:ext cx="82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405" name="Rectangle 99">
              <a:extLst>
                <a:ext uri="{FF2B5EF4-FFF2-40B4-BE49-F238E27FC236}">
                  <a16:creationId xmlns:a16="http://schemas.microsoft.com/office/drawing/2014/main" id="{4950FA51-3F1B-E54B-8289-DE5E3B4E9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2330"/>
              <a:ext cx="103" cy="11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3406" name="Group 100">
              <a:extLst>
                <a:ext uri="{FF2B5EF4-FFF2-40B4-BE49-F238E27FC236}">
                  <a16:creationId xmlns:a16="http://schemas.microsoft.com/office/drawing/2014/main" id="{7058AA9F-FF2E-9044-B747-652C247B5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3" y="2077"/>
              <a:ext cx="194" cy="364"/>
              <a:chOff x="2583" y="2077"/>
              <a:chExt cx="194" cy="364"/>
            </a:xfrm>
          </p:grpSpPr>
          <p:sp>
            <p:nvSpPr>
              <p:cNvPr id="13407" name="Oval 101">
                <a:extLst>
                  <a:ext uri="{FF2B5EF4-FFF2-40B4-BE49-F238E27FC236}">
                    <a16:creationId xmlns:a16="http://schemas.microsoft.com/office/drawing/2014/main" id="{436CC98A-6EE8-094E-B108-02C4CB07C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9" y="2077"/>
                <a:ext cx="48" cy="48"/>
              </a:xfrm>
              <a:prstGeom prst="ellipse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408" name="Freeform 102">
                <a:extLst>
                  <a:ext uri="{FF2B5EF4-FFF2-40B4-BE49-F238E27FC236}">
                    <a16:creationId xmlns:a16="http://schemas.microsoft.com/office/drawing/2014/main" id="{56061AF5-AB3E-A54C-92D7-5FDCC39AF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3" y="2145"/>
                <a:ext cx="194" cy="296"/>
              </a:xfrm>
              <a:custGeom>
                <a:avLst/>
                <a:gdLst>
                  <a:gd name="T0" fmla="*/ 2 w 194"/>
                  <a:gd name="T1" fmla="*/ 137 h 296"/>
                  <a:gd name="T2" fmla="*/ 1 w 194"/>
                  <a:gd name="T3" fmla="*/ 140 h 296"/>
                  <a:gd name="T4" fmla="*/ 0 w 194"/>
                  <a:gd name="T5" fmla="*/ 145 h 296"/>
                  <a:gd name="T6" fmla="*/ 0 w 194"/>
                  <a:gd name="T7" fmla="*/ 150 h 296"/>
                  <a:gd name="T8" fmla="*/ 2 w 194"/>
                  <a:gd name="T9" fmla="*/ 155 h 296"/>
                  <a:gd name="T10" fmla="*/ 4 w 194"/>
                  <a:gd name="T11" fmla="*/ 159 h 296"/>
                  <a:gd name="T12" fmla="*/ 8 w 194"/>
                  <a:gd name="T13" fmla="*/ 163 h 296"/>
                  <a:gd name="T14" fmla="*/ 12 w 194"/>
                  <a:gd name="T15" fmla="*/ 165 h 296"/>
                  <a:gd name="T16" fmla="*/ 16 w 194"/>
                  <a:gd name="T17" fmla="*/ 166 h 296"/>
                  <a:gd name="T18" fmla="*/ 21 w 194"/>
                  <a:gd name="T19" fmla="*/ 166 h 296"/>
                  <a:gd name="T20" fmla="*/ 126 w 194"/>
                  <a:gd name="T21" fmla="*/ 295 h 296"/>
                  <a:gd name="T22" fmla="*/ 159 w 194"/>
                  <a:gd name="T23" fmla="*/ 142 h 296"/>
                  <a:gd name="T24" fmla="*/ 159 w 194"/>
                  <a:gd name="T25" fmla="*/ 138 h 296"/>
                  <a:gd name="T26" fmla="*/ 157 w 194"/>
                  <a:gd name="T27" fmla="*/ 136 h 296"/>
                  <a:gd name="T28" fmla="*/ 154 w 194"/>
                  <a:gd name="T29" fmla="*/ 133 h 296"/>
                  <a:gd name="T30" fmla="*/ 152 w 194"/>
                  <a:gd name="T31" fmla="*/ 131 h 296"/>
                  <a:gd name="T32" fmla="*/ 148 w 194"/>
                  <a:gd name="T33" fmla="*/ 130 h 296"/>
                  <a:gd name="T34" fmla="*/ 144 w 194"/>
                  <a:gd name="T35" fmla="*/ 129 h 296"/>
                  <a:gd name="T36" fmla="*/ 140 w 194"/>
                  <a:gd name="T37" fmla="*/ 129 h 296"/>
                  <a:gd name="T38" fmla="*/ 137 w 194"/>
                  <a:gd name="T39" fmla="*/ 129 h 296"/>
                  <a:gd name="T40" fmla="*/ 93 w 194"/>
                  <a:gd name="T41" fmla="*/ 75 h 296"/>
                  <a:gd name="T42" fmla="*/ 179 w 194"/>
                  <a:gd name="T43" fmla="*/ 93 h 296"/>
                  <a:gd name="T44" fmla="*/ 183 w 194"/>
                  <a:gd name="T45" fmla="*/ 92 h 296"/>
                  <a:gd name="T46" fmla="*/ 185 w 194"/>
                  <a:gd name="T47" fmla="*/ 91 h 296"/>
                  <a:gd name="T48" fmla="*/ 189 w 194"/>
                  <a:gd name="T49" fmla="*/ 89 h 296"/>
                  <a:gd name="T50" fmla="*/ 191 w 194"/>
                  <a:gd name="T51" fmla="*/ 86 h 296"/>
                  <a:gd name="T52" fmla="*/ 192 w 194"/>
                  <a:gd name="T53" fmla="*/ 83 h 296"/>
                  <a:gd name="T54" fmla="*/ 193 w 194"/>
                  <a:gd name="T55" fmla="*/ 78 h 296"/>
                  <a:gd name="T56" fmla="*/ 192 w 194"/>
                  <a:gd name="T57" fmla="*/ 74 h 296"/>
                  <a:gd name="T58" fmla="*/ 190 w 194"/>
                  <a:gd name="T59" fmla="*/ 70 h 296"/>
                  <a:gd name="T60" fmla="*/ 188 w 194"/>
                  <a:gd name="T61" fmla="*/ 68 h 296"/>
                  <a:gd name="T62" fmla="*/ 184 w 194"/>
                  <a:gd name="T63" fmla="*/ 65 h 296"/>
                  <a:gd name="T64" fmla="*/ 181 w 194"/>
                  <a:gd name="T65" fmla="*/ 64 h 296"/>
                  <a:gd name="T66" fmla="*/ 122 w 194"/>
                  <a:gd name="T67" fmla="*/ 64 h 296"/>
                  <a:gd name="T68" fmla="*/ 112 w 194"/>
                  <a:gd name="T69" fmla="*/ 42 h 296"/>
                  <a:gd name="T70" fmla="*/ 113 w 194"/>
                  <a:gd name="T71" fmla="*/ 37 h 296"/>
                  <a:gd name="T72" fmla="*/ 114 w 194"/>
                  <a:gd name="T73" fmla="*/ 30 h 296"/>
                  <a:gd name="T74" fmla="*/ 114 w 194"/>
                  <a:gd name="T75" fmla="*/ 24 h 296"/>
                  <a:gd name="T76" fmla="*/ 112 w 194"/>
                  <a:gd name="T77" fmla="*/ 19 h 296"/>
                  <a:gd name="T78" fmla="*/ 110 w 194"/>
                  <a:gd name="T79" fmla="*/ 15 h 296"/>
                  <a:gd name="T80" fmla="*/ 107 w 194"/>
                  <a:gd name="T81" fmla="*/ 10 h 296"/>
                  <a:gd name="T82" fmla="*/ 103 w 194"/>
                  <a:gd name="T83" fmla="*/ 7 h 296"/>
                  <a:gd name="T84" fmla="*/ 98 w 194"/>
                  <a:gd name="T85" fmla="*/ 3 h 296"/>
                  <a:gd name="T86" fmla="*/ 93 w 194"/>
                  <a:gd name="T87" fmla="*/ 1 h 296"/>
                  <a:gd name="T88" fmla="*/ 87 w 194"/>
                  <a:gd name="T89" fmla="*/ 0 h 296"/>
                  <a:gd name="T90" fmla="*/ 81 w 194"/>
                  <a:gd name="T91" fmla="*/ 0 h 296"/>
                  <a:gd name="T92" fmla="*/ 75 w 194"/>
                  <a:gd name="T93" fmla="*/ 1 h 296"/>
                  <a:gd name="T94" fmla="*/ 69 w 194"/>
                  <a:gd name="T95" fmla="*/ 3 h 296"/>
                  <a:gd name="T96" fmla="*/ 63 w 194"/>
                  <a:gd name="T97" fmla="*/ 6 h 296"/>
                  <a:gd name="T98" fmla="*/ 59 w 194"/>
                  <a:gd name="T99" fmla="*/ 11 h 296"/>
                  <a:gd name="T100" fmla="*/ 55 w 194"/>
                  <a:gd name="T101" fmla="*/ 17 h 296"/>
                  <a:gd name="T102" fmla="*/ 53 w 194"/>
                  <a:gd name="T103" fmla="*/ 23 h 29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4" h="296">
                    <a:moveTo>
                      <a:pt x="53" y="23"/>
                    </a:moveTo>
                    <a:lnTo>
                      <a:pt x="2" y="137"/>
                    </a:lnTo>
                    <a:lnTo>
                      <a:pt x="1" y="138"/>
                    </a:lnTo>
                    <a:lnTo>
                      <a:pt x="1" y="140"/>
                    </a:lnTo>
                    <a:lnTo>
                      <a:pt x="0" y="142"/>
                    </a:lnTo>
                    <a:lnTo>
                      <a:pt x="0" y="145"/>
                    </a:lnTo>
                    <a:lnTo>
                      <a:pt x="0" y="147"/>
                    </a:lnTo>
                    <a:lnTo>
                      <a:pt x="0" y="150"/>
                    </a:lnTo>
                    <a:lnTo>
                      <a:pt x="1" y="152"/>
                    </a:lnTo>
                    <a:lnTo>
                      <a:pt x="2" y="155"/>
                    </a:lnTo>
                    <a:lnTo>
                      <a:pt x="3" y="157"/>
                    </a:lnTo>
                    <a:lnTo>
                      <a:pt x="4" y="159"/>
                    </a:lnTo>
                    <a:lnTo>
                      <a:pt x="6" y="161"/>
                    </a:lnTo>
                    <a:lnTo>
                      <a:pt x="8" y="163"/>
                    </a:lnTo>
                    <a:lnTo>
                      <a:pt x="10" y="164"/>
                    </a:lnTo>
                    <a:lnTo>
                      <a:pt x="12" y="165"/>
                    </a:lnTo>
                    <a:lnTo>
                      <a:pt x="14" y="165"/>
                    </a:lnTo>
                    <a:lnTo>
                      <a:pt x="16" y="166"/>
                    </a:lnTo>
                    <a:lnTo>
                      <a:pt x="18" y="166"/>
                    </a:lnTo>
                    <a:lnTo>
                      <a:pt x="21" y="166"/>
                    </a:lnTo>
                    <a:lnTo>
                      <a:pt x="126" y="166"/>
                    </a:lnTo>
                    <a:lnTo>
                      <a:pt x="126" y="295"/>
                    </a:lnTo>
                    <a:lnTo>
                      <a:pt x="159" y="295"/>
                    </a:lnTo>
                    <a:lnTo>
                      <a:pt x="159" y="142"/>
                    </a:lnTo>
                    <a:lnTo>
                      <a:pt x="159" y="140"/>
                    </a:lnTo>
                    <a:lnTo>
                      <a:pt x="159" y="138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6" y="135"/>
                    </a:lnTo>
                    <a:lnTo>
                      <a:pt x="154" y="133"/>
                    </a:lnTo>
                    <a:lnTo>
                      <a:pt x="153" y="132"/>
                    </a:lnTo>
                    <a:lnTo>
                      <a:pt x="152" y="131"/>
                    </a:lnTo>
                    <a:lnTo>
                      <a:pt x="150" y="131"/>
                    </a:lnTo>
                    <a:lnTo>
                      <a:pt x="148" y="130"/>
                    </a:lnTo>
                    <a:lnTo>
                      <a:pt x="146" y="130"/>
                    </a:lnTo>
                    <a:lnTo>
                      <a:pt x="144" y="129"/>
                    </a:lnTo>
                    <a:lnTo>
                      <a:pt x="142" y="129"/>
                    </a:lnTo>
                    <a:lnTo>
                      <a:pt x="140" y="129"/>
                    </a:lnTo>
                    <a:lnTo>
                      <a:pt x="139" y="129"/>
                    </a:lnTo>
                    <a:lnTo>
                      <a:pt x="137" y="129"/>
                    </a:lnTo>
                    <a:lnTo>
                      <a:pt x="76" y="125"/>
                    </a:lnTo>
                    <a:lnTo>
                      <a:pt x="93" y="75"/>
                    </a:lnTo>
                    <a:lnTo>
                      <a:pt x="105" y="93"/>
                    </a:lnTo>
                    <a:lnTo>
                      <a:pt x="179" y="93"/>
                    </a:lnTo>
                    <a:lnTo>
                      <a:pt x="181" y="92"/>
                    </a:lnTo>
                    <a:lnTo>
                      <a:pt x="183" y="92"/>
                    </a:lnTo>
                    <a:lnTo>
                      <a:pt x="184" y="91"/>
                    </a:lnTo>
                    <a:lnTo>
                      <a:pt x="185" y="91"/>
                    </a:lnTo>
                    <a:lnTo>
                      <a:pt x="187" y="90"/>
                    </a:lnTo>
                    <a:lnTo>
                      <a:pt x="189" y="89"/>
                    </a:lnTo>
                    <a:lnTo>
                      <a:pt x="190" y="87"/>
                    </a:lnTo>
                    <a:lnTo>
                      <a:pt x="191" y="86"/>
                    </a:lnTo>
                    <a:lnTo>
                      <a:pt x="192" y="84"/>
                    </a:lnTo>
                    <a:lnTo>
                      <a:pt x="192" y="83"/>
                    </a:lnTo>
                    <a:lnTo>
                      <a:pt x="193" y="81"/>
                    </a:lnTo>
                    <a:lnTo>
                      <a:pt x="193" y="78"/>
                    </a:lnTo>
                    <a:lnTo>
                      <a:pt x="193" y="76"/>
                    </a:lnTo>
                    <a:lnTo>
                      <a:pt x="192" y="74"/>
                    </a:lnTo>
                    <a:lnTo>
                      <a:pt x="191" y="72"/>
                    </a:lnTo>
                    <a:lnTo>
                      <a:pt x="190" y="70"/>
                    </a:lnTo>
                    <a:lnTo>
                      <a:pt x="189" y="69"/>
                    </a:lnTo>
                    <a:lnTo>
                      <a:pt x="188" y="68"/>
                    </a:lnTo>
                    <a:lnTo>
                      <a:pt x="186" y="66"/>
                    </a:lnTo>
                    <a:lnTo>
                      <a:pt x="184" y="65"/>
                    </a:lnTo>
                    <a:lnTo>
                      <a:pt x="184" y="64"/>
                    </a:lnTo>
                    <a:lnTo>
                      <a:pt x="181" y="64"/>
                    </a:lnTo>
                    <a:lnTo>
                      <a:pt x="179" y="64"/>
                    </a:lnTo>
                    <a:lnTo>
                      <a:pt x="122" y="64"/>
                    </a:lnTo>
                    <a:lnTo>
                      <a:pt x="110" y="44"/>
                    </a:lnTo>
                    <a:lnTo>
                      <a:pt x="112" y="42"/>
                    </a:lnTo>
                    <a:lnTo>
                      <a:pt x="113" y="39"/>
                    </a:lnTo>
                    <a:lnTo>
                      <a:pt x="113" y="37"/>
                    </a:lnTo>
                    <a:lnTo>
                      <a:pt x="114" y="34"/>
                    </a:lnTo>
                    <a:lnTo>
                      <a:pt x="114" y="30"/>
                    </a:lnTo>
                    <a:lnTo>
                      <a:pt x="114" y="28"/>
                    </a:lnTo>
                    <a:lnTo>
                      <a:pt x="114" y="24"/>
                    </a:lnTo>
                    <a:lnTo>
                      <a:pt x="113" y="22"/>
                    </a:lnTo>
                    <a:lnTo>
                      <a:pt x="112" y="19"/>
                    </a:lnTo>
                    <a:lnTo>
                      <a:pt x="111" y="17"/>
                    </a:lnTo>
                    <a:lnTo>
                      <a:pt x="110" y="15"/>
                    </a:lnTo>
                    <a:lnTo>
                      <a:pt x="109" y="13"/>
                    </a:lnTo>
                    <a:lnTo>
                      <a:pt x="107" y="10"/>
                    </a:lnTo>
                    <a:lnTo>
                      <a:pt x="105" y="9"/>
                    </a:lnTo>
                    <a:lnTo>
                      <a:pt x="103" y="7"/>
                    </a:lnTo>
                    <a:lnTo>
                      <a:pt x="101" y="5"/>
                    </a:lnTo>
                    <a:lnTo>
                      <a:pt x="98" y="3"/>
                    </a:lnTo>
                    <a:lnTo>
                      <a:pt x="96" y="3"/>
                    </a:lnTo>
                    <a:lnTo>
                      <a:pt x="93" y="1"/>
                    </a:lnTo>
                    <a:lnTo>
                      <a:pt x="90" y="1"/>
                    </a:lnTo>
                    <a:lnTo>
                      <a:pt x="87" y="0"/>
                    </a:lnTo>
                    <a:lnTo>
                      <a:pt x="84" y="0"/>
                    </a:lnTo>
                    <a:lnTo>
                      <a:pt x="81" y="0"/>
                    </a:lnTo>
                    <a:lnTo>
                      <a:pt x="78" y="0"/>
                    </a:lnTo>
                    <a:lnTo>
                      <a:pt x="75" y="1"/>
                    </a:lnTo>
                    <a:lnTo>
                      <a:pt x="72" y="2"/>
                    </a:lnTo>
                    <a:lnTo>
                      <a:pt x="69" y="3"/>
                    </a:lnTo>
                    <a:lnTo>
                      <a:pt x="66" y="4"/>
                    </a:lnTo>
                    <a:lnTo>
                      <a:pt x="63" y="6"/>
                    </a:lnTo>
                    <a:lnTo>
                      <a:pt x="61" y="9"/>
                    </a:lnTo>
                    <a:lnTo>
                      <a:pt x="59" y="11"/>
                    </a:lnTo>
                    <a:lnTo>
                      <a:pt x="57" y="13"/>
                    </a:lnTo>
                    <a:lnTo>
                      <a:pt x="55" y="17"/>
                    </a:lnTo>
                    <a:lnTo>
                      <a:pt x="53" y="19"/>
                    </a:lnTo>
                    <a:lnTo>
                      <a:pt x="53" y="23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359" name="Group 103">
            <a:extLst>
              <a:ext uri="{FF2B5EF4-FFF2-40B4-BE49-F238E27FC236}">
                <a16:creationId xmlns:a16="http://schemas.microsoft.com/office/drawing/2014/main" id="{ECA32D0F-2D7A-F44B-8A2C-EFAC09C468F1}"/>
              </a:ext>
            </a:extLst>
          </p:cNvPr>
          <p:cNvGrpSpPr>
            <a:grpSpLocks/>
          </p:cNvGrpSpPr>
          <p:nvPr/>
        </p:nvGrpSpPr>
        <p:grpSpPr bwMode="auto">
          <a:xfrm>
            <a:off x="4464050" y="3732213"/>
            <a:ext cx="1535113" cy="711200"/>
            <a:chOff x="2812" y="2468"/>
            <a:chExt cx="967" cy="448"/>
          </a:xfrm>
        </p:grpSpPr>
        <p:grpSp>
          <p:nvGrpSpPr>
            <p:cNvPr id="13382" name="Group 104">
              <a:extLst>
                <a:ext uri="{FF2B5EF4-FFF2-40B4-BE49-F238E27FC236}">
                  <a16:creationId xmlns:a16="http://schemas.microsoft.com/office/drawing/2014/main" id="{C9F3F9AC-C471-D744-8BE4-5CC3394F5D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2" y="2468"/>
              <a:ext cx="305" cy="448"/>
              <a:chOff x="2812" y="2468"/>
              <a:chExt cx="305" cy="448"/>
            </a:xfrm>
          </p:grpSpPr>
          <p:grpSp>
            <p:nvGrpSpPr>
              <p:cNvPr id="13396" name="Group 105">
                <a:extLst>
                  <a:ext uri="{FF2B5EF4-FFF2-40B4-BE49-F238E27FC236}">
                    <a16:creationId xmlns:a16="http://schemas.microsoft.com/office/drawing/2014/main" id="{215D7AE1-D96F-F647-9478-B52B3A017F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2" y="2468"/>
                <a:ext cx="305" cy="448"/>
                <a:chOff x="2812" y="2468"/>
                <a:chExt cx="305" cy="448"/>
              </a:xfrm>
            </p:grpSpPr>
            <p:sp>
              <p:nvSpPr>
                <p:cNvPr id="13398" name="AutoShape 106">
                  <a:extLst>
                    <a:ext uri="{FF2B5EF4-FFF2-40B4-BE49-F238E27FC236}">
                      <a16:creationId xmlns:a16="http://schemas.microsoft.com/office/drawing/2014/main" id="{47B3CCB8-4FF0-CA42-B405-BF84CC49B0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2" y="2539"/>
                  <a:ext cx="305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99" name="AutoShape 107">
                  <a:extLst>
                    <a:ext uri="{FF2B5EF4-FFF2-40B4-BE49-F238E27FC236}">
                      <a16:creationId xmlns:a16="http://schemas.microsoft.com/office/drawing/2014/main" id="{DDF2600B-7930-6B4A-9F01-87378536BA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2" y="2468"/>
                  <a:ext cx="235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397" name="AutoShape 108">
                <a:extLst>
                  <a:ext uri="{FF2B5EF4-FFF2-40B4-BE49-F238E27FC236}">
                    <a16:creationId xmlns:a16="http://schemas.microsoft.com/office/drawing/2014/main" id="{ABF81513-92F1-5E4B-8B20-0419A19B0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4" y="2572"/>
                <a:ext cx="158" cy="27"/>
              </a:xfrm>
              <a:prstGeom prst="parallelogram">
                <a:avLst>
                  <a:gd name="adj" fmla="val 146269"/>
                </a:avLst>
              </a:prstGeom>
              <a:solidFill>
                <a:srgbClr val="F6BF6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83" name="Group 109">
              <a:extLst>
                <a:ext uri="{FF2B5EF4-FFF2-40B4-BE49-F238E27FC236}">
                  <a16:creationId xmlns:a16="http://schemas.microsoft.com/office/drawing/2014/main" id="{27F2FD0E-F8E9-214F-8FD1-4B63514BE1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3" y="2468"/>
              <a:ext cx="378" cy="448"/>
              <a:chOff x="3113" y="2468"/>
              <a:chExt cx="378" cy="448"/>
            </a:xfrm>
          </p:grpSpPr>
          <p:grpSp>
            <p:nvGrpSpPr>
              <p:cNvPr id="13391" name="Group 110">
                <a:extLst>
                  <a:ext uri="{FF2B5EF4-FFF2-40B4-BE49-F238E27FC236}">
                    <a16:creationId xmlns:a16="http://schemas.microsoft.com/office/drawing/2014/main" id="{42E8C646-E477-DB4E-B18B-8C3A757B15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68"/>
                <a:ext cx="378" cy="448"/>
                <a:chOff x="3113" y="2468"/>
                <a:chExt cx="378" cy="448"/>
              </a:xfrm>
            </p:grpSpPr>
            <p:sp>
              <p:nvSpPr>
                <p:cNvPr id="13394" name="AutoShape 111">
                  <a:extLst>
                    <a:ext uri="{FF2B5EF4-FFF2-40B4-BE49-F238E27FC236}">
                      <a16:creationId xmlns:a16="http://schemas.microsoft.com/office/drawing/2014/main" id="{E0E222FA-A6DA-5A41-A4EE-C9F71F442A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3" y="2539"/>
                  <a:ext cx="378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95" name="AutoShape 112">
                  <a:extLst>
                    <a:ext uri="{FF2B5EF4-FFF2-40B4-BE49-F238E27FC236}">
                      <a16:creationId xmlns:a16="http://schemas.microsoft.com/office/drawing/2014/main" id="{E317A4B1-4F23-A841-BA01-401C8BCA51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9" y="2468"/>
                  <a:ext cx="292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392" name="Oval 113">
                <a:extLst>
                  <a:ext uri="{FF2B5EF4-FFF2-40B4-BE49-F238E27FC236}">
                    <a16:creationId xmlns:a16="http://schemas.microsoft.com/office/drawing/2014/main" id="{BECFF52D-C49E-7C43-872E-E4FBF9865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8" y="2504"/>
                <a:ext cx="49" cy="2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93" name="AutoShape 114">
                <a:extLst>
                  <a:ext uri="{FF2B5EF4-FFF2-40B4-BE49-F238E27FC236}">
                    <a16:creationId xmlns:a16="http://schemas.microsoft.com/office/drawing/2014/main" id="{EE9601A0-57D5-5744-8DE6-E7C82BBCE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0" y="2714"/>
                <a:ext cx="198" cy="84"/>
              </a:xfrm>
              <a:prstGeom prst="octagon">
                <a:avLst>
                  <a:gd name="adj" fmla="val 29282"/>
                </a:avLst>
              </a:prstGeom>
              <a:solidFill>
                <a:srgbClr val="A2C1FE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84" name="Freeform 115">
              <a:extLst>
                <a:ext uri="{FF2B5EF4-FFF2-40B4-BE49-F238E27FC236}">
                  <a16:creationId xmlns:a16="http://schemas.microsoft.com/office/drawing/2014/main" id="{BEF6228E-EE53-EA40-8B4F-FBBF9F6F9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2697"/>
              <a:ext cx="86" cy="192"/>
            </a:xfrm>
            <a:custGeom>
              <a:avLst/>
              <a:gdLst>
                <a:gd name="T0" fmla="*/ 62 w 86"/>
                <a:gd name="T1" fmla="*/ 0 h 192"/>
                <a:gd name="T2" fmla="*/ 85 w 86"/>
                <a:gd name="T3" fmla="*/ 0 h 192"/>
                <a:gd name="T4" fmla="*/ 23 w 86"/>
                <a:gd name="T5" fmla="*/ 191 h 192"/>
                <a:gd name="T6" fmla="*/ 0 w 86"/>
                <a:gd name="T7" fmla="*/ 191 h 192"/>
                <a:gd name="T8" fmla="*/ 62 w 86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92">
                  <a:moveTo>
                    <a:pt x="62" y="0"/>
                  </a:moveTo>
                  <a:lnTo>
                    <a:pt x="85" y="0"/>
                  </a:lnTo>
                  <a:lnTo>
                    <a:pt x="23" y="191"/>
                  </a:lnTo>
                  <a:lnTo>
                    <a:pt x="0" y="191"/>
                  </a:lnTo>
                  <a:lnTo>
                    <a:pt x="62" y="0"/>
                  </a:lnTo>
                </a:path>
              </a:pathLst>
            </a:cu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5" name="Rectangle 116">
              <a:extLst>
                <a:ext uri="{FF2B5EF4-FFF2-40B4-BE49-F238E27FC236}">
                  <a16:creationId xmlns:a16="http://schemas.microsoft.com/office/drawing/2014/main" id="{C0848025-CC9C-5941-B73A-FCE860FF5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3" y="2697"/>
              <a:ext cx="106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86" name="Rectangle 117">
              <a:extLst>
                <a:ext uri="{FF2B5EF4-FFF2-40B4-BE49-F238E27FC236}">
                  <a16:creationId xmlns:a16="http://schemas.microsoft.com/office/drawing/2014/main" id="{B30D943E-9659-E642-B9CD-6ED6DA92D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" y="2778"/>
              <a:ext cx="82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87" name="Rectangle 118">
              <a:extLst>
                <a:ext uri="{FF2B5EF4-FFF2-40B4-BE49-F238E27FC236}">
                  <a16:creationId xmlns:a16="http://schemas.microsoft.com/office/drawing/2014/main" id="{CFF231B0-704E-5944-B6B9-F3D437E8B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" y="2778"/>
              <a:ext cx="103" cy="11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3388" name="Group 119">
              <a:extLst>
                <a:ext uri="{FF2B5EF4-FFF2-40B4-BE49-F238E27FC236}">
                  <a16:creationId xmlns:a16="http://schemas.microsoft.com/office/drawing/2014/main" id="{9F652742-7C4D-AD48-9A1A-50DDBA0849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5" y="2525"/>
              <a:ext cx="194" cy="364"/>
              <a:chOff x="3495" y="2525"/>
              <a:chExt cx="194" cy="364"/>
            </a:xfrm>
          </p:grpSpPr>
          <p:sp>
            <p:nvSpPr>
              <p:cNvPr id="13389" name="Oval 120">
                <a:extLst>
                  <a:ext uri="{FF2B5EF4-FFF2-40B4-BE49-F238E27FC236}">
                    <a16:creationId xmlns:a16="http://schemas.microsoft.com/office/drawing/2014/main" id="{9A109D4A-FBE7-E742-9454-510BC9147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" y="2525"/>
                <a:ext cx="48" cy="48"/>
              </a:xfrm>
              <a:prstGeom prst="ellipse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90" name="Freeform 121">
                <a:extLst>
                  <a:ext uri="{FF2B5EF4-FFF2-40B4-BE49-F238E27FC236}">
                    <a16:creationId xmlns:a16="http://schemas.microsoft.com/office/drawing/2014/main" id="{2C75B907-5F10-3A40-BD6B-D5AF75A4D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2593"/>
                <a:ext cx="194" cy="296"/>
              </a:xfrm>
              <a:custGeom>
                <a:avLst/>
                <a:gdLst>
                  <a:gd name="T0" fmla="*/ 2 w 194"/>
                  <a:gd name="T1" fmla="*/ 137 h 296"/>
                  <a:gd name="T2" fmla="*/ 1 w 194"/>
                  <a:gd name="T3" fmla="*/ 140 h 296"/>
                  <a:gd name="T4" fmla="*/ 0 w 194"/>
                  <a:gd name="T5" fmla="*/ 145 h 296"/>
                  <a:gd name="T6" fmla="*/ 0 w 194"/>
                  <a:gd name="T7" fmla="*/ 150 h 296"/>
                  <a:gd name="T8" fmla="*/ 2 w 194"/>
                  <a:gd name="T9" fmla="*/ 155 h 296"/>
                  <a:gd name="T10" fmla="*/ 4 w 194"/>
                  <a:gd name="T11" fmla="*/ 159 h 296"/>
                  <a:gd name="T12" fmla="*/ 8 w 194"/>
                  <a:gd name="T13" fmla="*/ 163 h 296"/>
                  <a:gd name="T14" fmla="*/ 12 w 194"/>
                  <a:gd name="T15" fmla="*/ 165 h 296"/>
                  <a:gd name="T16" fmla="*/ 16 w 194"/>
                  <a:gd name="T17" fmla="*/ 166 h 296"/>
                  <a:gd name="T18" fmla="*/ 21 w 194"/>
                  <a:gd name="T19" fmla="*/ 166 h 296"/>
                  <a:gd name="T20" fmla="*/ 126 w 194"/>
                  <a:gd name="T21" fmla="*/ 295 h 296"/>
                  <a:gd name="T22" fmla="*/ 159 w 194"/>
                  <a:gd name="T23" fmla="*/ 142 h 296"/>
                  <a:gd name="T24" fmla="*/ 159 w 194"/>
                  <a:gd name="T25" fmla="*/ 138 h 296"/>
                  <a:gd name="T26" fmla="*/ 157 w 194"/>
                  <a:gd name="T27" fmla="*/ 136 h 296"/>
                  <a:gd name="T28" fmla="*/ 154 w 194"/>
                  <a:gd name="T29" fmla="*/ 133 h 296"/>
                  <a:gd name="T30" fmla="*/ 152 w 194"/>
                  <a:gd name="T31" fmla="*/ 131 h 296"/>
                  <a:gd name="T32" fmla="*/ 148 w 194"/>
                  <a:gd name="T33" fmla="*/ 130 h 296"/>
                  <a:gd name="T34" fmla="*/ 144 w 194"/>
                  <a:gd name="T35" fmla="*/ 129 h 296"/>
                  <a:gd name="T36" fmla="*/ 140 w 194"/>
                  <a:gd name="T37" fmla="*/ 129 h 296"/>
                  <a:gd name="T38" fmla="*/ 137 w 194"/>
                  <a:gd name="T39" fmla="*/ 129 h 296"/>
                  <a:gd name="T40" fmla="*/ 93 w 194"/>
                  <a:gd name="T41" fmla="*/ 75 h 296"/>
                  <a:gd name="T42" fmla="*/ 179 w 194"/>
                  <a:gd name="T43" fmla="*/ 93 h 296"/>
                  <a:gd name="T44" fmla="*/ 183 w 194"/>
                  <a:gd name="T45" fmla="*/ 92 h 296"/>
                  <a:gd name="T46" fmla="*/ 185 w 194"/>
                  <a:gd name="T47" fmla="*/ 91 h 296"/>
                  <a:gd name="T48" fmla="*/ 189 w 194"/>
                  <a:gd name="T49" fmla="*/ 89 h 296"/>
                  <a:gd name="T50" fmla="*/ 191 w 194"/>
                  <a:gd name="T51" fmla="*/ 86 h 296"/>
                  <a:gd name="T52" fmla="*/ 192 w 194"/>
                  <a:gd name="T53" fmla="*/ 83 h 296"/>
                  <a:gd name="T54" fmla="*/ 193 w 194"/>
                  <a:gd name="T55" fmla="*/ 78 h 296"/>
                  <a:gd name="T56" fmla="*/ 192 w 194"/>
                  <a:gd name="T57" fmla="*/ 74 h 296"/>
                  <a:gd name="T58" fmla="*/ 190 w 194"/>
                  <a:gd name="T59" fmla="*/ 70 h 296"/>
                  <a:gd name="T60" fmla="*/ 188 w 194"/>
                  <a:gd name="T61" fmla="*/ 68 h 296"/>
                  <a:gd name="T62" fmla="*/ 184 w 194"/>
                  <a:gd name="T63" fmla="*/ 65 h 296"/>
                  <a:gd name="T64" fmla="*/ 181 w 194"/>
                  <a:gd name="T65" fmla="*/ 64 h 296"/>
                  <a:gd name="T66" fmla="*/ 122 w 194"/>
                  <a:gd name="T67" fmla="*/ 64 h 296"/>
                  <a:gd name="T68" fmla="*/ 112 w 194"/>
                  <a:gd name="T69" fmla="*/ 42 h 296"/>
                  <a:gd name="T70" fmla="*/ 113 w 194"/>
                  <a:gd name="T71" fmla="*/ 37 h 296"/>
                  <a:gd name="T72" fmla="*/ 114 w 194"/>
                  <a:gd name="T73" fmla="*/ 30 h 296"/>
                  <a:gd name="T74" fmla="*/ 114 w 194"/>
                  <a:gd name="T75" fmla="*/ 24 h 296"/>
                  <a:gd name="T76" fmla="*/ 112 w 194"/>
                  <a:gd name="T77" fmla="*/ 19 h 296"/>
                  <a:gd name="T78" fmla="*/ 110 w 194"/>
                  <a:gd name="T79" fmla="*/ 15 h 296"/>
                  <a:gd name="T80" fmla="*/ 107 w 194"/>
                  <a:gd name="T81" fmla="*/ 10 h 296"/>
                  <a:gd name="T82" fmla="*/ 103 w 194"/>
                  <a:gd name="T83" fmla="*/ 7 h 296"/>
                  <a:gd name="T84" fmla="*/ 98 w 194"/>
                  <a:gd name="T85" fmla="*/ 3 h 296"/>
                  <a:gd name="T86" fmla="*/ 93 w 194"/>
                  <a:gd name="T87" fmla="*/ 1 h 296"/>
                  <a:gd name="T88" fmla="*/ 87 w 194"/>
                  <a:gd name="T89" fmla="*/ 0 h 296"/>
                  <a:gd name="T90" fmla="*/ 81 w 194"/>
                  <a:gd name="T91" fmla="*/ 0 h 296"/>
                  <a:gd name="T92" fmla="*/ 75 w 194"/>
                  <a:gd name="T93" fmla="*/ 1 h 296"/>
                  <a:gd name="T94" fmla="*/ 69 w 194"/>
                  <a:gd name="T95" fmla="*/ 3 h 296"/>
                  <a:gd name="T96" fmla="*/ 63 w 194"/>
                  <a:gd name="T97" fmla="*/ 6 h 296"/>
                  <a:gd name="T98" fmla="*/ 59 w 194"/>
                  <a:gd name="T99" fmla="*/ 11 h 296"/>
                  <a:gd name="T100" fmla="*/ 55 w 194"/>
                  <a:gd name="T101" fmla="*/ 17 h 296"/>
                  <a:gd name="T102" fmla="*/ 53 w 194"/>
                  <a:gd name="T103" fmla="*/ 23 h 29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4" h="296">
                    <a:moveTo>
                      <a:pt x="53" y="23"/>
                    </a:moveTo>
                    <a:lnTo>
                      <a:pt x="2" y="137"/>
                    </a:lnTo>
                    <a:lnTo>
                      <a:pt x="1" y="138"/>
                    </a:lnTo>
                    <a:lnTo>
                      <a:pt x="1" y="140"/>
                    </a:lnTo>
                    <a:lnTo>
                      <a:pt x="0" y="142"/>
                    </a:lnTo>
                    <a:lnTo>
                      <a:pt x="0" y="145"/>
                    </a:lnTo>
                    <a:lnTo>
                      <a:pt x="0" y="147"/>
                    </a:lnTo>
                    <a:lnTo>
                      <a:pt x="0" y="150"/>
                    </a:lnTo>
                    <a:lnTo>
                      <a:pt x="1" y="152"/>
                    </a:lnTo>
                    <a:lnTo>
                      <a:pt x="2" y="155"/>
                    </a:lnTo>
                    <a:lnTo>
                      <a:pt x="3" y="157"/>
                    </a:lnTo>
                    <a:lnTo>
                      <a:pt x="4" y="159"/>
                    </a:lnTo>
                    <a:lnTo>
                      <a:pt x="6" y="161"/>
                    </a:lnTo>
                    <a:lnTo>
                      <a:pt x="8" y="163"/>
                    </a:lnTo>
                    <a:lnTo>
                      <a:pt x="10" y="164"/>
                    </a:lnTo>
                    <a:lnTo>
                      <a:pt x="12" y="165"/>
                    </a:lnTo>
                    <a:lnTo>
                      <a:pt x="14" y="165"/>
                    </a:lnTo>
                    <a:lnTo>
                      <a:pt x="16" y="166"/>
                    </a:lnTo>
                    <a:lnTo>
                      <a:pt x="18" y="166"/>
                    </a:lnTo>
                    <a:lnTo>
                      <a:pt x="21" y="166"/>
                    </a:lnTo>
                    <a:lnTo>
                      <a:pt x="126" y="166"/>
                    </a:lnTo>
                    <a:lnTo>
                      <a:pt x="126" y="295"/>
                    </a:lnTo>
                    <a:lnTo>
                      <a:pt x="159" y="295"/>
                    </a:lnTo>
                    <a:lnTo>
                      <a:pt x="159" y="142"/>
                    </a:lnTo>
                    <a:lnTo>
                      <a:pt x="159" y="140"/>
                    </a:lnTo>
                    <a:lnTo>
                      <a:pt x="159" y="138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6" y="135"/>
                    </a:lnTo>
                    <a:lnTo>
                      <a:pt x="154" y="133"/>
                    </a:lnTo>
                    <a:lnTo>
                      <a:pt x="153" y="132"/>
                    </a:lnTo>
                    <a:lnTo>
                      <a:pt x="152" y="131"/>
                    </a:lnTo>
                    <a:lnTo>
                      <a:pt x="150" y="131"/>
                    </a:lnTo>
                    <a:lnTo>
                      <a:pt x="148" y="130"/>
                    </a:lnTo>
                    <a:lnTo>
                      <a:pt x="146" y="130"/>
                    </a:lnTo>
                    <a:lnTo>
                      <a:pt x="144" y="129"/>
                    </a:lnTo>
                    <a:lnTo>
                      <a:pt x="142" y="129"/>
                    </a:lnTo>
                    <a:lnTo>
                      <a:pt x="140" y="129"/>
                    </a:lnTo>
                    <a:lnTo>
                      <a:pt x="139" y="129"/>
                    </a:lnTo>
                    <a:lnTo>
                      <a:pt x="137" y="129"/>
                    </a:lnTo>
                    <a:lnTo>
                      <a:pt x="76" y="125"/>
                    </a:lnTo>
                    <a:lnTo>
                      <a:pt x="93" y="75"/>
                    </a:lnTo>
                    <a:lnTo>
                      <a:pt x="105" y="93"/>
                    </a:lnTo>
                    <a:lnTo>
                      <a:pt x="179" y="93"/>
                    </a:lnTo>
                    <a:lnTo>
                      <a:pt x="181" y="92"/>
                    </a:lnTo>
                    <a:lnTo>
                      <a:pt x="183" y="92"/>
                    </a:lnTo>
                    <a:lnTo>
                      <a:pt x="184" y="91"/>
                    </a:lnTo>
                    <a:lnTo>
                      <a:pt x="185" y="91"/>
                    </a:lnTo>
                    <a:lnTo>
                      <a:pt x="187" y="90"/>
                    </a:lnTo>
                    <a:lnTo>
                      <a:pt x="189" y="89"/>
                    </a:lnTo>
                    <a:lnTo>
                      <a:pt x="190" y="87"/>
                    </a:lnTo>
                    <a:lnTo>
                      <a:pt x="191" y="86"/>
                    </a:lnTo>
                    <a:lnTo>
                      <a:pt x="192" y="84"/>
                    </a:lnTo>
                    <a:lnTo>
                      <a:pt x="192" y="83"/>
                    </a:lnTo>
                    <a:lnTo>
                      <a:pt x="193" y="81"/>
                    </a:lnTo>
                    <a:lnTo>
                      <a:pt x="193" y="78"/>
                    </a:lnTo>
                    <a:lnTo>
                      <a:pt x="193" y="76"/>
                    </a:lnTo>
                    <a:lnTo>
                      <a:pt x="192" y="74"/>
                    </a:lnTo>
                    <a:lnTo>
                      <a:pt x="191" y="72"/>
                    </a:lnTo>
                    <a:lnTo>
                      <a:pt x="190" y="70"/>
                    </a:lnTo>
                    <a:lnTo>
                      <a:pt x="189" y="69"/>
                    </a:lnTo>
                    <a:lnTo>
                      <a:pt x="188" y="68"/>
                    </a:lnTo>
                    <a:lnTo>
                      <a:pt x="186" y="66"/>
                    </a:lnTo>
                    <a:lnTo>
                      <a:pt x="184" y="65"/>
                    </a:lnTo>
                    <a:lnTo>
                      <a:pt x="184" y="64"/>
                    </a:lnTo>
                    <a:lnTo>
                      <a:pt x="181" y="64"/>
                    </a:lnTo>
                    <a:lnTo>
                      <a:pt x="179" y="64"/>
                    </a:lnTo>
                    <a:lnTo>
                      <a:pt x="122" y="64"/>
                    </a:lnTo>
                    <a:lnTo>
                      <a:pt x="110" y="44"/>
                    </a:lnTo>
                    <a:lnTo>
                      <a:pt x="112" y="42"/>
                    </a:lnTo>
                    <a:lnTo>
                      <a:pt x="113" y="39"/>
                    </a:lnTo>
                    <a:lnTo>
                      <a:pt x="113" y="37"/>
                    </a:lnTo>
                    <a:lnTo>
                      <a:pt x="114" y="34"/>
                    </a:lnTo>
                    <a:lnTo>
                      <a:pt x="114" y="30"/>
                    </a:lnTo>
                    <a:lnTo>
                      <a:pt x="114" y="28"/>
                    </a:lnTo>
                    <a:lnTo>
                      <a:pt x="114" y="24"/>
                    </a:lnTo>
                    <a:lnTo>
                      <a:pt x="113" y="22"/>
                    </a:lnTo>
                    <a:lnTo>
                      <a:pt x="112" y="19"/>
                    </a:lnTo>
                    <a:lnTo>
                      <a:pt x="111" y="17"/>
                    </a:lnTo>
                    <a:lnTo>
                      <a:pt x="110" y="15"/>
                    </a:lnTo>
                    <a:lnTo>
                      <a:pt x="109" y="13"/>
                    </a:lnTo>
                    <a:lnTo>
                      <a:pt x="107" y="10"/>
                    </a:lnTo>
                    <a:lnTo>
                      <a:pt x="105" y="9"/>
                    </a:lnTo>
                    <a:lnTo>
                      <a:pt x="103" y="7"/>
                    </a:lnTo>
                    <a:lnTo>
                      <a:pt x="101" y="5"/>
                    </a:lnTo>
                    <a:lnTo>
                      <a:pt x="98" y="3"/>
                    </a:lnTo>
                    <a:lnTo>
                      <a:pt x="96" y="3"/>
                    </a:lnTo>
                    <a:lnTo>
                      <a:pt x="93" y="1"/>
                    </a:lnTo>
                    <a:lnTo>
                      <a:pt x="90" y="1"/>
                    </a:lnTo>
                    <a:lnTo>
                      <a:pt x="87" y="0"/>
                    </a:lnTo>
                    <a:lnTo>
                      <a:pt x="84" y="0"/>
                    </a:lnTo>
                    <a:lnTo>
                      <a:pt x="81" y="0"/>
                    </a:lnTo>
                    <a:lnTo>
                      <a:pt x="78" y="0"/>
                    </a:lnTo>
                    <a:lnTo>
                      <a:pt x="75" y="1"/>
                    </a:lnTo>
                    <a:lnTo>
                      <a:pt x="72" y="2"/>
                    </a:lnTo>
                    <a:lnTo>
                      <a:pt x="69" y="3"/>
                    </a:lnTo>
                    <a:lnTo>
                      <a:pt x="66" y="4"/>
                    </a:lnTo>
                    <a:lnTo>
                      <a:pt x="63" y="6"/>
                    </a:lnTo>
                    <a:lnTo>
                      <a:pt x="61" y="9"/>
                    </a:lnTo>
                    <a:lnTo>
                      <a:pt x="59" y="11"/>
                    </a:lnTo>
                    <a:lnTo>
                      <a:pt x="57" y="13"/>
                    </a:lnTo>
                    <a:lnTo>
                      <a:pt x="55" y="17"/>
                    </a:lnTo>
                    <a:lnTo>
                      <a:pt x="53" y="19"/>
                    </a:lnTo>
                    <a:lnTo>
                      <a:pt x="53" y="23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360" name="Group 122">
            <a:extLst>
              <a:ext uri="{FF2B5EF4-FFF2-40B4-BE49-F238E27FC236}">
                <a16:creationId xmlns:a16="http://schemas.microsoft.com/office/drawing/2014/main" id="{3563C6F9-B69A-0A40-B806-885B821CDAF5}"/>
              </a:ext>
            </a:extLst>
          </p:cNvPr>
          <p:cNvGrpSpPr>
            <a:grpSpLocks/>
          </p:cNvGrpSpPr>
          <p:nvPr/>
        </p:nvGrpSpPr>
        <p:grpSpPr bwMode="auto">
          <a:xfrm>
            <a:off x="6115050" y="4519613"/>
            <a:ext cx="1535113" cy="711200"/>
            <a:chOff x="3852" y="2964"/>
            <a:chExt cx="967" cy="448"/>
          </a:xfrm>
        </p:grpSpPr>
        <p:grpSp>
          <p:nvGrpSpPr>
            <p:cNvPr id="13364" name="Group 123">
              <a:extLst>
                <a:ext uri="{FF2B5EF4-FFF2-40B4-BE49-F238E27FC236}">
                  <a16:creationId xmlns:a16="http://schemas.microsoft.com/office/drawing/2014/main" id="{5D2248C4-50BE-254C-9E62-D46F3DAE19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2" y="2964"/>
              <a:ext cx="305" cy="448"/>
              <a:chOff x="3852" y="2964"/>
              <a:chExt cx="305" cy="448"/>
            </a:xfrm>
          </p:grpSpPr>
          <p:grpSp>
            <p:nvGrpSpPr>
              <p:cNvPr id="13378" name="Group 124">
                <a:extLst>
                  <a:ext uri="{FF2B5EF4-FFF2-40B4-BE49-F238E27FC236}">
                    <a16:creationId xmlns:a16="http://schemas.microsoft.com/office/drawing/2014/main" id="{12F278E5-F018-6B4B-9C1A-2CDA5E7A6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2" y="2964"/>
                <a:ext cx="305" cy="448"/>
                <a:chOff x="3852" y="2964"/>
                <a:chExt cx="305" cy="448"/>
              </a:xfrm>
            </p:grpSpPr>
            <p:sp>
              <p:nvSpPr>
                <p:cNvPr id="13380" name="AutoShape 125">
                  <a:extLst>
                    <a:ext uri="{FF2B5EF4-FFF2-40B4-BE49-F238E27FC236}">
                      <a16:creationId xmlns:a16="http://schemas.microsoft.com/office/drawing/2014/main" id="{5CE6ED5E-0F1A-7B46-8697-1EF1A34156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2" y="3035"/>
                  <a:ext cx="305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81" name="AutoShape 126">
                  <a:extLst>
                    <a:ext uri="{FF2B5EF4-FFF2-40B4-BE49-F238E27FC236}">
                      <a16:creationId xmlns:a16="http://schemas.microsoft.com/office/drawing/2014/main" id="{8EC42A6A-61EE-B143-B143-7859D422B7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2" y="2964"/>
                  <a:ext cx="235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F6BF6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379" name="AutoShape 127">
                <a:extLst>
                  <a:ext uri="{FF2B5EF4-FFF2-40B4-BE49-F238E27FC236}">
                    <a16:creationId xmlns:a16="http://schemas.microsoft.com/office/drawing/2014/main" id="{64B9AB39-A792-4948-86D9-593C84D5F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3068"/>
                <a:ext cx="158" cy="27"/>
              </a:xfrm>
              <a:prstGeom prst="parallelogram">
                <a:avLst>
                  <a:gd name="adj" fmla="val 146269"/>
                </a:avLst>
              </a:prstGeom>
              <a:solidFill>
                <a:srgbClr val="F6BF6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65" name="Group 128">
              <a:extLst>
                <a:ext uri="{FF2B5EF4-FFF2-40B4-BE49-F238E27FC236}">
                  <a16:creationId xmlns:a16="http://schemas.microsoft.com/office/drawing/2014/main" id="{86F057E3-0C97-E643-B255-F8E5F593A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3" y="2964"/>
              <a:ext cx="378" cy="448"/>
              <a:chOff x="4153" y="2964"/>
              <a:chExt cx="378" cy="448"/>
            </a:xfrm>
          </p:grpSpPr>
          <p:grpSp>
            <p:nvGrpSpPr>
              <p:cNvPr id="13373" name="Group 129">
                <a:extLst>
                  <a:ext uri="{FF2B5EF4-FFF2-40B4-BE49-F238E27FC236}">
                    <a16:creationId xmlns:a16="http://schemas.microsoft.com/office/drawing/2014/main" id="{F32712F7-A5B4-604C-B63A-C3360FC657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53" y="2964"/>
                <a:ext cx="378" cy="448"/>
                <a:chOff x="4153" y="2964"/>
                <a:chExt cx="378" cy="448"/>
              </a:xfrm>
            </p:grpSpPr>
            <p:sp>
              <p:nvSpPr>
                <p:cNvPr id="13376" name="AutoShape 130">
                  <a:extLst>
                    <a:ext uri="{FF2B5EF4-FFF2-40B4-BE49-F238E27FC236}">
                      <a16:creationId xmlns:a16="http://schemas.microsoft.com/office/drawing/2014/main" id="{FE4D9509-FCE0-1C45-8BE0-30DDB75B2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3" y="3035"/>
                  <a:ext cx="378" cy="377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77" name="AutoShape 131">
                  <a:extLst>
                    <a:ext uri="{FF2B5EF4-FFF2-40B4-BE49-F238E27FC236}">
                      <a16:creationId xmlns:a16="http://schemas.microsoft.com/office/drawing/2014/main" id="{AA2C9805-A8DF-B54A-98DF-45EC07033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9" y="2964"/>
                  <a:ext cx="292" cy="78"/>
                </a:xfrm>
                <a:prstGeom prst="cube">
                  <a:avLst>
                    <a:gd name="adj" fmla="val 24995"/>
                  </a:avLst>
                </a:prstGeom>
                <a:solidFill>
                  <a:srgbClr val="A2C1FE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374" name="Oval 132">
                <a:extLst>
                  <a:ext uri="{FF2B5EF4-FFF2-40B4-BE49-F238E27FC236}">
                    <a16:creationId xmlns:a16="http://schemas.microsoft.com/office/drawing/2014/main" id="{FE8E9CED-2035-3B41-973A-78BB3B7A0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8" y="3000"/>
                <a:ext cx="49" cy="2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75" name="AutoShape 133">
                <a:extLst>
                  <a:ext uri="{FF2B5EF4-FFF2-40B4-BE49-F238E27FC236}">
                    <a16:creationId xmlns:a16="http://schemas.microsoft.com/office/drawing/2014/main" id="{95FD01C3-E8BB-014F-8137-CB5531FC1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3210"/>
                <a:ext cx="198" cy="84"/>
              </a:xfrm>
              <a:prstGeom prst="octagon">
                <a:avLst>
                  <a:gd name="adj" fmla="val 29282"/>
                </a:avLst>
              </a:prstGeom>
              <a:solidFill>
                <a:srgbClr val="A2C1FE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66" name="Freeform 134">
              <a:extLst>
                <a:ext uri="{FF2B5EF4-FFF2-40B4-BE49-F238E27FC236}">
                  <a16:creationId xmlns:a16="http://schemas.microsoft.com/office/drawing/2014/main" id="{48792626-90DD-A240-A5B2-58ADC71B9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3193"/>
              <a:ext cx="86" cy="192"/>
            </a:xfrm>
            <a:custGeom>
              <a:avLst/>
              <a:gdLst>
                <a:gd name="T0" fmla="*/ 62 w 86"/>
                <a:gd name="T1" fmla="*/ 0 h 192"/>
                <a:gd name="T2" fmla="*/ 85 w 86"/>
                <a:gd name="T3" fmla="*/ 0 h 192"/>
                <a:gd name="T4" fmla="*/ 23 w 86"/>
                <a:gd name="T5" fmla="*/ 191 h 192"/>
                <a:gd name="T6" fmla="*/ 0 w 86"/>
                <a:gd name="T7" fmla="*/ 191 h 192"/>
                <a:gd name="T8" fmla="*/ 62 w 86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92">
                  <a:moveTo>
                    <a:pt x="62" y="0"/>
                  </a:moveTo>
                  <a:lnTo>
                    <a:pt x="85" y="0"/>
                  </a:lnTo>
                  <a:lnTo>
                    <a:pt x="23" y="191"/>
                  </a:lnTo>
                  <a:lnTo>
                    <a:pt x="0" y="191"/>
                  </a:lnTo>
                  <a:lnTo>
                    <a:pt x="62" y="0"/>
                  </a:lnTo>
                </a:path>
              </a:pathLst>
            </a:cu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7" name="Rectangle 135">
              <a:extLst>
                <a:ext uri="{FF2B5EF4-FFF2-40B4-BE49-F238E27FC236}">
                  <a16:creationId xmlns:a16="http://schemas.microsoft.com/office/drawing/2014/main" id="{EA6F449C-9BFA-FB47-8105-DD5245F4C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3193"/>
              <a:ext cx="106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68" name="Rectangle 136">
              <a:extLst>
                <a:ext uri="{FF2B5EF4-FFF2-40B4-BE49-F238E27FC236}">
                  <a16:creationId xmlns:a16="http://schemas.microsoft.com/office/drawing/2014/main" id="{49363BB3-C3A4-4645-B88E-77B93BA36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3274"/>
              <a:ext cx="82" cy="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69" name="Rectangle 137">
              <a:extLst>
                <a:ext uri="{FF2B5EF4-FFF2-40B4-BE49-F238E27FC236}">
                  <a16:creationId xmlns:a16="http://schemas.microsoft.com/office/drawing/2014/main" id="{06FCF9BA-9FE8-7C42-BB0A-9D4D182DB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" y="3274"/>
              <a:ext cx="103" cy="11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3370" name="Group 138">
              <a:extLst>
                <a:ext uri="{FF2B5EF4-FFF2-40B4-BE49-F238E27FC236}">
                  <a16:creationId xmlns:a16="http://schemas.microsoft.com/office/drawing/2014/main" id="{E93B802B-B54E-964B-A332-7C97D234C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5" y="3021"/>
              <a:ext cx="194" cy="364"/>
              <a:chOff x="4535" y="3021"/>
              <a:chExt cx="194" cy="364"/>
            </a:xfrm>
          </p:grpSpPr>
          <p:sp>
            <p:nvSpPr>
              <p:cNvPr id="13371" name="Oval 139">
                <a:extLst>
                  <a:ext uri="{FF2B5EF4-FFF2-40B4-BE49-F238E27FC236}">
                    <a16:creationId xmlns:a16="http://schemas.microsoft.com/office/drawing/2014/main" id="{448F0810-969C-B841-9879-D32C2C6C1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" y="3021"/>
                <a:ext cx="48" cy="48"/>
              </a:xfrm>
              <a:prstGeom prst="ellipse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72" name="Freeform 140">
                <a:extLst>
                  <a:ext uri="{FF2B5EF4-FFF2-40B4-BE49-F238E27FC236}">
                    <a16:creationId xmlns:a16="http://schemas.microsoft.com/office/drawing/2014/main" id="{46CE2307-3655-EC4B-8998-63869EB3F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5" y="3089"/>
                <a:ext cx="194" cy="296"/>
              </a:xfrm>
              <a:custGeom>
                <a:avLst/>
                <a:gdLst>
                  <a:gd name="T0" fmla="*/ 2 w 194"/>
                  <a:gd name="T1" fmla="*/ 137 h 296"/>
                  <a:gd name="T2" fmla="*/ 1 w 194"/>
                  <a:gd name="T3" fmla="*/ 140 h 296"/>
                  <a:gd name="T4" fmla="*/ 0 w 194"/>
                  <a:gd name="T5" fmla="*/ 145 h 296"/>
                  <a:gd name="T6" fmla="*/ 0 w 194"/>
                  <a:gd name="T7" fmla="*/ 150 h 296"/>
                  <a:gd name="T8" fmla="*/ 2 w 194"/>
                  <a:gd name="T9" fmla="*/ 155 h 296"/>
                  <a:gd name="T10" fmla="*/ 4 w 194"/>
                  <a:gd name="T11" fmla="*/ 159 h 296"/>
                  <a:gd name="T12" fmla="*/ 8 w 194"/>
                  <a:gd name="T13" fmla="*/ 163 h 296"/>
                  <a:gd name="T14" fmla="*/ 12 w 194"/>
                  <a:gd name="T15" fmla="*/ 165 h 296"/>
                  <a:gd name="T16" fmla="*/ 16 w 194"/>
                  <a:gd name="T17" fmla="*/ 166 h 296"/>
                  <a:gd name="T18" fmla="*/ 21 w 194"/>
                  <a:gd name="T19" fmla="*/ 166 h 296"/>
                  <a:gd name="T20" fmla="*/ 126 w 194"/>
                  <a:gd name="T21" fmla="*/ 295 h 296"/>
                  <a:gd name="T22" fmla="*/ 159 w 194"/>
                  <a:gd name="T23" fmla="*/ 142 h 296"/>
                  <a:gd name="T24" fmla="*/ 159 w 194"/>
                  <a:gd name="T25" fmla="*/ 138 h 296"/>
                  <a:gd name="T26" fmla="*/ 157 w 194"/>
                  <a:gd name="T27" fmla="*/ 136 h 296"/>
                  <a:gd name="T28" fmla="*/ 154 w 194"/>
                  <a:gd name="T29" fmla="*/ 133 h 296"/>
                  <a:gd name="T30" fmla="*/ 152 w 194"/>
                  <a:gd name="T31" fmla="*/ 131 h 296"/>
                  <a:gd name="T32" fmla="*/ 148 w 194"/>
                  <a:gd name="T33" fmla="*/ 130 h 296"/>
                  <a:gd name="T34" fmla="*/ 144 w 194"/>
                  <a:gd name="T35" fmla="*/ 129 h 296"/>
                  <a:gd name="T36" fmla="*/ 140 w 194"/>
                  <a:gd name="T37" fmla="*/ 129 h 296"/>
                  <a:gd name="T38" fmla="*/ 137 w 194"/>
                  <a:gd name="T39" fmla="*/ 129 h 296"/>
                  <a:gd name="T40" fmla="*/ 93 w 194"/>
                  <a:gd name="T41" fmla="*/ 75 h 296"/>
                  <a:gd name="T42" fmla="*/ 179 w 194"/>
                  <a:gd name="T43" fmla="*/ 93 h 296"/>
                  <a:gd name="T44" fmla="*/ 183 w 194"/>
                  <a:gd name="T45" fmla="*/ 92 h 296"/>
                  <a:gd name="T46" fmla="*/ 185 w 194"/>
                  <a:gd name="T47" fmla="*/ 91 h 296"/>
                  <a:gd name="T48" fmla="*/ 189 w 194"/>
                  <a:gd name="T49" fmla="*/ 89 h 296"/>
                  <a:gd name="T50" fmla="*/ 191 w 194"/>
                  <a:gd name="T51" fmla="*/ 86 h 296"/>
                  <a:gd name="T52" fmla="*/ 192 w 194"/>
                  <a:gd name="T53" fmla="*/ 83 h 296"/>
                  <a:gd name="T54" fmla="*/ 193 w 194"/>
                  <a:gd name="T55" fmla="*/ 78 h 296"/>
                  <a:gd name="T56" fmla="*/ 192 w 194"/>
                  <a:gd name="T57" fmla="*/ 74 h 296"/>
                  <a:gd name="T58" fmla="*/ 190 w 194"/>
                  <a:gd name="T59" fmla="*/ 70 h 296"/>
                  <a:gd name="T60" fmla="*/ 188 w 194"/>
                  <a:gd name="T61" fmla="*/ 68 h 296"/>
                  <a:gd name="T62" fmla="*/ 184 w 194"/>
                  <a:gd name="T63" fmla="*/ 65 h 296"/>
                  <a:gd name="T64" fmla="*/ 181 w 194"/>
                  <a:gd name="T65" fmla="*/ 64 h 296"/>
                  <a:gd name="T66" fmla="*/ 122 w 194"/>
                  <a:gd name="T67" fmla="*/ 64 h 296"/>
                  <a:gd name="T68" fmla="*/ 112 w 194"/>
                  <a:gd name="T69" fmla="*/ 42 h 296"/>
                  <a:gd name="T70" fmla="*/ 113 w 194"/>
                  <a:gd name="T71" fmla="*/ 37 h 296"/>
                  <a:gd name="T72" fmla="*/ 114 w 194"/>
                  <a:gd name="T73" fmla="*/ 30 h 296"/>
                  <a:gd name="T74" fmla="*/ 114 w 194"/>
                  <a:gd name="T75" fmla="*/ 24 h 296"/>
                  <a:gd name="T76" fmla="*/ 112 w 194"/>
                  <a:gd name="T77" fmla="*/ 19 h 296"/>
                  <a:gd name="T78" fmla="*/ 110 w 194"/>
                  <a:gd name="T79" fmla="*/ 15 h 296"/>
                  <a:gd name="T80" fmla="*/ 107 w 194"/>
                  <a:gd name="T81" fmla="*/ 10 h 296"/>
                  <a:gd name="T82" fmla="*/ 103 w 194"/>
                  <a:gd name="T83" fmla="*/ 7 h 296"/>
                  <a:gd name="T84" fmla="*/ 98 w 194"/>
                  <a:gd name="T85" fmla="*/ 3 h 296"/>
                  <a:gd name="T86" fmla="*/ 93 w 194"/>
                  <a:gd name="T87" fmla="*/ 1 h 296"/>
                  <a:gd name="T88" fmla="*/ 87 w 194"/>
                  <a:gd name="T89" fmla="*/ 0 h 296"/>
                  <a:gd name="T90" fmla="*/ 81 w 194"/>
                  <a:gd name="T91" fmla="*/ 0 h 296"/>
                  <a:gd name="T92" fmla="*/ 75 w 194"/>
                  <a:gd name="T93" fmla="*/ 1 h 296"/>
                  <a:gd name="T94" fmla="*/ 69 w 194"/>
                  <a:gd name="T95" fmla="*/ 3 h 296"/>
                  <a:gd name="T96" fmla="*/ 63 w 194"/>
                  <a:gd name="T97" fmla="*/ 6 h 296"/>
                  <a:gd name="T98" fmla="*/ 59 w 194"/>
                  <a:gd name="T99" fmla="*/ 11 h 296"/>
                  <a:gd name="T100" fmla="*/ 55 w 194"/>
                  <a:gd name="T101" fmla="*/ 17 h 296"/>
                  <a:gd name="T102" fmla="*/ 53 w 194"/>
                  <a:gd name="T103" fmla="*/ 23 h 29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4" h="296">
                    <a:moveTo>
                      <a:pt x="53" y="23"/>
                    </a:moveTo>
                    <a:lnTo>
                      <a:pt x="2" y="137"/>
                    </a:lnTo>
                    <a:lnTo>
                      <a:pt x="1" y="138"/>
                    </a:lnTo>
                    <a:lnTo>
                      <a:pt x="1" y="140"/>
                    </a:lnTo>
                    <a:lnTo>
                      <a:pt x="0" y="142"/>
                    </a:lnTo>
                    <a:lnTo>
                      <a:pt x="0" y="145"/>
                    </a:lnTo>
                    <a:lnTo>
                      <a:pt x="0" y="147"/>
                    </a:lnTo>
                    <a:lnTo>
                      <a:pt x="0" y="150"/>
                    </a:lnTo>
                    <a:lnTo>
                      <a:pt x="1" y="152"/>
                    </a:lnTo>
                    <a:lnTo>
                      <a:pt x="2" y="155"/>
                    </a:lnTo>
                    <a:lnTo>
                      <a:pt x="3" y="157"/>
                    </a:lnTo>
                    <a:lnTo>
                      <a:pt x="4" y="159"/>
                    </a:lnTo>
                    <a:lnTo>
                      <a:pt x="6" y="161"/>
                    </a:lnTo>
                    <a:lnTo>
                      <a:pt x="8" y="163"/>
                    </a:lnTo>
                    <a:lnTo>
                      <a:pt x="10" y="164"/>
                    </a:lnTo>
                    <a:lnTo>
                      <a:pt x="12" y="165"/>
                    </a:lnTo>
                    <a:lnTo>
                      <a:pt x="14" y="165"/>
                    </a:lnTo>
                    <a:lnTo>
                      <a:pt x="16" y="166"/>
                    </a:lnTo>
                    <a:lnTo>
                      <a:pt x="18" y="166"/>
                    </a:lnTo>
                    <a:lnTo>
                      <a:pt x="21" y="166"/>
                    </a:lnTo>
                    <a:lnTo>
                      <a:pt x="126" y="166"/>
                    </a:lnTo>
                    <a:lnTo>
                      <a:pt x="126" y="295"/>
                    </a:lnTo>
                    <a:lnTo>
                      <a:pt x="159" y="295"/>
                    </a:lnTo>
                    <a:lnTo>
                      <a:pt x="159" y="142"/>
                    </a:lnTo>
                    <a:lnTo>
                      <a:pt x="159" y="140"/>
                    </a:lnTo>
                    <a:lnTo>
                      <a:pt x="159" y="138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6" y="135"/>
                    </a:lnTo>
                    <a:lnTo>
                      <a:pt x="154" y="133"/>
                    </a:lnTo>
                    <a:lnTo>
                      <a:pt x="153" y="132"/>
                    </a:lnTo>
                    <a:lnTo>
                      <a:pt x="152" y="131"/>
                    </a:lnTo>
                    <a:lnTo>
                      <a:pt x="150" y="131"/>
                    </a:lnTo>
                    <a:lnTo>
                      <a:pt x="148" y="130"/>
                    </a:lnTo>
                    <a:lnTo>
                      <a:pt x="146" y="130"/>
                    </a:lnTo>
                    <a:lnTo>
                      <a:pt x="144" y="129"/>
                    </a:lnTo>
                    <a:lnTo>
                      <a:pt x="142" y="129"/>
                    </a:lnTo>
                    <a:lnTo>
                      <a:pt x="140" y="129"/>
                    </a:lnTo>
                    <a:lnTo>
                      <a:pt x="139" y="129"/>
                    </a:lnTo>
                    <a:lnTo>
                      <a:pt x="137" y="129"/>
                    </a:lnTo>
                    <a:lnTo>
                      <a:pt x="76" y="125"/>
                    </a:lnTo>
                    <a:lnTo>
                      <a:pt x="93" y="75"/>
                    </a:lnTo>
                    <a:lnTo>
                      <a:pt x="105" y="93"/>
                    </a:lnTo>
                    <a:lnTo>
                      <a:pt x="179" y="93"/>
                    </a:lnTo>
                    <a:lnTo>
                      <a:pt x="181" y="92"/>
                    </a:lnTo>
                    <a:lnTo>
                      <a:pt x="183" y="92"/>
                    </a:lnTo>
                    <a:lnTo>
                      <a:pt x="184" y="91"/>
                    </a:lnTo>
                    <a:lnTo>
                      <a:pt x="185" y="91"/>
                    </a:lnTo>
                    <a:lnTo>
                      <a:pt x="187" y="90"/>
                    </a:lnTo>
                    <a:lnTo>
                      <a:pt x="189" y="89"/>
                    </a:lnTo>
                    <a:lnTo>
                      <a:pt x="190" y="87"/>
                    </a:lnTo>
                    <a:lnTo>
                      <a:pt x="191" y="86"/>
                    </a:lnTo>
                    <a:lnTo>
                      <a:pt x="192" y="84"/>
                    </a:lnTo>
                    <a:lnTo>
                      <a:pt x="192" y="83"/>
                    </a:lnTo>
                    <a:lnTo>
                      <a:pt x="193" y="81"/>
                    </a:lnTo>
                    <a:lnTo>
                      <a:pt x="193" y="78"/>
                    </a:lnTo>
                    <a:lnTo>
                      <a:pt x="193" y="76"/>
                    </a:lnTo>
                    <a:lnTo>
                      <a:pt x="192" y="74"/>
                    </a:lnTo>
                    <a:lnTo>
                      <a:pt x="191" y="72"/>
                    </a:lnTo>
                    <a:lnTo>
                      <a:pt x="190" y="70"/>
                    </a:lnTo>
                    <a:lnTo>
                      <a:pt x="189" y="69"/>
                    </a:lnTo>
                    <a:lnTo>
                      <a:pt x="188" y="68"/>
                    </a:lnTo>
                    <a:lnTo>
                      <a:pt x="186" y="66"/>
                    </a:lnTo>
                    <a:lnTo>
                      <a:pt x="184" y="65"/>
                    </a:lnTo>
                    <a:lnTo>
                      <a:pt x="184" y="64"/>
                    </a:lnTo>
                    <a:lnTo>
                      <a:pt x="181" y="64"/>
                    </a:lnTo>
                    <a:lnTo>
                      <a:pt x="179" y="64"/>
                    </a:lnTo>
                    <a:lnTo>
                      <a:pt x="122" y="64"/>
                    </a:lnTo>
                    <a:lnTo>
                      <a:pt x="110" y="44"/>
                    </a:lnTo>
                    <a:lnTo>
                      <a:pt x="112" y="42"/>
                    </a:lnTo>
                    <a:lnTo>
                      <a:pt x="113" y="39"/>
                    </a:lnTo>
                    <a:lnTo>
                      <a:pt x="113" y="37"/>
                    </a:lnTo>
                    <a:lnTo>
                      <a:pt x="114" y="34"/>
                    </a:lnTo>
                    <a:lnTo>
                      <a:pt x="114" y="30"/>
                    </a:lnTo>
                    <a:lnTo>
                      <a:pt x="114" y="28"/>
                    </a:lnTo>
                    <a:lnTo>
                      <a:pt x="114" y="24"/>
                    </a:lnTo>
                    <a:lnTo>
                      <a:pt x="113" y="22"/>
                    </a:lnTo>
                    <a:lnTo>
                      <a:pt x="112" y="19"/>
                    </a:lnTo>
                    <a:lnTo>
                      <a:pt x="111" y="17"/>
                    </a:lnTo>
                    <a:lnTo>
                      <a:pt x="110" y="15"/>
                    </a:lnTo>
                    <a:lnTo>
                      <a:pt x="109" y="13"/>
                    </a:lnTo>
                    <a:lnTo>
                      <a:pt x="107" y="10"/>
                    </a:lnTo>
                    <a:lnTo>
                      <a:pt x="105" y="9"/>
                    </a:lnTo>
                    <a:lnTo>
                      <a:pt x="103" y="7"/>
                    </a:lnTo>
                    <a:lnTo>
                      <a:pt x="101" y="5"/>
                    </a:lnTo>
                    <a:lnTo>
                      <a:pt x="98" y="3"/>
                    </a:lnTo>
                    <a:lnTo>
                      <a:pt x="96" y="3"/>
                    </a:lnTo>
                    <a:lnTo>
                      <a:pt x="93" y="1"/>
                    </a:lnTo>
                    <a:lnTo>
                      <a:pt x="90" y="1"/>
                    </a:lnTo>
                    <a:lnTo>
                      <a:pt x="87" y="0"/>
                    </a:lnTo>
                    <a:lnTo>
                      <a:pt x="84" y="0"/>
                    </a:lnTo>
                    <a:lnTo>
                      <a:pt x="81" y="0"/>
                    </a:lnTo>
                    <a:lnTo>
                      <a:pt x="78" y="0"/>
                    </a:lnTo>
                    <a:lnTo>
                      <a:pt x="75" y="1"/>
                    </a:lnTo>
                    <a:lnTo>
                      <a:pt x="72" y="2"/>
                    </a:lnTo>
                    <a:lnTo>
                      <a:pt x="69" y="3"/>
                    </a:lnTo>
                    <a:lnTo>
                      <a:pt x="66" y="4"/>
                    </a:lnTo>
                    <a:lnTo>
                      <a:pt x="63" y="6"/>
                    </a:lnTo>
                    <a:lnTo>
                      <a:pt x="61" y="9"/>
                    </a:lnTo>
                    <a:lnTo>
                      <a:pt x="59" y="11"/>
                    </a:lnTo>
                    <a:lnTo>
                      <a:pt x="57" y="13"/>
                    </a:lnTo>
                    <a:lnTo>
                      <a:pt x="55" y="17"/>
                    </a:lnTo>
                    <a:lnTo>
                      <a:pt x="53" y="19"/>
                    </a:lnTo>
                    <a:lnTo>
                      <a:pt x="53" y="23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361" name="Rectangle 141">
            <a:extLst>
              <a:ext uri="{FF2B5EF4-FFF2-40B4-BE49-F238E27FC236}">
                <a16:creationId xmlns:a16="http://schemas.microsoft.com/office/drawing/2014/main" id="{351746F5-E3A5-3D40-AF00-D123392B8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268538"/>
            <a:ext cx="358775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3362" name="Line 142">
            <a:extLst>
              <a:ext uri="{FF2B5EF4-FFF2-40B4-BE49-F238E27FC236}">
                <a16:creationId xmlns:a16="http://schemas.microsoft.com/office/drawing/2014/main" id="{36E16946-55E5-B745-AF2E-44BF7F799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0" y="2119313"/>
            <a:ext cx="0" cy="303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63" name="Rectangle 143">
            <a:extLst>
              <a:ext uri="{FF2B5EF4-FFF2-40B4-BE49-F238E27FC236}">
                <a16:creationId xmlns:a16="http://schemas.microsoft.com/office/drawing/2014/main" id="{029939E8-6933-9E4D-AA45-0042EC5C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913" y="134143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1FF70D2-F286-1A47-BC41-3512C13E9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550" y="0"/>
            <a:ext cx="9017000" cy="635000"/>
          </a:xfrm>
          <a:noFill/>
        </p:spPr>
        <p:txBody>
          <a:bodyPr lIns="90488" tIns="44450" rIns="90488" bIns="44450" anchor="ctr"/>
          <a:lstStyle/>
          <a:p>
            <a:r>
              <a:rPr lang="en-US" altLang="zh-CN" sz="2200">
                <a:ea typeface="宋体" panose="02010600030101010101" pitchFamily="2" charset="-122"/>
              </a:rPr>
              <a:t>Pipelined Laundry: (Start work ASAP)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F9A53140-4912-D349-93BE-7956DF74F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99000" y="2305050"/>
            <a:ext cx="3967163" cy="377825"/>
          </a:xfrm>
          <a:noFill/>
        </p:spPr>
        <p:txBody>
          <a:bodyPr lIns="90488" tIns="44450" rIns="90488" bIns="44450"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Font typeface="Times New Roman" panose="02020603050405020304" pitchFamily="18" charset="0"/>
              <a:buNone/>
            </a:pP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串行为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90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分钟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x4=6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小时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批则为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90xN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分钟</a:t>
            </a: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C4057BDF-BDFB-D04E-9459-180D5A464172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2338388"/>
            <a:ext cx="522288" cy="534987"/>
            <a:chOff x="712" y="1908"/>
            <a:chExt cx="329" cy="337"/>
          </a:xfrm>
        </p:grpSpPr>
        <p:sp>
          <p:nvSpPr>
            <p:cNvPr id="14469" name="Freeform 5">
              <a:extLst>
                <a:ext uri="{FF2B5EF4-FFF2-40B4-BE49-F238E27FC236}">
                  <a16:creationId xmlns:a16="http://schemas.microsoft.com/office/drawing/2014/main" id="{C1F4C03A-03C2-0243-AA28-238EA07A4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" y="1908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0" name="Rectangle 6">
              <a:extLst>
                <a:ext uri="{FF2B5EF4-FFF2-40B4-BE49-F238E27FC236}">
                  <a16:creationId xmlns:a16="http://schemas.microsoft.com/office/drawing/2014/main" id="{61C88AFF-50F6-ED4D-BF40-BE288CA0C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" y="1959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14341" name="Group 7">
            <a:extLst>
              <a:ext uri="{FF2B5EF4-FFF2-40B4-BE49-F238E27FC236}">
                <a16:creationId xmlns:a16="http://schemas.microsoft.com/office/drawing/2014/main" id="{8F48E6DA-070E-3244-B170-C7766ADBFEC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189288"/>
            <a:ext cx="522288" cy="534987"/>
            <a:chOff x="704" y="2444"/>
            <a:chExt cx="329" cy="337"/>
          </a:xfrm>
        </p:grpSpPr>
        <p:sp>
          <p:nvSpPr>
            <p:cNvPr id="14467" name="Freeform 8">
              <a:extLst>
                <a:ext uri="{FF2B5EF4-FFF2-40B4-BE49-F238E27FC236}">
                  <a16:creationId xmlns:a16="http://schemas.microsoft.com/office/drawing/2014/main" id="{5D1D4105-3FB6-E646-AA26-A82936194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2444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8" name="Rectangle 9">
              <a:extLst>
                <a:ext uri="{FF2B5EF4-FFF2-40B4-BE49-F238E27FC236}">
                  <a16:creationId xmlns:a16="http://schemas.microsoft.com/office/drawing/2014/main" id="{F7BCE2D1-12C9-904B-A97E-FB1838301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" y="2495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14342" name="Group 10">
            <a:extLst>
              <a:ext uri="{FF2B5EF4-FFF2-40B4-BE49-F238E27FC236}">
                <a16:creationId xmlns:a16="http://schemas.microsoft.com/office/drawing/2014/main" id="{71F7B1CF-15B2-884C-B572-2CAABC5A6CA9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3938588"/>
            <a:ext cx="522288" cy="534987"/>
            <a:chOff x="680" y="2916"/>
            <a:chExt cx="329" cy="337"/>
          </a:xfrm>
        </p:grpSpPr>
        <p:sp>
          <p:nvSpPr>
            <p:cNvPr id="14465" name="Freeform 11">
              <a:extLst>
                <a:ext uri="{FF2B5EF4-FFF2-40B4-BE49-F238E27FC236}">
                  <a16:creationId xmlns:a16="http://schemas.microsoft.com/office/drawing/2014/main" id="{BB42CD0C-656C-7E4E-8816-61E3F14F6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916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6" name="Rectangle 12">
              <a:extLst>
                <a:ext uri="{FF2B5EF4-FFF2-40B4-BE49-F238E27FC236}">
                  <a16:creationId xmlns:a16="http://schemas.microsoft.com/office/drawing/2014/main" id="{E1DB2972-355B-1445-9B69-ABDCA7677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" y="2967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14343" name="Group 13">
            <a:extLst>
              <a:ext uri="{FF2B5EF4-FFF2-40B4-BE49-F238E27FC236}">
                <a16:creationId xmlns:a16="http://schemas.microsoft.com/office/drawing/2014/main" id="{6503BA35-996F-5440-8FBB-95ABAE232F57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4662488"/>
            <a:ext cx="522288" cy="534987"/>
            <a:chOff x="680" y="3372"/>
            <a:chExt cx="329" cy="337"/>
          </a:xfrm>
        </p:grpSpPr>
        <p:sp>
          <p:nvSpPr>
            <p:cNvPr id="14463" name="Freeform 14">
              <a:extLst>
                <a:ext uri="{FF2B5EF4-FFF2-40B4-BE49-F238E27FC236}">
                  <a16:creationId xmlns:a16="http://schemas.microsoft.com/office/drawing/2014/main" id="{1C03C7D2-B7B0-8140-87CE-63BF46501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3372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rgbClr val="D49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4" name="Rectangle 15">
              <a:extLst>
                <a:ext uri="{FF2B5EF4-FFF2-40B4-BE49-F238E27FC236}">
                  <a16:creationId xmlns:a16="http://schemas.microsoft.com/office/drawing/2014/main" id="{0DD39C20-AC93-5E45-9192-6D2DE83BE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" y="3423"/>
              <a:ext cx="25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</a:p>
          </p:txBody>
        </p:sp>
      </p:grpSp>
      <p:sp>
        <p:nvSpPr>
          <p:cNvPr id="14344" name="Rectangle 16">
            <a:extLst>
              <a:ext uri="{FF2B5EF4-FFF2-40B4-BE49-F238E27FC236}">
                <a16:creationId xmlns:a16="http://schemas.microsoft.com/office/drawing/2014/main" id="{E2F6748D-855F-B14D-940D-B7E23A46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742950"/>
            <a:ext cx="8921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6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PM</a:t>
            </a:r>
          </a:p>
        </p:txBody>
      </p:sp>
      <p:sp>
        <p:nvSpPr>
          <p:cNvPr id="14345" name="Line 17">
            <a:extLst>
              <a:ext uri="{FF2B5EF4-FFF2-40B4-BE49-F238E27FC236}">
                <a16:creationId xmlns:a16="http://schemas.microsoft.com/office/drawing/2014/main" id="{D2147B6E-1FF4-1149-9EEF-CAE1CE5D7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1328738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Line 18">
            <a:extLst>
              <a:ext uri="{FF2B5EF4-FFF2-40B4-BE49-F238E27FC236}">
                <a16:creationId xmlns:a16="http://schemas.microsoft.com/office/drawing/2014/main" id="{2447CFA3-EA74-6249-B6F6-A6BDA39F0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8150" y="119538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7" name="Rectangle 19">
            <a:extLst>
              <a:ext uri="{FF2B5EF4-FFF2-40B4-BE49-F238E27FC236}">
                <a16:creationId xmlns:a16="http://schemas.microsoft.com/office/drawing/2014/main" id="{37D9B6A3-222D-2645-B550-48B611E3C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55650"/>
            <a:ext cx="3508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4348" name="Rectangle 20">
            <a:extLst>
              <a:ext uri="{FF2B5EF4-FFF2-40B4-BE49-F238E27FC236}">
                <a16:creationId xmlns:a16="http://schemas.microsoft.com/office/drawing/2014/main" id="{65BDAD72-569B-6343-8977-627C6F353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663" y="755650"/>
            <a:ext cx="3508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4349" name="Rectangle 21">
            <a:extLst>
              <a:ext uri="{FF2B5EF4-FFF2-40B4-BE49-F238E27FC236}">
                <a16:creationId xmlns:a16="http://schemas.microsoft.com/office/drawing/2014/main" id="{6255BE87-1273-FC45-B58C-58D2AC427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3" y="755650"/>
            <a:ext cx="3508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4350" name="Rectangle 22">
            <a:extLst>
              <a:ext uri="{FF2B5EF4-FFF2-40B4-BE49-F238E27FC236}">
                <a16:creationId xmlns:a16="http://schemas.microsoft.com/office/drawing/2014/main" id="{5D067C9B-FF65-5244-B6DF-0BB093DFF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463" y="768350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4351" name="Rectangle 23">
            <a:extLst>
              <a:ext uri="{FF2B5EF4-FFF2-40B4-BE49-F238E27FC236}">
                <a16:creationId xmlns:a16="http://schemas.microsoft.com/office/drawing/2014/main" id="{722C6967-D134-DF4F-941F-6801EBCEE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663" y="755650"/>
            <a:ext cx="520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4352" name="Rectangle 24">
            <a:extLst>
              <a:ext uri="{FF2B5EF4-FFF2-40B4-BE49-F238E27FC236}">
                <a16:creationId xmlns:a16="http://schemas.microsoft.com/office/drawing/2014/main" id="{23F7D335-2FD2-B744-849E-95B4F6476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742950"/>
            <a:ext cx="1447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Midnight</a:t>
            </a:r>
          </a:p>
        </p:txBody>
      </p:sp>
      <p:grpSp>
        <p:nvGrpSpPr>
          <p:cNvPr id="14353" name="Group 25">
            <a:extLst>
              <a:ext uri="{FF2B5EF4-FFF2-40B4-BE49-F238E27FC236}">
                <a16:creationId xmlns:a16="http://schemas.microsoft.com/office/drawing/2014/main" id="{3E05AE50-5C91-5B43-ADE9-BC25E4735A65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236788"/>
            <a:ext cx="3490913" cy="2933700"/>
            <a:chOff x="1136" y="1844"/>
            <a:chExt cx="2199" cy="1848"/>
          </a:xfrm>
        </p:grpSpPr>
        <p:grpSp>
          <p:nvGrpSpPr>
            <p:cNvPr id="14387" name="Group 26">
              <a:extLst>
                <a:ext uri="{FF2B5EF4-FFF2-40B4-BE49-F238E27FC236}">
                  <a16:creationId xmlns:a16="http://schemas.microsoft.com/office/drawing/2014/main" id="{13259318-AA20-6E43-8CA8-074149E91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6" y="1844"/>
              <a:ext cx="967" cy="448"/>
              <a:chOff x="1136" y="1844"/>
              <a:chExt cx="967" cy="448"/>
            </a:xfrm>
          </p:grpSpPr>
          <p:grpSp>
            <p:nvGrpSpPr>
              <p:cNvPr id="14445" name="Group 27">
                <a:extLst>
                  <a:ext uri="{FF2B5EF4-FFF2-40B4-BE49-F238E27FC236}">
                    <a16:creationId xmlns:a16="http://schemas.microsoft.com/office/drawing/2014/main" id="{DC1CD632-30D2-0B4E-A8D5-5FBF528582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6" y="1844"/>
                <a:ext cx="305" cy="448"/>
                <a:chOff x="1136" y="1844"/>
                <a:chExt cx="305" cy="448"/>
              </a:xfrm>
            </p:grpSpPr>
            <p:grpSp>
              <p:nvGrpSpPr>
                <p:cNvPr id="14459" name="Group 28">
                  <a:extLst>
                    <a:ext uri="{FF2B5EF4-FFF2-40B4-BE49-F238E27FC236}">
                      <a16:creationId xmlns:a16="http://schemas.microsoft.com/office/drawing/2014/main" id="{19B035D0-6523-8347-9D80-DB90B53383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6" y="1844"/>
                  <a:ext cx="305" cy="448"/>
                  <a:chOff x="1136" y="1844"/>
                  <a:chExt cx="305" cy="448"/>
                </a:xfrm>
              </p:grpSpPr>
              <p:sp>
                <p:nvSpPr>
                  <p:cNvPr id="14461" name="AutoShape 29">
                    <a:extLst>
                      <a:ext uri="{FF2B5EF4-FFF2-40B4-BE49-F238E27FC236}">
                        <a16:creationId xmlns:a16="http://schemas.microsoft.com/office/drawing/2014/main" id="{1C25C085-E7CA-AE4D-8BE3-485E5BA63A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36" y="1915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62" name="AutoShape 30">
                    <a:extLst>
                      <a:ext uri="{FF2B5EF4-FFF2-40B4-BE49-F238E27FC236}">
                        <a16:creationId xmlns:a16="http://schemas.microsoft.com/office/drawing/2014/main" id="{F1D892C1-D735-5C42-9A5F-69C02DBF2D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6" y="1844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60" name="AutoShape 31">
                  <a:extLst>
                    <a:ext uri="{FF2B5EF4-FFF2-40B4-BE49-F238E27FC236}">
                      <a16:creationId xmlns:a16="http://schemas.microsoft.com/office/drawing/2014/main" id="{E7BFFA08-E43E-954D-9839-656AD7FB34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8" y="1948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446" name="Group 32">
                <a:extLst>
                  <a:ext uri="{FF2B5EF4-FFF2-40B4-BE49-F238E27FC236}">
                    <a16:creationId xmlns:a16="http://schemas.microsoft.com/office/drawing/2014/main" id="{C45EA5E4-A02E-3749-95F2-7A8DB1EB77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7" y="1844"/>
                <a:ext cx="378" cy="448"/>
                <a:chOff x="1437" y="1844"/>
                <a:chExt cx="378" cy="448"/>
              </a:xfrm>
            </p:grpSpPr>
            <p:grpSp>
              <p:nvGrpSpPr>
                <p:cNvPr id="14454" name="Group 33">
                  <a:extLst>
                    <a:ext uri="{FF2B5EF4-FFF2-40B4-BE49-F238E27FC236}">
                      <a16:creationId xmlns:a16="http://schemas.microsoft.com/office/drawing/2014/main" id="{2818C855-052F-244F-807C-B143E30945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7" y="1844"/>
                  <a:ext cx="378" cy="448"/>
                  <a:chOff x="1437" y="1844"/>
                  <a:chExt cx="378" cy="448"/>
                </a:xfrm>
              </p:grpSpPr>
              <p:sp>
                <p:nvSpPr>
                  <p:cNvPr id="14457" name="AutoShape 34">
                    <a:extLst>
                      <a:ext uri="{FF2B5EF4-FFF2-40B4-BE49-F238E27FC236}">
                        <a16:creationId xmlns:a16="http://schemas.microsoft.com/office/drawing/2014/main" id="{2D8BCE71-4486-DF47-ABA2-DC30416899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37" y="1915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58" name="AutoShape 35">
                    <a:extLst>
                      <a:ext uri="{FF2B5EF4-FFF2-40B4-BE49-F238E27FC236}">
                        <a16:creationId xmlns:a16="http://schemas.microsoft.com/office/drawing/2014/main" id="{84C6F177-137C-714B-A907-67FBED042C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1844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55" name="Oval 36">
                  <a:extLst>
                    <a:ext uri="{FF2B5EF4-FFF2-40B4-BE49-F238E27FC236}">
                      <a16:creationId xmlns:a16="http://schemas.microsoft.com/office/drawing/2014/main" id="{0357C2EA-DA10-4D42-9C84-B779272B38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880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56" name="AutoShape 37">
                  <a:extLst>
                    <a:ext uri="{FF2B5EF4-FFF2-40B4-BE49-F238E27FC236}">
                      <a16:creationId xmlns:a16="http://schemas.microsoft.com/office/drawing/2014/main" id="{3E0B4310-E4EB-A14F-832D-1E143FC7F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4" y="2090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447" name="Freeform 38">
                <a:extLst>
                  <a:ext uri="{FF2B5EF4-FFF2-40B4-BE49-F238E27FC236}">
                    <a16:creationId xmlns:a16="http://schemas.microsoft.com/office/drawing/2014/main" id="{98CAA809-71F7-364A-B8B4-8CEE9D38D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2073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48" name="Rectangle 39">
                <a:extLst>
                  <a:ext uri="{FF2B5EF4-FFF2-40B4-BE49-F238E27FC236}">
                    <a16:creationId xmlns:a16="http://schemas.microsoft.com/office/drawing/2014/main" id="{F4F0C188-3DD7-D049-9591-4AA088B23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" y="2073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449" name="Rectangle 40">
                <a:extLst>
                  <a:ext uri="{FF2B5EF4-FFF2-40B4-BE49-F238E27FC236}">
                    <a16:creationId xmlns:a16="http://schemas.microsoft.com/office/drawing/2014/main" id="{2F3354DC-C9D3-E049-8281-F16B6547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4" y="2154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450" name="Rectangle 41">
                <a:extLst>
                  <a:ext uri="{FF2B5EF4-FFF2-40B4-BE49-F238E27FC236}">
                    <a16:creationId xmlns:a16="http://schemas.microsoft.com/office/drawing/2014/main" id="{7B4CDBEF-051D-6745-87E3-E3B8421CC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1" y="2154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14451" name="Group 42">
                <a:extLst>
                  <a:ext uri="{FF2B5EF4-FFF2-40B4-BE49-F238E27FC236}">
                    <a16:creationId xmlns:a16="http://schemas.microsoft.com/office/drawing/2014/main" id="{6CB60244-0E56-A846-9012-8AE2957997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9" y="1901"/>
                <a:ext cx="194" cy="364"/>
                <a:chOff x="1819" y="1901"/>
                <a:chExt cx="194" cy="364"/>
              </a:xfrm>
            </p:grpSpPr>
            <p:sp>
              <p:nvSpPr>
                <p:cNvPr id="14452" name="Oval 43">
                  <a:extLst>
                    <a:ext uri="{FF2B5EF4-FFF2-40B4-BE49-F238E27FC236}">
                      <a16:creationId xmlns:a16="http://schemas.microsoft.com/office/drawing/2014/main" id="{6546C41F-3682-D24D-A594-8BA925F4A7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5" y="1901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53" name="Freeform 44">
                  <a:extLst>
                    <a:ext uri="{FF2B5EF4-FFF2-40B4-BE49-F238E27FC236}">
                      <a16:creationId xmlns:a16="http://schemas.microsoft.com/office/drawing/2014/main" id="{AC0E53F4-47FF-EA40-B175-0AA8B876BD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9" y="1969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/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88" name="Group 45">
              <a:extLst>
                <a:ext uri="{FF2B5EF4-FFF2-40B4-BE49-F238E27FC236}">
                  <a16:creationId xmlns:a16="http://schemas.microsoft.com/office/drawing/2014/main" id="{0C04E5E0-E7EE-194C-96AE-95EA2B1A5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308"/>
              <a:ext cx="967" cy="448"/>
              <a:chOff x="1536" y="2308"/>
              <a:chExt cx="967" cy="448"/>
            </a:xfrm>
          </p:grpSpPr>
          <p:grpSp>
            <p:nvGrpSpPr>
              <p:cNvPr id="14427" name="Group 46">
                <a:extLst>
                  <a:ext uri="{FF2B5EF4-FFF2-40B4-BE49-F238E27FC236}">
                    <a16:creationId xmlns:a16="http://schemas.microsoft.com/office/drawing/2014/main" id="{FB9A99E8-7578-4448-8CBD-85E2BF842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2308"/>
                <a:ext cx="305" cy="448"/>
                <a:chOff x="1536" y="2308"/>
                <a:chExt cx="305" cy="448"/>
              </a:xfrm>
            </p:grpSpPr>
            <p:grpSp>
              <p:nvGrpSpPr>
                <p:cNvPr id="14441" name="Group 47">
                  <a:extLst>
                    <a:ext uri="{FF2B5EF4-FFF2-40B4-BE49-F238E27FC236}">
                      <a16:creationId xmlns:a16="http://schemas.microsoft.com/office/drawing/2014/main" id="{A047E4E0-E3F7-EE40-8CFC-C76A591049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36" y="2308"/>
                  <a:ext cx="305" cy="448"/>
                  <a:chOff x="1536" y="2308"/>
                  <a:chExt cx="305" cy="448"/>
                </a:xfrm>
              </p:grpSpPr>
              <p:sp>
                <p:nvSpPr>
                  <p:cNvPr id="14443" name="AutoShape 48">
                    <a:extLst>
                      <a:ext uri="{FF2B5EF4-FFF2-40B4-BE49-F238E27FC236}">
                        <a16:creationId xmlns:a16="http://schemas.microsoft.com/office/drawing/2014/main" id="{AA952DFA-CF9F-7A4A-A659-EFCBE5E574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379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44" name="AutoShape 49">
                    <a:extLst>
                      <a:ext uri="{FF2B5EF4-FFF2-40B4-BE49-F238E27FC236}">
                        <a16:creationId xmlns:a16="http://schemas.microsoft.com/office/drawing/2014/main" id="{66B68C56-AA74-0B40-871D-FA897624BF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06" y="2308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42" name="AutoShape 50">
                  <a:extLst>
                    <a:ext uri="{FF2B5EF4-FFF2-40B4-BE49-F238E27FC236}">
                      <a16:creationId xmlns:a16="http://schemas.microsoft.com/office/drawing/2014/main" id="{2C8F13A3-ADF9-FA4F-A0B9-D95266AAF1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2412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428" name="Group 51">
                <a:extLst>
                  <a:ext uri="{FF2B5EF4-FFF2-40B4-BE49-F238E27FC236}">
                    <a16:creationId xmlns:a16="http://schemas.microsoft.com/office/drawing/2014/main" id="{C4FD820A-AE26-D94F-826A-EDF520C7E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2308"/>
                <a:ext cx="378" cy="448"/>
                <a:chOff x="1837" y="2308"/>
                <a:chExt cx="378" cy="448"/>
              </a:xfrm>
            </p:grpSpPr>
            <p:grpSp>
              <p:nvGrpSpPr>
                <p:cNvPr id="14436" name="Group 52">
                  <a:extLst>
                    <a:ext uri="{FF2B5EF4-FFF2-40B4-BE49-F238E27FC236}">
                      <a16:creationId xmlns:a16="http://schemas.microsoft.com/office/drawing/2014/main" id="{9B4E4D42-6AB4-B84F-9E33-F8B1EC73D3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37" y="2308"/>
                  <a:ext cx="378" cy="448"/>
                  <a:chOff x="1837" y="2308"/>
                  <a:chExt cx="378" cy="448"/>
                </a:xfrm>
              </p:grpSpPr>
              <p:sp>
                <p:nvSpPr>
                  <p:cNvPr id="14439" name="AutoShape 53">
                    <a:extLst>
                      <a:ext uri="{FF2B5EF4-FFF2-40B4-BE49-F238E27FC236}">
                        <a16:creationId xmlns:a16="http://schemas.microsoft.com/office/drawing/2014/main" id="{9F707E70-4C9D-7142-A6E3-BCB1C95C75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37" y="2379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40" name="AutoShape 54">
                    <a:extLst>
                      <a:ext uri="{FF2B5EF4-FFF2-40B4-BE49-F238E27FC236}">
                        <a16:creationId xmlns:a16="http://schemas.microsoft.com/office/drawing/2014/main" id="{5575531D-5529-284A-AB41-6506074387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3" y="2308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37" name="Oval 55">
                  <a:extLst>
                    <a:ext uri="{FF2B5EF4-FFF2-40B4-BE49-F238E27FC236}">
                      <a16:creationId xmlns:a16="http://schemas.microsoft.com/office/drawing/2014/main" id="{49D0AF55-FD90-8648-AABF-F1CA30776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2" y="2344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38" name="AutoShape 56">
                  <a:extLst>
                    <a:ext uri="{FF2B5EF4-FFF2-40B4-BE49-F238E27FC236}">
                      <a16:creationId xmlns:a16="http://schemas.microsoft.com/office/drawing/2014/main" id="{1ED09C8B-8AA2-1E45-B022-28A99069FE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4" y="2554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429" name="Freeform 57">
                <a:extLst>
                  <a:ext uri="{FF2B5EF4-FFF2-40B4-BE49-F238E27FC236}">
                    <a16:creationId xmlns:a16="http://schemas.microsoft.com/office/drawing/2014/main" id="{38C960EA-A125-4945-8A59-45083D784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" y="2537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30" name="Rectangle 58">
                <a:extLst>
                  <a:ext uri="{FF2B5EF4-FFF2-40B4-BE49-F238E27FC236}">
                    <a16:creationId xmlns:a16="http://schemas.microsoft.com/office/drawing/2014/main" id="{8FB93DAF-7581-AD4A-BF1B-B8D1A248A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7" y="2537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431" name="Rectangle 59">
                <a:extLst>
                  <a:ext uri="{FF2B5EF4-FFF2-40B4-BE49-F238E27FC236}">
                    <a16:creationId xmlns:a16="http://schemas.microsoft.com/office/drawing/2014/main" id="{B7F1B226-E611-E24A-9C7B-5F8D37197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2618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432" name="Rectangle 60">
                <a:extLst>
                  <a:ext uri="{FF2B5EF4-FFF2-40B4-BE49-F238E27FC236}">
                    <a16:creationId xmlns:a16="http://schemas.microsoft.com/office/drawing/2014/main" id="{5AEAFBC6-7801-464A-BD95-08200FA6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2618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14433" name="Group 61">
                <a:extLst>
                  <a:ext uri="{FF2B5EF4-FFF2-40B4-BE49-F238E27FC236}">
                    <a16:creationId xmlns:a16="http://schemas.microsoft.com/office/drawing/2014/main" id="{90CD0456-9800-9E49-B77F-97C38815DA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9" y="2365"/>
                <a:ext cx="194" cy="364"/>
                <a:chOff x="2219" y="2365"/>
                <a:chExt cx="194" cy="364"/>
              </a:xfrm>
            </p:grpSpPr>
            <p:sp>
              <p:nvSpPr>
                <p:cNvPr id="14434" name="Oval 62">
                  <a:extLst>
                    <a:ext uri="{FF2B5EF4-FFF2-40B4-BE49-F238E27FC236}">
                      <a16:creationId xmlns:a16="http://schemas.microsoft.com/office/drawing/2014/main" id="{46C415FC-9C47-7346-B064-8875D975F4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5" y="2365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35" name="Freeform 63">
                  <a:extLst>
                    <a:ext uri="{FF2B5EF4-FFF2-40B4-BE49-F238E27FC236}">
                      <a16:creationId xmlns:a16="http://schemas.microsoft.com/office/drawing/2014/main" id="{0904C50D-0DDE-D244-ABCE-4F4CA56E52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9" y="2433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/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89" name="Group 64">
              <a:extLst>
                <a:ext uri="{FF2B5EF4-FFF2-40B4-BE49-F238E27FC236}">
                  <a16:creationId xmlns:a16="http://schemas.microsoft.com/office/drawing/2014/main" id="{D94ECE9F-4AD8-C14E-A597-D4F7C8E40A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796"/>
              <a:ext cx="967" cy="448"/>
              <a:chOff x="1952" y="2796"/>
              <a:chExt cx="967" cy="448"/>
            </a:xfrm>
          </p:grpSpPr>
          <p:grpSp>
            <p:nvGrpSpPr>
              <p:cNvPr id="14409" name="Group 65">
                <a:extLst>
                  <a:ext uri="{FF2B5EF4-FFF2-40B4-BE49-F238E27FC236}">
                    <a16:creationId xmlns:a16="http://schemas.microsoft.com/office/drawing/2014/main" id="{3EDFEBE5-1E2F-024F-BF60-0BDF8FA03A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2796"/>
                <a:ext cx="305" cy="448"/>
                <a:chOff x="1952" y="2796"/>
                <a:chExt cx="305" cy="448"/>
              </a:xfrm>
            </p:grpSpPr>
            <p:grpSp>
              <p:nvGrpSpPr>
                <p:cNvPr id="14423" name="Group 66">
                  <a:extLst>
                    <a:ext uri="{FF2B5EF4-FFF2-40B4-BE49-F238E27FC236}">
                      <a16:creationId xmlns:a16="http://schemas.microsoft.com/office/drawing/2014/main" id="{0DD20D6A-B32F-6943-B4AA-4D5B329EFA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52" y="2796"/>
                  <a:ext cx="305" cy="448"/>
                  <a:chOff x="1952" y="2796"/>
                  <a:chExt cx="305" cy="448"/>
                </a:xfrm>
              </p:grpSpPr>
              <p:sp>
                <p:nvSpPr>
                  <p:cNvPr id="14425" name="AutoShape 67">
                    <a:extLst>
                      <a:ext uri="{FF2B5EF4-FFF2-40B4-BE49-F238E27FC236}">
                        <a16:creationId xmlns:a16="http://schemas.microsoft.com/office/drawing/2014/main" id="{C5EFEDAC-10B1-494D-848F-CAC8584518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52" y="2867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26" name="AutoShape 68">
                    <a:extLst>
                      <a:ext uri="{FF2B5EF4-FFF2-40B4-BE49-F238E27FC236}">
                        <a16:creationId xmlns:a16="http://schemas.microsoft.com/office/drawing/2014/main" id="{02844EA2-F269-0840-BD69-3B3C3A0D8A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2796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24" name="AutoShape 69">
                  <a:extLst>
                    <a:ext uri="{FF2B5EF4-FFF2-40B4-BE49-F238E27FC236}">
                      <a16:creationId xmlns:a16="http://schemas.microsoft.com/office/drawing/2014/main" id="{304CA501-F7A1-A040-A42C-C93764873C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4" y="2900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410" name="Group 70">
                <a:extLst>
                  <a:ext uri="{FF2B5EF4-FFF2-40B4-BE49-F238E27FC236}">
                    <a16:creationId xmlns:a16="http://schemas.microsoft.com/office/drawing/2014/main" id="{712B36D9-E0FC-B34A-B453-367A36D1F4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3" y="2796"/>
                <a:ext cx="378" cy="448"/>
                <a:chOff x="2253" y="2796"/>
                <a:chExt cx="378" cy="448"/>
              </a:xfrm>
            </p:grpSpPr>
            <p:grpSp>
              <p:nvGrpSpPr>
                <p:cNvPr id="14418" name="Group 71">
                  <a:extLst>
                    <a:ext uri="{FF2B5EF4-FFF2-40B4-BE49-F238E27FC236}">
                      <a16:creationId xmlns:a16="http://schemas.microsoft.com/office/drawing/2014/main" id="{3DBDF6D7-05BC-F54B-8896-5D37DF2B28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53" y="2796"/>
                  <a:ext cx="378" cy="448"/>
                  <a:chOff x="2253" y="2796"/>
                  <a:chExt cx="378" cy="448"/>
                </a:xfrm>
              </p:grpSpPr>
              <p:sp>
                <p:nvSpPr>
                  <p:cNvPr id="14421" name="AutoShape 72">
                    <a:extLst>
                      <a:ext uri="{FF2B5EF4-FFF2-40B4-BE49-F238E27FC236}">
                        <a16:creationId xmlns:a16="http://schemas.microsoft.com/office/drawing/2014/main" id="{AC2EA0C9-082D-D743-810A-E9BD21C503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3" y="2867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22" name="AutoShape 73">
                    <a:extLst>
                      <a:ext uri="{FF2B5EF4-FFF2-40B4-BE49-F238E27FC236}">
                        <a16:creationId xmlns:a16="http://schemas.microsoft.com/office/drawing/2014/main" id="{8CA1808C-4C8C-EB43-85E9-16323A954B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39" y="2796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19" name="Oval 74">
                  <a:extLst>
                    <a:ext uri="{FF2B5EF4-FFF2-40B4-BE49-F238E27FC236}">
                      <a16:creationId xmlns:a16="http://schemas.microsoft.com/office/drawing/2014/main" id="{6321F46C-1BCB-654A-8F13-D376741DC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2832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20" name="AutoShape 75">
                  <a:extLst>
                    <a:ext uri="{FF2B5EF4-FFF2-40B4-BE49-F238E27FC236}">
                      <a16:creationId xmlns:a16="http://schemas.microsoft.com/office/drawing/2014/main" id="{7FF7806F-FC4D-6645-957A-523FE6C705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0" y="3042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411" name="Freeform 76">
                <a:extLst>
                  <a:ext uri="{FF2B5EF4-FFF2-40B4-BE49-F238E27FC236}">
                    <a16:creationId xmlns:a16="http://schemas.microsoft.com/office/drawing/2014/main" id="{719112F0-842F-404E-B0E4-3246CBCC2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3025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12" name="Rectangle 77">
                <a:extLst>
                  <a:ext uri="{FF2B5EF4-FFF2-40B4-BE49-F238E27FC236}">
                    <a16:creationId xmlns:a16="http://schemas.microsoft.com/office/drawing/2014/main" id="{A239772B-E8DB-2B46-B48D-4AF4AE571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3025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413" name="Rectangle 78">
                <a:extLst>
                  <a:ext uri="{FF2B5EF4-FFF2-40B4-BE49-F238E27FC236}">
                    <a16:creationId xmlns:a16="http://schemas.microsoft.com/office/drawing/2014/main" id="{A35A8B6D-CCAD-2E4C-BED7-8A1B8E3C2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" y="3106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414" name="Rectangle 79">
                <a:extLst>
                  <a:ext uri="{FF2B5EF4-FFF2-40B4-BE49-F238E27FC236}">
                    <a16:creationId xmlns:a16="http://schemas.microsoft.com/office/drawing/2014/main" id="{DDA345C4-7B58-E046-98BD-B3C981498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7" y="3106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14415" name="Group 80">
                <a:extLst>
                  <a:ext uri="{FF2B5EF4-FFF2-40B4-BE49-F238E27FC236}">
                    <a16:creationId xmlns:a16="http://schemas.microsoft.com/office/drawing/2014/main" id="{85922EA4-16A7-994C-BA7F-D0E7F68EEA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35" y="2853"/>
                <a:ext cx="194" cy="364"/>
                <a:chOff x="2635" y="2853"/>
                <a:chExt cx="194" cy="364"/>
              </a:xfrm>
            </p:grpSpPr>
            <p:sp>
              <p:nvSpPr>
                <p:cNvPr id="14416" name="Oval 81">
                  <a:extLst>
                    <a:ext uri="{FF2B5EF4-FFF2-40B4-BE49-F238E27FC236}">
                      <a16:creationId xmlns:a16="http://schemas.microsoft.com/office/drawing/2014/main" id="{CC31A06D-E5CF-A242-A6ED-57CAD1A16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1" y="2853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17" name="Freeform 82">
                  <a:extLst>
                    <a:ext uri="{FF2B5EF4-FFF2-40B4-BE49-F238E27FC236}">
                      <a16:creationId xmlns:a16="http://schemas.microsoft.com/office/drawing/2014/main" id="{00534FA1-1FC5-3C47-8519-4E18138D5E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" y="2921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/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90" name="Group 83">
              <a:extLst>
                <a:ext uri="{FF2B5EF4-FFF2-40B4-BE49-F238E27FC236}">
                  <a16:creationId xmlns:a16="http://schemas.microsoft.com/office/drawing/2014/main" id="{FED2969D-3144-9448-8656-6553142FA9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8" y="3244"/>
              <a:ext cx="967" cy="448"/>
              <a:chOff x="2368" y="3244"/>
              <a:chExt cx="967" cy="448"/>
            </a:xfrm>
          </p:grpSpPr>
          <p:grpSp>
            <p:nvGrpSpPr>
              <p:cNvPr id="14391" name="Group 84">
                <a:extLst>
                  <a:ext uri="{FF2B5EF4-FFF2-40B4-BE49-F238E27FC236}">
                    <a16:creationId xmlns:a16="http://schemas.microsoft.com/office/drawing/2014/main" id="{EB97798C-81CF-D743-98F1-9995D38EA7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8" y="3244"/>
                <a:ext cx="305" cy="448"/>
                <a:chOff x="2368" y="3244"/>
                <a:chExt cx="305" cy="448"/>
              </a:xfrm>
            </p:grpSpPr>
            <p:grpSp>
              <p:nvGrpSpPr>
                <p:cNvPr id="14405" name="Group 85">
                  <a:extLst>
                    <a:ext uri="{FF2B5EF4-FFF2-40B4-BE49-F238E27FC236}">
                      <a16:creationId xmlns:a16="http://schemas.microsoft.com/office/drawing/2014/main" id="{D5A3F518-01C7-7548-970F-93C940FB70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68" y="3244"/>
                  <a:ext cx="305" cy="448"/>
                  <a:chOff x="2368" y="3244"/>
                  <a:chExt cx="305" cy="448"/>
                </a:xfrm>
              </p:grpSpPr>
              <p:sp>
                <p:nvSpPr>
                  <p:cNvPr id="14407" name="AutoShape 86">
                    <a:extLst>
                      <a:ext uri="{FF2B5EF4-FFF2-40B4-BE49-F238E27FC236}">
                        <a16:creationId xmlns:a16="http://schemas.microsoft.com/office/drawing/2014/main" id="{C2B42AC7-7A97-CF45-B803-22C24FDF2A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3315"/>
                    <a:ext cx="305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08" name="AutoShape 87">
                    <a:extLst>
                      <a:ext uri="{FF2B5EF4-FFF2-40B4-BE49-F238E27FC236}">
                        <a16:creationId xmlns:a16="http://schemas.microsoft.com/office/drawing/2014/main" id="{561AD94C-2346-A64A-8304-E28FBF25D0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38" y="3244"/>
                    <a:ext cx="235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F6BF69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06" name="AutoShape 88">
                  <a:extLst>
                    <a:ext uri="{FF2B5EF4-FFF2-40B4-BE49-F238E27FC236}">
                      <a16:creationId xmlns:a16="http://schemas.microsoft.com/office/drawing/2014/main" id="{962DACE6-DDDB-634F-800C-7797A6481A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0" y="3348"/>
                  <a:ext cx="158" cy="27"/>
                </a:xfrm>
                <a:prstGeom prst="parallelogram">
                  <a:avLst>
                    <a:gd name="adj" fmla="val 146269"/>
                  </a:avLst>
                </a:prstGeom>
                <a:solidFill>
                  <a:srgbClr val="F6BF69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392" name="Group 89">
                <a:extLst>
                  <a:ext uri="{FF2B5EF4-FFF2-40B4-BE49-F238E27FC236}">
                    <a16:creationId xmlns:a16="http://schemas.microsoft.com/office/drawing/2014/main" id="{74172BD4-71E7-CA48-9D76-A26A360C0C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69" y="3244"/>
                <a:ext cx="378" cy="448"/>
                <a:chOff x="2669" y="3244"/>
                <a:chExt cx="378" cy="448"/>
              </a:xfrm>
            </p:grpSpPr>
            <p:grpSp>
              <p:nvGrpSpPr>
                <p:cNvPr id="14400" name="Group 90">
                  <a:extLst>
                    <a:ext uri="{FF2B5EF4-FFF2-40B4-BE49-F238E27FC236}">
                      <a16:creationId xmlns:a16="http://schemas.microsoft.com/office/drawing/2014/main" id="{BFF3B23E-9132-B74D-9F3B-6B7032359D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69" y="3244"/>
                  <a:ext cx="378" cy="448"/>
                  <a:chOff x="2669" y="3244"/>
                  <a:chExt cx="378" cy="448"/>
                </a:xfrm>
              </p:grpSpPr>
              <p:sp>
                <p:nvSpPr>
                  <p:cNvPr id="14403" name="AutoShape 91">
                    <a:extLst>
                      <a:ext uri="{FF2B5EF4-FFF2-40B4-BE49-F238E27FC236}">
                        <a16:creationId xmlns:a16="http://schemas.microsoft.com/office/drawing/2014/main" id="{8A79120B-9116-6F4A-AF55-AB649B4712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9" y="3315"/>
                    <a:ext cx="378" cy="377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404" name="AutoShape 92">
                    <a:extLst>
                      <a:ext uri="{FF2B5EF4-FFF2-40B4-BE49-F238E27FC236}">
                        <a16:creationId xmlns:a16="http://schemas.microsoft.com/office/drawing/2014/main" id="{53AF6FF2-BF85-D349-BC7B-C153DFFE01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5" y="3244"/>
                    <a:ext cx="292" cy="78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rgbClr val="A2C1FE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4401" name="Oval 93">
                  <a:extLst>
                    <a:ext uri="{FF2B5EF4-FFF2-40B4-BE49-F238E27FC236}">
                      <a16:creationId xmlns:a16="http://schemas.microsoft.com/office/drawing/2014/main" id="{EC488EDA-8E1D-8545-87E5-A48E87DD69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3280"/>
                  <a:ext cx="49" cy="2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02" name="AutoShape 94">
                  <a:extLst>
                    <a:ext uri="{FF2B5EF4-FFF2-40B4-BE49-F238E27FC236}">
                      <a16:creationId xmlns:a16="http://schemas.microsoft.com/office/drawing/2014/main" id="{C11D112F-B78A-094E-BD9B-F234C79B1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6" y="3490"/>
                  <a:ext cx="198" cy="84"/>
                </a:xfrm>
                <a:prstGeom prst="octagon">
                  <a:avLst>
                    <a:gd name="adj" fmla="val 29282"/>
                  </a:avLst>
                </a:prstGeom>
                <a:solidFill>
                  <a:srgbClr val="A2C1FE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393" name="Freeform 95">
                <a:extLst>
                  <a:ext uri="{FF2B5EF4-FFF2-40B4-BE49-F238E27FC236}">
                    <a16:creationId xmlns:a16="http://schemas.microsoft.com/office/drawing/2014/main" id="{7AFF2529-54CE-5243-84A1-DEE251DA5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3" y="3473"/>
                <a:ext cx="86" cy="192"/>
              </a:xfrm>
              <a:custGeom>
                <a:avLst/>
                <a:gdLst>
                  <a:gd name="T0" fmla="*/ 62 w 86"/>
                  <a:gd name="T1" fmla="*/ 0 h 192"/>
                  <a:gd name="T2" fmla="*/ 85 w 86"/>
                  <a:gd name="T3" fmla="*/ 0 h 192"/>
                  <a:gd name="T4" fmla="*/ 23 w 86"/>
                  <a:gd name="T5" fmla="*/ 191 h 192"/>
                  <a:gd name="T6" fmla="*/ 0 w 86"/>
                  <a:gd name="T7" fmla="*/ 191 h 192"/>
                  <a:gd name="T8" fmla="*/ 62 w 86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" h="192">
                    <a:moveTo>
                      <a:pt x="62" y="0"/>
                    </a:moveTo>
                    <a:lnTo>
                      <a:pt x="85" y="0"/>
                    </a:lnTo>
                    <a:lnTo>
                      <a:pt x="23" y="191"/>
                    </a:lnTo>
                    <a:lnTo>
                      <a:pt x="0" y="191"/>
                    </a:lnTo>
                    <a:lnTo>
                      <a:pt x="62" y="0"/>
                    </a:lnTo>
                  </a:path>
                </a:pathLst>
              </a:cu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4" name="Rectangle 96">
                <a:extLst>
                  <a:ext uri="{FF2B5EF4-FFF2-40B4-BE49-F238E27FC236}">
                    <a16:creationId xmlns:a16="http://schemas.microsoft.com/office/drawing/2014/main" id="{9ED0C497-BE60-5544-A95E-ED67B373C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9" y="3473"/>
                <a:ext cx="106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395" name="Rectangle 97">
                <a:extLst>
                  <a:ext uri="{FF2B5EF4-FFF2-40B4-BE49-F238E27FC236}">
                    <a16:creationId xmlns:a16="http://schemas.microsoft.com/office/drawing/2014/main" id="{3DB6AD20-9536-5A44-8BAC-C630C0FEB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6" y="3554"/>
                <a:ext cx="82" cy="16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396" name="Rectangle 98">
                <a:extLst>
                  <a:ext uri="{FF2B5EF4-FFF2-40B4-BE49-F238E27FC236}">
                    <a16:creationId xmlns:a16="http://schemas.microsoft.com/office/drawing/2014/main" id="{640654E1-E94B-2F42-BDCB-F906188A0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3" y="3554"/>
                <a:ext cx="103" cy="11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14397" name="Group 99">
                <a:extLst>
                  <a:ext uri="{FF2B5EF4-FFF2-40B4-BE49-F238E27FC236}">
                    <a16:creationId xmlns:a16="http://schemas.microsoft.com/office/drawing/2014/main" id="{9118442C-8AB0-A644-B89E-5865172AB3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1" y="3301"/>
                <a:ext cx="194" cy="364"/>
                <a:chOff x="3051" y="3301"/>
                <a:chExt cx="194" cy="364"/>
              </a:xfrm>
            </p:grpSpPr>
            <p:sp>
              <p:nvSpPr>
                <p:cNvPr id="14398" name="Oval 100">
                  <a:extLst>
                    <a:ext uri="{FF2B5EF4-FFF2-40B4-BE49-F238E27FC236}">
                      <a16:creationId xmlns:a16="http://schemas.microsoft.com/office/drawing/2014/main" id="{E2F92A9D-78C0-9640-ABBD-C70E71AE92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27" y="3301"/>
                  <a:ext cx="48" cy="48"/>
                </a:xfrm>
                <a:prstGeom prst="ellipse">
                  <a:avLst/>
                </a:prstGeom>
                <a:solidFill>
                  <a:srgbClr val="FC0128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99" name="Freeform 101">
                  <a:extLst>
                    <a:ext uri="{FF2B5EF4-FFF2-40B4-BE49-F238E27FC236}">
                      <a16:creationId xmlns:a16="http://schemas.microsoft.com/office/drawing/2014/main" id="{BD79CD93-1C09-194A-8227-AD6101C485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1" y="3369"/>
                  <a:ext cx="194" cy="296"/>
                </a:xfrm>
                <a:custGeom>
                  <a:avLst/>
                  <a:gdLst>
                    <a:gd name="T0" fmla="*/ 2 w 194"/>
                    <a:gd name="T1" fmla="*/ 137 h 296"/>
                    <a:gd name="T2" fmla="*/ 1 w 194"/>
                    <a:gd name="T3" fmla="*/ 140 h 296"/>
                    <a:gd name="T4" fmla="*/ 0 w 194"/>
                    <a:gd name="T5" fmla="*/ 145 h 296"/>
                    <a:gd name="T6" fmla="*/ 0 w 194"/>
                    <a:gd name="T7" fmla="*/ 150 h 296"/>
                    <a:gd name="T8" fmla="*/ 2 w 194"/>
                    <a:gd name="T9" fmla="*/ 155 h 296"/>
                    <a:gd name="T10" fmla="*/ 4 w 194"/>
                    <a:gd name="T11" fmla="*/ 159 h 296"/>
                    <a:gd name="T12" fmla="*/ 8 w 194"/>
                    <a:gd name="T13" fmla="*/ 163 h 296"/>
                    <a:gd name="T14" fmla="*/ 12 w 194"/>
                    <a:gd name="T15" fmla="*/ 165 h 296"/>
                    <a:gd name="T16" fmla="*/ 16 w 194"/>
                    <a:gd name="T17" fmla="*/ 166 h 296"/>
                    <a:gd name="T18" fmla="*/ 21 w 194"/>
                    <a:gd name="T19" fmla="*/ 166 h 296"/>
                    <a:gd name="T20" fmla="*/ 126 w 194"/>
                    <a:gd name="T21" fmla="*/ 295 h 296"/>
                    <a:gd name="T22" fmla="*/ 159 w 194"/>
                    <a:gd name="T23" fmla="*/ 142 h 296"/>
                    <a:gd name="T24" fmla="*/ 159 w 194"/>
                    <a:gd name="T25" fmla="*/ 138 h 296"/>
                    <a:gd name="T26" fmla="*/ 157 w 194"/>
                    <a:gd name="T27" fmla="*/ 136 h 296"/>
                    <a:gd name="T28" fmla="*/ 154 w 194"/>
                    <a:gd name="T29" fmla="*/ 133 h 296"/>
                    <a:gd name="T30" fmla="*/ 152 w 194"/>
                    <a:gd name="T31" fmla="*/ 131 h 296"/>
                    <a:gd name="T32" fmla="*/ 148 w 194"/>
                    <a:gd name="T33" fmla="*/ 130 h 296"/>
                    <a:gd name="T34" fmla="*/ 144 w 194"/>
                    <a:gd name="T35" fmla="*/ 129 h 296"/>
                    <a:gd name="T36" fmla="*/ 140 w 194"/>
                    <a:gd name="T37" fmla="*/ 129 h 296"/>
                    <a:gd name="T38" fmla="*/ 137 w 194"/>
                    <a:gd name="T39" fmla="*/ 129 h 296"/>
                    <a:gd name="T40" fmla="*/ 93 w 194"/>
                    <a:gd name="T41" fmla="*/ 75 h 296"/>
                    <a:gd name="T42" fmla="*/ 179 w 194"/>
                    <a:gd name="T43" fmla="*/ 93 h 296"/>
                    <a:gd name="T44" fmla="*/ 183 w 194"/>
                    <a:gd name="T45" fmla="*/ 92 h 296"/>
                    <a:gd name="T46" fmla="*/ 185 w 194"/>
                    <a:gd name="T47" fmla="*/ 91 h 296"/>
                    <a:gd name="T48" fmla="*/ 189 w 194"/>
                    <a:gd name="T49" fmla="*/ 89 h 296"/>
                    <a:gd name="T50" fmla="*/ 191 w 194"/>
                    <a:gd name="T51" fmla="*/ 86 h 296"/>
                    <a:gd name="T52" fmla="*/ 192 w 194"/>
                    <a:gd name="T53" fmla="*/ 83 h 296"/>
                    <a:gd name="T54" fmla="*/ 193 w 194"/>
                    <a:gd name="T55" fmla="*/ 78 h 296"/>
                    <a:gd name="T56" fmla="*/ 192 w 194"/>
                    <a:gd name="T57" fmla="*/ 74 h 296"/>
                    <a:gd name="T58" fmla="*/ 190 w 194"/>
                    <a:gd name="T59" fmla="*/ 70 h 296"/>
                    <a:gd name="T60" fmla="*/ 188 w 194"/>
                    <a:gd name="T61" fmla="*/ 68 h 296"/>
                    <a:gd name="T62" fmla="*/ 184 w 194"/>
                    <a:gd name="T63" fmla="*/ 65 h 296"/>
                    <a:gd name="T64" fmla="*/ 181 w 194"/>
                    <a:gd name="T65" fmla="*/ 64 h 296"/>
                    <a:gd name="T66" fmla="*/ 122 w 194"/>
                    <a:gd name="T67" fmla="*/ 64 h 296"/>
                    <a:gd name="T68" fmla="*/ 112 w 194"/>
                    <a:gd name="T69" fmla="*/ 42 h 296"/>
                    <a:gd name="T70" fmla="*/ 113 w 194"/>
                    <a:gd name="T71" fmla="*/ 37 h 296"/>
                    <a:gd name="T72" fmla="*/ 114 w 194"/>
                    <a:gd name="T73" fmla="*/ 30 h 296"/>
                    <a:gd name="T74" fmla="*/ 114 w 194"/>
                    <a:gd name="T75" fmla="*/ 24 h 296"/>
                    <a:gd name="T76" fmla="*/ 112 w 194"/>
                    <a:gd name="T77" fmla="*/ 19 h 296"/>
                    <a:gd name="T78" fmla="*/ 110 w 194"/>
                    <a:gd name="T79" fmla="*/ 15 h 296"/>
                    <a:gd name="T80" fmla="*/ 107 w 194"/>
                    <a:gd name="T81" fmla="*/ 10 h 296"/>
                    <a:gd name="T82" fmla="*/ 103 w 194"/>
                    <a:gd name="T83" fmla="*/ 7 h 296"/>
                    <a:gd name="T84" fmla="*/ 98 w 194"/>
                    <a:gd name="T85" fmla="*/ 3 h 296"/>
                    <a:gd name="T86" fmla="*/ 93 w 194"/>
                    <a:gd name="T87" fmla="*/ 1 h 296"/>
                    <a:gd name="T88" fmla="*/ 87 w 194"/>
                    <a:gd name="T89" fmla="*/ 0 h 296"/>
                    <a:gd name="T90" fmla="*/ 81 w 194"/>
                    <a:gd name="T91" fmla="*/ 0 h 296"/>
                    <a:gd name="T92" fmla="*/ 75 w 194"/>
                    <a:gd name="T93" fmla="*/ 1 h 296"/>
                    <a:gd name="T94" fmla="*/ 69 w 194"/>
                    <a:gd name="T95" fmla="*/ 3 h 296"/>
                    <a:gd name="T96" fmla="*/ 63 w 194"/>
                    <a:gd name="T97" fmla="*/ 6 h 296"/>
                    <a:gd name="T98" fmla="*/ 59 w 194"/>
                    <a:gd name="T99" fmla="*/ 11 h 296"/>
                    <a:gd name="T100" fmla="*/ 55 w 194"/>
                    <a:gd name="T101" fmla="*/ 17 h 296"/>
                    <a:gd name="T102" fmla="*/ 53 w 194"/>
                    <a:gd name="T103" fmla="*/ 23 h 29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0" t="0" r="r" b="b"/>
                  <a:pathLst>
                    <a:path w="194" h="296">
                      <a:moveTo>
                        <a:pt x="53" y="23"/>
                      </a:moveTo>
                      <a:lnTo>
                        <a:pt x="2" y="137"/>
                      </a:lnTo>
                      <a:lnTo>
                        <a:pt x="1" y="138"/>
                      </a:lnTo>
                      <a:lnTo>
                        <a:pt x="1" y="140"/>
                      </a:lnTo>
                      <a:lnTo>
                        <a:pt x="0" y="142"/>
                      </a:lnTo>
                      <a:lnTo>
                        <a:pt x="0" y="145"/>
                      </a:lnTo>
                      <a:lnTo>
                        <a:pt x="0" y="147"/>
                      </a:lnTo>
                      <a:lnTo>
                        <a:pt x="0" y="150"/>
                      </a:lnTo>
                      <a:lnTo>
                        <a:pt x="1" y="152"/>
                      </a:lnTo>
                      <a:lnTo>
                        <a:pt x="2" y="155"/>
                      </a:lnTo>
                      <a:lnTo>
                        <a:pt x="3" y="157"/>
                      </a:lnTo>
                      <a:lnTo>
                        <a:pt x="4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0" y="164"/>
                      </a:lnTo>
                      <a:lnTo>
                        <a:pt x="12" y="165"/>
                      </a:lnTo>
                      <a:lnTo>
                        <a:pt x="14" y="165"/>
                      </a:lnTo>
                      <a:lnTo>
                        <a:pt x="16" y="166"/>
                      </a:lnTo>
                      <a:lnTo>
                        <a:pt x="18" y="166"/>
                      </a:lnTo>
                      <a:lnTo>
                        <a:pt x="21" y="166"/>
                      </a:lnTo>
                      <a:lnTo>
                        <a:pt x="126" y="166"/>
                      </a:lnTo>
                      <a:lnTo>
                        <a:pt x="126" y="295"/>
                      </a:lnTo>
                      <a:lnTo>
                        <a:pt x="159" y="295"/>
                      </a:lnTo>
                      <a:lnTo>
                        <a:pt x="159" y="142"/>
                      </a:lnTo>
                      <a:lnTo>
                        <a:pt x="159" y="140"/>
                      </a:lnTo>
                      <a:lnTo>
                        <a:pt x="159" y="138"/>
                      </a:lnTo>
                      <a:lnTo>
                        <a:pt x="158" y="137"/>
                      </a:lnTo>
                      <a:lnTo>
                        <a:pt x="157" y="136"/>
                      </a:lnTo>
                      <a:lnTo>
                        <a:pt x="156" y="135"/>
                      </a:lnTo>
                      <a:lnTo>
                        <a:pt x="154" y="133"/>
                      </a:lnTo>
                      <a:lnTo>
                        <a:pt x="153" y="132"/>
                      </a:lnTo>
                      <a:lnTo>
                        <a:pt x="152" y="131"/>
                      </a:lnTo>
                      <a:lnTo>
                        <a:pt x="150" y="131"/>
                      </a:lnTo>
                      <a:lnTo>
                        <a:pt x="148" y="130"/>
                      </a:lnTo>
                      <a:lnTo>
                        <a:pt x="146" y="130"/>
                      </a:lnTo>
                      <a:lnTo>
                        <a:pt x="144" y="129"/>
                      </a:lnTo>
                      <a:lnTo>
                        <a:pt x="142" y="129"/>
                      </a:lnTo>
                      <a:lnTo>
                        <a:pt x="140" y="129"/>
                      </a:lnTo>
                      <a:lnTo>
                        <a:pt x="139" y="129"/>
                      </a:lnTo>
                      <a:lnTo>
                        <a:pt x="137" y="129"/>
                      </a:lnTo>
                      <a:lnTo>
                        <a:pt x="76" y="125"/>
                      </a:lnTo>
                      <a:lnTo>
                        <a:pt x="93" y="75"/>
                      </a:lnTo>
                      <a:lnTo>
                        <a:pt x="105" y="93"/>
                      </a:lnTo>
                      <a:lnTo>
                        <a:pt x="179" y="93"/>
                      </a:lnTo>
                      <a:lnTo>
                        <a:pt x="181" y="92"/>
                      </a:lnTo>
                      <a:lnTo>
                        <a:pt x="183" y="92"/>
                      </a:lnTo>
                      <a:lnTo>
                        <a:pt x="184" y="91"/>
                      </a:lnTo>
                      <a:lnTo>
                        <a:pt x="185" y="91"/>
                      </a:lnTo>
                      <a:lnTo>
                        <a:pt x="187" y="90"/>
                      </a:lnTo>
                      <a:lnTo>
                        <a:pt x="189" y="89"/>
                      </a:lnTo>
                      <a:lnTo>
                        <a:pt x="190" y="87"/>
                      </a:lnTo>
                      <a:lnTo>
                        <a:pt x="191" y="86"/>
                      </a:lnTo>
                      <a:lnTo>
                        <a:pt x="192" y="84"/>
                      </a:lnTo>
                      <a:lnTo>
                        <a:pt x="192" y="83"/>
                      </a:lnTo>
                      <a:lnTo>
                        <a:pt x="193" y="81"/>
                      </a:lnTo>
                      <a:lnTo>
                        <a:pt x="193" y="78"/>
                      </a:lnTo>
                      <a:lnTo>
                        <a:pt x="193" y="76"/>
                      </a:lnTo>
                      <a:lnTo>
                        <a:pt x="192" y="74"/>
                      </a:lnTo>
                      <a:lnTo>
                        <a:pt x="191" y="72"/>
                      </a:lnTo>
                      <a:lnTo>
                        <a:pt x="190" y="70"/>
                      </a:lnTo>
                      <a:lnTo>
                        <a:pt x="189" y="69"/>
                      </a:lnTo>
                      <a:lnTo>
                        <a:pt x="188" y="68"/>
                      </a:lnTo>
                      <a:lnTo>
                        <a:pt x="186" y="66"/>
                      </a:lnTo>
                      <a:lnTo>
                        <a:pt x="184" y="65"/>
                      </a:lnTo>
                      <a:lnTo>
                        <a:pt x="184" y="64"/>
                      </a:lnTo>
                      <a:lnTo>
                        <a:pt x="181" y="64"/>
                      </a:lnTo>
                      <a:lnTo>
                        <a:pt x="179" y="64"/>
                      </a:lnTo>
                      <a:lnTo>
                        <a:pt x="122" y="64"/>
                      </a:lnTo>
                      <a:lnTo>
                        <a:pt x="110" y="44"/>
                      </a:lnTo>
                      <a:lnTo>
                        <a:pt x="112" y="42"/>
                      </a:lnTo>
                      <a:lnTo>
                        <a:pt x="113" y="39"/>
                      </a:lnTo>
                      <a:lnTo>
                        <a:pt x="113" y="37"/>
                      </a:lnTo>
                      <a:lnTo>
                        <a:pt x="114" y="34"/>
                      </a:lnTo>
                      <a:lnTo>
                        <a:pt x="114" y="30"/>
                      </a:lnTo>
                      <a:lnTo>
                        <a:pt x="114" y="28"/>
                      </a:lnTo>
                      <a:lnTo>
                        <a:pt x="114" y="24"/>
                      </a:lnTo>
                      <a:lnTo>
                        <a:pt x="113" y="22"/>
                      </a:lnTo>
                      <a:lnTo>
                        <a:pt x="112" y="19"/>
                      </a:lnTo>
                      <a:lnTo>
                        <a:pt x="111" y="17"/>
                      </a:lnTo>
                      <a:lnTo>
                        <a:pt x="110" y="15"/>
                      </a:lnTo>
                      <a:lnTo>
                        <a:pt x="109" y="13"/>
                      </a:lnTo>
                      <a:lnTo>
                        <a:pt x="107" y="10"/>
                      </a:lnTo>
                      <a:lnTo>
                        <a:pt x="105" y="9"/>
                      </a:lnTo>
                      <a:lnTo>
                        <a:pt x="103" y="7"/>
                      </a:lnTo>
                      <a:lnTo>
                        <a:pt x="101" y="5"/>
                      </a:lnTo>
                      <a:lnTo>
                        <a:pt x="98" y="3"/>
                      </a:lnTo>
                      <a:lnTo>
                        <a:pt x="96" y="3"/>
                      </a:lnTo>
                      <a:lnTo>
                        <a:pt x="93" y="1"/>
                      </a:lnTo>
                      <a:lnTo>
                        <a:pt x="90" y="1"/>
                      </a:lnTo>
                      <a:lnTo>
                        <a:pt x="87" y="0"/>
                      </a:lnTo>
                      <a:lnTo>
                        <a:pt x="84" y="0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5" y="1"/>
                      </a:lnTo>
                      <a:lnTo>
                        <a:pt x="72" y="2"/>
                      </a:lnTo>
                      <a:lnTo>
                        <a:pt x="69" y="3"/>
                      </a:lnTo>
                      <a:lnTo>
                        <a:pt x="66" y="4"/>
                      </a:lnTo>
                      <a:lnTo>
                        <a:pt x="63" y="6"/>
                      </a:lnTo>
                      <a:lnTo>
                        <a:pt x="61" y="9"/>
                      </a:lnTo>
                      <a:lnTo>
                        <a:pt x="59" y="11"/>
                      </a:lnTo>
                      <a:lnTo>
                        <a:pt x="57" y="13"/>
                      </a:lnTo>
                      <a:lnTo>
                        <a:pt x="55" y="17"/>
                      </a:lnTo>
                      <a:lnTo>
                        <a:pt x="53" y="19"/>
                      </a:lnTo>
                      <a:lnTo>
                        <a:pt x="53" y="23"/>
                      </a:lnTo>
                    </a:path>
                  </a:pathLst>
                </a:custGeom>
                <a:solidFill>
                  <a:srgbClr val="FC012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/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4354" name="Rectangle 102">
            <a:extLst>
              <a:ext uri="{FF2B5EF4-FFF2-40B4-BE49-F238E27FC236}">
                <a16:creationId xmlns:a16="http://schemas.microsoft.com/office/drawing/2014/main" id="{41844472-E966-7E41-924E-135B85A46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220913"/>
            <a:ext cx="358775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4355" name="Line 103">
            <a:extLst>
              <a:ext uri="{FF2B5EF4-FFF2-40B4-BE49-F238E27FC236}">
                <a16:creationId xmlns:a16="http://schemas.microsoft.com/office/drawing/2014/main" id="{E9E377CB-A477-C540-B061-A5AA5BD48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950" y="2071688"/>
            <a:ext cx="0" cy="303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6" name="Rectangle 104">
            <a:extLst>
              <a:ext uri="{FF2B5EF4-FFF2-40B4-BE49-F238E27FC236}">
                <a16:creationId xmlns:a16="http://schemas.microsoft.com/office/drawing/2014/main" id="{EE5215A8-C244-4D44-9FC9-A1A7A3F64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12938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/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</a:t>
            </a:r>
          </a:p>
        </p:txBody>
      </p:sp>
      <p:grpSp>
        <p:nvGrpSpPr>
          <p:cNvPr id="14357" name="Group 105">
            <a:extLst>
              <a:ext uri="{FF2B5EF4-FFF2-40B4-BE49-F238E27FC236}">
                <a16:creationId xmlns:a16="http://schemas.microsoft.com/office/drawing/2014/main" id="{170FEC3D-C340-2040-AAA4-53621B071508}"/>
              </a:ext>
            </a:extLst>
          </p:cNvPr>
          <p:cNvGrpSpPr>
            <a:grpSpLocks/>
          </p:cNvGrpSpPr>
          <p:nvPr/>
        </p:nvGrpSpPr>
        <p:grpSpPr bwMode="auto">
          <a:xfrm>
            <a:off x="1712913" y="1665288"/>
            <a:ext cx="3568700" cy="636587"/>
            <a:chOff x="1111" y="1484"/>
            <a:chExt cx="2248" cy="401"/>
          </a:xfrm>
        </p:grpSpPr>
        <p:sp>
          <p:nvSpPr>
            <p:cNvPr id="14360" name="Rectangle 106">
              <a:extLst>
                <a:ext uri="{FF2B5EF4-FFF2-40B4-BE49-F238E27FC236}">
                  <a16:creationId xmlns:a16="http://schemas.microsoft.com/office/drawing/2014/main" id="{9C4B1C58-EED2-F049-AC0A-025A5A0A8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599"/>
              <a:ext cx="32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zh-CN" altLang="en-US" sz="2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14361" name="Line 107">
              <a:extLst>
                <a:ext uri="{FF2B5EF4-FFF2-40B4-BE49-F238E27FC236}">
                  <a16:creationId xmlns:a16="http://schemas.microsoft.com/office/drawing/2014/main" id="{8FDE09EA-F767-6847-8B03-41AAAB640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4" y="1560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Line 108">
              <a:extLst>
                <a:ext uri="{FF2B5EF4-FFF2-40B4-BE49-F238E27FC236}">
                  <a16:creationId xmlns:a16="http://schemas.microsoft.com/office/drawing/2014/main" id="{5182AD2C-76A8-0F42-A0E0-9B571E53E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4" y="14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63" name="Group 109">
              <a:extLst>
                <a:ext uri="{FF2B5EF4-FFF2-40B4-BE49-F238E27FC236}">
                  <a16:creationId xmlns:a16="http://schemas.microsoft.com/office/drawing/2014/main" id="{50A4106A-E0BB-074E-B57B-F5DCCAD8A3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0" y="1484"/>
              <a:ext cx="384" cy="401"/>
              <a:chOff x="1460" y="1484"/>
              <a:chExt cx="384" cy="401"/>
            </a:xfrm>
          </p:grpSpPr>
          <p:sp>
            <p:nvSpPr>
              <p:cNvPr id="14384" name="Line 110">
                <a:extLst>
                  <a:ext uri="{FF2B5EF4-FFF2-40B4-BE49-F238E27FC236}">
                    <a16:creationId xmlns:a16="http://schemas.microsoft.com/office/drawing/2014/main" id="{8D0D181B-462B-9745-A7A0-ED0EFBA1A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592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5" name="Rectangle 111">
                <a:extLst>
                  <a:ext uri="{FF2B5EF4-FFF2-40B4-BE49-F238E27FC236}">
                    <a16:creationId xmlns:a16="http://schemas.microsoft.com/office/drawing/2014/main" id="{5AE8DD8F-C965-4942-9A89-DB03F9186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599"/>
                <a:ext cx="328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zh-CN" altLang="en-US" sz="2400">
                    <a:latin typeface="Arial" panose="020B0604020202020204" pitchFamily="34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14386" name="Line 112">
                <a:extLst>
                  <a:ext uri="{FF2B5EF4-FFF2-40B4-BE49-F238E27FC236}">
                    <a16:creationId xmlns:a16="http://schemas.microsoft.com/office/drawing/2014/main" id="{F8F65FA6-2D25-AA43-BCC7-E84308D310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4" y="14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364" name="Group 113">
              <a:extLst>
                <a:ext uri="{FF2B5EF4-FFF2-40B4-BE49-F238E27FC236}">
                  <a16:creationId xmlns:a16="http://schemas.microsoft.com/office/drawing/2014/main" id="{EB356C31-276F-7B4B-BE4D-551C47E50C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8" y="1484"/>
              <a:ext cx="384" cy="401"/>
              <a:chOff x="1868" y="1484"/>
              <a:chExt cx="384" cy="401"/>
            </a:xfrm>
          </p:grpSpPr>
          <p:sp>
            <p:nvSpPr>
              <p:cNvPr id="14381" name="Line 114">
                <a:extLst>
                  <a:ext uri="{FF2B5EF4-FFF2-40B4-BE49-F238E27FC236}">
                    <a16:creationId xmlns:a16="http://schemas.microsoft.com/office/drawing/2014/main" id="{E16A1F5C-C5A4-B74F-9C1B-405A74386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" y="1592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2" name="Rectangle 115">
                <a:extLst>
                  <a:ext uri="{FF2B5EF4-FFF2-40B4-BE49-F238E27FC236}">
                    <a16:creationId xmlns:a16="http://schemas.microsoft.com/office/drawing/2014/main" id="{C61D54C8-A24E-4E41-860C-645F71811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7" y="1599"/>
                <a:ext cx="328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zh-CN" altLang="en-US" sz="2400">
                    <a:latin typeface="Arial" panose="020B0604020202020204" pitchFamily="34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14383" name="Line 116">
                <a:extLst>
                  <a:ext uri="{FF2B5EF4-FFF2-40B4-BE49-F238E27FC236}">
                    <a16:creationId xmlns:a16="http://schemas.microsoft.com/office/drawing/2014/main" id="{A61026E1-AD1A-1D46-9296-953D02A61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14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365" name="Group 117">
              <a:extLst>
                <a:ext uri="{FF2B5EF4-FFF2-40B4-BE49-F238E27FC236}">
                  <a16:creationId xmlns:a16="http://schemas.microsoft.com/office/drawing/2014/main" id="{092C7809-AA08-4541-A634-77C851E9BB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1484"/>
              <a:ext cx="384" cy="401"/>
              <a:chOff x="2276" y="1484"/>
              <a:chExt cx="384" cy="401"/>
            </a:xfrm>
          </p:grpSpPr>
          <p:sp>
            <p:nvSpPr>
              <p:cNvPr id="14378" name="Line 118">
                <a:extLst>
                  <a:ext uri="{FF2B5EF4-FFF2-40B4-BE49-F238E27FC236}">
                    <a16:creationId xmlns:a16="http://schemas.microsoft.com/office/drawing/2014/main" id="{D5D58016-1C4F-1A4C-BC8C-313307FE1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6" y="1592"/>
                <a:ext cx="360" cy="0"/>
              </a:xfrm>
              <a:prstGeom prst="line">
                <a:avLst/>
              </a:prstGeom>
              <a:noFill/>
              <a:ln w="50800">
                <a:solidFill>
                  <a:srgbClr val="A2C1F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9" name="Rectangle 119">
                <a:extLst>
                  <a:ext uri="{FF2B5EF4-FFF2-40B4-BE49-F238E27FC236}">
                    <a16:creationId xmlns:a16="http://schemas.microsoft.com/office/drawing/2014/main" id="{040D50EC-3C77-C44B-98B2-28EC70506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1599"/>
                <a:ext cx="328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/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zh-CN" altLang="en-US" sz="2400">
                    <a:latin typeface="Arial" panose="020B0604020202020204" pitchFamily="34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14380" name="Line 120">
                <a:extLst>
                  <a:ext uri="{FF2B5EF4-FFF2-40B4-BE49-F238E27FC236}">
                    <a16:creationId xmlns:a16="http://schemas.microsoft.com/office/drawing/2014/main" id="{3261F9BD-E854-1145-B899-FEF55FE1B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4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66" name="Line 121">
              <a:extLst>
                <a:ext uri="{FF2B5EF4-FFF2-40B4-BE49-F238E27FC236}">
                  <a16:creationId xmlns:a16="http://schemas.microsoft.com/office/drawing/2014/main" id="{1664EE7D-5CF9-8E4D-81BD-F37D8951C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1592"/>
              <a:ext cx="360" cy="0"/>
            </a:xfrm>
            <a:prstGeom prst="line">
              <a:avLst/>
            </a:prstGeom>
            <a:noFill/>
            <a:ln w="50800">
              <a:solidFill>
                <a:srgbClr val="A2C1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7" name="Line 122">
              <a:extLst>
                <a:ext uri="{FF2B5EF4-FFF2-40B4-BE49-F238E27FC236}">
                  <a16:creationId xmlns:a16="http://schemas.microsoft.com/office/drawing/2014/main" id="{C44AB6AE-076D-5E40-9AF7-78C2508DF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4" y="162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8" name="Rectangle 123">
              <a:extLst>
                <a:ext uri="{FF2B5EF4-FFF2-40B4-BE49-F238E27FC236}">
                  <a16:creationId xmlns:a16="http://schemas.microsoft.com/office/drawing/2014/main" id="{FD41EA8F-159B-AC44-8880-A9611C877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3" y="1599"/>
              <a:ext cx="32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zh-CN" altLang="en-US" sz="2400">
                  <a:latin typeface="Arial" panose="020B0604020202020204" pitchFamily="34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14369" name="Rectangle 124">
              <a:extLst>
                <a:ext uri="{FF2B5EF4-FFF2-40B4-BE49-F238E27FC236}">
                  <a16:creationId xmlns:a16="http://schemas.microsoft.com/office/drawing/2014/main" id="{1B3D77BB-5B51-7D4B-811C-815D233B0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1" y="1599"/>
              <a:ext cx="32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/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zh-CN" altLang="en-US" sz="2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14370" name="Line 125">
              <a:extLst>
                <a:ext uri="{FF2B5EF4-FFF2-40B4-BE49-F238E27FC236}">
                  <a16:creationId xmlns:a16="http://schemas.microsoft.com/office/drawing/2014/main" id="{462996EC-C223-8343-8425-D6DB10349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8" y="14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1" name="Line 126">
              <a:extLst>
                <a:ext uri="{FF2B5EF4-FFF2-40B4-BE49-F238E27FC236}">
                  <a16:creationId xmlns:a16="http://schemas.microsoft.com/office/drawing/2014/main" id="{35DD68FF-781D-1A4C-8294-B8BE1F579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14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2" name="Line 127">
              <a:extLst>
                <a:ext uri="{FF2B5EF4-FFF2-40B4-BE49-F238E27FC236}">
                  <a16:creationId xmlns:a16="http://schemas.microsoft.com/office/drawing/2014/main" id="{BFE383B0-1664-664B-93CD-8CA69170B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1560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3" name="Line 128">
              <a:extLst>
                <a:ext uri="{FF2B5EF4-FFF2-40B4-BE49-F238E27FC236}">
                  <a16:creationId xmlns:a16="http://schemas.microsoft.com/office/drawing/2014/main" id="{D29A9570-4692-FB4C-864C-4F95F3FD1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1560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Line 129">
              <a:extLst>
                <a:ext uri="{FF2B5EF4-FFF2-40B4-BE49-F238E27FC236}">
                  <a16:creationId xmlns:a16="http://schemas.microsoft.com/office/drawing/2014/main" id="{F5058341-1881-674E-99FE-989AF2465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8" y="1560"/>
              <a:ext cx="288" cy="0"/>
            </a:xfrm>
            <a:prstGeom prst="line">
              <a:avLst/>
            </a:prstGeom>
            <a:noFill/>
            <a:ln w="50800">
              <a:solidFill>
                <a:srgbClr val="F6BF6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Line 130">
              <a:extLst>
                <a:ext uri="{FF2B5EF4-FFF2-40B4-BE49-F238E27FC236}">
                  <a16:creationId xmlns:a16="http://schemas.microsoft.com/office/drawing/2014/main" id="{B8F22D73-6D85-8D48-B2E1-C7803F78F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" y="162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6" name="Line 131">
              <a:extLst>
                <a:ext uri="{FF2B5EF4-FFF2-40B4-BE49-F238E27FC236}">
                  <a16:creationId xmlns:a16="http://schemas.microsoft.com/office/drawing/2014/main" id="{BB824727-A105-D843-BF76-54399F324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6" y="162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7" name="Line 132">
              <a:extLst>
                <a:ext uri="{FF2B5EF4-FFF2-40B4-BE49-F238E27FC236}">
                  <a16:creationId xmlns:a16="http://schemas.microsoft.com/office/drawing/2014/main" id="{6FC4026A-7656-7249-93D0-8576BFCFE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1624"/>
              <a:ext cx="21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606" name="Text Box 134">
            <a:extLst>
              <a:ext uri="{FF2B5EF4-FFF2-40B4-BE49-F238E27FC236}">
                <a16:creationId xmlns:a16="http://schemas.microsoft.com/office/drawing/2014/main" id="{DAA71B0D-ACCB-7C49-A6AF-D7FCC476E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513" y="3298825"/>
            <a:ext cx="3314700" cy="318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流水线方式下，需</a:t>
            </a:r>
            <a:r>
              <a:rPr lang="en-US" altLang="zh-CN" sz="2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30+4x40+20</a:t>
            </a:r>
          </a:p>
          <a:p>
            <a:pPr>
              <a:spcBef>
                <a:spcPct val="20000"/>
              </a:spcBef>
            </a:pPr>
            <a:r>
              <a:rPr lang="en-US" altLang="zh-CN" sz="2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=210</a:t>
            </a:r>
            <a:r>
              <a:rPr lang="zh-CN" altLang="en-US" sz="2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</a:t>
            </a:r>
            <a:r>
              <a:rPr lang="en-US" altLang="zh-CN" sz="2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(3.5</a:t>
            </a:r>
            <a:r>
              <a:rPr lang="zh-CN" altLang="en-US" sz="2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小时</a:t>
            </a:r>
            <a:r>
              <a:rPr lang="en-US" altLang="zh-CN" sz="2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如果有</a:t>
            </a:r>
            <a:r>
              <a:rPr lang="en-US" altLang="zh-CN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批衣服呢？</a:t>
            </a:r>
          </a:p>
          <a:p>
            <a:pPr>
              <a:spcBef>
                <a:spcPct val="20000"/>
              </a:spcBef>
            </a:pPr>
            <a:r>
              <a:rPr lang="en-US" altLang="zh-CN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30+Nx40+20</a:t>
            </a:r>
            <a:r>
              <a:rPr lang="zh-CN" altLang="en-US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分钟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假定每一步时间均衡，则比串行方式提高约</a:t>
            </a:r>
            <a:r>
              <a:rPr lang="en-US" altLang="zh-CN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倍！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endParaRPr lang="en-US" altLang="zh-CN" sz="220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5607" name="Text Box 135">
            <a:extLst>
              <a:ext uri="{FF2B5EF4-FFF2-40B4-BE49-F238E27FC236}">
                <a16:creationId xmlns:a16="http://schemas.microsoft.com/office/drawing/2014/main" id="{11848285-9219-9D4E-AB26-32D01A47F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5556250"/>
            <a:ext cx="36020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ea typeface="宋体" panose="02010600030101010101" pitchFamily="2" charset="-122"/>
              </a:rPr>
              <a:t>流水方式下，所用时间主要与最长阶段的时间有关！</a:t>
            </a:r>
            <a:endParaRPr lang="en-US" altLang="zh-CN" sz="2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5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56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5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56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D35D475-F7C7-234B-8FF4-15EB08DD6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18160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复习：</a:t>
            </a:r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指令的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个阶段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34BCC95-816E-6C45-A9A1-CF07BD2B1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4963" y="1736725"/>
            <a:ext cx="8640762" cy="41338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en-US" altLang="zh-CN" sz="2000">
                <a:ea typeface="黑体" panose="02010609060101010101" pitchFamily="49" charset="-122"/>
              </a:rPr>
              <a:t>Ifetch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取指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>
                <a:ea typeface="黑体" panose="02010609060101010101" pitchFamily="49" charset="-122"/>
              </a:rPr>
              <a:t> : </a:t>
            </a:r>
            <a:r>
              <a:rPr lang="zh-CN" altLang="en-US" sz="2000">
                <a:ea typeface="黑体" panose="02010609060101010101" pitchFamily="49" charset="-122"/>
              </a:rPr>
              <a:t>取指令并计算</a:t>
            </a:r>
            <a:r>
              <a:rPr lang="en-US" altLang="zh-CN" sz="2000">
                <a:ea typeface="黑体" panose="02010609060101010101" pitchFamily="49" charset="-122"/>
              </a:rPr>
              <a:t>PC+4 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2"/>
                </a:solidFill>
                <a:ea typeface="黑体" panose="02010609060101010101" pitchFamily="49" charset="-122"/>
              </a:rPr>
              <a:t>用到哪些部件？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115000"/>
              </a:lnSpc>
              <a:spcBef>
                <a:spcPct val="20000"/>
              </a:spcBef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en-US" altLang="zh-CN" sz="2000">
                <a:ea typeface="黑体" panose="02010609060101010101" pitchFamily="49" charset="-122"/>
              </a:rPr>
              <a:t>Reg/Dec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取数和译码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>
                <a:ea typeface="黑体" panose="02010609060101010101" pitchFamily="49" charset="-122"/>
              </a:rPr>
              <a:t> : </a:t>
            </a:r>
            <a:r>
              <a:rPr lang="zh-CN" altLang="en-US" sz="2000">
                <a:ea typeface="黑体" panose="02010609060101010101" pitchFamily="49" charset="-122"/>
              </a:rPr>
              <a:t>取数同时译码 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2"/>
                </a:solidFill>
                <a:ea typeface="黑体" panose="02010609060101010101" pitchFamily="49" charset="-122"/>
              </a:rPr>
              <a:t>用到哪些部件？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endParaRPr lang="zh-CN" altLang="en-US" sz="200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15000"/>
              </a:lnSpc>
              <a:spcBef>
                <a:spcPct val="20000"/>
              </a:spcBef>
            </a:pPr>
            <a:endParaRPr lang="zh-CN" altLang="en-US" sz="2000"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en-US" altLang="zh-CN" sz="2000">
                <a:ea typeface="黑体" panose="02010609060101010101" pitchFamily="49" charset="-122"/>
              </a:rPr>
              <a:t>Exec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执行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>
                <a:ea typeface="黑体" panose="02010609060101010101" pitchFamily="49" charset="-122"/>
              </a:rPr>
              <a:t> : </a:t>
            </a:r>
            <a:r>
              <a:rPr lang="zh-CN" altLang="en-US" sz="2000">
                <a:ea typeface="黑体" panose="02010609060101010101" pitchFamily="49" charset="-122"/>
              </a:rPr>
              <a:t>计算内存单元地址 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2"/>
                </a:solidFill>
                <a:ea typeface="黑体" panose="02010609060101010101" pitchFamily="49" charset="-122"/>
              </a:rPr>
              <a:t>用到哪些部件？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endParaRPr lang="zh-CN" altLang="en-US" sz="200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15000"/>
              </a:lnSpc>
              <a:spcBef>
                <a:spcPct val="20000"/>
              </a:spcBef>
            </a:pPr>
            <a:endParaRPr lang="zh-CN" altLang="en-US" sz="2000"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en-US" altLang="zh-CN" sz="2000">
                <a:ea typeface="黑体" panose="02010609060101010101" pitchFamily="49" charset="-122"/>
              </a:rPr>
              <a:t>Mem 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读存储器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>
                <a:ea typeface="黑体" panose="02010609060101010101" pitchFamily="49" charset="-122"/>
              </a:rPr>
              <a:t> : </a:t>
            </a:r>
            <a:r>
              <a:rPr lang="zh-CN" altLang="en-US" sz="2000">
                <a:ea typeface="黑体" panose="02010609060101010101" pitchFamily="49" charset="-122"/>
              </a:rPr>
              <a:t>从数据存储器中读 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2"/>
                </a:solidFill>
                <a:ea typeface="黑体" panose="02010609060101010101" pitchFamily="49" charset="-122"/>
              </a:rPr>
              <a:t>用到哪些部件？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endParaRPr lang="zh-CN" altLang="en-US" sz="200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15000"/>
              </a:lnSpc>
              <a:spcBef>
                <a:spcPct val="20000"/>
              </a:spcBef>
            </a:pPr>
            <a:endParaRPr lang="zh-CN" altLang="en-US" sz="2000"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en-US" altLang="zh-CN" sz="2000">
                <a:ea typeface="黑体" panose="02010609060101010101" pitchFamily="49" charset="-122"/>
              </a:rPr>
              <a:t>Wr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写寄存器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>
                <a:ea typeface="黑体" panose="02010609060101010101" pitchFamily="49" charset="-122"/>
              </a:rPr>
              <a:t>: </a:t>
            </a:r>
            <a:r>
              <a:rPr lang="zh-CN" altLang="en-US" sz="2000">
                <a:ea typeface="黑体" panose="02010609060101010101" pitchFamily="49" charset="-122"/>
              </a:rPr>
              <a:t>将数据写到寄存器中 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accent2"/>
                </a:solidFill>
                <a:ea typeface="黑体" panose="02010609060101010101" pitchFamily="49" charset="-122"/>
              </a:rPr>
              <a:t>用到哪些部件？</a:t>
            </a:r>
            <a:r>
              <a:rPr lang="en-US" altLang="zh-CN" sz="200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endParaRPr lang="zh-CN" altLang="en-US" sz="200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15000"/>
              </a:lnSpc>
              <a:spcBef>
                <a:spcPct val="30000"/>
              </a:spcBef>
            </a:pPr>
            <a:endParaRPr lang="zh-CN" altLang="en-US" sz="2000">
              <a:ea typeface="黑体" panose="02010609060101010101" pitchFamily="49" charset="-122"/>
            </a:endParaRPr>
          </a:p>
        </p:txBody>
      </p:sp>
      <p:grpSp>
        <p:nvGrpSpPr>
          <p:cNvPr id="15364" name="Group 68">
            <a:extLst>
              <a:ext uri="{FF2B5EF4-FFF2-40B4-BE49-F238E27FC236}">
                <a16:creationId xmlns:a16="http://schemas.microsoft.com/office/drawing/2014/main" id="{5C16C67F-E1FD-5E46-AD00-5D04D4870B99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771525"/>
            <a:ext cx="7451725" cy="795338"/>
            <a:chOff x="985" y="707"/>
            <a:chExt cx="4110" cy="501"/>
          </a:xfrm>
        </p:grpSpPr>
        <p:sp>
          <p:nvSpPr>
            <p:cNvPr id="15372" name="Line 33">
              <a:extLst>
                <a:ext uri="{FF2B5EF4-FFF2-40B4-BE49-F238E27FC236}">
                  <a16:creationId xmlns:a16="http://schemas.microsoft.com/office/drawing/2014/main" id="{0C78EA3B-E398-A24E-AA47-62AE2924F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5" y="708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3" name="Line 34">
              <a:extLst>
                <a:ext uri="{FF2B5EF4-FFF2-40B4-BE49-F238E27FC236}">
                  <a16:creationId xmlns:a16="http://schemas.microsoft.com/office/drawing/2014/main" id="{CEADA90F-B860-D84B-876C-15035FDC82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4" y="708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4" name="Rectangle 35">
              <a:extLst>
                <a:ext uri="{FF2B5EF4-FFF2-40B4-BE49-F238E27FC236}">
                  <a16:creationId xmlns:a16="http://schemas.microsoft.com/office/drawing/2014/main" id="{5A2286AF-D7F2-9945-A5CB-449D1FBAF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716"/>
              <a:ext cx="43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阶段</a:t>
              </a:r>
              <a:r>
                <a:rPr lang="en-US" altLang="zh-CN"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5375" name="Rectangle 36">
              <a:extLst>
                <a:ext uri="{FF2B5EF4-FFF2-40B4-BE49-F238E27FC236}">
                  <a16:creationId xmlns:a16="http://schemas.microsoft.com/office/drawing/2014/main" id="{D9BEEF4C-7A21-3740-9F84-007A9D75B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4" y="716"/>
              <a:ext cx="42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阶段</a:t>
              </a: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5376" name="Line 37">
              <a:extLst>
                <a:ext uri="{FF2B5EF4-FFF2-40B4-BE49-F238E27FC236}">
                  <a16:creationId xmlns:a16="http://schemas.microsoft.com/office/drawing/2014/main" id="{9FE37622-3E5A-3E42-9C61-97A568AC36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7" y="708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Line 38">
              <a:extLst>
                <a:ext uri="{FF2B5EF4-FFF2-40B4-BE49-F238E27FC236}">
                  <a16:creationId xmlns:a16="http://schemas.microsoft.com/office/drawing/2014/main" id="{F7A3FD14-C42A-264E-902D-AE6A5D192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8" y="708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39">
              <a:extLst>
                <a:ext uri="{FF2B5EF4-FFF2-40B4-BE49-F238E27FC236}">
                  <a16:creationId xmlns:a16="http://schemas.microsoft.com/office/drawing/2014/main" id="{20C05137-1CB3-3B4E-B5AD-D0BA12F46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1" y="708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Line 40">
              <a:extLst>
                <a:ext uri="{FF2B5EF4-FFF2-40B4-BE49-F238E27FC236}">
                  <a16:creationId xmlns:a16="http://schemas.microsoft.com/office/drawing/2014/main" id="{98C24ADA-BDBB-6349-ABB1-A8DCF8702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5" y="735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Rectangle 41">
              <a:extLst>
                <a:ext uri="{FF2B5EF4-FFF2-40B4-BE49-F238E27FC236}">
                  <a16:creationId xmlns:a16="http://schemas.microsoft.com/office/drawing/2014/main" id="{C3A5AB7F-EB41-BD41-84A6-86CFEDF25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716"/>
              <a:ext cx="4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阶段</a:t>
              </a:r>
              <a:r>
                <a:rPr lang="zh-CN" altLang="en-US"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5381" name="Rectangle 42">
              <a:extLst>
                <a:ext uri="{FF2B5EF4-FFF2-40B4-BE49-F238E27FC236}">
                  <a16:creationId xmlns:a16="http://schemas.microsoft.com/office/drawing/2014/main" id="{C0D1C95F-1CDE-B749-AA08-883A1995A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707"/>
              <a:ext cx="45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阶段 </a:t>
              </a: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15382" name="Rectangle 43">
              <a:extLst>
                <a:ext uri="{FF2B5EF4-FFF2-40B4-BE49-F238E27FC236}">
                  <a16:creationId xmlns:a16="http://schemas.microsoft.com/office/drawing/2014/main" id="{017D372B-A93A-F54C-805D-58EABECF1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" y="716"/>
              <a:ext cx="42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阶段</a:t>
              </a: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5</a:t>
              </a:r>
            </a:p>
          </p:txBody>
        </p:sp>
        <p:grpSp>
          <p:nvGrpSpPr>
            <p:cNvPr id="15383" name="Group 45">
              <a:extLst>
                <a:ext uri="{FF2B5EF4-FFF2-40B4-BE49-F238E27FC236}">
                  <a16:creationId xmlns:a16="http://schemas.microsoft.com/office/drawing/2014/main" id="{47E3E992-6757-FF40-AEB8-5EB9A41E78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9" y="979"/>
              <a:ext cx="866" cy="229"/>
              <a:chOff x="1256" y="1008"/>
              <a:chExt cx="512" cy="229"/>
            </a:xfrm>
          </p:grpSpPr>
          <p:sp>
            <p:nvSpPr>
              <p:cNvPr id="15393" name="Rectangle 46">
                <a:extLst>
                  <a:ext uri="{FF2B5EF4-FFF2-40B4-BE49-F238E27FC236}">
                    <a16:creationId xmlns:a16="http://schemas.microsoft.com/office/drawing/2014/main" id="{F174AFE4-10F3-CC40-85E5-04916E6F7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5394" name="Rectangle 47">
                <a:extLst>
                  <a:ext uri="{FF2B5EF4-FFF2-40B4-BE49-F238E27FC236}">
                    <a16:creationId xmlns:a16="http://schemas.microsoft.com/office/drawing/2014/main" id="{B9F303FB-5922-9245-BD8A-31E87120E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1008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800">
                    <a:latin typeface="Arial" panose="020B0604020202020204" pitchFamily="34" charset="0"/>
                    <a:ea typeface="黑体" panose="02010609060101010101" pitchFamily="49" charset="-122"/>
                  </a:rPr>
                  <a:t>Ifetch</a:t>
                </a:r>
              </a:p>
            </p:txBody>
          </p:sp>
        </p:grpSp>
        <p:grpSp>
          <p:nvGrpSpPr>
            <p:cNvPr id="15384" name="Group 48">
              <a:extLst>
                <a:ext uri="{FF2B5EF4-FFF2-40B4-BE49-F238E27FC236}">
                  <a16:creationId xmlns:a16="http://schemas.microsoft.com/office/drawing/2014/main" id="{D88F7C18-8F66-954C-B324-838CF8F8F8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" y="979"/>
              <a:ext cx="604" cy="229"/>
              <a:chOff x="1767" y="1008"/>
              <a:chExt cx="548" cy="229"/>
            </a:xfrm>
          </p:grpSpPr>
          <p:sp>
            <p:nvSpPr>
              <p:cNvPr id="15391" name="Rectangle 49">
                <a:extLst>
                  <a:ext uri="{FF2B5EF4-FFF2-40B4-BE49-F238E27FC236}">
                    <a16:creationId xmlns:a16="http://schemas.microsoft.com/office/drawing/2014/main" id="{08946095-7290-C040-9494-F13F93D43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5392" name="Rectangle 50">
                <a:extLst>
                  <a:ext uri="{FF2B5EF4-FFF2-40B4-BE49-F238E27FC236}">
                    <a16:creationId xmlns:a16="http://schemas.microsoft.com/office/drawing/2014/main" id="{7B7F70D1-D2DA-A949-9086-B5D3A7650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08"/>
                <a:ext cx="54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800">
                    <a:latin typeface="Arial" panose="020B0604020202020204" pitchFamily="34" charset="0"/>
                    <a:ea typeface="黑体" panose="02010609060101010101" pitchFamily="49" charset="-122"/>
                  </a:rPr>
                  <a:t>Reg/Dec</a:t>
                </a:r>
              </a:p>
            </p:txBody>
          </p:sp>
        </p:grpSp>
        <p:sp>
          <p:nvSpPr>
            <p:cNvPr id="15385" name="Rectangle 52">
              <a:extLst>
                <a:ext uri="{FF2B5EF4-FFF2-40B4-BE49-F238E27FC236}">
                  <a16:creationId xmlns:a16="http://schemas.microsoft.com/office/drawing/2014/main" id="{B6B6E258-FE70-3549-BA43-BFB070FE8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" y="987"/>
              <a:ext cx="1047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86" name="Rectangle 53">
              <a:extLst>
                <a:ext uri="{FF2B5EF4-FFF2-40B4-BE49-F238E27FC236}">
                  <a16:creationId xmlns:a16="http://schemas.microsoft.com/office/drawing/2014/main" id="{10D71BDC-DC1A-A844-8FEF-AAACCC85A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" y="979"/>
              <a:ext cx="3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Exec</a:t>
              </a:r>
            </a:p>
          </p:txBody>
        </p:sp>
        <p:sp>
          <p:nvSpPr>
            <p:cNvPr id="15387" name="Rectangle 55">
              <a:extLst>
                <a:ext uri="{FF2B5EF4-FFF2-40B4-BE49-F238E27FC236}">
                  <a16:creationId xmlns:a16="http://schemas.microsoft.com/office/drawing/2014/main" id="{38AAA3A6-6E73-8F49-9927-F024DC49E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" y="987"/>
              <a:ext cx="10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88" name="Rectangle 56">
              <a:extLst>
                <a:ext uri="{FF2B5EF4-FFF2-40B4-BE49-F238E27FC236}">
                  <a16:creationId xmlns:a16="http://schemas.microsoft.com/office/drawing/2014/main" id="{9358B397-8F84-FA44-AAC8-B7693F288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" y="979"/>
              <a:ext cx="38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Mem</a:t>
              </a:r>
            </a:p>
          </p:txBody>
        </p:sp>
        <p:sp>
          <p:nvSpPr>
            <p:cNvPr id="15389" name="Rectangle 58">
              <a:extLst>
                <a:ext uri="{FF2B5EF4-FFF2-40B4-BE49-F238E27FC236}">
                  <a16:creationId xmlns:a16="http://schemas.microsoft.com/office/drawing/2014/main" id="{73789339-71FD-5C45-B6D0-6F4A2A223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987"/>
              <a:ext cx="60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90" name="Rectangle 59">
              <a:extLst>
                <a:ext uri="{FF2B5EF4-FFF2-40B4-BE49-F238E27FC236}">
                  <a16:creationId xmlns:a16="http://schemas.microsoft.com/office/drawing/2014/main" id="{4BA02F29-9826-D94C-9881-F0D400A5C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" y="979"/>
              <a:ext cx="35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Wr</a:t>
              </a:r>
            </a:p>
          </p:txBody>
        </p:sp>
      </p:grpSp>
      <p:sp>
        <p:nvSpPr>
          <p:cNvPr id="173117" name="Rectangle 61">
            <a:extLst>
              <a:ext uri="{FF2B5EF4-FFF2-40B4-BE49-F238E27FC236}">
                <a16:creationId xmlns:a16="http://schemas.microsoft.com/office/drawing/2014/main" id="{9E7FB826-20F1-3A40-87AB-0776BA1C0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0" y="2117725"/>
            <a:ext cx="290988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lnSpc>
                <a:spcPct val="115000"/>
              </a:lnSpc>
              <a:spcBef>
                <a:spcPct val="30000"/>
              </a:spcBef>
              <a:buSzPct val="100000"/>
            </a:pPr>
            <a:r>
              <a:rPr lang="zh-CN" altLang="en-US" sz="2000">
                <a:solidFill>
                  <a:srgbClr val="E67F1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指令存储器、</a:t>
            </a:r>
            <a:r>
              <a:rPr lang="en-US" altLang="zh-CN" sz="2000">
                <a:solidFill>
                  <a:srgbClr val="E67F1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Adder</a:t>
            </a:r>
            <a:endParaRPr lang="zh-CN" altLang="en-US" sz="2000">
              <a:solidFill>
                <a:srgbClr val="E67F18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3118" name="Rectangle 62">
            <a:extLst>
              <a:ext uri="{FF2B5EF4-FFF2-40B4-BE49-F238E27FC236}">
                <a16:creationId xmlns:a16="http://schemas.microsoft.com/office/drawing/2014/main" id="{25E39A6E-26CE-B042-BC4A-F36A6001A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2940050"/>
            <a:ext cx="325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E67F1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寄存器堆读口、指令译码器</a:t>
            </a:r>
          </a:p>
        </p:txBody>
      </p:sp>
      <p:sp>
        <p:nvSpPr>
          <p:cNvPr id="173119" name="Rectangle 63">
            <a:extLst>
              <a:ext uri="{FF2B5EF4-FFF2-40B4-BE49-F238E27FC236}">
                <a16:creationId xmlns:a16="http://schemas.microsoft.com/office/drawing/2014/main" id="{CD0FC4B3-F91A-EB45-987A-C62355F9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3827463"/>
            <a:ext cx="173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E67F1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扩展器、</a:t>
            </a:r>
            <a:r>
              <a:rPr lang="en-US" altLang="zh-CN" sz="2000">
                <a:solidFill>
                  <a:srgbClr val="E67F1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endParaRPr lang="zh-CN" altLang="en-US" sz="2000">
              <a:solidFill>
                <a:srgbClr val="E67F18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3120" name="Rectangle 64">
            <a:extLst>
              <a:ext uri="{FF2B5EF4-FFF2-40B4-BE49-F238E27FC236}">
                <a16:creationId xmlns:a16="http://schemas.microsoft.com/office/drawing/2014/main" id="{6F330468-3573-404F-A103-5D3809394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425" y="4627563"/>
            <a:ext cx="1462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E67F1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数据存储器</a:t>
            </a:r>
          </a:p>
        </p:txBody>
      </p:sp>
      <p:sp>
        <p:nvSpPr>
          <p:cNvPr id="173121" name="Rectangle 65">
            <a:extLst>
              <a:ext uri="{FF2B5EF4-FFF2-40B4-BE49-F238E27FC236}">
                <a16:creationId xmlns:a16="http://schemas.microsoft.com/office/drawing/2014/main" id="{F4B38EC9-E95B-744B-9CB7-6EDAC3982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5408613"/>
            <a:ext cx="1717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E67F18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寄存器堆写口</a:t>
            </a:r>
          </a:p>
        </p:txBody>
      </p:sp>
      <p:sp>
        <p:nvSpPr>
          <p:cNvPr id="173123" name="Text Box 67">
            <a:extLst>
              <a:ext uri="{FF2B5EF4-FFF2-40B4-BE49-F238E27FC236}">
                <a16:creationId xmlns:a16="http://schemas.microsoft.com/office/drawing/2014/main" id="{FB0116C6-A312-CE4E-94A6-4BB8037AD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3003550"/>
            <a:ext cx="1685925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008000"/>
                </a:solidFill>
                <a:ea typeface="黑体" panose="02010609060101010101" pitchFamily="49" charset="-122"/>
              </a:rPr>
              <a:t>这里寄存器堆的读口和写口可看成两个不同的部件。</a:t>
            </a:r>
          </a:p>
        </p:txBody>
      </p:sp>
      <p:sp>
        <p:nvSpPr>
          <p:cNvPr id="173125" name="Text Box 69">
            <a:extLst>
              <a:ext uri="{FF2B5EF4-FFF2-40B4-BE49-F238E27FC236}">
                <a16:creationId xmlns:a16="http://schemas.microsoft.com/office/drawing/2014/main" id="{6AE724E7-C474-2248-8522-9713E0592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5907088"/>
            <a:ext cx="782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指令的执行过程是否和</a:t>
            </a:r>
            <a:r>
              <a:rPr lang="zh-CN" altLang="en-US" sz="22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洗衣</a:t>
            </a:r>
            <a:r>
              <a:rPr lang="zh-CN" altLang="en-US" sz="22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过程类似？是否可以采用类似方式来执行指令呢？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117" grpId="0"/>
      <p:bldP spid="173118" grpId="0"/>
      <p:bldP spid="173119" grpId="0"/>
      <p:bldP spid="173120" grpId="0"/>
      <p:bldP spid="1731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D87A842-0F98-1740-BAE3-012DCF6C0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0088" y="200025"/>
            <a:ext cx="5562600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单周期指令模型与流水模型的性能比较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E09E50A5-2F10-0A4B-913A-7F4528A0A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585788"/>
            <a:ext cx="8258175" cy="5761037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假定以下每步操作所花时间为：</a:t>
            </a:r>
            <a:endParaRPr lang="en-US" altLang="zh-CN" sz="2000"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取指：</a:t>
            </a:r>
            <a:r>
              <a:rPr lang="en-US" altLang="zh-CN" sz="2000">
                <a:ea typeface="黑体" panose="02010609060101010101" pitchFamily="49" charset="-122"/>
              </a:rPr>
              <a:t>2ns</a:t>
            </a:r>
            <a:endParaRPr lang="zh-CN" altLang="en-US" sz="2000"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寄存器读：</a:t>
            </a:r>
            <a:r>
              <a:rPr lang="en-US" altLang="zh-CN" sz="2000">
                <a:ea typeface="黑体" panose="02010609060101010101" pitchFamily="49" charset="-122"/>
              </a:rPr>
              <a:t>1ns</a:t>
            </a:r>
            <a:endParaRPr lang="zh-CN" altLang="en-US" sz="2000"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10000"/>
              </a:spcBef>
            </a:pPr>
            <a:r>
              <a:rPr lang="en-US" altLang="zh-CN" sz="2000">
                <a:ea typeface="黑体" panose="02010609060101010101" pitchFamily="49" charset="-122"/>
              </a:rPr>
              <a:t>ALU</a:t>
            </a:r>
            <a:r>
              <a:rPr lang="zh-CN" altLang="en-US" sz="2000">
                <a:ea typeface="黑体" panose="02010609060101010101" pitchFamily="49" charset="-122"/>
              </a:rPr>
              <a:t>操作：</a:t>
            </a:r>
            <a:r>
              <a:rPr lang="en-US" altLang="zh-CN" sz="2000">
                <a:ea typeface="黑体" panose="02010609060101010101" pitchFamily="49" charset="-122"/>
              </a:rPr>
              <a:t>2ns</a:t>
            </a:r>
            <a:endParaRPr lang="zh-CN" altLang="en-US" sz="2000"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存储器读：</a:t>
            </a:r>
            <a:r>
              <a:rPr lang="en-US" altLang="zh-CN" sz="2000">
                <a:ea typeface="黑体" panose="02010609060101010101" pitchFamily="49" charset="-122"/>
              </a:rPr>
              <a:t>2ns</a:t>
            </a:r>
            <a:endParaRPr lang="zh-CN" altLang="en-US" sz="2000"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寄存器写：</a:t>
            </a:r>
            <a:r>
              <a:rPr lang="en-US" altLang="zh-CN" sz="2000">
                <a:ea typeface="黑体" panose="02010609060101010101" pitchFamily="49" charset="-122"/>
              </a:rPr>
              <a:t>1ns</a:t>
            </a:r>
          </a:p>
          <a:p>
            <a:pPr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单周期模型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每条指令在一个时钟周期内完成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时钟周期等于最长的</a:t>
            </a:r>
            <a:r>
              <a:rPr lang="en-US" altLang="zh-CN" sz="2000">
                <a:ea typeface="黑体" panose="02010609060101010101" pitchFamily="49" charset="-122"/>
              </a:rPr>
              <a:t>lw</a:t>
            </a:r>
            <a:r>
              <a:rPr lang="zh-CN" altLang="en-US" sz="2000">
                <a:ea typeface="黑体" panose="02010609060101010101" pitchFamily="49" charset="-122"/>
              </a:rPr>
              <a:t>指令的执行时间，即：</a:t>
            </a:r>
            <a:r>
              <a:rPr lang="en-US" altLang="zh-CN" sz="2000">
                <a:ea typeface="黑体" panose="02010609060101010101" pitchFamily="49" charset="-122"/>
              </a:rPr>
              <a:t>8ns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串行执行时，</a:t>
            </a:r>
            <a:r>
              <a:rPr lang="en-US" altLang="zh-CN" sz="2000">
                <a:ea typeface="黑体" panose="02010609060101010101" pitchFamily="49" charset="-122"/>
              </a:rPr>
              <a:t>N</a:t>
            </a:r>
            <a:r>
              <a:rPr lang="zh-CN" altLang="en-US" sz="2000">
                <a:ea typeface="黑体" panose="02010609060101010101" pitchFamily="49" charset="-122"/>
              </a:rPr>
              <a:t>条指令的执行时间为：</a:t>
            </a:r>
            <a:r>
              <a:rPr lang="en-US" altLang="zh-CN" sz="2000">
                <a:ea typeface="黑体" panose="02010609060101010101" pitchFamily="49" charset="-122"/>
              </a:rPr>
              <a:t>8Nns</a:t>
            </a:r>
          </a:p>
          <a:p>
            <a:pPr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流水线性能</a:t>
            </a:r>
            <a:endParaRPr lang="en-US" altLang="zh-CN" sz="2000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时钟周期等于最长阶段所花时间为：</a:t>
            </a:r>
            <a:r>
              <a:rPr lang="en-US" altLang="zh-CN" sz="2000">
                <a:ea typeface="黑体" panose="02010609060101010101" pitchFamily="49" charset="-122"/>
              </a:rPr>
              <a:t>2ns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每条指令的执行时间为：</a:t>
            </a:r>
            <a:r>
              <a:rPr lang="en-US" altLang="zh-CN" sz="2000">
                <a:ea typeface="黑体" panose="02010609060101010101" pitchFamily="49" charset="-122"/>
              </a:rPr>
              <a:t> 2nsx5=10ns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altLang="zh-CN" sz="2000">
                <a:ea typeface="黑体" panose="02010609060101010101" pitchFamily="49" charset="-122"/>
              </a:rPr>
              <a:t>N</a:t>
            </a:r>
            <a:r>
              <a:rPr lang="zh-CN" altLang="en-US" sz="2000">
                <a:ea typeface="黑体" panose="02010609060101010101" pitchFamily="49" charset="-122"/>
              </a:rPr>
              <a:t>条指令的执行时间为：</a:t>
            </a:r>
            <a:r>
              <a:rPr lang="en-US" altLang="zh-CN" sz="2000">
                <a:ea typeface="黑体" panose="02010609060101010101" pitchFamily="49" charset="-122"/>
              </a:rPr>
              <a:t>(4+N)x2ns</a:t>
            </a:r>
            <a:endParaRPr lang="en-US" altLang="zh-CN" sz="200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在</a:t>
            </a:r>
            <a:r>
              <a:rPr lang="en-US" altLang="zh-CN" sz="2000">
                <a:ea typeface="黑体" panose="02010609060101010101" pitchFamily="49" charset="-122"/>
              </a:rPr>
              <a:t>N</a:t>
            </a:r>
            <a:r>
              <a:rPr lang="zh-CN" altLang="en-US" sz="2000">
                <a:ea typeface="黑体" panose="02010609060101010101" pitchFamily="49" charset="-122"/>
              </a:rPr>
              <a:t>很大时，比串行方式提高约 </a:t>
            </a:r>
            <a:r>
              <a:rPr lang="en-US" altLang="zh-CN" sz="2000">
                <a:ea typeface="黑体" panose="02010609060101010101" pitchFamily="49" charset="-122"/>
              </a:rPr>
              <a:t>4 </a:t>
            </a:r>
            <a:r>
              <a:rPr lang="zh-CN" altLang="en-US" sz="2000">
                <a:ea typeface="黑体" panose="02010609060101010101" pitchFamily="49" charset="-122"/>
              </a:rPr>
              <a:t>倍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若各阶段操作均衡</a:t>
            </a:r>
            <a:r>
              <a:rPr lang="en-US" altLang="zh-CN" sz="2000">
                <a:ea typeface="黑体" panose="02010609060101010101" pitchFamily="49" charset="-122"/>
              </a:rPr>
              <a:t>(</a:t>
            </a:r>
            <a:r>
              <a:rPr lang="zh-CN" altLang="en-US" sz="2000">
                <a:ea typeface="黑体" panose="02010609060101010101" pitchFamily="49" charset="-122"/>
              </a:rPr>
              <a:t>例如，各阶段都是</a:t>
            </a:r>
            <a:r>
              <a:rPr lang="en-US" altLang="zh-CN" sz="2000">
                <a:ea typeface="黑体" panose="02010609060101010101" pitchFamily="49" charset="-122"/>
              </a:rPr>
              <a:t>2ns)</a:t>
            </a:r>
            <a:r>
              <a:rPr lang="zh-CN" altLang="en-US" sz="2000">
                <a:ea typeface="黑体" panose="02010609060101010101" pitchFamily="49" charset="-122"/>
              </a:rPr>
              <a:t>，则提高倍数为</a:t>
            </a:r>
            <a:r>
              <a:rPr lang="en-US" altLang="zh-CN" sz="2000">
                <a:ea typeface="黑体" panose="02010609060101010101" pitchFamily="49" charset="-122"/>
              </a:rPr>
              <a:t>5</a:t>
            </a:r>
            <a:r>
              <a:rPr lang="zh-CN" altLang="en-US" sz="2000">
                <a:ea typeface="黑体" panose="02010609060101010101" pitchFamily="49" charset="-122"/>
              </a:rPr>
              <a:t>倍。</a:t>
            </a:r>
          </a:p>
          <a:p>
            <a:pPr lvl="1">
              <a:buFontTx/>
              <a:buNone/>
            </a:pPr>
            <a:endParaRPr lang="en-US" altLang="zh-CN" sz="2000">
              <a:solidFill>
                <a:srgbClr val="990000"/>
              </a:solidFill>
              <a:ea typeface="黑体" panose="02010609060101010101" pitchFamily="49" charset="-122"/>
            </a:endParaRPr>
          </a:p>
        </p:txBody>
      </p:sp>
      <p:sp>
        <p:nvSpPr>
          <p:cNvPr id="17412" name="AutoShape 4">
            <a:extLst>
              <a:ext uri="{FF2B5EF4-FFF2-40B4-BE49-F238E27FC236}">
                <a16:creationId xmlns:a16="http://schemas.microsoft.com/office/drawing/2014/main" id="{80F37492-1084-F14B-B6C5-C6F5CFFE6046}"/>
              </a:ext>
            </a:extLst>
          </p:cNvPr>
          <p:cNvSpPr>
            <a:spLocks/>
          </p:cNvSpPr>
          <p:nvPr/>
        </p:nvSpPr>
        <p:spPr bwMode="auto">
          <a:xfrm>
            <a:off x="3756025" y="1038225"/>
            <a:ext cx="334963" cy="1436688"/>
          </a:xfrm>
          <a:prstGeom prst="rightBrace">
            <a:avLst>
              <a:gd name="adj1" fmla="val 35742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6B9E5A84-79B1-AE45-9AF5-5F138990A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1203325"/>
            <a:ext cx="4024313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Load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指令执行时间总计为：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8ns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20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假定控制单元、</a:t>
            </a:r>
            <a:r>
              <a:rPr lang="en-US" altLang="zh-CN" sz="20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  <a:r>
              <a:rPr lang="zh-CN" altLang="en-US" sz="20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访问、信号传递等没有延迟</a:t>
            </a:r>
            <a:r>
              <a:rPr lang="en-US" altLang="zh-CN" sz="20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  <a:endParaRPr lang="en-US" altLang="zh-CN" sz="200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200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2038" name="Text Box 6">
            <a:extLst>
              <a:ext uri="{FF2B5EF4-FFF2-40B4-BE49-F238E27FC236}">
                <a16:creationId xmlns:a16="http://schemas.microsoft.com/office/drawing/2014/main" id="{B9D707E2-8E58-A243-96D7-F8696514D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6059488"/>
            <a:ext cx="8135938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流水线方式下，单条指令执行时间不能缩短，但能大大提高指令吞吐率！</a:t>
            </a:r>
            <a:endParaRPr lang="en-US" altLang="zh-CN" sz="190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2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2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2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2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2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EA19950-3F0A-5240-8EF8-7C91BB6B2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流水线指令集的设计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2C7FD98D-6483-0347-B5B0-AE2B02488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8" y="719138"/>
            <a:ext cx="8963025" cy="5957887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具有什么特征的指令集有利于流水线执行呢？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长度尽量一致，有利于简化取指令和指令译码操作</a:t>
            </a:r>
          </a:p>
          <a:p>
            <a:pPr lvl="2">
              <a:lnSpc>
                <a:spcPct val="115000"/>
              </a:lnSpc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MIPS</a:t>
            </a:r>
            <a:r>
              <a:rPr lang="zh-CN" altLang="en-US" sz="2000">
                <a:ea typeface="黑体" panose="02010609060101010101" pitchFamily="49" charset="-122"/>
              </a:rPr>
              <a:t>指令</a:t>
            </a:r>
            <a:r>
              <a:rPr lang="en-US" altLang="zh-CN" sz="2000">
                <a:ea typeface="黑体" panose="02010609060101010101" pitchFamily="49" charset="-122"/>
              </a:rPr>
              <a:t>32</a:t>
            </a:r>
            <a:r>
              <a:rPr lang="zh-CN" altLang="en-US" sz="2000">
                <a:ea typeface="黑体" panose="02010609060101010101" pitchFamily="49" charset="-122"/>
              </a:rPr>
              <a:t>位，下址计算方便</a:t>
            </a:r>
            <a:r>
              <a:rPr lang="en-US" altLang="zh-CN" sz="2000">
                <a:ea typeface="黑体" panose="02010609060101010101" pitchFamily="49" charset="-122"/>
              </a:rPr>
              <a:t>: PC+4</a:t>
            </a:r>
          </a:p>
          <a:p>
            <a:pPr lvl="2">
              <a:lnSpc>
                <a:spcPct val="115000"/>
              </a:lnSpc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X86</a:t>
            </a:r>
            <a:r>
              <a:rPr lang="zh-CN" altLang="en-US" sz="2000">
                <a:ea typeface="黑体" panose="02010609060101010101" pitchFamily="49" charset="-122"/>
              </a:rPr>
              <a:t>指令从</a:t>
            </a:r>
            <a:r>
              <a:rPr lang="en-US" altLang="zh-CN" sz="2000">
                <a:ea typeface="黑体" panose="02010609060101010101" pitchFamily="49" charset="-122"/>
              </a:rPr>
              <a:t>1</a:t>
            </a:r>
            <a:r>
              <a:rPr lang="zh-CN" altLang="en-US" sz="2000">
                <a:ea typeface="黑体" panose="02010609060101010101" pitchFamily="49" charset="-122"/>
              </a:rPr>
              <a:t>字节到</a:t>
            </a:r>
            <a:r>
              <a:rPr lang="en-US" altLang="zh-CN" sz="2000">
                <a:ea typeface="黑体" panose="02010609060101010101" pitchFamily="49" charset="-122"/>
              </a:rPr>
              <a:t>17</a:t>
            </a:r>
            <a:r>
              <a:rPr lang="zh-CN" altLang="en-US" sz="2000">
                <a:ea typeface="黑体" panose="02010609060101010101" pitchFamily="49" charset="-122"/>
              </a:rPr>
              <a:t>字节不等，使取指部件极其复杂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格式少，且源寄存器位置相同，有利于在指令未知时就可取操作数</a:t>
            </a:r>
          </a:p>
          <a:p>
            <a:pPr lvl="2">
              <a:lnSpc>
                <a:spcPct val="115000"/>
              </a:lnSpc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MIPS</a:t>
            </a:r>
            <a:r>
              <a:rPr lang="zh-CN" altLang="en-US" sz="2000">
                <a:ea typeface="黑体" panose="02010609060101010101" pitchFamily="49" charset="-122"/>
              </a:rPr>
              <a:t>指令的</a:t>
            </a:r>
            <a:r>
              <a:rPr lang="en-US" altLang="zh-CN" sz="2000">
                <a:ea typeface="黑体" panose="02010609060101010101" pitchFamily="49" charset="-122"/>
              </a:rPr>
              <a:t>rs</a:t>
            </a:r>
            <a:r>
              <a:rPr lang="zh-CN" altLang="en-US" sz="2000">
                <a:ea typeface="黑体" panose="02010609060101010101" pitchFamily="49" charset="-122"/>
              </a:rPr>
              <a:t>和</a:t>
            </a:r>
            <a:r>
              <a:rPr lang="en-US" altLang="zh-CN" sz="2000">
                <a:ea typeface="黑体" panose="02010609060101010101" pitchFamily="49" charset="-122"/>
              </a:rPr>
              <a:t>rt</a:t>
            </a:r>
            <a:r>
              <a:rPr lang="zh-CN" altLang="en-US" sz="2000">
                <a:ea typeface="黑体" panose="02010609060101010101" pitchFamily="49" charset="-122"/>
              </a:rPr>
              <a:t>位置一定，在指令译码时就可读</a:t>
            </a:r>
            <a:r>
              <a:rPr lang="en-US" altLang="zh-CN" sz="2000">
                <a:ea typeface="黑体" panose="02010609060101010101" pitchFamily="49" charset="-122"/>
              </a:rPr>
              <a:t>rs</a:t>
            </a:r>
            <a:r>
              <a:rPr lang="zh-CN" altLang="en-US" sz="2000">
                <a:ea typeface="黑体" panose="02010609060101010101" pitchFamily="49" charset="-122"/>
              </a:rPr>
              <a:t>和</a:t>
            </a:r>
            <a:r>
              <a:rPr lang="en-US" altLang="zh-CN" sz="2000">
                <a:ea typeface="黑体" panose="02010609060101010101" pitchFamily="49" charset="-122"/>
              </a:rPr>
              <a:t>rt</a:t>
            </a:r>
            <a:r>
              <a:rPr lang="zh-CN" altLang="en-US" sz="2000">
                <a:ea typeface="黑体" panose="02010609060101010101" pitchFamily="49" charset="-122"/>
              </a:rPr>
              <a:t>的值</a:t>
            </a:r>
          </a:p>
          <a:p>
            <a:pPr lvl="2">
              <a:lnSpc>
                <a:spcPct val="115000"/>
              </a:lnSpc>
              <a:spcBef>
                <a:spcPct val="15000"/>
              </a:spcBef>
              <a:buFontTx/>
              <a:buNone/>
            </a:pPr>
            <a:endParaRPr lang="zh-CN" altLang="en-US" sz="2000">
              <a:ea typeface="黑体" panose="02010609060101010101" pitchFamily="49" charset="-122"/>
            </a:endParaRPr>
          </a:p>
          <a:p>
            <a:pPr lvl="2">
              <a:lnSpc>
                <a:spcPct val="115000"/>
              </a:lnSpc>
              <a:spcBef>
                <a:spcPct val="15000"/>
              </a:spcBef>
              <a:buFontTx/>
              <a:buNone/>
            </a:pPr>
            <a:endParaRPr lang="zh-CN" altLang="en-US" sz="2000">
              <a:ea typeface="黑体" panose="02010609060101010101" pitchFamily="49" charset="-122"/>
            </a:endParaRPr>
          </a:p>
          <a:p>
            <a:pPr lvl="2">
              <a:lnSpc>
                <a:spcPct val="115000"/>
              </a:lnSpc>
              <a:spcBef>
                <a:spcPct val="15000"/>
              </a:spcBef>
              <a:buFontTx/>
              <a:buNone/>
            </a:pPr>
            <a:endParaRPr lang="zh-CN" altLang="en-US" sz="2000">
              <a:ea typeface="黑体" panose="02010609060101010101" pitchFamily="49" charset="-122"/>
            </a:endParaRPr>
          </a:p>
          <a:p>
            <a:pPr lvl="2">
              <a:lnSpc>
                <a:spcPct val="11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若位置随指令不同而不同，则需先确定指令类型才能取寄存器编号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load / Store</a:t>
            </a:r>
            <a:r>
              <a:rPr lang="zh-CN" altLang="en-US" sz="2000">
                <a:ea typeface="黑体" panose="02010609060101010101" pitchFamily="49" charset="-122"/>
              </a:rPr>
              <a:t>指令才能访问存储器，有利于减少操作步骤，规整流水线</a:t>
            </a:r>
          </a:p>
          <a:p>
            <a:pPr lvl="2">
              <a:lnSpc>
                <a:spcPct val="115000"/>
              </a:lnSpc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lw/sw</a:t>
            </a:r>
            <a:r>
              <a:rPr lang="zh-CN" altLang="en-US" sz="2000">
                <a:ea typeface="黑体" panose="02010609060101010101" pitchFamily="49" charset="-122"/>
              </a:rPr>
              <a:t>指令的地址计算和运算指令的执行步骤规整在同一个周期</a:t>
            </a:r>
          </a:p>
          <a:p>
            <a:pPr lvl="2">
              <a:lnSpc>
                <a:spcPct val="115000"/>
              </a:lnSpc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X86</a:t>
            </a:r>
            <a:r>
              <a:rPr lang="zh-CN" altLang="en-US" sz="2000">
                <a:ea typeface="黑体" panose="02010609060101010101" pitchFamily="49" charset="-122"/>
              </a:rPr>
              <a:t>运算类指令操作数可为内存数据，需计算地址、访存、执行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内存中</a:t>
            </a:r>
            <a:r>
              <a:rPr lang="en-US" altLang="zh-CN" sz="2000">
                <a:ea typeface="黑体" panose="02010609060101010101" pitchFamily="49" charset="-122"/>
              </a:rPr>
              <a:t>”</a:t>
            </a:r>
            <a:r>
              <a:rPr lang="zh-CN" altLang="en-US" sz="2000">
                <a:ea typeface="黑体" panose="02010609060101010101" pitchFamily="49" charset="-122"/>
              </a:rPr>
              <a:t>对齐”存放，有利于减少访存次数和流水线的规整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总之，规整、简单和一致等特性有利于指令的流水线执行</a:t>
            </a:r>
            <a:endParaRPr lang="en-US" altLang="zh-CN" sz="2000">
              <a:ea typeface="黑体" panose="02010609060101010101" pitchFamily="49" charset="-122"/>
            </a:endParaRPr>
          </a:p>
        </p:txBody>
      </p:sp>
      <p:grpSp>
        <p:nvGrpSpPr>
          <p:cNvPr id="175110" name="Group 6">
            <a:extLst>
              <a:ext uri="{FF2B5EF4-FFF2-40B4-BE49-F238E27FC236}">
                <a16:creationId xmlns:a16="http://schemas.microsoft.com/office/drawing/2014/main" id="{3F58AFAD-2FE8-8645-8ECF-405BB94FEE9B}"/>
              </a:ext>
            </a:extLst>
          </p:cNvPr>
          <p:cNvGrpSpPr>
            <a:grpSpLocks/>
          </p:cNvGrpSpPr>
          <p:nvPr/>
        </p:nvGrpSpPr>
        <p:grpSpPr bwMode="auto">
          <a:xfrm>
            <a:off x="1843088" y="3192463"/>
            <a:ext cx="5905500" cy="973137"/>
            <a:chOff x="1918" y="672"/>
            <a:chExt cx="3767" cy="613"/>
          </a:xfrm>
        </p:grpSpPr>
        <p:grpSp>
          <p:nvGrpSpPr>
            <p:cNvPr id="18437" name="Group 7">
              <a:extLst>
                <a:ext uri="{FF2B5EF4-FFF2-40B4-BE49-F238E27FC236}">
                  <a16:creationId xmlns:a16="http://schemas.microsoft.com/office/drawing/2014/main" id="{8AF25E04-00C1-6F40-BEB0-F47661B1C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18444" name="Group 8">
                <a:extLst>
                  <a:ext uri="{FF2B5EF4-FFF2-40B4-BE49-F238E27FC236}">
                    <a16:creationId xmlns:a16="http://schemas.microsoft.com/office/drawing/2014/main" id="{46C907C4-94E7-0940-AC98-D2AB994C8D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18452" name="Rectangle 9">
                  <a:extLst>
                    <a:ext uri="{FF2B5EF4-FFF2-40B4-BE49-F238E27FC236}">
                      <a16:creationId xmlns:a16="http://schemas.microsoft.com/office/drawing/2014/main" id="{ED97901C-42AB-344A-9A76-8606621877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8453" name="Group 10">
                  <a:extLst>
                    <a:ext uri="{FF2B5EF4-FFF2-40B4-BE49-F238E27FC236}">
                      <a16:creationId xmlns:a16="http://schemas.microsoft.com/office/drawing/2014/main" id="{592424FB-2725-5D4C-9D2C-ADF01B501B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18454" name="Group 11">
                    <a:extLst>
                      <a:ext uri="{FF2B5EF4-FFF2-40B4-BE49-F238E27FC236}">
                        <a16:creationId xmlns:a16="http://schemas.microsoft.com/office/drawing/2014/main" id="{730AFE27-CE9B-494B-A502-885B9B53C3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18470" name="Rectangle 12">
                      <a:extLst>
                        <a:ext uri="{FF2B5EF4-FFF2-40B4-BE49-F238E27FC236}">
                          <a16:creationId xmlns:a16="http://schemas.microsoft.com/office/drawing/2014/main" id="{E9A56700-D4F3-6A44-BC73-380C129593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8471" name="Rectangle 13">
                      <a:extLst>
                        <a:ext uri="{FF2B5EF4-FFF2-40B4-BE49-F238E27FC236}">
                          <a16:creationId xmlns:a16="http://schemas.microsoft.com/office/drawing/2014/main" id="{784932C0-5FD0-7341-9171-1C1CCFEA54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r>
                        <a:rPr lang="en-US" altLang="zh-CN" sz="180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18455" name="Group 14">
                    <a:extLst>
                      <a:ext uri="{FF2B5EF4-FFF2-40B4-BE49-F238E27FC236}">
                        <a16:creationId xmlns:a16="http://schemas.microsoft.com/office/drawing/2014/main" id="{AA109282-7E01-1043-BF0B-7CAF1A9FCD7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18468" name="Rectangle 15">
                      <a:extLst>
                        <a:ext uri="{FF2B5EF4-FFF2-40B4-BE49-F238E27FC236}">
                          <a16:creationId xmlns:a16="http://schemas.microsoft.com/office/drawing/2014/main" id="{F0FD1CD8-2E98-7440-B495-3CD2424546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8469" name="Rectangle 16">
                      <a:extLst>
                        <a:ext uri="{FF2B5EF4-FFF2-40B4-BE49-F238E27FC236}">
                          <a16:creationId xmlns:a16="http://schemas.microsoft.com/office/drawing/2014/main" id="{D1C5630D-9F40-5B48-8EE9-DC2334960A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r>
                        <a:rPr lang="en-US" altLang="zh-CN" sz="180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18456" name="Group 17">
                    <a:extLst>
                      <a:ext uri="{FF2B5EF4-FFF2-40B4-BE49-F238E27FC236}">
                        <a16:creationId xmlns:a16="http://schemas.microsoft.com/office/drawing/2014/main" id="{3775364A-8331-9A4D-8C68-284A126899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18466" name="Rectangle 18">
                      <a:extLst>
                        <a:ext uri="{FF2B5EF4-FFF2-40B4-BE49-F238E27FC236}">
                          <a16:creationId xmlns:a16="http://schemas.microsoft.com/office/drawing/2014/main" id="{498F33B3-5C18-EA4E-9FF2-7C23C492EB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8467" name="Rectangle 19">
                      <a:extLst>
                        <a:ext uri="{FF2B5EF4-FFF2-40B4-BE49-F238E27FC236}">
                          <a16:creationId xmlns:a16="http://schemas.microsoft.com/office/drawing/2014/main" id="{19DD59BA-BDC7-E444-B0A1-3B8899E00E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r>
                        <a:rPr lang="en-US" altLang="zh-CN" sz="180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18457" name="Group 20">
                    <a:extLst>
                      <a:ext uri="{FF2B5EF4-FFF2-40B4-BE49-F238E27FC236}">
                        <a16:creationId xmlns:a16="http://schemas.microsoft.com/office/drawing/2014/main" id="{E31A6C83-D085-B740-872B-2C9ABF74EF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18464" name="Rectangle 21">
                      <a:extLst>
                        <a:ext uri="{FF2B5EF4-FFF2-40B4-BE49-F238E27FC236}">
                          <a16:creationId xmlns:a16="http://schemas.microsoft.com/office/drawing/2014/main" id="{E2747789-FDE0-604B-9FB9-24CD1B66D67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8465" name="Rectangle 22">
                      <a:extLst>
                        <a:ext uri="{FF2B5EF4-FFF2-40B4-BE49-F238E27FC236}">
                          <a16:creationId xmlns:a16="http://schemas.microsoft.com/office/drawing/2014/main" id="{B1B04A64-55EA-CE44-819F-653A5D9CB20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r>
                        <a:rPr lang="en-US" altLang="zh-CN" sz="180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18458" name="Group 23">
                    <a:extLst>
                      <a:ext uri="{FF2B5EF4-FFF2-40B4-BE49-F238E27FC236}">
                        <a16:creationId xmlns:a16="http://schemas.microsoft.com/office/drawing/2014/main" id="{2A130443-4AAE-ED45-A032-44DBD84F05C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18462" name="Rectangle 24">
                      <a:extLst>
                        <a:ext uri="{FF2B5EF4-FFF2-40B4-BE49-F238E27FC236}">
                          <a16:creationId xmlns:a16="http://schemas.microsoft.com/office/drawing/2014/main" id="{77FC32C0-2AD9-E34E-996A-09A83BB05E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8463" name="Rectangle 25">
                      <a:extLst>
                        <a:ext uri="{FF2B5EF4-FFF2-40B4-BE49-F238E27FC236}">
                          <a16:creationId xmlns:a16="http://schemas.microsoft.com/office/drawing/2014/main" id="{F6EBDC88-4E7A-E549-A185-89AFD82F91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r>
                        <a:rPr lang="en-US" altLang="zh-CN" sz="180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18459" name="Group 26">
                    <a:extLst>
                      <a:ext uri="{FF2B5EF4-FFF2-40B4-BE49-F238E27FC236}">
                        <a16:creationId xmlns:a16="http://schemas.microsoft.com/office/drawing/2014/main" id="{3A6B2046-AAF1-514A-B31F-A1F43673CC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18460" name="Rectangle 27">
                      <a:extLst>
                        <a:ext uri="{FF2B5EF4-FFF2-40B4-BE49-F238E27FC236}">
                          <a16:creationId xmlns:a16="http://schemas.microsoft.com/office/drawing/2014/main" id="{BAE999C4-4192-244B-A8FE-C32AD74B4E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8461" name="Rectangle 28">
                      <a:extLst>
                        <a:ext uri="{FF2B5EF4-FFF2-40B4-BE49-F238E27FC236}">
                          <a16:creationId xmlns:a16="http://schemas.microsoft.com/office/drawing/2014/main" id="{40B499F9-6E25-8F43-A94A-4E51E5F7DC4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r>
                        <a:rPr lang="en-US" altLang="zh-CN" sz="180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18445" name="Rectangle 29">
                <a:extLst>
                  <a:ext uri="{FF2B5EF4-FFF2-40B4-BE49-F238E27FC236}">
                    <a16:creationId xmlns:a16="http://schemas.microsoft.com/office/drawing/2014/main" id="{5AB739DF-A9B1-1D4C-B5DB-834020806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8446" name="Rectangle 30">
                <a:extLst>
                  <a:ext uri="{FF2B5EF4-FFF2-40B4-BE49-F238E27FC236}">
                    <a16:creationId xmlns:a16="http://schemas.microsoft.com/office/drawing/2014/main" id="{4A6785AC-5015-7548-B2D4-7FE6B8303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8447" name="Rectangle 31">
                <a:extLst>
                  <a:ext uri="{FF2B5EF4-FFF2-40B4-BE49-F238E27FC236}">
                    <a16:creationId xmlns:a16="http://schemas.microsoft.com/office/drawing/2014/main" id="{C02F2F7F-D600-7A45-8E04-AC4A1E137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18448" name="Rectangle 32">
                <a:extLst>
                  <a:ext uri="{FF2B5EF4-FFF2-40B4-BE49-F238E27FC236}">
                    <a16:creationId xmlns:a16="http://schemas.microsoft.com/office/drawing/2014/main" id="{2A928269-6CC7-E740-93CE-AB0FBDEFE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18449" name="Rectangle 33">
                <a:extLst>
                  <a:ext uri="{FF2B5EF4-FFF2-40B4-BE49-F238E27FC236}">
                    <a16:creationId xmlns:a16="http://schemas.microsoft.com/office/drawing/2014/main" id="{B799E8A8-D8DF-6B4C-A311-56E940DE2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18450" name="Rectangle 34">
                <a:extLst>
                  <a:ext uri="{FF2B5EF4-FFF2-40B4-BE49-F238E27FC236}">
                    <a16:creationId xmlns:a16="http://schemas.microsoft.com/office/drawing/2014/main" id="{F5468A48-156D-0548-B9C0-7FF96DF62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18451" name="Rectangle 35">
                <a:extLst>
                  <a:ext uri="{FF2B5EF4-FFF2-40B4-BE49-F238E27FC236}">
                    <a16:creationId xmlns:a16="http://schemas.microsoft.com/office/drawing/2014/main" id="{1C929D4F-DC71-B546-BDA6-216E156BB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800">
                    <a:latin typeface="Arial" panose="020B0604020202020204" pitchFamily="34" charset="0"/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18438" name="Rectangle 36">
              <a:extLst>
                <a:ext uri="{FF2B5EF4-FFF2-40B4-BE49-F238E27FC236}">
                  <a16:creationId xmlns:a16="http://schemas.microsoft.com/office/drawing/2014/main" id="{B7F8636C-C180-A74D-8ACF-C8B32CE0D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8439" name="Rectangle 37">
              <a:extLst>
                <a:ext uri="{FF2B5EF4-FFF2-40B4-BE49-F238E27FC236}">
                  <a16:creationId xmlns:a16="http://schemas.microsoft.com/office/drawing/2014/main" id="{4E048369-1EF5-5643-8A5B-D3DAA92BC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8440" name="Rectangle 38">
              <a:extLst>
                <a:ext uri="{FF2B5EF4-FFF2-40B4-BE49-F238E27FC236}">
                  <a16:creationId xmlns:a16="http://schemas.microsoft.com/office/drawing/2014/main" id="{D9334361-0BB7-0645-B2CB-F4978BFAC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8441" name="Rectangle 39">
              <a:extLst>
                <a:ext uri="{FF2B5EF4-FFF2-40B4-BE49-F238E27FC236}">
                  <a16:creationId xmlns:a16="http://schemas.microsoft.com/office/drawing/2014/main" id="{5BE21173-F279-8748-A005-B99DC7678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8442" name="Rectangle 40">
              <a:extLst>
                <a:ext uri="{FF2B5EF4-FFF2-40B4-BE49-F238E27FC236}">
                  <a16:creationId xmlns:a16="http://schemas.microsoft.com/office/drawing/2014/main" id="{96A4AC76-9C2C-B648-B511-B45AB852B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8443" name="Rectangle 41">
              <a:extLst>
                <a:ext uri="{FF2B5EF4-FFF2-40B4-BE49-F238E27FC236}">
                  <a16:creationId xmlns:a16="http://schemas.microsoft.com/office/drawing/2014/main" id="{154A225C-99C9-304A-A2DF-C3C656AC5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800"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5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5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5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5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5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5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0ABF516-B514-EA4A-9CCE-6D9D9B744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830763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指令的流水线</a:t>
            </a: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5CE2AEFE-2D09-3542-94B3-3B6610970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1219200"/>
            <a:ext cx="688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Clock</a:t>
            </a:r>
          </a:p>
        </p:txBody>
      </p:sp>
      <p:grpSp>
        <p:nvGrpSpPr>
          <p:cNvPr id="19460" name="Group 9">
            <a:extLst>
              <a:ext uri="{FF2B5EF4-FFF2-40B4-BE49-F238E27FC236}">
                <a16:creationId xmlns:a16="http://schemas.microsoft.com/office/drawing/2014/main" id="{04F8C4CE-0D65-5C49-8C06-BA17F5282A70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206500"/>
            <a:ext cx="825500" cy="254000"/>
            <a:chOff x="864" y="760"/>
            <a:chExt cx="520" cy="160"/>
          </a:xfrm>
        </p:grpSpPr>
        <p:sp>
          <p:nvSpPr>
            <p:cNvPr id="19564" name="Line 5">
              <a:extLst>
                <a:ext uri="{FF2B5EF4-FFF2-40B4-BE49-F238E27FC236}">
                  <a16:creationId xmlns:a16="http://schemas.microsoft.com/office/drawing/2014/main" id="{D49E8B46-1F9C-7249-9C4A-E924AD7A3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91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5" name="Line 6">
              <a:extLst>
                <a:ext uri="{FF2B5EF4-FFF2-40B4-BE49-F238E27FC236}">
                  <a16:creationId xmlns:a16="http://schemas.microsoft.com/office/drawing/2014/main" id="{91CB6736-BBBC-BC4B-B2BE-DAF1D8A1C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77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6" name="Line 7">
              <a:extLst>
                <a:ext uri="{FF2B5EF4-FFF2-40B4-BE49-F238E27FC236}">
                  <a16:creationId xmlns:a16="http://schemas.microsoft.com/office/drawing/2014/main" id="{9DBE806D-C8E8-624F-9FC2-A062EF6898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760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7" name="Line 8">
              <a:extLst>
                <a:ext uri="{FF2B5EF4-FFF2-40B4-BE49-F238E27FC236}">
                  <a16:creationId xmlns:a16="http://schemas.microsoft.com/office/drawing/2014/main" id="{A3874A6F-33BE-DF4D-88F7-043817EEB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76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1" name="Group 14">
            <a:extLst>
              <a:ext uri="{FF2B5EF4-FFF2-40B4-BE49-F238E27FC236}">
                <a16:creationId xmlns:a16="http://schemas.microsoft.com/office/drawing/2014/main" id="{4E7E3B89-07D6-C646-824C-95514068AB0B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206500"/>
            <a:ext cx="825500" cy="254000"/>
            <a:chOff x="1392" y="760"/>
            <a:chExt cx="520" cy="160"/>
          </a:xfrm>
        </p:grpSpPr>
        <p:sp>
          <p:nvSpPr>
            <p:cNvPr id="19560" name="Line 10">
              <a:extLst>
                <a:ext uri="{FF2B5EF4-FFF2-40B4-BE49-F238E27FC236}">
                  <a16:creationId xmlns:a16="http://schemas.microsoft.com/office/drawing/2014/main" id="{7E60C050-779A-3644-8556-49E630B46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91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1" name="Line 11">
              <a:extLst>
                <a:ext uri="{FF2B5EF4-FFF2-40B4-BE49-F238E27FC236}">
                  <a16:creationId xmlns:a16="http://schemas.microsoft.com/office/drawing/2014/main" id="{B2551FB1-ADAD-504F-97A8-79631D745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77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2" name="Line 12">
              <a:extLst>
                <a:ext uri="{FF2B5EF4-FFF2-40B4-BE49-F238E27FC236}">
                  <a16:creationId xmlns:a16="http://schemas.microsoft.com/office/drawing/2014/main" id="{D56AC6D2-5606-284F-BECE-4B5E54C38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760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3" name="Line 13">
              <a:extLst>
                <a:ext uri="{FF2B5EF4-FFF2-40B4-BE49-F238E27FC236}">
                  <a16:creationId xmlns:a16="http://schemas.microsoft.com/office/drawing/2014/main" id="{3F2D5884-1A2B-6446-829E-31911C5AC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76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2" name="Group 19">
            <a:extLst>
              <a:ext uri="{FF2B5EF4-FFF2-40B4-BE49-F238E27FC236}">
                <a16:creationId xmlns:a16="http://schemas.microsoft.com/office/drawing/2014/main" id="{B6278CF4-54FF-0649-AAE2-A77D5912E5ED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206500"/>
            <a:ext cx="825500" cy="254000"/>
            <a:chOff x="1920" y="760"/>
            <a:chExt cx="520" cy="160"/>
          </a:xfrm>
        </p:grpSpPr>
        <p:sp>
          <p:nvSpPr>
            <p:cNvPr id="19556" name="Line 15">
              <a:extLst>
                <a:ext uri="{FF2B5EF4-FFF2-40B4-BE49-F238E27FC236}">
                  <a16:creationId xmlns:a16="http://schemas.microsoft.com/office/drawing/2014/main" id="{0B8D233A-915E-5C46-8E63-3982F0BFD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8" y="91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7" name="Line 16">
              <a:extLst>
                <a:ext uri="{FF2B5EF4-FFF2-40B4-BE49-F238E27FC236}">
                  <a16:creationId xmlns:a16="http://schemas.microsoft.com/office/drawing/2014/main" id="{8570A915-4AF4-A14A-AE2B-34887118A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77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8" name="Line 17">
              <a:extLst>
                <a:ext uri="{FF2B5EF4-FFF2-40B4-BE49-F238E27FC236}">
                  <a16:creationId xmlns:a16="http://schemas.microsoft.com/office/drawing/2014/main" id="{9D7AAFED-788C-034E-969B-31C751E0FE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760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9" name="Line 18">
              <a:extLst>
                <a:ext uri="{FF2B5EF4-FFF2-40B4-BE49-F238E27FC236}">
                  <a16:creationId xmlns:a16="http://schemas.microsoft.com/office/drawing/2014/main" id="{004B5891-BC27-E34E-A417-CA909E08C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6" y="76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3" name="Group 24">
            <a:extLst>
              <a:ext uri="{FF2B5EF4-FFF2-40B4-BE49-F238E27FC236}">
                <a16:creationId xmlns:a16="http://schemas.microsoft.com/office/drawing/2014/main" id="{47802552-8B4A-0444-B01B-3D335BD4DAD1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206500"/>
            <a:ext cx="825500" cy="254000"/>
            <a:chOff x="2448" y="760"/>
            <a:chExt cx="520" cy="160"/>
          </a:xfrm>
        </p:grpSpPr>
        <p:sp>
          <p:nvSpPr>
            <p:cNvPr id="19552" name="Line 20">
              <a:extLst>
                <a:ext uri="{FF2B5EF4-FFF2-40B4-BE49-F238E27FC236}">
                  <a16:creationId xmlns:a16="http://schemas.microsoft.com/office/drawing/2014/main" id="{09F71688-26AC-AA40-8888-5B533D412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6" y="91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3" name="Line 21">
              <a:extLst>
                <a:ext uri="{FF2B5EF4-FFF2-40B4-BE49-F238E27FC236}">
                  <a16:creationId xmlns:a16="http://schemas.microsoft.com/office/drawing/2014/main" id="{581BAFDC-1C91-8143-B6EF-F4CFD1495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77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4" name="Line 22">
              <a:extLst>
                <a:ext uri="{FF2B5EF4-FFF2-40B4-BE49-F238E27FC236}">
                  <a16:creationId xmlns:a16="http://schemas.microsoft.com/office/drawing/2014/main" id="{05B6F7E6-268B-944E-870D-42504795F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760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5" name="Line 23">
              <a:extLst>
                <a:ext uri="{FF2B5EF4-FFF2-40B4-BE49-F238E27FC236}">
                  <a16:creationId xmlns:a16="http://schemas.microsoft.com/office/drawing/2014/main" id="{D86F5665-B670-464C-961A-DC231F859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76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4" name="Group 29">
            <a:extLst>
              <a:ext uri="{FF2B5EF4-FFF2-40B4-BE49-F238E27FC236}">
                <a16:creationId xmlns:a16="http://schemas.microsoft.com/office/drawing/2014/main" id="{71D12BC0-F867-AC40-87DF-99C25F8C3346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206500"/>
            <a:ext cx="825500" cy="254000"/>
            <a:chOff x="2976" y="760"/>
            <a:chExt cx="520" cy="160"/>
          </a:xfrm>
        </p:grpSpPr>
        <p:sp>
          <p:nvSpPr>
            <p:cNvPr id="19548" name="Line 25">
              <a:extLst>
                <a:ext uri="{FF2B5EF4-FFF2-40B4-BE49-F238E27FC236}">
                  <a16:creationId xmlns:a16="http://schemas.microsoft.com/office/drawing/2014/main" id="{BC5EE4DF-65FA-9046-8785-2EFD79426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" y="91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9" name="Line 26">
              <a:extLst>
                <a:ext uri="{FF2B5EF4-FFF2-40B4-BE49-F238E27FC236}">
                  <a16:creationId xmlns:a16="http://schemas.microsoft.com/office/drawing/2014/main" id="{E91F8F4D-8A9E-6B48-9DA2-7F7319B8A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77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0" name="Line 27">
              <a:extLst>
                <a:ext uri="{FF2B5EF4-FFF2-40B4-BE49-F238E27FC236}">
                  <a16:creationId xmlns:a16="http://schemas.microsoft.com/office/drawing/2014/main" id="{8E3D8D5A-FEAB-264C-A432-6EF7D3C2D7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760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1" name="Line 28">
              <a:extLst>
                <a:ext uri="{FF2B5EF4-FFF2-40B4-BE49-F238E27FC236}">
                  <a16:creationId xmlns:a16="http://schemas.microsoft.com/office/drawing/2014/main" id="{71F2A268-D205-ED44-B4E6-C67C19260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2" y="76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5" name="Group 34">
            <a:extLst>
              <a:ext uri="{FF2B5EF4-FFF2-40B4-BE49-F238E27FC236}">
                <a16:creationId xmlns:a16="http://schemas.microsoft.com/office/drawing/2014/main" id="{8C95D0B7-4921-E449-8AFB-8B46D6B71B8D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206500"/>
            <a:ext cx="825500" cy="254000"/>
            <a:chOff x="3504" y="760"/>
            <a:chExt cx="520" cy="160"/>
          </a:xfrm>
        </p:grpSpPr>
        <p:sp>
          <p:nvSpPr>
            <p:cNvPr id="19544" name="Line 30">
              <a:extLst>
                <a:ext uri="{FF2B5EF4-FFF2-40B4-BE49-F238E27FC236}">
                  <a16:creationId xmlns:a16="http://schemas.microsoft.com/office/drawing/2014/main" id="{6B36779B-CD7D-1746-AA0F-703295FA4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2" y="91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5" name="Line 31">
              <a:extLst>
                <a:ext uri="{FF2B5EF4-FFF2-40B4-BE49-F238E27FC236}">
                  <a16:creationId xmlns:a16="http://schemas.microsoft.com/office/drawing/2014/main" id="{BDFC6447-B0BF-0C46-A744-A3A9D8D35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77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6" name="Line 32">
              <a:extLst>
                <a:ext uri="{FF2B5EF4-FFF2-40B4-BE49-F238E27FC236}">
                  <a16:creationId xmlns:a16="http://schemas.microsoft.com/office/drawing/2014/main" id="{70294E0D-0226-6F46-BA1B-0183E5DC8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760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7" name="Line 33">
              <a:extLst>
                <a:ext uri="{FF2B5EF4-FFF2-40B4-BE49-F238E27FC236}">
                  <a16:creationId xmlns:a16="http://schemas.microsoft.com/office/drawing/2014/main" id="{3C52C6A0-59CC-1241-97B4-06129BEAE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76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6" name="Group 39">
            <a:extLst>
              <a:ext uri="{FF2B5EF4-FFF2-40B4-BE49-F238E27FC236}">
                <a16:creationId xmlns:a16="http://schemas.microsoft.com/office/drawing/2014/main" id="{3E212852-EE46-6846-B864-91E7273D7DE2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206500"/>
            <a:ext cx="825500" cy="254000"/>
            <a:chOff x="4032" y="760"/>
            <a:chExt cx="520" cy="160"/>
          </a:xfrm>
        </p:grpSpPr>
        <p:sp>
          <p:nvSpPr>
            <p:cNvPr id="19540" name="Line 35">
              <a:extLst>
                <a:ext uri="{FF2B5EF4-FFF2-40B4-BE49-F238E27FC236}">
                  <a16:creationId xmlns:a16="http://schemas.microsoft.com/office/drawing/2014/main" id="{85AB91C7-ADCF-DE4F-A8B5-24CEFD862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0" y="91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1" name="Line 36">
              <a:extLst>
                <a:ext uri="{FF2B5EF4-FFF2-40B4-BE49-F238E27FC236}">
                  <a16:creationId xmlns:a16="http://schemas.microsoft.com/office/drawing/2014/main" id="{81027474-1639-264B-9CA1-EDF49704F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77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2" name="Line 37">
              <a:extLst>
                <a:ext uri="{FF2B5EF4-FFF2-40B4-BE49-F238E27FC236}">
                  <a16:creationId xmlns:a16="http://schemas.microsoft.com/office/drawing/2014/main" id="{089EF03A-0823-3C46-B6FF-B7E43949C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760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3" name="Line 38">
              <a:extLst>
                <a:ext uri="{FF2B5EF4-FFF2-40B4-BE49-F238E27FC236}">
                  <a16:creationId xmlns:a16="http://schemas.microsoft.com/office/drawing/2014/main" id="{854884FC-B4B0-C34D-8718-71D2D3570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8" y="76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67" name="Line 40">
            <a:extLst>
              <a:ext uri="{FF2B5EF4-FFF2-40B4-BE49-F238E27FC236}">
                <a16:creationId xmlns:a16="http://schemas.microsoft.com/office/drawing/2014/main" id="{185CEE01-7B3F-5246-916F-916AFE725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14478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8" name="Line 41">
            <a:extLst>
              <a:ext uri="{FF2B5EF4-FFF2-40B4-BE49-F238E27FC236}">
                <a16:creationId xmlns:a16="http://schemas.microsoft.com/office/drawing/2014/main" id="{DC4ED8EB-62B7-F14D-A672-36F535A43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2319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9" name="Line 42">
            <a:extLst>
              <a:ext uri="{FF2B5EF4-FFF2-40B4-BE49-F238E27FC236}">
                <a16:creationId xmlns:a16="http://schemas.microsoft.com/office/drawing/2014/main" id="{834A8BD8-19E3-914C-924E-20C2D1FEF9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1219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0" name="Line 43">
            <a:extLst>
              <a:ext uri="{FF2B5EF4-FFF2-40B4-BE49-F238E27FC236}">
                <a16:creationId xmlns:a16="http://schemas.microsoft.com/office/drawing/2014/main" id="{7191D47B-460A-8A43-B372-4C13F68824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1" name="Line 44">
            <a:extLst>
              <a:ext uri="{FF2B5EF4-FFF2-40B4-BE49-F238E27FC236}">
                <a16:creationId xmlns:a16="http://schemas.microsoft.com/office/drawing/2014/main" id="{022E49F8-82D5-0040-9C61-ED3EBE40D2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2" name="Rectangle 45">
            <a:extLst>
              <a:ext uri="{FF2B5EF4-FFF2-40B4-BE49-F238E27FC236}">
                <a16:creationId xmlns:a16="http://schemas.microsoft.com/office/drawing/2014/main" id="{BD0646A6-04D9-EE44-B28D-1E8946324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83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1</a:t>
            </a:r>
          </a:p>
        </p:txBody>
      </p:sp>
      <p:sp>
        <p:nvSpPr>
          <p:cNvPr id="19473" name="Rectangle 46">
            <a:extLst>
              <a:ext uri="{FF2B5EF4-FFF2-40B4-BE49-F238E27FC236}">
                <a16:creationId xmlns:a16="http://schemas.microsoft.com/office/drawing/2014/main" id="{080524B4-742C-414D-9C06-07428DD74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83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2</a:t>
            </a:r>
          </a:p>
        </p:txBody>
      </p:sp>
      <p:sp>
        <p:nvSpPr>
          <p:cNvPr id="19474" name="Line 47">
            <a:extLst>
              <a:ext uri="{FF2B5EF4-FFF2-40B4-BE49-F238E27FC236}">
                <a16:creationId xmlns:a16="http://schemas.microsoft.com/office/drawing/2014/main" id="{FBCD1D8F-83DC-C742-9C14-01BB314820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5" name="Line 48">
            <a:extLst>
              <a:ext uri="{FF2B5EF4-FFF2-40B4-BE49-F238E27FC236}">
                <a16:creationId xmlns:a16="http://schemas.microsoft.com/office/drawing/2014/main" id="{3BA222C5-E5D7-024F-9809-91298E4BA1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6" name="Line 49">
            <a:extLst>
              <a:ext uri="{FF2B5EF4-FFF2-40B4-BE49-F238E27FC236}">
                <a16:creationId xmlns:a16="http://schemas.microsoft.com/office/drawing/2014/main" id="{DA155A0A-84BD-2C48-9227-284038B1A3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7" name="Line 50">
            <a:extLst>
              <a:ext uri="{FF2B5EF4-FFF2-40B4-BE49-F238E27FC236}">
                <a16:creationId xmlns:a16="http://schemas.microsoft.com/office/drawing/2014/main" id="{D634C5D6-970E-D149-8398-B6AB167E3A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8" name="Line 51">
            <a:extLst>
              <a:ext uri="{FF2B5EF4-FFF2-40B4-BE49-F238E27FC236}">
                <a16:creationId xmlns:a16="http://schemas.microsoft.com/office/drawing/2014/main" id="{91D618D0-F87E-E843-956E-F91ADC8CB2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9" name="Line 52">
            <a:extLst>
              <a:ext uri="{FF2B5EF4-FFF2-40B4-BE49-F238E27FC236}">
                <a16:creationId xmlns:a16="http://schemas.microsoft.com/office/drawing/2014/main" id="{E1EF3E07-B1C9-7645-8D16-50E256E694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825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0" name="Rectangle 53">
            <a:extLst>
              <a:ext uri="{FF2B5EF4-FFF2-40B4-BE49-F238E27FC236}">
                <a16:creationId xmlns:a16="http://schemas.microsoft.com/office/drawing/2014/main" id="{67EA6650-023C-204B-AD8B-16C90F910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83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3</a:t>
            </a:r>
          </a:p>
        </p:txBody>
      </p:sp>
      <p:sp>
        <p:nvSpPr>
          <p:cNvPr id="19481" name="Rectangle 54">
            <a:extLst>
              <a:ext uri="{FF2B5EF4-FFF2-40B4-BE49-F238E27FC236}">
                <a16:creationId xmlns:a16="http://schemas.microsoft.com/office/drawing/2014/main" id="{A59EAC68-B489-A043-BD10-CE8FE08B5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83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4</a:t>
            </a:r>
          </a:p>
        </p:txBody>
      </p:sp>
      <p:sp>
        <p:nvSpPr>
          <p:cNvPr id="19482" name="Rectangle 55">
            <a:extLst>
              <a:ext uri="{FF2B5EF4-FFF2-40B4-BE49-F238E27FC236}">
                <a16:creationId xmlns:a16="http://schemas.microsoft.com/office/drawing/2014/main" id="{10AF5E45-41F2-644F-8E10-7E399A55B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83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5</a:t>
            </a:r>
          </a:p>
        </p:txBody>
      </p:sp>
      <p:sp>
        <p:nvSpPr>
          <p:cNvPr id="19483" name="Rectangle 56">
            <a:extLst>
              <a:ext uri="{FF2B5EF4-FFF2-40B4-BE49-F238E27FC236}">
                <a16:creationId xmlns:a16="http://schemas.microsoft.com/office/drawing/2014/main" id="{75F740FD-724C-D947-8935-0B13D14E9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83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6</a:t>
            </a:r>
          </a:p>
        </p:txBody>
      </p:sp>
      <p:sp>
        <p:nvSpPr>
          <p:cNvPr id="19484" name="Rectangle 57">
            <a:extLst>
              <a:ext uri="{FF2B5EF4-FFF2-40B4-BE49-F238E27FC236}">
                <a16:creationId xmlns:a16="http://schemas.microsoft.com/office/drawing/2014/main" id="{86B565D4-262B-F844-8B1E-4FE3074B4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83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7</a:t>
            </a:r>
          </a:p>
        </p:txBody>
      </p:sp>
      <p:grpSp>
        <p:nvGrpSpPr>
          <p:cNvPr id="19485" name="Group 75">
            <a:extLst>
              <a:ext uri="{FF2B5EF4-FFF2-40B4-BE49-F238E27FC236}">
                <a16:creationId xmlns:a16="http://schemas.microsoft.com/office/drawing/2014/main" id="{70ED3820-3617-C848-A157-AA60F2BDE38E}"/>
              </a:ext>
            </a:extLst>
          </p:cNvPr>
          <p:cNvGrpSpPr>
            <a:grpSpLocks/>
          </p:cNvGrpSpPr>
          <p:nvPr/>
        </p:nvGrpSpPr>
        <p:grpSpPr bwMode="auto">
          <a:xfrm>
            <a:off x="747713" y="1676400"/>
            <a:ext cx="4802187" cy="333375"/>
            <a:chOff x="471" y="1056"/>
            <a:chExt cx="3025" cy="210"/>
          </a:xfrm>
        </p:grpSpPr>
        <p:grpSp>
          <p:nvGrpSpPr>
            <p:cNvPr id="19523" name="Group 73">
              <a:extLst>
                <a:ext uri="{FF2B5EF4-FFF2-40B4-BE49-F238E27FC236}">
                  <a16:creationId xmlns:a16="http://schemas.microsoft.com/office/drawing/2014/main" id="{74C6A683-DF85-784F-A1B7-9982D117E8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2" y="1056"/>
              <a:ext cx="2624" cy="210"/>
              <a:chOff x="872" y="1056"/>
              <a:chExt cx="2624" cy="210"/>
            </a:xfrm>
          </p:grpSpPr>
          <p:grpSp>
            <p:nvGrpSpPr>
              <p:cNvPr id="19525" name="Group 60">
                <a:extLst>
                  <a:ext uri="{FF2B5EF4-FFF2-40B4-BE49-F238E27FC236}">
                    <a16:creationId xmlns:a16="http://schemas.microsoft.com/office/drawing/2014/main" id="{973D8142-B0D2-FC45-8087-9346C512E0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2" y="1056"/>
                <a:ext cx="512" cy="210"/>
                <a:chOff x="872" y="1056"/>
                <a:chExt cx="512" cy="210"/>
              </a:xfrm>
            </p:grpSpPr>
            <p:sp>
              <p:nvSpPr>
                <p:cNvPr id="19538" name="Rectangle 58">
                  <a:extLst>
                    <a:ext uri="{FF2B5EF4-FFF2-40B4-BE49-F238E27FC236}">
                      <a16:creationId xmlns:a16="http://schemas.microsoft.com/office/drawing/2014/main" id="{A87B066A-EFA1-FA4D-B5EA-8109179068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2" y="106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39" name="Rectangle 59">
                  <a:extLst>
                    <a:ext uri="{FF2B5EF4-FFF2-40B4-BE49-F238E27FC236}">
                      <a16:creationId xmlns:a16="http://schemas.microsoft.com/office/drawing/2014/main" id="{282041CA-461F-FA4D-A8CA-A45D0EF9D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3" y="1056"/>
                  <a:ext cx="435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Ifetch</a:t>
                  </a:r>
                </a:p>
              </p:txBody>
            </p:sp>
          </p:grpSp>
          <p:grpSp>
            <p:nvGrpSpPr>
              <p:cNvPr id="19526" name="Group 63">
                <a:extLst>
                  <a:ext uri="{FF2B5EF4-FFF2-40B4-BE49-F238E27FC236}">
                    <a16:creationId xmlns:a16="http://schemas.microsoft.com/office/drawing/2014/main" id="{8C7AC104-D2E7-1043-BB4A-94FAE8EC3C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3" y="1056"/>
                <a:ext cx="569" cy="210"/>
                <a:chOff x="1383" y="1056"/>
                <a:chExt cx="569" cy="210"/>
              </a:xfrm>
            </p:grpSpPr>
            <p:sp>
              <p:nvSpPr>
                <p:cNvPr id="19536" name="Rectangle 61">
                  <a:extLst>
                    <a:ext uri="{FF2B5EF4-FFF2-40B4-BE49-F238E27FC236}">
                      <a16:creationId xmlns:a16="http://schemas.microsoft.com/office/drawing/2014/main" id="{9C0C232A-FFEA-FF43-AA59-B196D40184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0" y="106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37" name="Rectangle 62">
                  <a:extLst>
                    <a:ext uri="{FF2B5EF4-FFF2-40B4-BE49-F238E27FC236}">
                      <a16:creationId xmlns:a16="http://schemas.microsoft.com/office/drawing/2014/main" id="{CDE43C39-B9C7-3A4A-B46F-698E6D6AE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3" y="1056"/>
                  <a:ext cx="569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Reg/Dec</a:t>
                  </a:r>
                </a:p>
              </p:txBody>
            </p:sp>
          </p:grpSp>
          <p:grpSp>
            <p:nvGrpSpPr>
              <p:cNvPr id="19527" name="Group 66">
                <a:extLst>
                  <a:ext uri="{FF2B5EF4-FFF2-40B4-BE49-F238E27FC236}">
                    <a16:creationId xmlns:a16="http://schemas.microsoft.com/office/drawing/2014/main" id="{942FFCF1-68AE-1648-A236-DC98C765B0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8" y="1056"/>
                <a:ext cx="512" cy="210"/>
                <a:chOff x="1928" y="1056"/>
                <a:chExt cx="512" cy="210"/>
              </a:xfrm>
            </p:grpSpPr>
            <p:sp>
              <p:nvSpPr>
                <p:cNvPr id="19534" name="Rectangle 64">
                  <a:extLst>
                    <a:ext uri="{FF2B5EF4-FFF2-40B4-BE49-F238E27FC236}">
                      <a16:creationId xmlns:a16="http://schemas.microsoft.com/office/drawing/2014/main" id="{6B0B8513-C664-0544-BBC7-88413D62B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8" y="106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35" name="Rectangle 65">
                  <a:extLst>
                    <a:ext uri="{FF2B5EF4-FFF2-40B4-BE49-F238E27FC236}">
                      <a16:creationId xmlns:a16="http://schemas.microsoft.com/office/drawing/2014/main" id="{0E09C7D5-A8DF-6C4C-A2B5-107BF1A550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07" y="1056"/>
                  <a:ext cx="37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Exec</a:t>
                  </a:r>
                </a:p>
              </p:txBody>
            </p:sp>
          </p:grpSp>
          <p:grpSp>
            <p:nvGrpSpPr>
              <p:cNvPr id="19528" name="Group 69">
                <a:extLst>
                  <a:ext uri="{FF2B5EF4-FFF2-40B4-BE49-F238E27FC236}">
                    <a16:creationId xmlns:a16="http://schemas.microsoft.com/office/drawing/2014/main" id="{E00DC4AF-F18C-DC4D-A102-D9461267BA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6" y="1056"/>
                <a:ext cx="512" cy="210"/>
                <a:chOff x="2456" y="1056"/>
                <a:chExt cx="512" cy="210"/>
              </a:xfrm>
            </p:grpSpPr>
            <p:sp>
              <p:nvSpPr>
                <p:cNvPr id="19532" name="Rectangle 67">
                  <a:extLst>
                    <a:ext uri="{FF2B5EF4-FFF2-40B4-BE49-F238E27FC236}">
                      <a16:creationId xmlns:a16="http://schemas.microsoft.com/office/drawing/2014/main" id="{683A3DFD-B381-074B-8E67-F624FD386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56" y="106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33" name="Rectangle 68">
                  <a:extLst>
                    <a:ext uri="{FF2B5EF4-FFF2-40B4-BE49-F238E27FC236}">
                      <a16:creationId xmlns:a16="http://schemas.microsoft.com/office/drawing/2014/main" id="{B8AA2C8C-F95F-8546-9609-220F24AC1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5" y="1056"/>
                  <a:ext cx="399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Mem</a:t>
                  </a:r>
                </a:p>
              </p:txBody>
            </p:sp>
          </p:grpSp>
          <p:grpSp>
            <p:nvGrpSpPr>
              <p:cNvPr id="19529" name="Group 72">
                <a:extLst>
                  <a:ext uri="{FF2B5EF4-FFF2-40B4-BE49-F238E27FC236}">
                    <a16:creationId xmlns:a16="http://schemas.microsoft.com/office/drawing/2014/main" id="{0E571155-099F-0E40-8FC7-C732FCC797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84" y="1056"/>
                <a:ext cx="512" cy="210"/>
                <a:chOff x="2984" y="1056"/>
                <a:chExt cx="512" cy="210"/>
              </a:xfrm>
            </p:grpSpPr>
            <p:sp>
              <p:nvSpPr>
                <p:cNvPr id="19530" name="Rectangle 70">
                  <a:extLst>
                    <a:ext uri="{FF2B5EF4-FFF2-40B4-BE49-F238E27FC236}">
                      <a16:creationId xmlns:a16="http://schemas.microsoft.com/office/drawing/2014/main" id="{1B4BBBBE-A76B-2647-AC85-19B08C6440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4" y="106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31" name="Rectangle 71">
                  <a:extLst>
                    <a:ext uri="{FF2B5EF4-FFF2-40B4-BE49-F238E27FC236}">
                      <a16:creationId xmlns:a16="http://schemas.microsoft.com/office/drawing/2014/main" id="{708A55A7-0B75-774C-A675-F16032301E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3" y="1056"/>
                  <a:ext cx="299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Wr</a:t>
                  </a:r>
                </a:p>
              </p:txBody>
            </p:sp>
          </p:grpSp>
        </p:grpSp>
        <p:sp>
          <p:nvSpPr>
            <p:cNvPr id="19524" name="Rectangle 74">
              <a:extLst>
                <a:ext uri="{FF2B5EF4-FFF2-40B4-BE49-F238E27FC236}">
                  <a16:creationId xmlns:a16="http://schemas.microsoft.com/office/drawing/2014/main" id="{B036F47A-3C9D-8F4F-B4A5-945FB711F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" y="1056"/>
              <a:ext cx="43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  <a:r>
                <a:rPr lang="en-US" altLang="zh-CN">
                  <a:ea typeface="宋体" panose="02010600030101010101" pitchFamily="2" charset="-122"/>
                </a:rPr>
                <a:t>st lw</a:t>
              </a:r>
            </a:p>
          </p:txBody>
        </p:sp>
      </p:grpSp>
      <p:grpSp>
        <p:nvGrpSpPr>
          <p:cNvPr id="19486" name="Group 91">
            <a:extLst>
              <a:ext uri="{FF2B5EF4-FFF2-40B4-BE49-F238E27FC236}">
                <a16:creationId xmlns:a16="http://schemas.microsoft.com/office/drawing/2014/main" id="{5D27DB65-E286-8649-BD5B-2A47A58A0820}"/>
              </a:ext>
            </a:extLst>
          </p:cNvPr>
          <p:cNvGrpSpPr>
            <a:grpSpLocks/>
          </p:cNvGrpSpPr>
          <p:nvPr/>
        </p:nvGrpSpPr>
        <p:grpSpPr bwMode="auto">
          <a:xfrm>
            <a:off x="2222500" y="2133600"/>
            <a:ext cx="4165600" cy="333375"/>
            <a:chOff x="1400" y="1344"/>
            <a:chExt cx="2624" cy="210"/>
          </a:xfrm>
        </p:grpSpPr>
        <p:grpSp>
          <p:nvGrpSpPr>
            <p:cNvPr id="19508" name="Group 78">
              <a:extLst>
                <a:ext uri="{FF2B5EF4-FFF2-40B4-BE49-F238E27FC236}">
                  <a16:creationId xmlns:a16="http://schemas.microsoft.com/office/drawing/2014/main" id="{A5E028C3-9A8D-544C-A388-5569A0FE1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0" y="1344"/>
              <a:ext cx="512" cy="210"/>
              <a:chOff x="1400" y="1344"/>
              <a:chExt cx="512" cy="210"/>
            </a:xfrm>
          </p:grpSpPr>
          <p:sp>
            <p:nvSpPr>
              <p:cNvPr id="19521" name="Rectangle 76">
                <a:extLst>
                  <a:ext uri="{FF2B5EF4-FFF2-40B4-BE49-F238E27FC236}">
                    <a16:creationId xmlns:a16="http://schemas.microsoft.com/office/drawing/2014/main" id="{DDAED01C-8904-5B49-95F8-85A6C45190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0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22" name="Rectangle 77">
                <a:extLst>
                  <a:ext uri="{FF2B5EF4-FFF2-40B4-BE49-F238E27FC236}">
                    <a16:creationId xmlns:a16="http://schemas.microsoft.com/office/drawing/2014/main" id="{B14B797D-EF51-894E-9BAE-5BA0DDF90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" y="1344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19509" name="Group 81">
              <a:extLst>
                <a:ext uri="{FF2B5EF4-FFF2-40B4-BE49-F238E27FC236}">
                  <a16:creationId xmlns:a16="http://schemas.microsoft.com/office/drawing/2014/main" id="{07CAD288-ECE3-1842-931A-3EB5A7A300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1" y="1344"/>
              <a:ext cx="569" cy="210"/>
              <a:chOff x="1911" y="1344"/>
              <a:chExt cx="569" cy="210"/>
            </a:xfrm>
          </p:grpSpPr>
          <p:sp>
            <p:nvSpPr>
              <p:cNvPr id="19519" name="Rectangle 79">
                <a:extLst>
                  <a:ext uri="{FF2B5EF4-FFF2-40B4-BE49-F238E27FC236}">
                    <a16:creationId xmlns:a16="http://schemas.microsoft.com/office/drawing/2014/main" id="{77D5548D-9049-8F4C-AEDE-EC707FB61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8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20" name="Rectangle 80">
                <a:extLst>
                  <a:ext uri="{FF2B5EF4-FFF2-40B4-BE49-F238E27FC236}">
                    <a16:creationId xmlns:a16="http://schemas.microsoft.com/office/drawing/2014/main" id="{84DAC1FC-4D7C-FC44-B285-172E481CB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1344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19510" name="Group 84">
              <a:extLst>
                <a:ext uri="{FF2B5EF4-FFF2-40B4-BE49-F238E27FC236}">
                  <a16:creationId xmlns:a16="http://schemas.microsoft.com/office/drawing/2014/main" id="{314E37D9-2D0B-F341-90D6-59282F49BD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6" y="1344"/>
              <a:ext cx="512" cy="210"/>
              <a:chOff x="2456" y="1344"/>
              <a:chExt cx="512" cy="210"/>
            </a:xfrm>
          </p:grpSpPr>
          <p:sp>
            <p:nvSpPr>
              <p:cNvPr id="19517" name="Rectangle 82">
                <a:extLst>
                  <a:ext uri="{FF2B5EF4-FFF2-40B4-BE49-F238E27FC236}">
                    <a16:creationId xmlns:a16="http://schemas.microsoft.com/office/drawing/2014/main" id="{7602966E-FAE0-E74A-A6CE-7A349091B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6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18" name="Rectangle 83">
                <a:extLst>
                  <a:ext uri="{FF2B5EF4-FFF2-40B4-BE49-F238E27FC236}">
                    <a16:creationId xmlns:a16="http://schemas.microsoft.com/office/drawing/2014/main" id="{85FD7457-2311-374E-88F1-1718F4C21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5" y="1344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19511" name="Group 87">
              <a:extLst>
                <a:ext uri="{FF2B5EF4-FFF2-40B4-BE49-F238E27FC236}">
                  <a16:creationId xmlns:a16="http://schemas.microsoft.com/office/drawing/2014/main" id="{CE817EF5-CE17-6044-B7E1-DF949FA374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4" y="1344"/>
              <a:ext cx="512" cy="210"/>
              <a:chOff x="2984" y="1344"/>
              <a:chExt cx="512" cy="210"/>
            </a:xfrm>
          </p:grpSpPr>
          <p:sp>
            <p:nvSpPr>
              <p:cNvPr id="19515" name="Rectangle 85">
                <a:extLst>
                  <a:ext uri="{FF2B5EF4-FFF2-40B4-BE49-F238E27FC236}">
                    <a16:creationId xmlns:a16="http://schemas.microsoft.com/office/drawing/2014/main" id="{8BB3794D-72CC-074F-BC9E-9E81C0775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16" name="Rectangle 86">
                <a:extLst>
                  <a:ext uri="{FF2B5EF4-FFF2-40B4-BE49-F238E27FC236}">
                    <a16:creationId xmlns:a16="http://schemas.microsoft.com/office/drawing/2014/main" id="{61DB5CBB-50C5-654E-A4BF-A4AC72832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134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19512" name="Group 90">
              <a:extLst>
                <a:ext uri="{FF2B5EF4-FFF2-40B4-BE49-F238E27FC236}">
                  <a16:creationId xmlns:a16="http://schemas.microsoft.com/office/drawing/2014/main" id="{D6749B9A-5D6F-CA41-8852-EB6BD700B3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2" y="1344"/>
              <a:ext cx="512" cy="210"/>
              <a:chOff x="3512" y="1344"/>
              <a:chExt cx="512" cy="210"/>
            </a:xfrm>
          </p:grpSpPr>
          <p:sp>
            <p:nvSpPr>
              <p:cNvPr id="19513" name="Rectangle 88">
                <a:extLst>
                  <a:ext uri="{FF2B5EF4-FFF2-40B4-BE49-F238E27FC236}">
                    <a16:creationId xmlns:a16="http://schemas.microsoft.com/office/drawing/2014/main" id="{FADD4733-C677-AD46-8B53-A3D9D0BD8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14" name="Rectangle 89">
                <a:extLst>
                  <a:ext uri="{FF2B5EF4-FFF2-40B4-BE49-F238E27FC236}">
                    <a16:creationId xmlns:a16="http://schemas.microsoft.com/office/drawing/2014/main" id="{B1779D44-9588-5D40-8CBA-1D03A3EB6C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1" y="1344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19487" name="Rectangle 92">
            <a:extLst>
              <a:ext uri="{FF2B5EF4-FFF2-40B4-BE49-F238E27FC236}">
                <a16:creationId xmlns:a16="http://schemas.microsoft.com/office/drawing/2014/main" id="{1C3C5DEE-C33E-E34A-9432-4C5DF4CB2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2133600"/>
            <a:ext cx="762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nd lw</a:t>
            </a:r>
          </a:p>
        </p:txBody>
      </p:sp>
      <p:grpSp>
        <p:nvGrpSpPr>
          <p:cNvPr id="19488" name="Group 108">
            <a:extLst>
              <a:ext uri="{FF2B5EF4-FFF2-40B4-BE49-F238E27FC236}">
                <a16:creationId xmlns:a16="http://schemas.microsoft.com/office/drawing/2014/main" id="{BD850D34-8EC8-E945-9632-887F20F61282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2590800"/>
            <a:ext cx="4165600" cy="333375"/>
            <a:chOff x="1928" y="1632"/>
            <a:chExt cx="2624" cy="210"/>
          </a:xfrm>
        </p:grpSpPr>
        <p:grpSp>
          <p:nvGrpSpPr>
            <p:cNvPr id="19493" name="Group 95">
              <a:extLst>
                <a:ext uri="{FF2B5EF4-FFF2-40B4-BE49-F238E27FC236}">
                  <a16:creationId xmlns:a16="http://schemas.microsoft.com/office/drawing/2014/main" id="{8EB5AC62-5F28-4B43-8BE9-AFEC925D4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8" y="1632"/>
              <a:ext cx="512" cy="210"/>
              <a:chOff x="1928" y="1632"/>
              <a:chExt cx="512" cy="210"/>
            </a:xfrm>
          </p:grpSpPr>
          <p:sp>
            <p:nvSpPr>
              <p:cNvPr id="19506" name="Rectangle 93">
                <a:extLst>
                  <a:ext uri="{FF2B5EF4-FFF2-40B4-BE49-F238E27FC236}">
                    <a16:creationId xmlns:a16="http://schemas.microsoft.com/office/drawing/2014/main" id="{B831FF94-C441-ED4D-AABE-0BC4C3FD5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8" y="164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07" name="Rectangle 94">
                <a:extLst>
                  <a:ext uri="{FF2B5EF4-FFF2-40B4-BE49-F238E27FC236}">
                    <a16:creationId xmlns:a16="http://schemas.microsoft.com/office/drawing/2014/main" id="{FA5DFFF5-CA6F-4147-AAD2-9EABEB177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9" y="1632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19494" name="Group 98">
              <a:extLst>
                <a:ext uri="{FF2B5EF4-FFF2-40B4-BE49-F238E27FC236}">
                  <a16:creationId xmlns:a16="http://schemas.microsoft.com/office/drawing/2014/main" id="{AF3B0848-1814-CD4C-B915-9A57D0136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9" y="1632"/>
              <a:ext cx="569" cy="210"/>
              <a:chOff x="2439" y="1632"/>
              <a:chExt cx="569" cy="210"/>
            </a:xfrm>
          </p:grpSpPr>
          <p:sp>
            <p:nvSpPr>
              <p:cNvPr id="19504" name="Rectangle 96">
                <a:extLst>
                  <a:ext uri="{FF2B5EF4-FFF2-40B4-BE49-F238E27FC236}">
                    <a16:creationId xmlns:a16="http://schemas.microsoft.com/office/drawing/2014/main" id="{6BF5933B-181A-B341-8114-3C52FC375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6" y="164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05" name="Rectangle 97">
                <a:extLst>
                  <a:ext uri="{FF2B5EF4-FFF2-40B4-BE49-F238E27FC236}">
                    <a16:creationId xmlns:a16="http://schemas.microsoft.com/office/drawing/2014/main" id="{F6ECF374-B711-A840-8B0E-E8EC84E1C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632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19495" name="Group 101">
              <a:extLst>
                <a:ext uri="{FF2B5EF4-FFF2-40B4-BE49-F238E27FC236}">
                  <a16:creationId xmlns:a16="http://schemas.microsoft.com/office/drawing/2014/main" id="{78F3C450-A564-7D46-A02A-73E732798D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4" y="1632"/>
              <a:ext cx="512" cy="210"/>
              <a:chOff x="2984" y="1632"/>
              <a:chExt cx="512" cy="210"/>
            </a:xfrm>
          </p:grpSpPr>
          <p:sp>
            <p:nvSpPr>
              <p:cNvPr id="19502" name="Rectangle 99">
                <a:extLst>
                  <a:ext uri="{FF2B5EF4-FFF2-40B4-BE49-F238E27FC236}">
                    <a16:creationId xmlns:a16="http://schemas.microsoft.com/office/drawing/2014/main" id="{942B85AF-4AC9-6649-88AC-5D3871C1D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" y="164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03" name="Rectangle 100">
                <a:extLst>
                  <a:ext uri="{FF2B5EF4-FFF2-40B4-BE49-F238E27FC236}">
                    <a16:creationId xmlns:a16="http://schemas.microsoft.com/office/drawing/2014/main" id="{2A250F45-C2BC-F545-B0EA-273B1E9B3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1632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19496" name="Group 104">
              <a:extLst>
                <a:ext uri="{FF2B5EF4-FFF2-40B4-BE49-F238E27FC236}">
                  <a16:creationId xmlns:a16="http://schemas.microsoft.com/office/drawing/2014/main" id="{A4D34E02-F5E1-694F-8EE9-220AE976FF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2" y="1632"/>
              <a:ext cx="512" cy="210"/>
              <a:chOff x="3512" y="1632"/>
              <a:chExt cx="512" cy="210"/>
            </a:xfrm>
          </p:grpSpPr>
          <p:sp>
            <p:nvSpPr>
              <p:cNvPr id="19500" name="Rectangle 102">
                <a:extLst>
                  <a:ext uri="{FF2B5EF4-FFF2-40B4-BE49-F238E27FC236}">
                    <a16:creationId xmlns:a16="http://schemas.microsoft.com/office/drawing/2014/main" id="{05E56C41-2E05-FF45-ACEB-6CE87AAB8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164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01" name="Rectangle 103">
                <a:extLst>
                  <a:ext uri="{FF2B5EF4-FFF2-40B4-BE49-F238E27FC236}">
                    <a16:creationId xmlns:a16="http://schemas.microsoft.com/office/drawing/2014/main" id="{D1C9619D-F153-FB4C-9ACE-43E4F9D46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1" y="1632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19497" name="Group 107">
              <a:extLst>
                <a:ext uri="{FF2B5EF4-FFF2-40B4-BE49-F238E27FC236}">
                  <a16:creationId xmlns:a16="http://schemas.microsoft.com/office/drawing/2014/main" id="{94CE1D69-7E99-D745-BD79-EE1F4DD17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0" y="1632"/>
              <a:ext cx="512" cy="210"/>
              <a:chOff x="4040" y="1632"/>
              <a:chExt cx="512" cy="210"/>
            </a:xfrm>
          </p:grpSpPr>
          <p:sp>
            <p:nvSpPr>
              <p:cNvPr id="19498" name="Rectangle 105">
                <a:extLst>
                  <a:ext uri="{FF2B5EF4-FFF2-40B4-BE49-F238E27FC236}">
                    <a16:creationId xmlns:a16="http://schemas.microsoft.com/office/drawing/2014/main" id="{EB6E92C5-B154-E84C-BF09-E13EC60AE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0" y="164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499" name="Rectangle 106">
                <a:extLst>
                  <a:ext uri="{FF2B5EF4-FFF2-40B4-BE49-F238E27FC236}">
                    <a16:creationId xmlns:a16="http://schemas.microsoft.com/office/drawing/2014/main" id="{04BCCCC8-AA40-B54E-9274-A7F887752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1632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19489" name="Rectangle 109">
            <a:extLst>
              <a:ext uri="{FF2B5EF4-FFF2-40B4-BE49-F238E27FC236}">
                <a16:creationId xmlns:a16="http://schemas.microsoft.com/office/drawing/2014/main" id="{E6EEB775-F069-0148-AF6F-D96665F29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590800"/>
            <a:ext cx="739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rd lw</a:t>
            </a:r>
          </a:p>
        </p:txBody>
      </p:sp>
      <p:sp>
        <p:nvSpPr>
          <p:cNvPr id="19490" name="Line 110">
            <a:extLst>
              <a:ext uri="{FF2B5EF4-FFF2-40B4-BE49-F238E27FC236}">
                <a16:creationId xmlns:a16="http://schemas.microsoft.com/office/drawing/2014/main" id="{A7BDEB9F-9B13-D643-996C-D4AE1804C3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511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1" name="Line 111">
            <a:extLst>
              <a:ext uri="{FF2B5EF4-FFF2-40B4-BE49-F238E27FC236}">
                <a16:creationId xmlns:a16="http://schemas.microsoft.com/office/drawing/2014/main" id="{83A098F6-94FF-F043-B61C-E4CCE066E2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5113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41" name="Rectangle 113">
            <a:extLst>
              <a:ext uri="{FF2B5EF4-FFF2-40B4-BE49-F238E27FC236}">
                <a16:creationId xmlns:a16="http://schemas.microsoft.com/office/drawing/2014/main" id="{38C14333-FE25-8644-83BC-8D429C216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3224213"/>
            <a:ext cx="7232650" cy="305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>
              <a:spcBef>
                <a:spcPct val="30000"/>
              </a:spcBef>
              <a:buSzPct val="100000"/>
              <a:buFont typeface="Times New Roman" panose="02020603050405020304" pitchFamily="18" charset="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40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5000"/>
              </a:lnSpc>
              <a:spcBef>
                <a:spcPct val="40000"/>
              </a:spcBef>
              <a:buSzPct val="100000"/>
              <a:buChar char="-"/>
              <a:defRPr b="1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5000"/>
              </a:lnSpc>
              <a:buFontTx/>
              <a:buChar char="•"/>
            </a:pPr>
            <a:r>
              <a:rPr lang="zh-CN" altLang="en-US" sz="2000">
                <a:ea typeface="黑体" panose="02010609060101010101" pitchFamily="49" charset="-122"/>
              </a:rPr>
              <a:t>每个周期有五个功能部件同时在工作</a:t>
            </a:r>
            <a:endParaRPr lang="en-US" altLang="zh-CN" sz="2000"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buFontTx/>
              <a:buChar char="•"/>
            </a:pPr>
            <a:r>
              <a:rPr lang="zh-CN" altLang="en-US" sz="2000">
                <a:ea typeface="黑体" panose="02010609060101010101" pitchFamily="49" charset="-122"/>
              </a:rPr>
              <a:t>后面指令在前面完成取指后马上开始</a:t>
            </a:r>
          </a:p>
          <a:p>
            <a:pPr>
              <a:lnSpc>
                <a:spcPct val="115000"/>
              </a:lnSpc>
              <a:buFontTx/>
              <a:buChar char="•"/>
            </a:pPr>
            <a:r>
              <a:rPr lang="zh-CN" altLang="en-US" sz="2000">
                <a:ea typeface="黑体" panose="02010609060101010101" pitchFamily="49" charset="-122"/>
              </a:rPr>
              <a:t>每个</a:t>
            </a:r>
            <a:r>
              <a:rPr lang="en-US" altLang="zh-CN" sz="2000">
                <a:ea typeface="黑体" panose="02010609060101010101" pitchFamily="49" charset="-122"/>
              </a:rPr>
              <a:t>load</a:t>
            </a:r>
            <a:r>
              <a:rPr lang="zh-CN" altLang="en-US" sz="2000">
                <a:ea typeface="黑体" panose="02010609060101010101" pitchFamily="49" charset="-122"/>
              </a:rPr>
              <a:t>指令仍然需要五个周期完成</a:t>
            </a:r>
            <a:endParaRPr lang="en-US" altLang="zh-CN" sz="2000"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buFontTx/>
              <a:buChar char="•"/>
            </a:pPr>
            <a:r>
              <a:rPr lang="zh-CN" altLang="en-US" sz="2000">
                <a:ea typeface="黑体" panose="02010609060101010101" pitchFamily="49" charset="-122"/>
              </a:rPr>
              <a:t>但是，吞吐率</a:t>
            </a:r>
            <a:r>
              <a:rPr lang="en-US" altLang="zh-CN" sz="2000">
                <a:ea typeface="黑体" panose="02010609060101010101" pitchFamily="49" charset="-122"/>
              </a:rPr>
              <a:t>(throughput)</a:t>
            </a:r>
            <a:r>
              <a:rPr lang="zh-CN" altLang="en-US" sz="2000">
                <a:ea typeface="黑体" panose="02010609060101010101" pitchFamily="49" charset="-122"/>
              </a:rPr>
              <a:t>提高许多，理想情况下，有：</a:t>
            </a:r>
            <a:endParaRPr lang="en-US" altLang="zh-CN" sz="2000">
              <a:ea typeface="黑体" panose="02010609060101010101" pitchFamily="49" charset="-122"/>
            </a:endParaRPr>
          </a:p>
          <a:p>
            <a:pPr lvl="1">
              <a:lnSpc>
                <a:spcPct val="115000"/>
              </a:lnSpc>
              <a:spcBef>
                <a:spcPct val="3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每个周期有一条指令进入流水线</a:t>
            </a:r>
          </a:p>
          <a:p>
            <a:pPr lvl="1">
              <a:lnSpc>
                <a:spcPct val="115000"/>
              </a:lnSpc>
              <a:spcBef>
                <a:spcPct val="3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每个周期都有一条指令完成</a:t>
            </a:r>
          </a:p>
          <a:p>
            <a:pPr lvl="1">
              <a:lnSpc>
                <a:spcPct val="115000"/>
              </a:lnSpc>
              <a:spcBef>
                <a:spcPct val="3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每条指令的有效周期</a:t>
            </a:r>
            <a:r>
              <a:rPr lang="en-US" altLang="zh-CN" sz="2000">
                <a:ea typeface="黑体" panose="02010609060101010101" pitchFamily="49" charset="-122"/>
              </a:rPr>
              <a:t>(CPI)</a:t>
            </a:r>
            <a:r>
              <a:rPr lang="zh-CN" altLang="en-US" sz="2000">
                <a:ea typeface="黑体" panose="02010609060101010101" pitchFamily="49" charset="-122"/>
              </a:rPr>
              <a:t>为</a:t>
            </a:r>
            <a:r>
              <a:rPr lang="en-US" altLang="zh-CN" sz="2000">
                <a:ea typeface="黑体" panose="02010609060101010101" pitchFamily="49" charset="-122"/>
              </a:rPr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26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6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6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26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483EC45-5EE6-F746-8B7E-4264E8ACC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348288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R-type</a:t>
            </a:r>
            <a:r>
              <a:rPr lang="zh-CN" altLang="en-US">
                <a:ea typeface="宋体" panose="02010600030101010101" pitchFamily="2" charset="-122"/>
              </a:rPr>
              <a:t>指令的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个阶段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DB835F3-F77C-034F-A1A0-D590E74B1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4550" y="3162300"/>
            <a:ext cx="7161213" cy="1957388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200">
                <a:solidFill>
                  <a:srgbClr val="990000"/>
                </a:solidFill>
                <a:ea typeface="黑体" panose="02010609060101010101" pitchFamily="49" charset="-122"/>
              </a:rPr>
              <a:t>Ifetch:</a:t>
            </a:r>
            <a:r>
              <a:rPr lang="en-US" altLang="zh-CN" sz="2200">
                <a:ea typeface="黑体" panose="02010609060101010101" pitchFamily="49" charset="-122"/>
              </a:rPr>
              <a:t>   </a:t>
            </a:r>
            <a:r>
              <a:rPr lang="zh-CN" altLang="en-US" sz="2200">
                <a:ea typeface="黑体" panose="02010609060101010101" pitchFamily="49" charset="-122"/>
              </a:rPr>
              <a:t>取指令并计算</a:t>
            </a:r>
            <a:r>
              <a:rPr lang="en-US" altLang="zh-CN" sz="2200">
                <a:ea typeface="黑体" panose="02010609060101010101" pitchFamily="49" charset="-122"/>
              </a:rPr>
              <a:t>PC+4</a:t>
            </a:r>
            <a:endParaRPr lang="zh-CN" altLang="en-US" sz="2200"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>
                <a:solidFill>
                  <a:srgbClr val="990000"/>
                </a:solidFill>
                <a:ea typeface="黑体" panose="02010609060101010101" pitchFamily="49" charset="-122"/>
              </a:rPr>
              <a:t>Reg/Dec:</a:t>
            </a:r>
            <a:r>
              <a:rPr lang="en-US" altLang="zh-CN" sz="2200">
                <a:ea typeface="黑体" panose="02010609060101010101" pitchFamily="49" charset="-122"/>
              </a:rPr>
              <a:t>  </a:t>
            </a:r>
            <a:r>
              <a:rPr lang="zh-CN" altLang="en-US" sz="2200">
                <a:ea typeface="黑体" panose="02010609060101010101" pitchFamily="49" charset="-122"/>
              </a:rPr>
              <a:t>从寄存器取数，同时指令在译码器进行译码</a:t>
            </a:r>
          </a:p>
          <a:p>
            <a:pPr>
              <a:lnSpc>
                <a:spcPct val="120000"/>
              </a:lnSpc>
            </a:pPr>
            <a:r>
              <a:rPr lang="en-US" altLang="zh-CN" sz="2200">
                <a:solidFill>
                  <a:srgbClr val="990000"/>
                </a:solidFill>
                <a:ea typeface="黑体" panose="02010609060101010101" pitchFamily="49" charset="-122"/>
              </a:rPr>
              <a:t>Exec:</a:t>
            </a:r>
            <a:r>
              <a:rPr lang="en-US" altLang="zh-CN" sz="2200">
                <a:ea typeface="黑体" panose="02010609060101010101" pitchFamily="49" charset="-122"/>
              </a:rPr>
              <a:t>   </a:t>
            </a:r>
            <a:r>
              <a:rPr lang="zh-CN" altLang="en-US" sz="2200">
                <a:ea typeface="黑体" panose="02010609060101010101" pitchFamily="49" charset="-122"/>
              </a:rPr>
              <a:t>在</a:t>
            </a:r>
            <a:r>
              <a:rPr lang="en-US" altLang="zh-CN" sz="2200">
                <a:ea typeface="黑体" panose="02010609060101010101" pitchFamily="49" charset="-122"/>
              </a:rPr>
              <a:t>ALU</a:t>
            </a:r>
            <a:r>
              <a:rPr lang="zh-CN" altLang="en-US" sz="2200">
                <a:ea typeface="黑体" panose="02010609060101010101" pitchFamily="49" charset="-122"/>
              </a:rPr>
              <a:t>中对操作数进行计算</a:t>
            </a:r>
          </a:p>
          <a:p>
            <a:pPr>
              <a:lnSpc>
                <a:spcPct val="120000"/>
              </a:lnSpc>
            </a:pPr>
            <a:r>
              <a:rPr lang="en-US" altLang="zh-CN" sz="2200">
                <a:solidFill>
                  <a:srgbClr val="990000"/>
                </a:solidFill>
                <a:ea typeface="黑体" panose="02010609060101010101" pitchFamily="49" charset="-122"/>
              </a:rPr>
              <a:t>Wr: </a:t>
            </a:r>
            <a:r>
              <a:rPr lang="en-US" altLang="zh-CN" sz="2200">
                <a:ea typeface="黑体" panose="02010609060101010101" pitchFamily="49" charset="-122"/>
              </a:rPr>
              <a:t>  ALU</a:t>
            </a:r>
            <a:r>
              <a:rPr lang="zh-CN" altLang="en-US" sz="2200">
                <a:ea typeface="黑体" panose="02010609060101010101" pitchFamily="49" charset="-122"/>
              </a:rPr>
              <a:t>计算的结果写到寄存器</a:t>
            </a:r>
          </a:p>
        </p:txBody>
      </p:sp>
      <p:grpSp>
        <p:nvGrpSpPr>
          <p:cNvPr id="21508" name="Group 49">
            <a:extLst>
              <a:ext uri="{FF2B5EF4-FFF2-40B4-BE49-F238E27FC236}">
                <a16:creationId xmlns:a16="http://schemas.microsoft.com/office/drawing/2014/main" id="{1161E58A-B454-EA49-9B8F-E01A2F8864CC}"/>
              </a:ext>
            </a:extLst>
          </p:cNvPr>
          <p:cNvGrpSpPr>
            <a:grpSpLocks/>
          </p:cNvGrpSpPr>
          <p:nvPr/>
        </p:nvGrpSpPr>
        <p:grpSpPr bwMode="auto">
          <a:xfrm>
            <a:off x="1325563" y="1055688"/>
            <a:ext cx="5310187" cy="1674812"/>
            <a:chOff x="807" y="724"/>
            <a:chExt cx="2833" cy="720"/>
          </a:xfrm>
        </p:grpSpPr>
        <p:grpSp>
          <p:nvGrpSpPr>
            <p:cNvPr id="21509" name="Group 8">
              <a:extLst>
                <a:ext uri="{FF2B5EF4-FFF2-40B4-BE49-F238E27FC236}">
                  <a16:creationId xmlns:a16="http://schemas.microsoft.com/office/drawing/2014/main" id="{E823A377-736A-2A46-86A6-4EAD6CD532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964"/>
              <a:ext cx="520" cy="160"/>
              <a:chOff x="1248" y="712"/>
              <a:chExt cx="520" cy="160"/>
            </a:xfrm>
          </p:grpSpPr>
          <p:sp>
            <p:nvSpPr>
              <p:cNvPr id="21550" name="Line 4">
                <a:extLst>
                  <a:ext uri="{FF2B5EF4-FFF2-40B4-BE49-F238E27FC236}">
                    <a16:creationId xmlns:a16="http://schemas.microsoft.com/office/drawing/2014/main" id="{92EF0D0E-F397-C749-BA43-7CACF35C1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1" name="Line 5">
                <a:extLst>
                  <a:ext uri="{FF2B5EF4-FFF2-40B4-BE49-F238E27FC236}">
                    <a16:creationId xmlns:a16="http://schemas.microsoft.com/office/drawing/2014/main" id="{BEC027AD-CDE5-A742-A9BE-0DFDE86F6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2" name="Line 6">
                <a:extLst>
                  <a:ext uri="{FF2B5EF4-FFF2-40B4-BE49-F238E27FC236}">
                    <a16:creationId xmlns:a16="http://schemas.microsoft.com/office/drawing/2014/main" id="{2740181E-C9BF-6A41-8762-D6D8D916D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3" name="Line 7">
                <a:extLst>
                  <a:ext uri="{FF2B5EF4-FFF2-40B4-BE49-F238E27FC236}">
                    <a16:creationId xmlns:a16="http://schemas.microsoft.com/office/drawing/2014/main" id="{D1AE04CA-3D01-DD46-AFA8-BABB634F6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4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10" name="Group 13">
              <a:extLst>
                <a:ext uri="{FF2B5EF4-FFF2-40B4-BE49-F238E27FC236}">
                  <a16:creationId xmlns:a16="http://schemas.microsoft.com/office/drawing/2014/main" id="{74DE91E9-28F7-3840-9D6F-9DAFB149D4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964"/>
              <a:ext cx="520" cy="160"/>
              <a:chOff x="1776" y="712"/>
              <a:chExt cx="520" cy="160"/>
            </a:xfrm>
          </p:grpSpPr>
          <p:sp>
            <p:nvSpPr>
              <p:cNvPr id="21546" name="Line 9">
                <a:extLst>
                  <a:ext uri="{FF2B5EF4-FFF2-40B4-BE49-F238E27FC236}">
                    <a16:creationId xmlns:a16="http://schemas.microsoft.com/office/drawing/2014/main" id="{41D09164-7E72-3147-8E2D-9A96668CD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7" name="Line 10">
                <a:extLst>
                  <a:ext uri="{FF2B5EF4-FFF2-40B4-BE49-F238E27FC236}">
                    <a16:creationId xmlns:a16="http://schemas.microsoft.com/office/drawing/2014/main" id="{C7087C53-02DC-4A47-ADB2-42E109108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8" name="Line 11">
                <a:extLst>
                  <a:ext uri="{FF2B5EF4-FFF2-40B4-BE49-F238E27FC236}">
                    <a16:creationId xmlns:a16="http://schemas.microsoft.com/office/drawing/2014/main" id="{89C7D9A8-C1E2-4E48-B594-FC243EE26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9" name="Line 12">
                <a:extLst>
                  <a:ext uri="{FF2B5EF4-FFF2-40B4-BE49-F238E27FC236}">
                    <a16:creationId xmlns:a16="http://schemas.microsoft.com/office/drawing/2014/main" id="{F01E41DD-F0F9-524B-91FC-D4DEDB5C1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2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11" name="Group 18">
              <a:extLst>
                <a:ext uri="{FF2B5EF4-FFF2-40B4-BE49-F238E27FC236}">
                  <a16:creationId xmlns:a16="http://schemas.microsoft.com/office/drawing/2014/main" id="{D97390F2-6399-3C4F-B4D0-B399CE78F5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964"/>
              <a:ext cx="520" cy="160"/>
              <a:chOff x="2304" y="712"/>
              <a:chExt cx="520" cy="160"/>
            </a:xfrm>
          </p:grpSpPr>
          <p:sp>
            <p:nvSpPr>
              <p:cNvPr id="21542" name="Line 14">
                <a:extLst>
                  <a:ext uri="{FF2B5EF4-FFF2-40B4-BE49-F238E27FC236}">
                    <a16:creationId xmlns:a16="http://schemas.microsoft.com/office/drawing/2014/main" id="{F6E331B7-FA96-584E-856C-89AD13F27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3" name="Line 15">
                <a:extLst>
                  <a:ext uri="{FF2B5EF4-FFF2-40B4-BE49-F238E27FC236}">
                    <a16:creationId xmlns:a16="http://schemas.microsoft.com/office/drawing/2014/main" id="{1A242B65-AD3D-5746-9900-7917E33EA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4" name="Line 16">
                <a:extLst>
                  <a:ext uri="{FF2B5EF4-FFF2-40B4-BE49-F238E27FC236}">
                    <a16:creationId xmlns:a16="http://schemas.microsoft.com/office/drawing/2014/main" id="{E39FDA43-004C-994E-A90C-89301C7DD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5" name="Line 17">
                <a:extLst>
                  <a:ext uri="{FF2B5EF4-FFF2-40B4-BE49-F238E27FC236}">
                    <a16:creationId xmlns:a16="http://schemas.microsoft.com/office/drawing/2014/main" id="{2A25E356-4345-044E-AFB8-E4C9902ACA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0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12" name="Group 23">
              <a:extLst>
                <a:ext uri="{FF2B5EF4-FFF2-40B4-BE49-F238E27FC236}">
                  <a16:creationId xmlns:a16="http://schemas.microsoft.com/office/drawing/2014/main" id="{F10F51B4-2F11-7749-B977-EB5EC9C906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964"/>
              <a:ext cx="520" cy="160"/>
              <a:chOff x="2832" y="712"/>
              <a:chExt cx="520" cy="160"/>
            </a:xfrm>
          </p:grpSpPr>
          <p:sp>
            <p:nvSpPr>
              <p:cNvPr id="21538" name="Line 19">
                <a:extLst>
                  <a:ext uri="{FF2B5EF4-FFF2-40B4-BE49-F238E27FC236}">
                    <a16:creationId xmlns:a16="http://schemas.microsoft.com/office/drawing/2014/main" id="{77A6B711-40D4-3643-ACD9-A9FE6F0AC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0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9" name="Line 20">
                <a:extLst>
                  <a:ext uri="{FF2B5EF4-FFF2-40B4-BE49-F238E27FC236}">
                    <a16:creationId xmlns:a16="http://schemas.microsoft.com/office/drawing/2014/main" id="{BD6A4DA8-8FD5-A944-A3AE-0C701552E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0" name="Line 21">
                <a:extLst>
                  <a:ext uri="{FF2B5EF4-FFF2-40B4-BE49-F238E27FC236}">
                    <a16:creationId xmlns:a16="http://schemas.microsoft.com/office/drawing/2014/main" id="{3B8B7282-2FCF-6E47-BDFF-91D6F8A31E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1" name="Line 22">
                <a:extLst>
                  <a:ext uri="{FF2B5EF4-FFF2-40B4-BE49-F238E27FC236}">
                    <a16:creationId xmlns:a16="http://schemas.microsoft.com/office/drawing/2014/main" id="{A3733060-D439-1C49-B47F-538CFB625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8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13" name="Line 24">
              <a:extLst>
                <a:ext uri="{FF2B5EF4-FFF2-40B4-BE49-F238E27FC236}">
                  <a16:creationId xmlns:a16="http://schemas.microsoft.com/office/drawing/2014/main" id="{14F63699-0ADE-8845-9A32-6602CE55C7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11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4" name="Line 25">
              <a:extLst>
                <a:ext uri="{FF2B5EF4-FFF2-40B4-BE49-F238E27FC236}">
                  <a16:creationId xmlns:a16="http://schemas.microsoft.com/office/drawing/2014/main" id="{1916742C-2715-D840-B08F-E9F9C96C7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9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5" name="Line 26">
              <a:extLst>
                <a:ext uri="{FF2B5EF4-FFF2-40B4-BE49-F238E27FC236}">
                  <a16:creationId xmlns:a16="http://schemas.microsoft.com/office/drawing/2014/main" id="{DC80058A-ECC8-EF46-AE1F-499301423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9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6" name="Line 27">
              <a:extLst>
                <a:ext uri="{FF2B5EF4-FFF2-40B4-BE49-F238E27FC236}">
                  <a16:creationId xmlns:a16="http://schemas.microsoft.com/office/drawing/2014/main" id="{E8201FFC-8E1F-874E-9D25-0C34C36845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7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7" name="Line 28">
              <a:extLst>
                <a:ext uri="{FF2B5EF4-FFF2-40B4-BE49-F238E27FC236}">
                  <a16:creationId xmlns:a16="http://schemas.microsoft.com/office/drawing/2014/main" id="{6D9EE494-91AD-FA45-A2F3-508E5FF7F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7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8" name="Rectangle 29">
              <a:extLst>
                <a:ext uri="{FF2B5EF4-FFF2-40B4-BE49-F238E27FC236}">
                  <a16:creationId xmlns:a16="http://schemas.microsoft.com/office/drawing/2014/main" id="{496EDF9D-0903-D648-9FA9-0292BAB64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732"/>
              <a:ext cx="43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1</a:t>
              </a:r>
            </a:p>
          </p:txBody>
        </p:sp>
        <p:sp>
          <p:nvSpPr>
            <p:cNvPr id="21519" name="Rectangle 30">
              <a:extLst>
                <a:ext uri="{FF2B5EF4-FFF2-40B4-BE49-F238E27FC236}">
                  <a16:creationId xmlns:a16="http://schemas.microsoft.com/office/drawing/2014/main" id="{3F4E36B2-2602-984D-A3F0-66E9380AD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732"/>
              <a:ext cx="43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2</a:t>
              </a:r>
            </a:p>
          </p:txBody>
        </p:sp>
        <p:sp>
          <p:nvSpPr>
            <p:cNvPr id="21520" name="Line 31">
              <a:extLst>
                <a:ext uri="{FF2B5EF4-FFF2-40B4-BE49-F238E27FC236}">
                  <a16:creationId xmlns:a16="http://schemas.microsoft.com/office/drawing/2014/main" id="{084412C4-B97D-6349-A527-863A9D5FD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7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1" name="Line 32">
              <a:extLst>
                <a:ext uri="{FF2B5EF4-FFF2-40B4-BE49-F238E27FC236}">
                  <a16:creationId xmlns:a16="http://schemas.microsoft.com/office/drawing/2014/main" id="{948B4E61-9ACC-2145-9D35-F3465F684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7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2" name="Line 33">
              <a:extLst>
                <a:ext uri="{FF2B5EF4-FFF2-40B4-BE49-F238E27FC236}">
                  <a16:creationId xmlns:a16="http://schemas.microsoft.com/office/drawing/2014/main" id="{7D0C737B-3659-FF4A-A2BC-D4BA5401C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7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Rectangle 34">
              <a:extLst>
                <a:ext uri="{FF2B5EF4-FFF2-40B4-BE49-F238E27FC236}">
                  <a16:creationId xmlns:a16="http://schemas.microsoft.com/office/drawing/2014/main" id="{B2854090-4CEA-7745-97CD-B6E3CABDC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732"/>
              <a:ext cx="43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3</a:t>
              </a:r>
            </a:p>
          </p:txBody>
        </p:sp>
        <p:sp>
          <p:nvSpPr>
            <p:cNvPr id="21524" name="Rectangle 35">
              <a:extLst>
                <a:ext uri="{FF2B5EF4-FFF2-40B4-BE49-F238E27FC236}">
                  <a16:creationId xmlns:a16="http://schemas.microsoft.com/office/drawing/2014/main" id="{1CBA306E-2E6D-4C48-8AC5-DE30D3BB1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732"/>
              <a:ext cx="43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4</a:t>
              </a:r>
            </a:p>
          </p:txBody>
        </p:sp>
        <p:grpSp>
          <p:nvGrpSpPr>
            <p:cNvPr id="21525" name="Group 38">
              <a:extLst>
                <a:ext uri="{FF2B5EF4-FFF2-40B4-BE49-F238E27FC236}">
                  <a16:creationId xmlns:a16="http://schemas.microsoft.com/office/drawing/2014/main" id="{CB229246-A0F1-AD4F-9032-B7AE4F5A7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6" y="1260"/>
              <a:ext cx="512" cy="184"/>
              <a:chOff x="1256" y="1008"/>
              <a:chExt cx="512" cy="184"/>
            </a:xfrm>
          </p:grpSpPr>
          <p:sp>
            <p:nvSpPr>
              <p:cNvPr id="21536" name="Rectangle 36">
                <a:extLst>
                  <a:ext uri="{FF2B5EF4-FFF2-40B4-BE49-F238E27FC236}">
                    <a16:creationId xmlns:a16="http://schemas.microsoft.com/office/drawing/2014/main" id="{685638FF-5628-9F49-A608-E4805655B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537" name="Rectangle 37">
                <a:extLst>
                  <a:ext uri="{FF2B5EF4-FFF2-40B4-BE49-F238E27FC236}">
                    <a16:creationId xmlns:a16="http://schemas.microsoft.com/office/drawing/2014/main" id="{BA31CEAF-4FCB-D34E-9BC7-1246161B8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1008"/>
                <a:ext cx="368" cy="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1526" name="Group 41">
              <a:extLst>
                <a:ext uri="{FF2B5EF4-FFF2-40B4-BE49-F238E27FC236}">
                  <a16:creationId xmlns:a16="http://schemas.microsoft.com/office/drawing/2014/main" id="{AD4BD670-3459-C44B-B9D3-CB826BD9ED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7" y="1260"/>
              <a:ext cx="529" cy="184"/>
              <a:chOff x="1767" y="1008"/>
              <a:chExt cx="529" cy="184"/>
            </a:xfrm>
          </p:grpSpPr>
          <p:sp>
            <p:nvSpPr>
              <p:cNvPr id="21534" name="Rectangle 39">
                <a:extLst>
                  <a:ext uri="{FF2B5EF4-FFF2-40B4-BE49-F238E27FC236}">
                    <a16:creationId xmlns:a16="http://schemas.microsoft.com/office/drawing/2014/main" id="{C0C004B4-3DED-9747-BCC0-94A7D9B00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535" name="Rectangle 40">
                <a:extLst>
                  <a:ext uri="{FF2B5EF4-FFF2-40B4-BE49-F238E27FC236}">
                    <a16:creationId xmlns:a16="http://schemas.microsoft.com/office/drawing/2014/main" id="{F2E8341C-2A9B-AB4D-A67D-0D1F18CC0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08"/>
                <a:ext cx="482" cy="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1527" name="Group 44">
              <a:extLst>
                <a:ext uri="{FF2B5EF4-FFF2-40B4-BE49-F238E27FC236}">
                  <a16:creationId xmlns:a16="http://schemas.microsoft.com/office/drawing/2014/main" id="{7F7AEA1C-45FE-6642-AE75-F1BFC70369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1260"/>
              <a:ext cx="512" cy="184"/>
              <a:chOff x="2312" y="1008"/>
              <a:chExt cx="512" cy="184"/>
            </a:xfrm>
          </p:grpSpPr>
          <p:sp>
            <p:nvSpPr>
              <p:cNvPr id="21532" name="Rectangle 42">
                <a:extLst>
                  <a:ext uri="{FF2B5EF4-FFF2-40B4-BE49-F238E27FC236}">
                    <a16:creationId xmlns:a16="http://schemas.microsoft.com/office/drawing/2014/main" id="{FB219B33-847A-E24F-8A49-AF7546635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533" name="Rectangle 43">
                <a:extLst>
                  <a:ext uri="{FF2B5EF4-FFF2-40B4-BE49-F238E27FC236}">
                    <a16:creationId xmlns:a16="http://schemas.microsoft.com/office/drawing/2014/main" id="{1CA13C1F-622F-7144-82B9-81561EF3F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1" y="1008"/>
                <a:ext cx="319" cy="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1528" name="Group 47">
              <a:extLst>
                <a:ext uri="{FF2B5EF4-FFF2-40B4-BE49-F238E27FC236}">
                  <a16:creationId xmlns:a16="http://schemas.microsoft.com/office/drawing/2014/main" id="{7EB23B04-4996-7F4A-A3F5-008C1FA7AD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0" y="1260"/>
              <a:ext cx="512" cy="184"/>
              <a:chOff x="2840" y="1008"/>
              <a:chExt cx="512" cy="184"/>
            </a:xfrm>
          </p:grpSpPr>
          <p:sp>
            <p:nvSpPr>
              <p:cNvPr id="21530" name="Rectangle 45">
                <a:extLst>
                  <a:ext uri="{FF2B5EF4-FFF2-40B4-BE49-F238E27FC236}">
                    <a16:creationId xmlns:a16="http://schemas.microsoft.com/office/drawing/2014/main" id="{5EDA549E-38B6-9840-94EC-767156D87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531" name="Rectangle 46">
                <a:extLst>
                  <a:ext uri="{FF2B5EF4-FFF2-40B4-BE49-F238E27FC236}">
                    <a16:creationId xmlns:a16="http://schemas.microsoft.com/office/drawing/2014/main" id="{BA1CCC7D-E03A-4D47-8E0C-DF651BDD8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008"/>
                <a:ext cx="253" cy="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  <p:sp>
          <p:nvSpPr>
            <p:cNvPr id="21529" name="Rectangle 48">
              <a:extLst>
                <a:ext uri="{FF2B5EF4-FFF2-40B4-BE49-F238E27FC236}">
                  <a16:creationId xmlns:a16="http://schemas.microsoft.com/office/drawing/2014/main" id="{469CC27C-3114-D943-8E2F-AA511A99D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1260"/>
              <a:ext cx="410" cy="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6C87734-4099-5246-8FCC-EADDC21D5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902325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含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  <a:r>
              <a:rPr lang="zh-CN" altLang="en-US">
                <a:ea typeface="宋体" panose="02010600030101010101" pitchFamily="2" charset="-122"/>
              </a:rPr>
              <a:t>和 </a:t>
            </a:r>
            <a:r>
              <a:rPr lang="en-US" altLang="zh-CN">
                <a:ea typeface="宋体" panose="02010600030101010101" pitchFamily="2" charset="-122"/>
              </a:rPr>
              <a:t>Load </a:t>
            </a:r>
            <a:r>
              <a:rPr lang="zh-CN" altLang="en-US">
                <a:ea typeface="宋体" panose="02010600030101010101" pitchFamily="2" charset="-122"/>
              </a:rPr>
              <a:t>指令的流水线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BDC11C9-B16C-354E-B22F-E96EFC229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760788"/>
            <a:ext cx="8869363" cy="2568575"/>
          </a:xfrm>
          <a:noFill/>
        </p:spPr>
        <p:txBody>
          <a:bodyPr/>
          <a:lstStyle/>
          <a:p>
            <a:r>
              <a:rPr lang="zh-CN" altLang="en-US" sz="1900">
                <a:ea typeface="黑体" panose="02010609060101010101" pitchFamily="49" charset="-122"/>
              </a:rPr>
              <a:t>上述流水线有个问题</a:t>
            </a:r>
            <a:r>
              <a:rPr lang="en-US" altLang="zh-CN" sz="1900">
                <a:ea typeface="黑体" panose="02010609060101010101" pitchFamily="49" charset="-122"/>
              </a:rPr>
              <a:t>: </a:t>
            </a:r>
            <a:r>
              <a:rPr lang="zh-CN" altLang="en-US" sz="1900">
                <a:ea typeface="黑体" panose="02010609060101010101" pitchFamily="49" charset="-122"/>
              </a:rPr>
              <a:t>两条指令试图同时写寄存器，因为</a:t>
            </a:r>
          </a:p>
          <a:p>
            <a:pPr lvl="1">
              <a:lnSpc>
                <a:spcPct val="100000"/>
              </a:lnSpc>
              <a:spcBef>
                <a:spcPct val="30000"/>
              </a:spcBef>
            </a:pPr>
            <a:r>
              <a:rPr lang="en-US" altLang="zh-CN" sz="1900">
                <a:ea typeface="黑体" panose="02010609060101010101" pitchFamily="49" charset="-122"/>
              </a:rPr>
              <a:t>Load</a:t>
            </a:r>
            <a:r>
              <a:rPr lang="zh-CN" altLang="en-US" sz="1900">
                <a:ea typeface="黑体" panose="02010609060101010101" pitchFamily="49" charset="-122"/>
              </a:rPr>
              <a:t>在第</a:t>
            </a:r>
            <a:r>
              <a:rPr lang="en-US" altLang="zh-CN" sz="1900">
                <a:ea typeface="黑体" panose="02010609060101010101" pitchFamily="49" charset="-122"/>
              </a:rPr>
              <a:t>5</a:t>
            </a:r>
            <a:r>
              <a:rPr lang="zh-CN" altLang="en-US" sz="1900">
                <a:ea typeface="黑体" panose="02010609060101010101" pitchFamily="49" charset="-122"/>
              </a:rPr>
              <a:t>阶段用寄存器写口</a:t>
            </a:r>
          </a:p>
          <a:p>
            <a:pPr lvl="1">
              <a:lnSpc>
                <a:spcPct val="100000"/>
              </a:lnSpc>
              <a:spcBef>
                <a:spcPct val="30000"/>
              </a:spcBef>
            </a:pPr>
            <a:r>
              <a:rPr lang="en-US" altLang="zh-CN" sz="1900">
                <a:ea typeface="黑体" panose="02010609060101010101" pitchFamily="49" charset="-122"/>
              </a:rPr>
              <a:t>R-type</a:t>
            </a:r>
            <a:r>
              <a:rPr lang="zh-CN" altLang="en-US" sz="1900">
                <a:ea typeface="黑体" panose="02010609060101010101" pitchFamily="49" charset="-122"/>
              </a:rPr>
              <a:t>在第</a:t>
            </a:r>
            <a:r>
              <a:rPr lang="en-US" altLang="zh-CN" sz="1900">
                <a:ea typeface="黑体" panose="02010609060101010101" pitchFamily="49" charset="-122"/>
              </a:rPr>
              <a:t>4 </a:t>
            </a:r>
            <a:r>
              <a:rPr lang="zh-CN" altLang="en-US" sz="1900">
                <a:ea typeface="黑体" panose="02010609060101010101" pitchFamily="49" charset="-122"/>
              </a:rPr>
              <a:t>阶段用寄存器写口</a:t>
            </a:r>
          </a:p>
          <a:p>
            <a:r>
              <a:rPr lang="zh-CN" altLang="en-US" sz="1900">
                <a:ea typeface="黑体" panose="02010609060101010101" pitchFamily="49" charset="-122"/>
              </a:rPr>
              <a:t>把一个功能部件同时被多条指令使用的现象称为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结构冒险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(Struture Hazard)</a:t>
            </a:r>
          </a:p>
          <a:p>
            <a:r>
              <a:rPr lang="zh-CN" altLang="en-US" sz="1900">
                <a:ea typeface="黑体" panose="02010609060101010101" pitchFamily="49" charset="-122"/>
              </a:rPr>
              <a:t>为了流水线能顺利工作，规定：</a:t>
            </a:r>
          </a:p>
          <a:p>
            <a:pPr lvl="1"/>
            <a:r>
              <a:rPr lang="zh-CN" altLang="en-US" sz="1900">
                <a:ea typeface="黑体" panose="02010609060101010101" pitchFamily="49" charset="-122"/>
              </a:rPr>
              <a:t>每个功能部件每条指令只能用一次（如：写口不能用两次或以上）</a:t>
            </a:r>
            <a:endParaRPr lang="en-US" altLang="zh-CN" sz="1900">
              <a:ea typeface="黑体" panose="02010609060101010101" pitchFamily="49" charset="-122"/>
            </a:endParaRPr>
          </a:p>
          <a:p>
            <a:pPr lvl="1"/>
            <a:r>
              <a:rPr lang="zh-CN" altLang="en-US" sz="1900">
                <a:ea typeface="黑体" panose="02010609060101010101" pitchFamily="49" charset="-122"/>
              </a:rPr>
              <a:t>每个功能部件必须在相同的阶段被使用（如：写口总是在第五阶段被使用）</a:t>
            </a:r>
          </a:p>
        </p:txBody>
      </p:sp>
      <p:grpSp>
        <p:nvGrpSpPr>
          <p:cNvPr id="23556" name="Group 117">
            <a:extLst>
              <a:ext uri="{FF2B5EF4-FFF2-40B4-BE49-F238E27FC236}">
                <a16:creationId xmlns:a16="http://schemas.microsoft.com/office/drawing/2014/main" id="{708336C4-85EC-464D-9BF6-9CAB45FC2D9C}"/>
              </a:ext>
            </a:extLst>
          </p:cNvPr>
          <p:cNvGrpSpPr>
            <a:grpSpLocks/>
          </p:cNvGrpSpPr>
          <p:nvPr/>
        </p:nvGrpSpPr>
        <p:grpSpPr bwMode="auto">
          <a:xfrm>
            <a:off x="3517900" y="2895600"/>
            <a:ext cx="812800" cy="333375"/>
            <a:chOff x="2216" y="1824"/>
            <a:chExt cx="512" cy="210"/>
          </a:xfrm>
        </p:grpSpPr>
        <p:sp>
          <p:nvSpPr>
            <p:cNvPr id="23702" name="Rectangle 115">
              <a:extLst>
                <a:ext uri="{FF2B5EF4-FFF2-40B4-BE49-F238E27FC236}">
                  <a16:creationId xmlns:a16="http://schemas.microsoft.com/office/drawing/2014/main" id="{23EC4165-75A0-E04E-9175-97AF958A3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6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703" name="Rectangle 116">
              <a:extLst>
                <a:ext uri="{FF2B5EF4-FFF2-40B4-BE49-F238E27FC236}">
                  <a16:creationId xmlns:a16="http://schemas.microsoft.com/office/drawing/2014/main" id="{9F657DA9-5DB2-5A46-AA8B-D322DBC30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1824"/>
              <a:ext cx="43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Ifetch</a:t>
              </a:r>
            </a:p>
          </p:txBody>
        </p:sp>
      </p:grpSp>
      <p:grpSp>
        <p:nvGrpSpPr>
          <p:cNvPr id="23557" name="Group 120">
            <a:extLst>
              <a:ext uri="{FF2B5EF4-FFF2-40B4-BE49-F238E27FC236}">
                <a16:creationId xmlns:a16="http://schemas.microsoft.com/office/drawing/2014/main" id="{118476F9-C313-3742-B061-69D7DFF9663D}"/>
              </a:ext>
            </a:extLst>
          </p:cNvPr>
          <p:cNvGrpSpPr>
            <a:grpSpLocks/>
          </p:cNvGrpSpPr>
          <p:nvPr/>
        </p:nvGrpSpPr>
        <p:grpSpPr bwMode="auto">
          <a:xfrm>
            <a:off x="4329113" y="2895600"/>
            <a:ext cx="903287" cy="333375"/>
            <a:chOff x="2727" y="1824"/>
            <a:chExt cx="569" cy="210"/>
          </a:xfrm>
        </p:grpSpPr>
        <p:sp>
          <p:nvSpPr>
            <p:cNvPr id="23700" name="Rectangle 118">
              <a:extLst>
                <a:ext uri="{FF2B5EF4-FFF2-40B4-BE49-F238E27FC236}">
                  <a16:creationId xmlns:a16="http://schemas.microsoft.com/office/drawing/2014/main" id="{5432F2D2-1EEF-CC4F-903B-D15D0B3E8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701" name="Rectangle 119">
              <a:extLst>
                <a:ext uri="{FF2B5EF4-FFF2-40B4-BE49-F238E27FC236}">
                  <a16:creationId xmlns:a16="http://schemas.microsoft.com/office/drawing/2014/main" id="{C695F9E6-238C-764E-AD92-52853E9F7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824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</p:grpSp>
      <p:grpSp>
        <p:nvGrpSpPr>
          <p:cNvPr id="23558" name="Group 123">
            <a:extLst>
              <a:ext uri="{FF2B5EF4-FFF2-40B4-BE49-F238E27FC236}">
                <a16:creationId xmlns:a16="http://schemas.microsoft.com/office/drawing/2014/main" id="{1C58893D-0498-8C42-AACE-D994AB659731}"/>
              </a:ext>
            </a:extLst>
          </p:cNvPr>
          <p:cNvGrpSpPr>
            <a:grpSpLocks/>
          </p:cNvGrpSpPr>
          <p:nvPr/>
        </p:nvGrpSpPr>
        <p:grpSpPr bwMode="auto">
          <a:xfrm>
            <a:off x="5194300" y="2895600"/>
            <a:ext cx="812800" cy="333375"/>
            <a:chOff x="3272" y="1824"/>
            <a:chExt cx="512" cy="210"/>
          </a:xfrm>
        </p:grpSpPr>
        <p:sp>
          <p:nvSpPr>
            <p:cNvPr id="23698" name="Rectangle 121">
              <a:extLst>
                <a:ext uri="{FF2B5EF4-FFF2-40B4-BE49-F238E27FC236}">
                  <a16:creationId xmlns:a16="http://schemas.microsoft.com/office/drawing/2014/main" id="{BFA160DF-5F10-3445-8744-6825076D0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99" name="Rectangle 122">
              <a:extLst>
                <a:ext uri="{FF2B5EF4-FFF2-40B4-BE49-F238E27FC236}">
                  <a16:creationId xmlns:a16="http://schemas.microsoft.com/office/drawing/2014/main" id="{A11ADB8C-5E12-3848-B311-8AD0F39BC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824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</p:grpSp>
      <p:grpSp>
        <p:nvGrpSpPr>
          <p:cNvPr id="23559" name="Group 126">
            <a:extLst>
              <a:ext uri="{FF2B5EF4-FFF2-40B4-BE49-F238E27FC236}">
                <a16:creationId xmlns:a16="http://schemas.microsoft.com/office/drawing/2014/main" id="{EE86203E-5F79-554A-AF59-06FAF903A9CE}"/>
              </a:ext>
            </a:extLst>
          </p:cNvPr>
          <p:cNvGrpSpPr>
            <a:grpSpLocks/>
          </p:cNvGrpSpPr>
          <p:nvPr/>
        </p:nvGrpSpPr>
        <p:grpSpPr bwMode="auto">
          <a:xfrm>
            <a:off x="6032500" y="2895600"/>
            <a:ext cx="812800" cy="333375"/>
            <a:chOff x="3800" y="1824"/>
            <a:chExt cx="512" cy="210"/>
          </a:xfrm>
        </p:grpSpPr>
        <p:sp>
          <p:nvSpPr>
            <p:cNvPr id="23696" name="Rectangle 124">
              <a:extLst>
                <a:ext uri="{FF2B5EF4-FFF2-40B4-BE49-F238E27FC236}">
                  <a16:creationId xmlns:a16="http://schemas.microsoft.com/office/drawing/2014/main" id="{5E8762FE-DBB2-AC4C-8342-4A0A7FDD8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97" name="Rectangle 125">
              <a:extLst>
                <a:ext uri="{FF2B5EF4-FFF2-40B4-BE49-F238E27FC236}">
                  <a16:creationId xmlns:a16="http://schemas.microsoft.com/office/drawing/2014/main" id="{7A9FBBFB-7A6E-7A44-96FC-A7363048B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1824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</p:grpSp>
      <p:sp>
        <p:nvSpPr>
          <p:cNvPr id="23560" name="Rectangle 127">
            <a:extLst>
              <a:ext uri="{FF2B5EF4-FFF2-40B4-BE49-F238E27FC236}">
                <a16:creationId xmlns:a16="http://schemas.microsoft.com/office/drawing/2014/main" id="{BB82AC90-9652-6C48-8D7A-1C00DA39E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2895600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23561" name="Group 130">
            <a:extLst>
              <a:ext uri="{FF2B5EF4-FFF2-40B4-BE49-F238E27FC236}">
                <a16:creationId xmlns:a16="http://schemas.microsoft.com/office/drawing/2014/main" id="{6F4B2B4A-52F0-BD4C-9C3B-CD454EC4FAB7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3352800"/>
            <a:ext cx="812800" cy="333375"/>
            <a:chOff x="2744" y="2112"/>
            <a:chExt cx="512" cy="210"/>
          </a:xfrm>
        </p:grpSpPr>
        <p:sp>
          <p:nvSpPr>
            <p:cNvPr id="23694" name="Rectangle 128">
              <a:extLst>
                <a:ext uri="{FF2B5EF4-FFF2-40B4-BE49-F238E27FC236}">
                  <a16:creationId xmlns:a16="http://schemas.microsoft.com/office/drawing/2014/main" id="{5AD83B3C-9EE4-7648-808F-E86B84209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120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95" name="Rectangle 129">
              <a:extLst>
                <a:ext uri="{FF2B5EF4-FFF2-40B4-BE49-F238E27FC236}">
                  <a16:creationId xmlns:a16="http://schemas.microsoft.com/office/drawing/2014/main" id="{7F757262-850C-1F45-BC60-EBF73CAB8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" y="2112"/>
              <a:ext cx="43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Ifetch</a:t>
              </a:r>
            </a:p>
          </p:txBody>
        </p:sp>
      </p:grpSp>
      <p:grpSp>
        <p:nvGrpSpPr>
          <p:cNvPr id="23562" name="Group 133">
            <a:extLst>
              <a:ext uri="{FF2B5EF4-FFF2-40B4-BE49-F238E27FC236}">
                <a16:creationId xmlns:a16="http://schemas.microsoft.com/office/drawing/2014/main" id="{D9022FAB-4C63-274E-B5D2-47DE8D17AC97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3352800"/>
            <a:ext cx="903287" cy="333375"/>
            <a:chOff x="3255" y="2112"/>
            <a:chExt cx="569" cy="210"/>
          </a:xfrm>
        </p:grpSpPr>
        <p:sp>
          <p:nvSpPr>
            <p:cNvPr id="23692" name="Rectangle 131">
              <a:extLst>
                <a:ext uri="{FF2B5EF4-FFF2-40B4-BE49-F238E27FC236}">
                  <a16:creationId xmlns:a16="http://schemas.microsoft.com/office/drawing/2014/main" id="{76B85F32-F24D-744D-A775-0CE49A0DF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2120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93" name="Rectangle 132">
              <a:extLst>
                <a:ext uri="{FF2B5EF4-FFF2-40B4-BE49-F238E27FC236}">
                  <a16:creationId xmlns:a16="http://schemas.microsoft.com/office/drawing/2014/main" id="{5CF81033-E4DB-414F-8F04-6067DA541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2112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</p:grpSp>
      <p:grpSp>
        <p:nvGrpSpPr>
          <p:cNvPr id="23563" name="Group 136">
            <a:extLst>
              <a:ext uri="{FF2B5EF4-FFF2-40B4-BE49-F238E27FC236}">
                <a16:creationId xmlns:a16="http://schemas.microsoft.com/office/drawing/2014/main" id="{78C82F9D-181B-5D4C-B2BB-ADF12679FA37}"/>
              </a:ext>
            </a:extLst>
          </p:cNvPr>
          <p:cNvGrpSpPr>
            <a:grpSpLocks/>
          </p:cNvGrpSpPr>
          <p:nvPr/>
        </p:nvGrpSpPr>
        <p:grpSpPr bwMode="auto">
          <a:xfrm>
            <a:off x="6032500" y="3352800"/>
            <a:ext cx="812800" cy="333375"/>
            <a:chOff x="3800" y="2112"/>
            <a:chExt cx="512" cy="210"/>
          </a:xfrm>
        </p:grpSpPr>
        <p:sp>
          <p:nvSpPr>
            <p:cNvPr id="23690" name="Rectangle 134">
              <a:extLst>
                <a:ext uri="{FF2B5EF4-FFF2-40B4-BE49-F238E27FC236}">
                  <a16:creationId xmlns:a16="http://schemas.microsoft.com/office/drawing/2014/main" id="{3A1115A9-47E0-EA45-9334-B1BD6D466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2120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91" name="Rectangle 135">
              <a:extLst>
                <a:ext uri="{FF2B5EF4-FFF2-40B4-BE49-F238E27FC236}">
                  <a16:creationId xmlns:a16="http://schemas.microsoft.com/office/drawing/2014/main" id="{B0B2DA2B-72FC-7C48-A96E-32CB8F3F0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2112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</p:grpSp>
      <p:grpSp>
        <p:nvGrpSpPr>
          <p:cNvPr id="23564" name="Group 139">
            <a:extLst>
              <a:ext uri="{FF2B5EF4-FFF2-40B4-BE49-F238E27FC236}">
                <a16:creationId xmlns:a16="http://schemas.microsoft.com/office/drawing/2014/main" id="{05AB413E-C19B-2F48-99A2-6A3C10FC8F1C}"/>
              </a:ext>
            </a:extLst>
          </p:cNvPr>
          <p:cNvGrpSpPr>
            <a:grpSpLocks/>
          </p:cNvGrpSpPr>
          <p:nvPr/>
        </p:nvGrpSpPr>
        <p:grpSpPr bwMode="auto">
          <a:xfrm>
            <a:off x="6870700" y="3352800"/>
            <a:ext cx="812800" cy="333375"/>
            <a:chOff x="4328" y="2112"/>
            <a:chExt cx="512" cy="210"/>
          </a:xfrm>
        </p:grpSpPr>
        <p:sp>
          <p:nvSpPr>
            <p:cNvPr id="23688" name="Rectangle 137">
              <a:extLst>
                <a:ext uri="{FF2B5EF4-FFF2-40B4-BE49-F238E27FC236}">
                  <a16:creationId xmlns:a16="http://schemas.microsoft.com/office/drawing/2014/main" id="{6698298A-F0D4-D043-88E5-7493C67CA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2120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89" name="Rectangle 138">
              <a:extLst>
                <a:ext uri="{FF2B5EF4-FFF2-40B4-BE49-F238E27FC236}">
                  <a16:creationId xmlns:a16="http://schemas.microsoft.com/office/drawing/2014/main" id="{5ACD812F-D09E-7346-8044-4E15BD20D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112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</p:grpSp>
      <p:sp>
        <p:nvSpPr>
          <p:cNvPr id="23565" name="Rectangle 140">
            <a:extLst>
              <a:ext uri="{FF2B5EF4-FFF2-40B4-BE49-F238E27FC236}">
                <a16:creationId xmlns:a16="http://schemas.microsoft.com/office/drawing/2014/main" id="{69D1E20E-33F2-254C-AB24-802E34E08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52800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23566" name="Line 143">
            <a:extLst>
              <a:ext uri="{FF2B5EF4-FFF2-40B4-BE49-F238E27FC236}">
                <a16:creationId xmlns:a16="http://schemas.microsoft.com/office/drawing/2014/main" id="{ED9B03A3-BFDD-FF4B-9E99-25775CE802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1358900"/>
            <a:ext cx="0" cy="193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" name="Rectangle 4">
            <a:extLst>
              <a:ext uri="{FF2B5EF4-FFF2-40B4-BE49-F238E27FC236}">
                <a16:creationId xmlns:a16="http://schemas.microsoft.com/office/drawing/2014/main" id="{79CD1482-30ED-6840-AE43-593A76A66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066800"/>
            <a:ext cx="688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Clock</a:t>
            </a:r>
          </a:p>
        </p:txBody>
      </p:sp>
      <p:grpSp>
        <p:nvGrpSpPr>
          <p:cNvPr id="23568" name="Group 52">
            <a:extLst>
              <a:ext uri="{FF2B5EF4-FFF2-40B4-BE49-F238E27FC236}">
                <a16:creationId xmlns:a16="http://schemas.microsoft.com/office/drawing/2014/main" id="{515876FB-243C-BA4A-82FD-EFA3FB84915A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1054100"/>
            <a:ext cx="7912100" cy="254000"/>
            <a:chOff x="392" y="664"/>
            <a:chExt cx="4984" cy="160"/>
          </a:xfrm>
        </p:grpSpPr>
        <p:grpSp>
          <p:nvGrpSpPr>
            <p:cNvPr id="23641" name="Group 9">
              <a:extLst>
                <a:ext uri="{FF2B5EF4-FFF2-40B4-BE49-F238E27FC236}">
                  <a16:creationId xmlns:a16="http://schemas.microsoft.com/office/drawing/2014/main" id="{83A833F1-247A-954B-8949-DBFBECAB7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664"/>
              <a:ext cx="520" cy="160"/>
              <a:chOff x="624" y="664"/>
              <a:chExt cx="520" cy="160"/>
            </a:xfrm>
          </p:grpSpPr>
          <p:sp>
            <p:nvSpPr>
              <p:cNvPr id="23684" name="Line 5">
                <a:extLst>
                  <a:ext uri="{FF2B5EF4-FFF2-40B4-BE49-F238E27FC236}">
                    <a16:creationId xmlns:a16="http://schemas.microsoft.com/office/drawing/2014/main" id="{D7F76463-11D0-8A4B-B8BA-157420ADF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85" name="Line 6">
                <a:extLst>
                  <a:ext uri="{FF2B5EF4-FFF2-40B4-BE49-F238E27FC236}">
                    <a16:creationId xmlns:a16="http://schemas.microsoft.com/office/drawing/2014/main" id="{9DE33A95-BD9F-7348-81C6-9F0773DF4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86" name="Line 7">
                <a:extLst>
                  <a:ext uri="{FF2B5EF4-FFF2-40B4-BE49-F238E27FC236}">
                    <a16:creationId xmlns:a16="http://schemas.microsoft.com/office/drawing/2014/main" id="{18B41CD1-3BCE-D940-A8FB-D1CEE7022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87" name="Line 8">
                <a:extLst>
                  <a:ext uri="{FF2B5EF4-FFF2-40B4-BE49-F238E27FC236}">
                    <a16:creationId xmlns:a16="http://schemas.microsoft.com/office/drawing/2014/main" id="{16C00C0D-F05F-3D45-9F88-2437D4F22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0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42" name="Group 14">
              <a:extLst>
                <a:ext uri="{FF2B5EF4-FFF2-40B4-BE49-F238E27FC236}">
                  <a16:creationId xmlns:a16="http://schemas.microsoft.com/office/drawing/2014/main" id="{6672B61F-ED72-D24C-90EB-6331E6E4C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664"/>
              <a:ext cx="520" cy="160"/>
              <a:chOff x="1152" y="664"/>
              <a:chExt cx="520" cy="160"/>
            </a:xfrm>
          </p:grpSpPr>
          <p:sp>
            <p:nvSpPr>
              <p:cNvPr id="23680" name="Line 10">
                <a:extLst>
                  <a:ext uri="{FF2B5EF4-FFF2-40B4-BE49-F238E27FC236}">
                    <a16:creationId xmlns:a16="http://schemas.microsoft.com/office/drawing/2014/main" id="{AB1A2E2E-BB2A-0C42-B11B-C77360EB6E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81" name="Line 11">
                <a:extLst>
                  <a:ext uri="{FF2B5EF4-FFF2-40B4-BE49-F238E27FC236}">
                    <a16:creationId xmlns:a16="http://schemas.microsoft.com/office/drawing/2014/main" id="{D5A1FBE5-F8CD-B748-8F1A-40288E179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82" name="Line 12">
                <a:extLst>
                  <a:ext uri="{FF2B5EF4-FFF2-40B4-BE49-F238E27FC236}">
                    <a16:creationId xmlns:a16="http://schemas.microsoft.com/office/drawing/2014/main" id="{DC73D192-D06F-5347-88DD-B3F36E28E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83" name="Line 13">
                <a:extLst>
                  <a:ext uri="{FF2B5EF4-FFF2-40B4-BE49-F238E27FC236}">
                    <a16:creationId xmlns:a16="http://schemas.microsoft.com/office/drawing/2014/main" id="{A856AB32-C8A0-534D-AD41-AB6B68BFB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8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43" name="Group 19">
              <a:extLst>
                <a:ext uri="{FF2B5EF4-FFF2-40B4-BE49-F238E27FC236}">
                  <a16:creationId xmlns:a16="http://schemas.microsoft.com/office/drawing/2014/main" id="{5ADC5AB5-0A00-7F44-9B18-5FD7632DDB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664"/>
              <a:ext cx="520" cy="160"/>
              <a:chOff x="1680" y="664"/>
              <a:chExt cx="520" cy="160"/>
            </a:xfrm>
          </p:grpSpPr>
          <p:sp>
            <p:nvSpPr>
              <p:cNvPr id="23676" name="Line 15">
                <a:extLst>
                  <a:ext uri="{FF2B5EF4-FFF2-40B4-BE49-F238E27FC236}">
                    <a16:creationId xmlns:a16="http://schemas.microsoft.com/office/drawing/2014/main" id="{065BF5E5-694F-8A41-9FBE-8DECA35E2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7" name="Line 16">
                <a:extLst>
                  <a:ext uri="{FF2B5EF4-FFF2-40B4-BE49-F238E27FC236}">
                    <a16:creationId xmlns:a16="http://schemas.microsoft.com/office/drawing/2014/main" id="{4F7E6F54-7514-7B4A-88AE-1AB89D66C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8" name="Line 17">
                <a:extLst>
                  <a:ext uri="{FF2B5EF4-FFF2-40B4-BE49-F238E27FC236}">
                    <a16:creationId xmlns:a16="http://schemas.microsoft.com/office/drawing/2014/main" id="{2B5CA864-B82F-8945-BF7E-CBE464A146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9" name="Line 18">
                <a:extLst>
                  <a:ext uri="{FF2B5EF4-FFF2-40B4-BE49-F238E27FC236}">
                    <a16:creationId xmlns:a16="http://schemas.microsoft.com/office/drawing/2014/main" id="{D4D8EA04-7D46-9F40-99C2-9ABC8BBE7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6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44" name="Group 24">
              <a:extLst>
                <a:ext uri="{FF2B5EF4-FFF2-40B4-BE49-F238E27FC236}">
                  <a16:creationId xmlns:a16="http://schemas.microsoft.com/office/drawing/2014/main" id="{6F57AECD-C0E7-6548-BF9F-FE3F4D45F3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64"/>
              <a:ext cx="520" cy="160"/>
              <a:chOff x="2208" y="664"/>
              <a:chExt cx="520" cy="160"/>
            </a:xfrm>
          </p:grpSpPr>
          <p:sp>
            <p:nvSpPr>
              <p:cNvPr id="23672" name="Line 20">
                <a:extLst>
                  <a:ext uri="{FF2B5EF4-FFF2-40B4-BE49-F238E27FC236}">
                    <a16:creationId xmlns:a16="http://schemas.microsoft.com/office/drawing/2014/main" id="{2DFD01CF-61E6-6043-BDEB-BF69FF889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6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3" name="Line 21">
                <a:extLst>
                  <a:ext uri="{FF2B5EF4-FFF2-40B4-BE49-F238E27FC236}">
                    <a16:creationId xmlns:a16="http://schemas.microsoft.com/office/drawing/2014/main" id="{FD177C16-B7CD-E049-B950-A60E9BA263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4" name="Line 22">
                <a:extLst>
                  <a:ext uri="{FF2B5EF4-FFF2-40B4-BE49-F238E27FC236}">
                    <a16:creationId xmlns:a16="http://schemas.microsoft.com/office/drawing/2014/main" id="{5ED990BD-42DD-784C-A982-94C87E211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5" name="Line 23">
                <a:extLst>
                  <a:ext uri="{FF2B5EF4-FFF2-40B4-BE49-F238E27FC236}">
                    <a16:creationId xmlns:a16="http://schemas.microsoft.com/office/drawing/2014/main" id="{324C51B5-7EC7-B04F-96BC-BB9F27C7C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4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45" name="Group 29">
              <a:extLst>
                <a:ext uri="{FF2B5EF4-FFF2-40B4-BE49-F238E27FC236}">
                  <a16:creationId xmlns:a16="http://schemas.microsoft.com/office/drawing/2014/main" id="{877ED296-B7C9-8F4E-AAFA-099814A261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664"/>
              <a:ext cx="520" cy="160"/>
              <a:chOff x="2736" y="664"/>
              <a:chExt cx="520" cy="160"/>
            </a:xfrm>
          </p:grpSpPr>
          <p:sp>
            <p:nvSpPr>
              <p:cNvPr id="23668" name="Line 25">
                <a:extLst>
                  <a:ext uri="{FF2B5EF4-FFF2-40B4-BE49-F238E27FC236}">
                    <a16:creationId xmlns:a16="http://schemas.microsoft.com/office/drawing/2014/main" id="{2A88953C-CE5E-4747-A8A5-42A7ECF73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9" name="Line 26">
                <a:extLst>
                  <a:ext uri="{FF2B5EF4-FFF2-40B4-BE49-F238E27FC236}">
                    <a16:creationId xmlns:a16="http://schemas.microsoft.com/office/drawing/2014/main" id="{4380C3ED-DEEA-6F46-A844-1FC166DCC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0" name="Line 27">
                <a:extLst>
                  <a:ext uri="{FF2B5EF4-FFF2-40B4-BE49-F238E27FC236}">
                    <a16:creationId xmlns:a16="http://schemas.microsoft.com/office/drawing/2014/main" id="{C9649C51-0FB1-BF4F-A61F-8DC228AEB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4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71" name="Line 28">
                <a:extLst>
                  <a:ext uri="{FF2B5EF4-FFF2-40B4-BE49-F238E27FC236}">
                    <a16:creationId xmlns:a16="http://schemas.microsoft.com/office/drawing/2014/main" id="{A118B8B3-4B6A-6F48-BB42-827DFEE1E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46" name="Group 34">
              <a:extLst>
                <a:ext uri="{FF2B5EF4-FFF2-40B4-BE49-F238E27FC236}">
                  <a16:creationId xmlns:a16="http://schemas.microsoft.com/office/drawing/2014/main" id="{AC74436F-623A-8C45-8728-DE18FCF765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664"/>
              <a:ext cx="520" cy="160"/>
              <a:chOff x="3264" y="664"/>
              <a:chExt cx="520" cy="160"/>
            </a:xfrm>
          </p:grpSpPr>
          <p:sp>
            <p:nvSpPr>
              <p:cNvPr id="23664" name="Line 30">
                <a:extLst>
                  <a:ext uri="{FF2B5EF4-FFF2-40B4-BE49-F238E27FC236}">
                    <a16:creationId xmlns:a16="http://schemas.microsoft.com/office/drawing/2014/main" id="{7EF5DDE7-1F92-FB4F-ABBA-9AEC3E8CB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2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5" name="Line 31">
                <a:extLst>
                  <a:ext uri="{FF2B5EF4-FFF2-40B4-BE49-F238E27FC236}">
                    <a16:creationId xmlns:a16="http://schemas.microsoft.com/office/drawing/2014/main" id="{B6B15F99-B8FA-E84D-93E2-C13CF7E91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6" name="Line 32">
                <a:extLst>
                  <a:ext uri="{FF2B5EF4-FFF2-40B4-BE49-F238E27FC236}">
                    <a16:creationId xmlns:a16="http://schemas.microsoft.com/office/drawing/2014/main" id="{AEAA96B6-4BDF-0E41-B160-4CBC3A2EB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7" name="Line 33">
                <a:extLst>
                  <a:ext uri="{FF2B5EF4-FFF2-40B4-BE49-F238E27FC236}">
                    <a16:creationId xmlns:a16="http://schemas.microsoft.com/office/drawing/2014/main" id="{D1C20061-361B-F842-852D-88F06C9BE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47" name="Group 39">
              <a:extLst>
                <a:ext uri="{FF2B5EF4-FFF2-40B4-BE49-F238E27FC236}">
                  <a16:creationId xmlns:a16="http://schemas.microsoft.com/office/drawing/2014/main" id="{B11CB2B9-BB1A-5440-A0A0-EFD004A89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664"/>
              <a:ext cx="520" cy="160"/>
              <a:chOff x="3792" y="664"/>
              <a:chExt cx="520" cy="160"/>
            </a:xfrm>
          </p:grpSpPr>
          <p:sp>
            <p:nvSpPr>
              <p:cNvPr id="23660" name="Line 35">
                <a:extLst>
                  <a:ext uri="{FF2B5EF4-FFF2-40B4-BE49-F238E27FC236}">
                    <a16:creationId xmlns:a16="http://schemas.microsoft.com/office/drawing/2014/main" id="{2B7F2B3D-97B9-024E-89FA-53D84DB66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0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1" name="Line 36">
                <a:extLst>
                  <a:ext uri="{FF2B5EF4-FFF2-40B4-BE49-F238E27FC236}">
                    <a16:creationId xmlns:a16="http://schemas.microsoft.com/office/drawing/2014/main" id="{346C1EBD-8734-7041-8781-3157A2DF8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2" name="Line 37">
                <a:extLst>
                  <a:ext uri="{FF2B5EF4-FFF2-40B4-BE49-F238E27FC236}">
                    <a16:creationId xmlns:a16="http://schemas.microsoft.com/office/drawing/2014/main" id="{5EF8C552-9310-504A-8F30-5E4C9B7B1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63" name="Line 38">
                <a:extLst>
                  <a:ext uri="{FF2B5EF4-FFF2-40B4-BE49-F238E27FC236}">
                    <a16:creationId xmlns:a16="http://schemas.microsoft.com/office/drawing/2014/main" id="{2999E67B-EF4F-144B-8BBD-FB361A27F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8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48" name="Group 44">
              <a:extLst>
                <a:ext uri="{FF2B5EF4-FFF2-40B4-BE49-F238E27FC236}">
                  <a16:creationId xmlns:a16="http://schemas.microsoft.com/office/drawing/2014/main" id="{41277506-9FC6-2146-9536-A13548386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664"/>
              <a:ext cx="520" cy="160"/>
              <a:chOff x="4320" y="664"/>
              <a:chExt cx="520" cy="160"/>
            </a:xfrm>
          </p:grpSpPr>
          <p:sp>
            <p:nvSpPr>
              <p:cNvPr id="23656" name="Line 40">
                <a:extLst>
                  <a:ext uri="{FF2B5EF4-FFF2-40B4-BE49-F238E27FC236}">
                    <a16:creationId xmlns:a16="http://schemas.microsoft.com/office/drawing/2014/main" id="{549D0387-99A8-354B-A769-A87588A59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7" name="Line 41">
                <a:extLst>
                  <a:ext uri="{FF2B5EF4-FFF2-40B4-BE49-F238E27FC236}">
                    <a16:creationId xmlns:a16="http://schemas.microsoft.com/office/drawing/2014/main" id="{BF6A1AF1-FCC3-C54A-BABB-A981E5707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8" name="Line 42">
                <a:extLst>
                  <a:ext uri="{FF2B5EF4-FFF2-40B4-BE49-F238E27FC236}">
                    <a16:creationId xmlns:a16="http://schemas.microsoft.com/office/drawing/2014/main" id="{1014391D-48F9-B449-9062-282A5BA7D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9" name="Line 43">
                <a:extLst>
                  <a:ext uri="{FF2B5EF4-FFF2-40B4-BE49-F238E27FC236}">
                    <a16:creationId xmlns:a16="http://schemas.microsoft.com/office/drawing/2014/main" id="{9040DD64-9F63-F841-9082-F23EDCB39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6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649" name="Line 45">
              <a:extLst>
                <a:ext uri="{FF2B5EF4-FFF2-40B4-BE49-F238E27FC236}">
                  <a16:creationId xmlns:a16="http://schemas.microsoft.com/office/drawing/2014/main" id="{9D4BD9A0-6DBF-A740-8E3B-FAA9449D2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650" name="Group 50">
              <a:extLst>
                <a:ext uri="{FF2B5EF4-FFF2-40B4-BE49-F238E27FC236}">
                  <a16:creationId xmlns:a16="http://schemas.microsoft.com/office/drawing/2014/main" id="{359EB433-9A94-3B4D-A3CF-DA7CCB87B3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664"/>
              <a:ext cx="520" cy="160"/>
              <a:chOff x="4848" y="664"/>
              <a:chExt cx="520" cy="160"/>
            </a:xfrm>
          </p:grpSpPr>
          <p:sp>
            <p:nvSpPr>
              <p:cNvPr id="23652" name="Line 46">
                <a:extLst>
                  <a:ext uri="{FF2B5EF4-FFF2-40B4-BE49-F238E27FC236}">
                    <a16:creationId xmlns:a16="http://schemas.microsoft.com/office/drawing/2014/main" id="{EC170677-15E2-FD4F-87EA-56BE8FBF0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6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3" name="Line 47">
                <a:extLst>
                  <a:ext uri="{FF2B5EF4-FFF2-40B4-BE49-F238E27FC236}">
                    <a16:creationId xmlns:a16="http://schemas.microsoft.com/office/drawing/2014/main" id="{DE8EA95A-7D3B-BC40-878A-73FDAB178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4" name="Line 48">
                <a:extLst>
                  <a:ext uri="{FF2B5EF4-FFF2-40B4-BE49-F238E27FC236}">
                    <a16:creationId xmlns:a16="http://schemas.microsoft.com/office/drawing/2014/main" id="{FADD6604-1159-AB40-A478-3D211B07F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36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5" name="Line 49">
                <a:extLst>
                  <a:ext uri="{FF2B5EF4-FFF2-40B4-BE49-F238E27FC236}">
                    <a16:creationId xmlns:a16="http://schemas.microsoft.com/office/drawing/2014/main" id="{A9D24D29-266F-1A47-A533-65AE3318E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4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651" name="Line 51">
              <a:extLst>
                <a:ext uri="{FF2B5EF4-FFF2-40B4-BE49-F238E27FC236}">
                  <a16:creationId xmlns:a16="http://schemas.microsoft.com/office/drawing/2014/main" id="{66309E4E-CD25-5B49-992B-FB0FFF3C3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69" name="Line 53">
            <a:extLst>
              <a:ext uri="{FF2B5EF4-FFF2-40B4-BE49-F238E27FC236}">
                <a16:creationId xmlns:a16="http://schemas.microsoft.com/office/drawing/2014/main" id="{742DA6E5-461C-9A4A-94F4-DE2C25DB73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" name="Line 54">
            <a:extLst>
              <a:ext uri="{FF2B5EF4-FFF2-40B4-BE49-F238E27FC236}">
                <a16:creationId xmlns:a16="http://schemas.microsoft.com/office/drawing/2014/main" id="{2F610460-0D30-0043-A8A5-EA28ADF5A7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1" name="Rectangle 55">
            <a:extLst>
              <a:ext uri="{FF2B5EF4-FFF2-40B4-BE49-F238E27FC236}">
                <a16:creationId xmlns:a16="http://schemas.microsoft.com/office/drawing/2014/main" id="{14F58D59-AD9C-6B42-9D6E-DDDE6EF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1</a:t>
            </a:r>
          </a:p>
        </p:txBody>
      </p:sp>
      <p:sp>
        <p:nvSpPr>
          <p:cNvPr id="23572" name="Rectangle 56">
            <a:extLst>
              <a:ext uri="{FF2B5EF4-FFF2-40B4-BE49-F238E27FC236}">
                <a16:creationId xmlns:a16="http://schemas.microsoft.com/office/drawing/2014/main" id="{6B61D849-27AA-554C-AE8A-5A40B4B2F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2</a:t>
            </a:r>
          </a:p>
        </p:txBody>
      </p:sp>
      <p:sp>
        <p:nvSpPr>
          <p:cNvPr id="23573" name="Line 57">
            <a:extLst>
              <a:ext uri="{FF2B5EF4-FFF2-40B4-BE49-F238E27FC236}">
                <a16:creationId xmlns:a16="http://schemas.microsoft.com/office/drawing/2014/main" id="{78712589-8364-884B-A89E-893C2DC6F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4" name="Line 58">
            <a:extLst>
              <a:ext uri="{FF2B5EF4-FFF2-40B4-BE49-F238E27FC236}">
                <a16:creationId xmlns:a16="http://schemas.microsoft.com/office/drawing/2014/main" id="{7D70A85A-EB21-D143-B123-2E7C41B02C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5" name="Line 59">
            <a:extLst>
              <a:ext uri="{FF2B5EF4-FFF2-40B4-BE49-F238E27FC236}">
                <a16:creationId xmlns:a16="http://schemas.microsoft.com/office/drawing/2014/main" id="{97844AEE-635B-4A49-8BA6-24E3F879A9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6" name="Line 60">
            <a:extLst>
              <a:ext uri="{FF2B5EF4-FFF2-40B4-BE49-F238E27FC236}">
                <a16:creationId xmlns:a16="http://schemas.microsoft.com/office/drawing/2014/main" id="{AD03A036-AEB2-4D4B-9FB1-91E158E641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7" name="Line 61">
            <a:extLst>
              <a:ext uri="{FF2B5EF4-FFF2-40B4-BE49-F238E27FC236}">
                <a16:creationId xmlns:a16="http://schemas.microsoft.com/office/drawing/2014/main" id="{57A06E88-E076-494E-9F5A-ADBB889A86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8" name="Line 62">
            <a:extLst>
              <a:ext uri="{FF2B5EF4-FFF2-40B4-BE49-F238E27FC236}">
                <a16:creationId xmlns:a16="http://schemas.microsoft.com/office/drawing/2014/main" id="{B57D0A97-E707-C748-8155-88BECCEABE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9" name="Line 63">
            <a:extLst>
              <a:ext uri="{FF2B5EF4-FFF2-40B4-BE49-F238E27FC236}">
                <a16:creationId xmlns:a16="http://schemas.microsoft.com/office/drawing/2014/main" id="{C478D6E8-684D-C947-905A-AFF934EF75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0" name="Line 64">
            <a:extLst>
              <a:ext uri="{FF2B5EF4-FFF2-40B4-BE49-F238E27FC236}">
                <a16:creationId xmlns:a16="http://schemas.microsoft.com/office/drawing/2014/main" id="{2E4ACF76-EA58-2A4D-A590-742AFD5B2A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1" name="Rectangle 65">
            <a:extLst>
              <a:ext uri="{FF2B5EF4-FFF2-40B4-BE49-F238E27FC236}">
                <a16:creationId xmlns:a16="http://schemas.microsoft.com/office/drawing/2014/main" id="{1F990119-4BE3-A24B-9360-2275ED171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3</a:t>
            </a:r>
          </a:p>
        </p:txBody>
      </p:sp>
      <p:sp>
        <p:nvSpPr>
          <p:cNvPr id="23582" name="Rectangle 66">
            <a:extLst>
              <a:ext uri="{FF2B5EF4-FFF2-40B4-BE49-F238E27FC236}">
                <a16:creationId xmlns:a16="http://schemas.microsoft.com/office/drawing/2014/main" id="{D7B7814D-EF8F-CC40-AD60-0A825EA2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4</a:t>
            </a:r>
          </a:p>
        </p:txBody>
      </p:sp>
      <p:sp>
        <p:nvSpPr>
          <p:cNvPr id="23583" name="Rectangle 67">
            <a:extLst>
              <a:ext uri="{FF2B5EF4-FFF2-40B4-BE49-F238E27FC236}">
                <a16:creationId xmlns:a16="http://schemas.microsoft.com/office/drawing/2014/main" id="{9F0CC9C6-F818-1843-8FE5-027C2D5D4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5</a:t>
            </a:r>
          </a:p>
        </p:txBody>
      </p:sp>
      <p:sp>
        <p:nvSpPr>
          <p:cNvPr id="23584" name="Rectangle 68">
            <a:extLst>
              <a:ext uri="{FF2B5EF4-FFF2-40B4-BE49-F238E27FC236}">
                <a16:creationId xmlns:a16="http://schemas.microsoft.com/office/drawing/2014/main" id="{18689119-B03D-3243-AB56-016C99DD7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6</a:t>
            </a:r>
          </a:p>
        </p:txBody>
      </p:sp>
      <p:sp>
        <p:nvSpPr>
          <p:cNvPr id="23585" name="Rectangle 69">
            <a:extLst>
              <a:ext uri="{FF2B5EF4-FFF2-40B4-BE49-F238E27FC236}">
                <a16:creationId xmlns:a16="http://schemas.microsoft.com/office/drawing/2014/main" id="{73D6AD0B-0CCA-0641-B50D-FF5A69D35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7</a:t>
            </a:r>
          </a:p>
        </p:txBody>
      </p:sp>
      <p:sp>
        <p:nvSpPr>
          <p:cNvPr id="23586" name="Rectangle 70">
            <a:extLst>
              <a:ext uri="{FF2B5EF4-FFF2-40B4-BE49-F238E27FC236}">
                <a16:creationId xmlns:a16="http://schemas.microsoft.com/office/drawing/2014/main" id="{0A44364E-F6CD-EC47-8E89-AF2E33EA1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8</a:t>
            </a:r>
          </a:p>
        </p:txBody>
      </p:sp>
      <p:sp>
        <p:nvSpPr>
          <p:cNvPr id="23587" name="Rectangle 71">
            <a:extLst>
              <a:ext uri="{FF2B5EF4-FFF2-40B4-BE49-F238E27FC236}">
                <a16:creationId xmlns:a16="http://schemas.microsoft.com/office/drawing/2014/main" id="{90C402C4-6FA4-2C45-8BCE-3BE455504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9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9</a:t>
            </a:r>
          </a:p>
        </p:txBody>
      </p:sp>
      <p:grpSp>
        <p:nvGrpSpPr>
          <p:cNvPr id="23588" name="Group 74">
            <a:extLst>
              <a:ext uri="{FF2B5EF4-FFF2-40B4-BE49-F238E27FC236}">
                <a16:creationId xmlns:a16="http://schemas.microsoft.com/office/drawing/2014/main" id="{AA15F1B6-9267-194F-A975-1E360C74373F}"/>
              </a:ext>
            </a:extLst>
          </p:cNvPr>
          <p:cNvGrpSpPr>
            <a:grpSpLocks/>
          </p:cNvGrpSpPr>
          <p:nvPr/>
        </p:nvGrpSpPr>
        <p:grpSpPr bwMode="auto">
          <a:xfrm>
            <a:off x="1003300" y="1524000"/>
            <a:ext cx="812800" cy="333375"/>
            <a:chOff x="632" y="960"/>
            <a:chExt cx="512" cy="210"/>
          </a:xfrm>
        </p:grpSpPr>
        <p:sp>
          <p:nvSpPr>
            <p:cNvPr id="23639" name="Rectangle 72">
              <a:extLst>
                <a:ext uri="{FF2B5EF4-FFF2-40B4-BE49-F238E27FC236}">
                  <a16:creationId xmlns:a16="http://schemas.microsoft.com/office/drawing/2014/main" id="{D7CBB8C2-8DA6-9145-B040-45AC813F6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" y="968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40" name="Rectangle 73">
              <a:extLst>
                <a:ext uri="{FF2B5EF4-FFF2-40B4-BE49-F238E27FC236}">
                  <a16:creationId xmlns:a16="http://schemas.microsoft.com/office/drawing/2014/main" id="{A3D95467-E3C5-334E-9155-DBDC4809E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" y="960"/>
              <a:ext cx="43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Ifetch</a:t>
              </a:r>
            </a:p>
          </p:txBody>
        </p:sp>
      </p:grpSp>
      <p:grpSp>
        <p:nvGrpSpPr>
          <p:cNvPr id="23589" name="Group 77">
            <a:extLst>
              <a:ext uri="{FF2B5EF4-FFF2-40B4-BE49-F238E27FC236}">
                <a16:creationId xmlns:a16="http://schemas.microsoft.com/office/drawing/2014/main" id="{8C93BB69-487E-0443-9BFC-40E8D7C1F043}"/>
              </a:ext>
            </a:extLst>
          </p:cNvPr>
          <p:cNvGrpSpPr>
            <a:grpSpLocks/>
          </p:cNvGrpSpPr>
          <p:nvPr/>
        </p:nvGrpSpPr>
        <p:grpSpPr bwMode="auto">
          <a:xfrm>
            <a:off x="1814513" y="1524000"/>
            <a:ext cx="903287" cy="333375"/>
            <a:chOff x="1143" y="960"/>
            <a:chExt cx="569" cy="210"/>
          </a:xfrm>
        </p:grpSpPr>
        <p:sp>
          <p:nvSpPr>
            <p:cNvPr id="23637" name="Rectangle 75">
              <a:extLst>
                <a:ext uri="{FF2B5EF4-FFF2-40B4-BE49-F238E27FC236}">
                  <a16:creationId xmlns:a16="http://schemas.microsoft.com/office/drawing/2014/main" id="{AA8179BA-BD52-524F-97D7-F3F2C5EA3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" y="968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38" name="Rectangle 76">
              <a:extLst>
                <a:ext uri="{FF2B5EF4-FFF2-40B4-BE49-F238E27FC236}">
                  <a16:creationId xmlns:a16="http://schemas.microsoft.com/office/drawing/2014/main" id="{380B25DF-C21E-C947-AB52-13305774F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960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</p:grpSp>
      <p:grpSp>
        <p:nvGrpSpPr>
          <p:cNvPr id="23590" name="Group 80">
            <a:extLst>
              <a:ext uri="{FF2B5EF4-FFF2-40B4-BE49-F238E27FC236}">
                <a16:creationId xmlns:a16="http://schemas.microsoft.com/office/drawing/2014/main" id="{FAF584A3-76E8-6E43-8E8D-D061D8975059}"/>
              </a:ext>
            </a:extLst>
          </p:cNvPr>
          <p:cNvGrpSpPr>
            <a:grpSpLocks/>
          </p:cNvGrpSpPr>
          <p:nvPr/>
        </p:nvGrpSpPr>
        <p:grpSpPr bwMode="auto">
          <a:xfrm>
            <a:off x="2679700" y="1524000"/>
            <a:ext cx="812800" cy="333375"/>
            <a:chOff x="1688" y="960"/>
            <a:chExt cx="512" cy="210"/>
          </a:xfrm>
        </p:grpSpPr>
        <p:sp>
          <p:nvSpPr>
            <p:cNvPr id="23635" name="Rectangle 78">
              <a:extLst>
                <a:ext uri="{FF2B5EF4-FFF2-40B4-BE49-F238E27FC236}">
                  <a16:creationId xmlns:a16="http://schemas.microsoft.com/office/drawing/2014/main" id="{DED544A8-81C7-8242-AD62-F012265B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" y="968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36" name="Rectangle 79">
              <a:extLst>
                <a:ext uri="{FF2B5EF4-FFF2-40B4-BE49-F238E27FC236}">
                  <a16:creationId xmlns:a16="http://schemas.microsoft.com/office/drawing/2014/main" id="{A3ADF81E-376A-9A4D-B598-14518E7BC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960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</p:grpSp>
      <p:grpSp>
        <p:nvGrpSpPr>
          <p:cNvPr id="23591" name="Group 83">
            <a:extLst>
              <a:ext uri="{FF2B5EF4-FFF2-40B4-BE49-F238E27FC236}">
                <a16:creationId xmlns:a16="http://schemas.microsoft.com/office/drawing/2014/main" id="{A6FB285D-A6EB-344A-B9F6-938C9F8232C4}"/>
              </a:ext>
            </a:extLst>
          </p:cNvPr>
          <p:cNvGrpSpPr>
            <a:grpSpLocks/>
          </p:cNvGrpSpPr>
          <p:nvPr/>
        </p:nvGrpSpPr>
        <p:grpSpPr bwMode="auto">
          <a:xfrm>
            <a:off x="3517900" y="1524000"/>
            <a:ext cx="812800" cy="333375"/>
            <a:chOff x="2216" y="960"/>
            <a:chExt cx="512" cy="210"/>
          </a:xfrm>
        </p:grpSpPr>
        <p:sp>
          <p:nvSpPr>
            <p:cNvPr id="23633" name="Rectangle 81">
              <a:extLst>
                <a:ext uri="{FF2B5EF4-FFF2-40B4-BE49-F238E27FC236}">
                  <a16:creationId xmlns:a16="http://schemas.microsoft.com/office/drawing/2014/main" id="{8BAFE1E2-E285-2946-92AB-B97000967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6" y="968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34" name="Rectangle 82">
              <a:extLst>
                <a:ext uri="{FF2B5EF4-FFF2-40B4-BE49-F238E27FC236}">
                  <a16:creationId xmlns:a16="http://schemas.microsoft.com/office/drawing/2014/main" id="{3A70EB5E-E44D-9041-8714-C572220F4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960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</p:grpSp>
      <p:sp>
        <p:nvSpPr>
          <p:cNvPr id="23592" name="Rectangle 84">
            <a:extLst>
              <a:ext uri="{FF2B5EF4-FFF2-40B4-BE49-F238E27FC236}">
                <a16:creationId xmlns:a16="http://schemas.microsoft.com/office/drawing/2014/main" id="{E1CD4EBA-B344-6244-AEAA-433A00072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524000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23593" name="Group 87">
            <a:extLst>
              <a:ext uri="{FF2B5EF4-FFF2-40B4-BE49-F238E27FC236}">
                <a16:creationId xmlns:a16="http://schemas.microsoft.com/office/drawing/2014/main" id="{9AFF7798-4A75-284E-8F61-5CFEFC6FFD2E}"/>
              </a:ext>
            </a:extLst>
          </p:cNvPr>
          <p:cNvGrpSpPr>
            <a:grpSpLocks/>
          </p:cNvGrpSpPr>
          <p:nvPr/>
        </p:nvGrpSpPr>
        <p:grpSpPr bwMode="auto">
          <a:xfrm>
            <a:off x="1841500" y="1981200"/>
            <a:ext cx="812800" cy="333375"/>
            <a:chOff x="1160" y="1248"/>
            <a:chExt cx="512" cy="210"/>
          </a:xfrm>
        </p:grpSpPr>
        <p:sp>
          <p:nvSpPr>
            <p:cNvPr id="23631" name="Rectangle 85">
              <a:extLst>
                <a:ext uri="{FF2B5EF4-FFF2-40B4-BE49-F238E27FC236}">
                  <a16:creationId xmlns:a16="http://schemas.microsoft.com/office/drawing/2014/main" id="{3A36FCA7-3356-CF43-A402-C10911040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" y="1256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32" name="Rectangle 86">
              <a:extLst>
                <a:ext uri="{FF2B5EF4-FFF2-40B4-BE49-F238E27FC236}">
                  <a16:creationId xmlns:a16="http://schemas.microsoft.com/office/drawing/2014/main" id="{E996021A-DED3-9941-9A89-22B9930B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" y="1248"/>
              <a:ext cx="43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Ifetch</a:t>
              </a:r>
            </a:p>
          </p:txBody>
        </p:sp>
      </p:grpSp>
      <p:grpSp>
        <p:nvGrpSpPr>
          <p:cNvPr id="23594" name="Group 90">
            <a:extLst>
              <a:ext uri="{FF2B5EF4-FFF2-40B4-BE49-F238E27FC236}">
                <a16:creationId xmlns:a16="http://schemas.microsoft.com/office/drawing/2014/main" id="{EDB5C1C3-BECD-F849-A019-48B35C233571}"/>
              </a:ext>
            </a:extLst>
          </p:cNvPr>
          <p:cNvGrpSpPr>
            <a:grpSpLocks/>
          </p:cNvGrpSpPr>
          <p:nvPr/>
        </p:nvGrpSpPr>
        <p:grpSpPr bwMode="auto">
          <a:xfrm>
            <a:off x="2652713" y="1981200"/>
            <a:ext cx="903287" cy="333375"/>
            <a:chOff x="1671" y="1248"/>
            <a:chExt cx="569" cy="210"/>
          </a:xfrm>
        </p:grpSpPr>
        <p:sp>
          <p:nvSpPr>
            <p:cNvPr id="23629" name="Rectangle 88">
              <a:extLst>
                <a:ext uri="{FF2B5EF4-FFF2-40B4-BE49-F238E27FC236}">
                  <a16:creationId xmlns:a16="http://schemas.microsoft.com/office/drawing/2014/main" id="{E25C89BD-8A31-E247-8F1C-86F43B498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" y="1256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30" name="Rectangle 89">
              <a:extLst>
                <a:ext uri="{FF2B5EF4-FFF2-40B4-BE49-F238E27FC236}">
                  <a16:creationId xmlns:a16="http://schemas.microsoft.com/office/drawing/2014/main" id="{067F1C22-D40C-FD4A-AC20-872ABD3B4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248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</p:grpSp>
      <p:grpSp>
        <p:nvGrpSpPr>
          <p:cNvPr id="23595" name="Group 93">
            <a:extLst>
              <a:ext uri="{FF2B5EF4-FFF2-40B4-BE49-F238E27FC236}">
                <a16:creationId xmlns:a16="http://schemas.microsoft.com/office/drawing/2014/main" id="{972E2F8E-3D37-8046-BE03-4A86FBFE91EA}"/>
              </a:ext>
            </a:extLst>
          </p:cNvPr>
          <p:cNvGrpSpPr>
            <a:grpSpLocks/>
          </p:cNvGrpSpPr>
          <p:nvPr/>
        </p:nvGrpSpPr>
        <p:grpSpPr bwMode="auto">
          <a:xfrm>
            <a:off x="3517900" y="1981200"/>
            <a:ext cx="812800" cy="333375"/>
            <a:chOff x="2216" y="1248"/>
            <a:chExt cx="512" cy="210"/>
          </a:xfrm>
        </p:grpSpPr>
        <p:sp>
          <p:nvSpPr>
            <p:cNvPr id="23627" name="Rectangle 91">
              <a:extLst>
                <a:ext uri="{FF2B5EF4-FFF2-40B4-BE49-F238E27FC236}">
                  <a16:creationId xmlns:a16="http://schemas.microsoft.com/office/drawing/2014/main" id="{170BF72A-5738-4D42-8D22-B03B6B362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6" y="1256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28" name="Rectangle 92">
              <a:extLst>
                <a:ext uri="{FF2B5EF4-FFF2-40B4-BE49-F238E27FC236}">
                  <a16:creationId xmlns:a16="http://schemas.microsoft.com/office/drawing/2014/main" id="{FEDB19D9-893C-2943-92E6-0B11480E9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1248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</p:grpSp>
      <p:grpSp>
        <p:nvGrpSpPr>
          <p:cNvPr id="23596" name="Group 96">
            <a:extLst>
              <a:ext uri="{FF2B5EF4-FFF2-40B4-BE49-F238E27FC236}">
                <a16:creationId xmlns:a16="http://schemas.microsoft.com/office/drawing/2014/main" id="{9B088783-0351-4C40-8C0B-715302F5DC55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1981200"/>
            <a:ext cx="812800" cy="333375"/>
            <a:chOff x="2744" y="1248"/>
            <a:chExt cx="512" cy="210"/>
          </a:xfrm>
        </p:grpSpPr>
        <p:sp>
          <p:nvSpPr>
            <p:cNvPr id="23625" name="Rectangle 94">
              <a:extLst>
                <a:ext uri="{FF2B5EF4-FFF2-40B4-BE49-F238E27FC236}">
                  <a16:creationId xmlns:a16="http://schemas.microsoft.com/office/drawing/2014/main" id="{90ADB5F0-889A-E74C-B35A-8730EB646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256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26" name="Rectangle 95">
              <a:extLst>
                <a:ext uri="{FF2B5EF4-FFF2-40B4-BE49-F238E27FC236}">
                  <a16:creationId xmlns:a16="http://schemas.microsoft.com/office/drawing/2014/main" id="{12A3E608-AD04-BC44-B9DC-CC43FD121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1248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</p:grpSp>
      <p:sp>
        <p:nvSpPr>
          <p:cNvPr id="23597" name="Rectangle 97">
            <a:extLst>
              <a:ext uri="{FF2B5EF4-FFF2-40B4-BE49-F238E27FC236}">
                <a16:creationId xmlns:a16="http://schemas.microsoft.com/office/drawing/2014/main" id="{934E9219-B854-CA43-AB7C-9627617E3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1981200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23598" name="Group 113">
            <a:extLst>
              <a:ext uri="{FF2B5EF4-FFF2-40B4-BE49-F238E27FC236}">
                <a16:creationId xmlns:a16="http://schemas.microsoft.com/office/drawing/2014/main" id="{FFD784B9-B11A-0C46-99A9-8CA80D84B379}"/>
              </a:ext>
            </a:extLst>
          </p:cNvPr>
          <p:cNvGrpSpPr>
            <a:grpSpLocks/>
          </p:cNvGrpSpPr>
          <p:nvPr/>
        </p:nvGrpSpPr>
        <p:grpSpPr bwMode="auto">
          <a:xfrm>
            <a:off x="2679700" y="2438400"/>
            <a:ext cx="4165600" cy="333375"/>
            <a:chOff x="1688" y="1536"/>
            <a:chExt cx="2624" cy="210"/>
          </a:xfrm>
        </p:grpSpPr>
        <p:grpSp>
          <p:nvGrpSpPr>
            <p:cNvPr id="23610" name="Group 100">
              <a:extLst>
                <a:ext uri="{FF2B5EF4-FFF2-40B4-BE49-F238E27FC236}">
                  <a16:creationId xmlns:a16="http://schemas.microsoft.com/office/drawing/2014/main" id="{59E473E0-9EB6-4042-AC6C-7B95F58BD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1536"/>
              <a:ext cx="512" cy="210"/>
              <a:chOff x="1688" y="1536"/>
              <a:chExt cx="512" cy="210"/>
            </a:xfrm>
          </p:grpSpPr>
          <p:sp>
            <p:nvSpPr>
              <p:cNvPr id="23623" name="Rectangle 98">
                <a:extLst>
                  <a:ext uri="{FF2B5EF4-FFF2-40B4-BE49-F238E27FC236}">
                    <a16:creationId xmlns:a16="http://schemas.microsoft.com/office/drawing/2014/main" id="{C6A2D52A-34B1-B143-9A37-AAD6778A3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3624" name="Rectangle 99">
                <a:extLst>
                  <a:ext uri="{FF2B5EF4-FFF2-40B4-BE49-F238E27FC236}">
                    <a16:creationId xmlns:a16="http://schemas.microsoft.com/office/drawing/2014/main" id="{A59163E5-9B1C-6248-A905-E71744DEB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1536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3611" name="Group 103">
              <a:extLst>
                <a:ext uri="{FF2B5EF4-FFF2-40B4-BE49-F238E27FC236}">
                  <a16:creationId xmlns:a16="http://schemas.microsoft.com/office/drawing/2014/main" id="{76AF2EB3-BCD4-4D48-A114-8C501B356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1536"/>
              <a:ext cx="569" cy="210"/>
              <a:chOff x="2199" y="1536"/>
              <a:chExt cx="569" cy="210"/>
            </a:xfrm>
          </p:grpSpPr>
          <p:sp>
            <p:nvSpPr>
              <p:cNvPr id="23621" name="Rectangle 101">
                <a:extLst>
                  <a:ext uri="{FF2B5EF4-FFF2-40B4-BE49-F238E27FC236}">
                    <a16:creationId xmlns:a16="http://schemas.microsoft.com/office/drawing/2014/main" id="{396E5BBE-1B98-9546-88B6-F8EC5565A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3622" name="Rectangle 102">
                <a:extLst>
                  <a:ext uri="{FF2B5EF4-FFF2-40B4-BE49-F238E27FC236}">
                    <a16:creationId xmlns:a16="http://schemas.microsoft.com/office/drawing/2014/main" id="{26958784-41A0-074B-95E1-B4863D110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1536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3612" name="Group 106">
              <a:extLst>
                <a:ext uri="{FF2B5EF4-FFF2-40B4-BE49-F238E27FC236}">
                  <a16:creationId xmlns:a16="http://schemas.microsoft.com/office/drawing/2014/main" id="{FF3FD117-FEFE-DE47-B928-83C7DD8745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536"/>
              <a:ext cx="512" cy="210"/>
              <a:chOff x="2744" y="1536"/>
              <a:chExt cx="512" cy="210"/>
            </a:xfrm>
          </p:grpSpPr>
          <p:sp>
            <p:nvSpPr>
              <p:cNvPr id="23619" name="Rectangle 104">
                <a:extLst>
                  <a:ext uri="{FF2B5EF4-FFF2-40B4-BE49-F238E27FC236}">
                    <a16:creationId xmlns:a16="http://schemas.microsoft.com/office/drawing/2014/main" id="{C08F37E9-2440-9045-B7D7-4B15D1453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3620" name="Rectangle 105">
                <a:extLst>
                  <a:ext uri="{FF2B5EF4-FFF2-40B4-BE49-F238E27FC236}">
                    <a16:creationId xmlns:a16="http://schemas.microsoft.com/office/drawing/2014/main" id="{DA2C45AF-E9A2-334D-BAC9-49843284F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536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3613" name="Group 109">
              <a:extLst>
                <a:ext uri="{FF2B5EF4-FFF2-40B4-BE49-F238E27FC236}">
                  <a16:creationId xmlns:a16="http://schemas.microsoft.com/office/drawing/2014/main" id="{FCFA259A-6B1B-BB4A-B1A6-3CB615129F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536"/>
              <a:ext cx="512" cy="210"/>
              <a:chOff x="3272" y="1536"/>
              <a:chExt cx="512" cy="210"/>
            </a:xfrm>
          </p:grpSpPr>
          <p:sp>
            <p:nvSpPr>
              <p:cNvPr id="23617" name="Rectangle 107">
                <a:extLst>
                  <a:ext uri="{FF2B5EF4-FFF2-40B4-BE49-F238E27FC236}">
                    <a16:creationId xmlns:a16="http://schemas.microsoft.com/office/drawing/2014/main" id="{BFC790AB-D069-CB4F-B9A4-4C19124AE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3618" name="Rectangle 108">
                <a:extLst>
                  <a:ext uri="{FF2B5EF4-FFF2-40B4-BE49-F238E27FC236}">
                    <a16:creationId xmlns:a16="http://schemas.microsoft.com/office/drawing/2014/main" id="{702D3663-BA80-D64B-B6B7-1009CEAB2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536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23614" name="Group 112">
              <a:extLst>
                <a:ext uri="{FF2B5EF4-FFF2-40B4-BE49-F238E27FC236}">
                  <a16:creationId xmlns:a16="http://schemas.microsoft.com/office/drawing/2014/main" id="{6D57DE0A-D6CC-3544-9E18-9695F7693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1536"/>
              <a:ext cx="512" cy="210"/>
              <a:chOff x="3800" y="1536"/>
              <a:chExt cx="512" cy="210"/>
            </a:xfrm>
          </p:grpSpPr>
          <p:sp>
            <p:nvSpPr>
              <p:cNvPr id="23615" name="Rectangle 110">
                <a:extLst>
                  <a:ext uri="{FF2B5EF4-FFF2-40B4-BE49-F238E27FC236}">
                    <a16:creationId xmlns:a16="http://schemas.microsoft.com/office/drawing/2014/main" id="{02816CF2-077B-3F4A-8D4D-FFFCA59F5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3616" name="Rectangle 111">
                <a:extLst>
                  <a:ext uri="{FF2B5EF4-FFF2-40B4-BE49-F238E27FC236}">
                    <a16:creationId xmlns:a16="http://schemas.microsoft.com/office/drawing/2014/main" id="{D63153EF-97CC-B145-9634-C70105A84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1536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23599" name="Rectangle 114">
            <a:extLst>
              <a:ext uri="{FF2B5EF4-FFF2-40B4-BE49-F238E27FC236}">
                <a16:creationId xmlns:a16="http://schemas.microsoft.com/office/drawing/2014/main" id="{DEBE3231-A8FD-3A4F-8F74-2041F8C43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2438400"/>
            <a:ext cx="631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Load</a:t>
            </a:r>
          </a:p>
        </p:txBody>
      </p:sp>
      <p:sp>
        <p:nvSpPr>
          <p:cNvPr id="23600" name="Line 141">
            <a:extLst>
              <a:ext uri="{FF2B5EF4-FFF2-40B4-BE49-F238E27FC236}">
                <a16:creationId xmlns:a16="http://schemas.microsoft.com/office/drawing/2014/main" id="{61E4E14C-4B30-D940-85B6-E925972769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1358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01" name="Line 142">
            <a:extLst>
              <a:ext uri="{FF2B5EF4-FFF2-40B4-BE49-F238E27FC236}">
                <a16:creationId xmlns:a16="http://schemas.microsoft.com/office/drawing/2014/main" id="{BE2E3CB8-6725-3948-B17B-2D72E336FC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13589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02" name="Line 144">
            <a:extLst>
              <a:ext uri="{FF2B5EF4-FFF2-40B4-BE49-F238E27FC236}">
                <a16:creationId xmlns:a16="http://schemas.microsoft.com/office/drawing/2014/main" id="{B9C3EA5A-73C5-D946-AF24-FCCF8821E6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3589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03" name="Line 145">
            <a:extLst>
              <a:ext uri="{FF2B5EF4-FFF2-40B4-BE49-F238E27FC236}">
                <a16:creationId xmlns:a16="http://schemas.microsoft.com/office/drawing/2014/main" id="{2776F495-3FE5-0F4F-8100-2ACA89701C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1358900"/>
            <a:ext cx="0" cy="193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779" name="Group 155">
            <a:extLst>
              <a:ext uri="{FF2B5EF4-FFF2-40B4-BE49-F238E27FC236}">
                <a16:creationId xmlns:a16="http://schemas.microsoft.com/office/drawing/2014/main" id="{D18F08CB-E6F1-C54E-B0AB-234EE15E34B6}"/>
              </a:ext>
            </a:extLst>
          </p:cNvPr>
          <p:cNvGrpSpPr>
            <a:grpSpLocks/>
          </p:cNvGrpSpPr>
          <p:nvPr/>
        </p:nvGrpSpPr>
        <p:grpSpPr bwMode="auto">
          <a:xfrm>
            <a:off x="6026150" y="1447800"/>
            <a:ext cx="839788" cy="1822450"/>
            <a:chOff x="3796" y="912"/>
            <a:chExt cx="529" cy="1148"/>
          </a:xfrm>
        </p:grpSpPr>
        <p:sp>
          <p:nvSpPr>
            <p:cNvPr id="23606" name="Oval 146">
              <a:extLst>
                <a:ext uri="{FF2B5EF4-FFF2-40B4-BE49-F238E27FC236}">
                  <a16:creationId xmlns:a16="http://schemas.microsoft.com/office/drawing/2014/main" id="{10E4CA91-DD30-9F4C-B70C-6EA798A6A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396"/>
              <a:ext cx="520" cy="66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23607" name="Group 154">
              <a:extLst>
                <a:ext uri="{FF2B5EF4-FFF2-40B4-BE49-F238E27FC236}">
                  <a16:creationId xmlns:a16="http://schemas.microsoft.com/office/drawing/2014/main" id="{D1B3465F-FAED-014C-833A-B40E38E1B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9" y="912"/>
              <a:ext cx="446" cy="488"/>
              <a:chOff x="3879" y="912"/>
              <a:chExt cx="446" cy="488"/>
            </a:xfrm>
          </p:grpSpPr>
          <p:sp>
            <p:nvSpPr>
              <p:cNvPr id="23608" name="Line 147">
                <a:extLst>
                  <a:ext uri="{FF2B5EF4-FFF2-40B4-BE49-F238E27FC236}">
                    <a16:creationId xmlns:a16="http://schemas.microsoft.com/office/drawing/2014/main" id="{B748C89F-CB32-CE43-BB39-01818C1C2E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1096"/>
                <a:ext cx="0" cy="304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9" name="Rectangle 148">
                <a:extLst>
                  <a:ext uri="{FF2B5EF4-FFF2-40B4-BE49-F238E27FC236}">
                    <a16:creationId xmlns:a16="http://schemas.microsoft.com/office/drawing/2014/main" id="{DB0663FD-35A4-C649-8C66-3A7E4D886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912"/>
                <a:ext cx="44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Ops!  </a:t>
                </a:r>
              </a:p>
            </p:txBody>
          </p:sp>
        </p:grpSp>
      </p:grpSp>
      <p:sp>
        <p:nvSpPr>
          <p:cNvPr id="26781" name="Text Box 157">
            <a:extLst>
              <a:ext uri="{FF2B5EF4-FFF2-40B4-BE49-F238E27FC236}">
                <a16:creationId xmlns:a16="http://schemas.microsoft.com/office/drawing/2014/main" id="{5CEAC237-19EB-2D42-91F8-7D83E9A0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588" y="4424363"/>
            <a:ext cx="2578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或称为资源冲突！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B4A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B4A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B4A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67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1CB0FC4-0057-4B46-9F27-E5CE277CB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90500"/>
            <a:ext cx="8040688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 R-type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Wr</a:t>
            </a:r>
            <a:r>
              <a:rPr lang="zh-CN" altLang="en-US">
                <a:ea typeface="宋体" panose="02010600030101010101" pitchFamily="2" charset="-122"/>
              </a:rPr>
              <a:t>操作延后一个周期执行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F3AF715-194B-E342-B3CA-01E1AD4A1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488" y="1635125"/>
            <a:ext cx="8294687" cy="782638"/>
          </a:xfrm>
          <a:noFill/>
        </p:spPr>
        <p:txBody>
          <a:bodyPr/>
          <a:lstStyle/>
          <a:p>
            <a:r>
              <a:rPr lang="zh-CN" altLang="en-US" sz="2000">
                <a:ea typeface="黑体" panose="02010609060101010101" pitchFamily="49" charset="-122"/>
              </a:rPr>
              <a:t>加一个</a:t>
            </a:r>
            <a:r>
              <a:rPr lang="en-US" altLang="zh-CN" sz="2000">
                <a:ea typeface="黑体" panose="02010609060101010101" pitchFamily="49" charset="-122"/>
              </a:rPr>
              <a:t>NOP</a:t>
            </a:r>
            <a:r>
              <a:rPr lang="zh-CN" altLang="en-US" sz="2000">
                <a:ea typeface="黑体" panose="02010609060101010101" pitchFamily="49" charset="-122"/>
              </a:rPr>
              <a:t>阶段以延迟“写”操作</a:t>
            </a:r>
            <a:r>
              <a:rPr lang="en-US" altLang="zh-CN" sz="2000">
                <a:ea typeface="黑体" panose="02010609060101010101" pitchFamily="49" charset="-122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zh-CN" altLang="en-US" sz="2000">
                <a:ea typeface="黑体" panose="02010609060101010101" pitchFamily="49" charset="-122"/>
              </a:rPr>
              <a:t>把“写”操作安排在第</a:t>
            </a:r>
            <a:r>
              <a:rPr lang="en-US" altLang="zh-CN" sz="2000">
                <a:ea typeface="黑体" panose="02010609060101010101" pitchFamily="49" charset="-122"/>
              </a:rPr>
              <a:t>5</a:t>
            </a:r>
            <a:r>
              <a:rPr lang="zh-CN" altLang="en-US" sz="2000">
                <a:ea typeface="黑体" panose="02010609060101010101" pitchFamily="49" charset="-122"/>
              </a:rPr>
              <a:t>阶段</a:t>
            </a:r>
            <a:r>
              <a:rPr lang="en-US" altLang="zh-CN" sz="2000">
                <a:ea typeface="黑体" panose="02010609060101010101" pitchFamily="49" charset="-122"/>
              </a:rPr>
              <a:t>, </a:t>
            </a:r>
            <a:r>
              <a:rPr lang="zh-CN" altLang="en-US" sz="2000">
                <a:ea typeface="黑体" panose="02010609060101010101" pitchFamily="49" charset="-122"/>
              </a:rPr>
              <a:t>这样使</a:t>
            </a:r>
            <a:r>
              <a:rPr lang="en-US" altLang="zh-CN" sz="2000">
                <a:ea typeface="黑体" panose="02010609060101010101" pitchFamily="49" charset="-122"/>
              </a:rPr>
              <a:t>R-Type</a:t>
            </a:r>
            <a:r>
              <a:rPr lang="zh-CN" altLang="en-US" sz="2000">
                <a:ea typeface="黑体" panose="02010609060101010101" pitchFamily="49" charset="-122"/>
              </a:rPr>
              <a:t>的</a:t>
            </a:r>
            <a:r>
              <a:rPr lang="en-US" altLang="zh-CN" sz="2000">
                <a:ea typeface="黑体" panose="02010609060101010101" pitchFamily="49" charset="-122"/>
              </a:rPr>
              <a:t>Mem</a:t>
            </a:r>
            <a:r>
              <a:rPr lang="zh-CN" altLang="en-US" sz="2000">
                <a:ea typeface="黑体" panose="02010609060101010101" pitchFamily="49" charset="-122"/>
              </a:rPr>
              <a:t>阶段为空</a:t>
            </a:r>
            <a:r>
              <a:rPr lang="en-US" altLang="zh-CN" sz="2000">
                <a:ea typeface="黑体" panose="02010609060101010101" pitchFamily="49" charset="-122"/>
              </a:rPr>
              <a:t>NOP</a:t>
            </a:r>
          </a:p>
        </p:txBody>
      </p:sp>
      <p:sp>
        <p:nvSpPr>
          <p:cNvPr id="32959" name="Text Box 191">
            <a:extLst>
              <a:ext uri="{FF2B5EF4-FFF2-40B4-BE49-F238E27FC236}">
                <a16:creationId xmlns:a16="http://schemas.microsoft.com/office/drawing/2014/main" id="{56ECB725-1256-0148-84A5-D35300D2F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6140450"/>
            <a:ext cx="60944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这样使流水线中的每条指令都有相同多个阶段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</p:txBody>
      </p:sp>
      <p:grpSp>
        <p:nvGrpSpPr>
          <p:cNvPr id="25605" name="Group 146">
            <a:extLst>
              <a:ext uri="{FF2B5EF4-FFF2-40B4-BE49-F238E27FC236}">
                <a16:creationId xmlns:a16="http://schemas.microsoft.com/office/drawing/2014/main" id="{7D385EA5-EFE3-B84F-BF77-C598DF9C3487}"/>
              </a:ext>
            </a:extLst>
          </p:cNvPr>
          <p:cNvGrpSpPr>
            <a:grpSpLocks/>
          </p:cNvGrpSpPr>
          <p:nvPr/>
        </p:nvGrpSpPr>
        <p:grpSpPr bwMode="auto">
          <a:xfrm>
            <a:off x="2374900" y="1062038"/>
            <a:ext cx="812800" cy="333375"/>
            <a:chOff x="1496" y="1344"/>
            <a:chExt cx="512" cy="210"/>
          </a:xfrm>
        </p:grpSpPr>
        <p:sp>
          <p:nvSpPr>
            <p:cNvPr id="25786" name="Rectangle 144">
              <a:extLst>
                <a:ext uri="{FF2B5EF4-FFF2-40B4-BE49-F238E27FC236}">
                  <a16:creationId xmlns:a16="http://schemas.microsoft.com/office/drawing/2014/main" id="{0055098D-3026-5B4B-87C2-778FC5EB3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35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87" name="Rectangle 145">
              <a:extLst>
                <a:ext uri="{FF2B5EF4-FFF2-40B4-BE49-F238E27FC236}">
                  <a16:creationId xmlns:a16="http://schemas.microsoft.com/office/drawing/2014/main" id="{838FF4EC-5FC9-3544-A3F8-9D13FFFBB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1344"/>
              <a:ext cx="4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Ifetch</a:t>
              </a:r>
            </a:p>
          </p:txBody>
        </p:sp>
      </p:grpSp>
      <p:grpSp>
        <p:nvGrpSpPr>
          <p:cNvPr id="25606" name="Group 149">
            <a:extLst>
              <a:ext uri="{FF2B5EF4-FFF2-40B4-BE49-F238E27FC236}">
                <a16:creationId xmlns:a16="http://schemas.microsoft.com/office/drawing/2014/main" id="{E373626E-49AB-D146-90FE-74BC641CB03D}"/>
              </a:ext>
            </a:extLst>
          </p:cNvPr>
          <p:cNvGrpSpPr>
            <a:grpSpLocks/>
          </p:cNvGrpSpPr>
          <p:nvPr/>
        </p:nvGrpSpPr>
        <p:grpSpPr bwMode="auto">
          <a:xfrm>
            <a:off x="3148013" y="1062038"/>
            <a:ext cx="1081087" cy="333375"/>
            <a:chOff x="2007" y="1344"/>
            <a:chExt cx="625" cy="210"/>
          </a:xfrm>
        </p:grpSpPr>
        <p:sp>
          <p:nvSpPr>
            <p:cNvPr id="25784" name="Rectangle 147">
              <a:extLst>
                <a:ext uri="{FF2B5EF4-FFF2-40B4-BE49-F238E27FC236}">
                  <a16:creationId xmlns:a16="http://schemas.microsoft.com/office/drawing/2014/main" id="{833682D3-00B7-5F46-A3D2-1C8E8D3D8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135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85" name="Rectangle 148">
              <a:extLst>
                <a:ext uri="{FF2B5EF4-FFF2-40B4-BE49-F238E27FC236}">
                  <a16:creationId xmlns:a16="http://schemas.microsoft.com/office/drawing/2014/main" id="{9D6B38D5-E373-C442-A1C8-DA02FFFBF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7" y="1344"/>
              <a:ext cx="62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Reg/Dec</a:t>
              </a:r>
            </a:p>
          </p:txBody>
        </p:sp>
      </p:grpSp>
      <p:grpSp>
        <p:nvGrpSpPr>
          <p:cNvPr id="25607" name="Group 152">
            <a:extLst>
              <a:ext uri="{FF2B5EF4-FFF2-40B4-BE49-F238E27FC236}">
                <a16:creationId xmlns:a16="http://schemas.microsoft.com/office/drawing/2014/main" id="{AA0D4233-1BA7-D34E-A2E6-80CFEDA8D696}"/>
              </a:ext>
            </a:extLst>
          </p:cNvPr>
          <p:cNvGrpSpPr>
            <a:grpSpLocks/>
          </p:cNvGrpSpPr>
          <p:nvPr/>
        </p:nvGrpSpPr>
        <p:grpSpPr bwMode="auto">
          <a:xfrm>
            <a:off x="4051300" y="1062038"/>
            <a:ext cx="812800" cy="333375"/>
            <a:chOff x="2552" y="1344"/>
            <a:chExt cx="512" cy="210"/>
          </a:xfrm>
        </p:grpSpPr>
        <p:sp>
          <p:nvSpPr>
            <p:cNvPr id="25782" name="Rectangle 150">
              <a:extLst>
                <a:ext uri="{FF2B5EF4-FFF2-40B4-BE49-F238E27FC236}">
                  <a16:creationId xmlns:a16="http://schemas.microsoft.com/office/drawing/2014/main" id="{B0ADE0A0-3AD8-034D-9924-3E9C03C42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135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83" name="Rectangle 151">
              <a:extLst>
                <a:ext uri="{FF2B5EF4-FFF2-40B4-BE49-F238E27FC236}">
                  <a16:creationId xmlns:a16="http://schemas.microsoft.com/office/drawing/2014/main" id="{6492AB62-7B56-E040-A8A6-77B532444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344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Exec</a:t>
              </a:r>
            </a:p>
          </p:txBody>
        </p:sp>
      </p:grpSp>
      <p:grpSp>
        <p:nvGrpSpPr>
          <p:cNvPr id="25608" name="Group 155">
            <a:extLst>
              <a:ext uri="{FF2B5EF4-FFF2-40B4-BE49-F238E27FC236}">
                <a16:creationId xmlns:a16="http://schemas.microsoft.com/office/drawing/2014/main" id="{A54929EF-FA95-6842-9FEC-3CCCD68DCB1F}"/>
              </a:ext>
            </a:extLst>
          </p:cNvPr>
          <p:cNvGrpSpPr>
            <a:grpSpLocks/>
          </p:cNvGrpSpPr>
          <p:nvPr/>
        </p:nvGrpSpPr>
        <p:grpSpPr bwMode="auto">
          <a:xfrm>
            <a:off x="5727700" y="1062038"/>
            <a:ext cx="812800" cy="333375"/>
            <a:chOff x="3608" y="1344"/>
            <a:chExt cx="512" cy="210"/>
          </a:xfrm>
        </p:grpSpPr>
        <p:sp>
          <p:nvSpPr>
            <p:cNvPr id="25780" name="Rectangle 153">
              <a:extLst>
                <a:ext uri="{FF2B5EF4-FFF2-40B4-BE49-F238E27FC236}">
                  <a16:creationId xmlns:a16="http://schemas.microsoft.com/office/drawing/2014/main" id="{FB26AAD4-C3CC-904B-997A-AE33A7657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135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81" name="Rectangle 154">
              <a:extLst>
                <a:ext uri="{FF2B5EF4-FFF2-40B4-BE49-F238E27FC236}">
                  <a16:creationId xmlns:a16="http://schemas.microsoft.com/office/drawing/2014/main" id="{DA2E1234-50F8-2F49-9984-6E96BC920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344"/>
              <a:ext cx="2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Wr</a:t>
              </a:r>
            </a:p>
          </p:txBody>
        </p:sp>
      </p:grpSp>
      <p:sp>
        <p:nvSpPr>
          <p:cNvPr id="25609" name="Rectangle 156">
            <a:extLst>
              <a:ext uri="{FF2B5EF4-FFF2-40B4-BE49-F238E27FC236}">
                <a16:creationId xmlns:a16="http://schemas.microsoft.com/office/drawing/2014/main" id="{2A01214F-40FC-9144-95B8-879A44BA3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1023938"/>
            <a:ext cx="812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25610" name="Rectangle 171">
            <a:extLst>
              <a:ext uri="{FF2B5EF4-FFF2-40B4-BE49-F238E27FC236}">
                <a16:creationId xmlns:a16="http://schemas.microsoft.com/office/drawing/2014/main" id="{6B510DF8-3D6C-6244-90D0-11614D40F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75723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5611" name="Rectangle 172">
            <a:extLst>
              <a:ext uri="{FF2B5EF4-FFF2-40B4-BE49-F238E27FC236}">
                <a16:creationId xmlns:a16="http://schemas.microsoft.com/office/drawing/2014/main" id="{76727D99-8388-5E45-ADD2-8416A46DE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75723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5612" name="Rectangle 173">
            <a:extLst>
              <a:ext uri="{FF2B5EF4-FFF2-40B4-BE49-F238E27FC236}">
                <a16:creationId xmlns:a16="http://schemas.microsoft.com/office/drawing/2014/main" id="{B2646FB3-4968-4747-9BDE-2E7907B05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75723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5613" name="Rectangle 174">
            <a:extLst>
              <a:ext uri="{FF2B5EF4-FFF2-40B4-BE49-F238E27FC236}">
                <a16:creationId xmlns:a16="http://schemas.microsoft.com/office/drawing/2014/main" id="{A2CBB0AA-39D3-F949-994F-BCEAC364A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75723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5614" name="Rectangle 175">
            <a:extLst>
              <a:ext uri="{FF2B5EF4-FFF2-40B4-BE49-F238E27FC236}">
                <a16:creationId xmlns:a16="http://schemas.microsoft.com/office/drawing/2014/main" id="{41C0FEBE-3C4C-ED4E-8CA9-E482BD41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75723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25615" name="Group 179">
            <a:extLst>
              <a:ext uri="{FF2B5EF4-FFF2-40B4-BE49-F238E27FC236}">
                <a16:creationId xmlns:a16="http://schemas.microsoft.com/office/drawing/2014/main" id="{9AF31C83-3DE4-2647-8F7E-74223AEEE89A}"/>
              </a:ext>
            </a:extLst>
          </p:cNvPr>
          <p:cNvGrpSpPr>
            <a:grpSpLocks/>
          </p:cNvGrpSpPr>
          <p:nvPr/>
        </p:nvGrpSpPr>
        <p:grpSpPr bwMode="auto">
          <a:xfrm>
            <a:off x="4894263" y="1065213"/>
            <a:ext cx="812800" cy="333375"/>
            <a:chOff x="3080" y="1344"/>
            <a:chExt cx="512" cy="210"/>
          </a:xfrm>
        </p:grpSpPr>
        <p:sp>
          <p:nvSpPr>
            <p:cNvPr id="25778" name="Rectangle 180">
              <a:extLst>
                <a:ext uri="{FF2B5EF4-FFF2-40B4-BE49-F238E27FC236}">
                  <a16:creationId xmlns:a16="http://schemas.microsoft.com/office/drawing/2014/main" id="{5B1F543D-E4BD-2C41-BA4A-848079959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1352"/>
              <a:ext cx="512" cy="176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779" name="Rectangle 181">
              <a:extLst>
                <a:ext uri="{FF2B5EF4-FFF2-40B4-BE49-F238E27FC236}">
                  <a16:creationId xmlns:a16="http://schemas.microsoft.com/office/drawing/2014/main" id="{61C8DC78-5352-5047-AFB8-BC8D4951C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344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</a:p>
          </p:txBody>
        </p:sp>
      </p:grpSp>
      <p:grpSp>
        <p:nvGrpSpPr>
          <p:cNvPr id="32968" name="Group 200">
            <a:extLst>
              <a:ext uri="{FF2B5EF4-FFF2-40B4-BE49-F238E27FC236}">
                <a16:creationId xmlns:a16="http://schemas.microsoft.com/office/drawing/2014/main" id="{F9E88660-74B8-F64A-9C97-D57A709A43A9}"/>
              </a:ext>
            </a:extLst>
          </p:cNvPr>
          <p:cNvGrpSpPr>
            <a:grpSpLocks/>
          </p:cNvGrpSpPr>
          <p:nvPr/>
        </p:nvGrpSpPr>
        <p:grpSpPr bwMode="auto">
          <a:xfrm>
            <a:off x="261938" y="2678113"/>
            <a:ext cx="8272462" cy="3014662"/>
            <a:chOff x="165" y="1687"/>
            <a:chExt cx="5211" cy="1899"/>
          </a:xfrm>
        </p:grpSpPr>
        <p:sp>
          <p:nvSpPr>
            <p:cNvPr id="25622" name="Rectangle 4">
              <a:extLst>
                <a:ext uri="{FF2B5EF4-FFF2-40B4-BE49-F238E27FC236}">
                  <a16:creationId xmlns:a16="http://schemas.microsoft.com/office/drawing/2014/main" id="{A0F2F1EC-20F1-894D-9628-B9739E032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" y="1721"/>
              <a:ext cx="43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Clock</a:t>
              </a:r>
            </a:p>
          </p:txBody>
        </p:sp>
        <p:grpSp>
          <p:nvGrpSpPr>
            <p:cNvPr id="25623" name="Group 52">
              <a:extLst>
                <a:ext uri="{FF2B5EF4-FFF2-40B4-BE49-F238E27FC236}">
                  <a16:creationId xmlns:a16="http://schemas.microsoft.com/office/drawing/2014/main" id="{AD8A9E41-6AA4-A94F-9852-179B6AC329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" y="1927"/>
              <a:ext cx="4984" cy="160"/>
              <a:chOff x="392" y="2152"/>
              <a:chExt cx="4984" cy="160"/>
            </a:xfrm>
          </p:grpSpPr>
          <p:grpSp>
            <p:nvGrpSpPr>
              <p:cNvPr id="25731" name="Group 9">
                <a:extLst>
                  <a:ext uri="{FF2B5EF4-FFF2-40B4-BE49-F238E27FC236}">
                    <a16:creationId xmlns:a16="http://schemas.microsoft.com/office/drawing/2014/main" id="{CC8AA737-FBFB-434C-9BA5-56574896E8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2152"/>
                <a:ext cx="520" cy="160"/>
                <a:chOff x="624" y="2152"/>
                <a:chExt cx="520" cy="160"/>
              </a:xfrm>
            </p:grpSpPr>
            <p:sp>
              <p:nvSpPr>
                <p:cNvPr id="25774" name="Line 5">
                  <a:extLst>
                    <a:ext uri="{FF2B5EF4-FFF2-40B4-BE49-F238E27FC236}">
                      <a16:creationId xmlns:a16="http://schemas.microsoft.com/office/drawing/2014/main" id="{ACD1AA11-E320-504C-AA14-7033F06980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2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75" name="Line 6">
                  <a:extLst>
                    <a:ext uri="{FF2B5EF4-FFF2-40B4-BE49-F238E27FC236}">
                      <a16:creationId xmlns:a16="http://schemas.microsoft.com/office/drawing/2014/main" id="{CF7CFEEC-414E-AB4E-A581-07A39EB167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76" name="Line 7">
                  <a:extLst>
                    <a:ext uri="{FF2B5EF4-FFF2-40B4-BE49-F238E27FC236}">
                      <a16:creationId xmlns:a16="http://schemas.microsoft.com/office/drawing/2014/main" id="{3BEE5E9E-5896-BD4B-B8A0-D757F0BF3F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12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77" name="Line 8">
                  <a:extLst>
                    <a:ext uri="{FF2B5EF4-FFF2-40B4-BE49-F238E27FC236}">
                      <a16:creationId xmlns:a16="http://schemas.microsoft.com/office/drawing/2014/main" id="{DEFB0F47-DDE6-EF4A-8E33-94BE89F52C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0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732" name="Group 14">
                <a:extLst>
                  <a:ext uri="{FF2B5EF4-FFF2-40B4-BE49-F238E27FC236}">
                    <a16:creationId xmlns:a16="http://schemas.microsoft.com/office/drawing/2014/main" id="{136F3B79-BCAE-5540-8D6B-2169A594BE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152"/>
                <a:ext cx="520" cy="160"/>
                <a:chOff x="1152" y="2152"/>
                <a:chExt cx="520" cy="160"/>
              </a:xfrm>
            </p:grpSpPr>
            <p:sp>
              <p:nvSpPr>
                <p:cNvPr id="25770" name="Line 10">
                  <a:extLst>
                    <a:ext uri="{FF2B5EF4-FFF2-40B4-BE49-F238E27FC236}">
                      <a16:creationId xmlns:a16="http://schemas.microsoft.com/office/drawing/2014/main" id="{C8F13746-29B5-EC4D-B191-19725AB673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0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71" name="Line 11">
                  <a:extLst>
                    <a:ext uri="{FF2B5EF4-FFF2-40B4-BE49-F238E27FC236}">
                      <a16:creationId xmlns:a16="http://schemas.microsoft.com/office/drawing/2014/main" id="{61CB058B-BA22-DA4C-BB01-1E03582155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72" name="Line 12">
                  <a:extLst>
                    <a:ext uri="{FF2B5EF4-FFF2-40B4-BE49-F238E27FC236}">
                      <a16:creationId xmlns:a16="http://schemas.microsoft.com/office/drawing/2014/main" id="{4700AD7A-7F0D-AA49-B872-623ED77660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40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73" name="Line 13">
                  <a:extLst>
                    <a:ext uri="{FF2B5EF4-FFF2-40B4-BE49-F238E27FC236}">
                      <a16:creationId xmlns:a16="http://schemas.microsoft.com/office/drawing/2014/main" id="{D268B796-433A-C244-8248-93825C26B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8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733" name="Group 19">
                <a:extLst>
                  <a:ext uri="{FF2B5EF4-FFF2-40B4-BE49-F238E27FC236}">
                    <a16:creationId xmlns:a16="http://schemas.microsoft.com/office/drawing/2014/main" id="{165119AC-E7A8-114B-AB4B-0B1FD92581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2152"/>
                <a:ext cx="520" cy="160"/>
                <a:chOff x="1680" y="2152"/>
                <a:chExt cx="520" cy="160"/>
              </a:xfrm>
            </p:grpSpPr>
            <p:sp>
              <p:nvSpPr>
                <p:cNvPr id="25766" name="Line 15">
                  <a:extLst>
                    <a:ext uri="{FF2B5EF4-FFF2-40B4-BE49-F238E27FC236}">
                      <a16:creationId xmlns:a16="http://schemas.microsoft.com/office/drawing/2014/main" id="{ADB63BC6-3FB1-DD4B-BE22-A0885C3330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8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7" name="Line 16">
                  <a:extLst>
                    <a:ext uri="{FF2B5EF4-FFF2-40B4-BE49-F238E27FC236}">
                      <a16:creationId xmlns:a16="http://schemas.microsoft.com/office/drawing/2014/main" id="{2EDBFF81-580E-1B47-9CA7-06607778E1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8" name="Line 17">
                  <a:extLst>
                    <a:ext uri="{FF2B5EF4-FFF2-40B4-BE49-F238E27FC236}">
                      <a16:creationId xmlns:a16="http://schemas.microsoft.com/office/drawing/2014/main" id="{A68D0696-FF62-634E-A111-E8C5FF3146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68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9" name="Line 18">
                  <a:extLst>
                    <a:ext uri="{FF2B5EF4-FFF2-40B4-BE49-F238E27FC236}">
                      <a16:creationId xmlns:a16="http://schemas.microsoft.com/office/drawing/2014/main" id="{F92E6A37-DEB1-3248-986E-EDB8531F07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6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734" name="Group 24">
                <a:extLst>
                  <a:ext uri="{FF2B5EF4-FFF2-40B4-BE49-F238E27FC236}">
                    <a16:creationId xmlns:a16="http://schemas.microsoft.com/office/drawing/2014/main" id="{A0101390-EB91-4342-B395-39965FF451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52"/>
                <a:ext cx="520" cy="160"/>
                <a:chOff x="2208" y="2152"/>
                <a:chExt cx="520" cy="160"/>
              </a:xfrm>
            </p:grpSpPr>
            <p:sp>
              <p:nvSpPr>
                <p:cNvPr id="25762" name="Line 20">
                  <a:extLst>
                    <a:ext uri="{FF2B5EF4-FFF2-40B4-BE49-F238E27FC236}">
                      <a16:creationId xmlns:a16="http://schemas.microsoft.com/office/drawing/2014/main" id="{9D9F0B8F-6B3B-8D44-ADA5-CA2CA90C21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6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3" name="Line 21">
                  <a:extLst>
                    <a:ext uri="{FF2B5EF4-FFF2-40B4-BE49-F238E27FC236}">
                      <a16:creationId xmlns:a16="http://schemas.microsoft.com/office/drawing/2014/main" id="{D93711E4-657B-5543-91F4-55A2A6EC26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4" name="Line 22">
                  <a:extLst>
                    <a:ext uri="{FF2B5EF4-FFF2-40B4-BE49-F238E27FC236}">
                      <a16:creationId xmlns:a16="http://schemas.microsoft.com/office/drawing/2014/main" id="{A8942A46-ADD6-D64B-9342-133C9C9F4D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96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5" name="Line 23">
                  <a:extLst>
                    <a:ext uri="{FF2B5EF4-FFF2-40B4-BE49-F238E27FC236}">
                      <a16:creationId xmlns:a16="http://schemas.microsoft.com/office/drawing/2014/main" id="{F60EE13C-1A5B-A543-8C47-0EC281740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04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735" name="Group 29">
                <a:extLst>
                  <a:ext uri="{FF2B5EF4-FFF2-40B4-BE49-F238E27FC236}">
                    <a16:creationId xmlns:a16="http://schemas.microsoft.com/office/drawing/2014/main" id="{B4FE24DA-2A4E-F14F-8BD6-9987FC307B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2152"/>
                <a:ext cx="520" cy="160"/>
                <a:chOff x="2736" y="2152"/>
                <a:chExt cx="520" cy="160"/>
              </a:xfrm>
            </p:grpSpPr>
            <p:sp>
              <p:nvSpPr>
                <p:cNvPr id="25758" name="Line 25">
                  <a:extLst>
                    <a:ext uri="{FF2B5EF4-FFF2-40B4-BE49-F238E27FC236}">
                      <a16:creationId xmlns:a16="http://schemas.microsoft.com/office/drawing/2014/main" id="{6B2D0ECE-2396-FA49-8EAD-ADF0936A0A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44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59" name="Line 26">
                  <a:extLst>
                    <a:ext uri="{FF2B5EF4-FFF2-40B4-BE49-F238E27FC236}">
                      <a16:creationId xmlns:a16="http://schemas.microsoft.com/office/drawing/2014/main" id="{121E73FF-ED95-944A-915D-2B9A744228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0" name="Line 27">
                  <a:extLst>
                    <a:ext uri="{FF2B5EF4-FFF2-40B4-BE49-F238E27FC236}">
                      <a16:creationId xmlns:a16="http://schemas.microsoft.com/office/drawing/2014/main" id="{FA1E4302-EB50-2F4C-8C41-FA42B6132A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24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61" name="Line 28">
                  <a:extLst>
                    <a:ext uri="{FF2B5EF4-FFF2-40B4-BE49-F238E27FC236}">
                      <a16:creationId xmlns:a16="http://schemas.microsoft.com/office/drawing/2014/main" id="{28AC6256-470D-6348-9427-AFFB7BD11B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2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736" name="Group 34">
                <a:extLst>
                  <a:ext uri="{FF2B5EF4-FFF2-40B4-BE49-F238E27FC236}">
                    <a16:creationId xmlns:a16="http://schemas.microsoft.com/office/drawing/2014/main" id="{66EC06FB-B512-0841-984B-CDB5B9C090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152"/>
                <a:ext cx="520" cy="160"/>
                <a:chOff x="3264" y="2152"/>
                <a:chExt cx="520" cy="160"/>
              </a:xfrm>
            </p:grpSpPr>
            <p:sp>
              <p:nvSpPr>
                <p:cNvPr id="25754" name="Line 30">
                  <a:extLst>
                    <a:ext uri="{FF2B5EF4-FFF2-40B4-BE49-F238E27FC236}">
                      <a16:creationId xmlns:a16="http://schemas.microsoft.com/office/drawing/2014/main" id="{ADC0A966-B3A8-474A-AEAE-9AD4FCC566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2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55" name="Line 31">
                  <a:extLst>
                    <a:ext uri="{FF2B5EF4-FFF2-40B4-BE49-F238E27FC236}">
                      <a16:creationId xmlns:a16="http://schemas.microsoft.com/office/drawing/2014/main" id="{09F0A0AE-DDEC-E94E-8CB0-6E378A6016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4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56" name="Line 32">
                  <a:extLst>
                    <a:ext uri="{FF2B5EF4-FFF2-40B4-BE49-F238E27FC236}">
                      <a16:creationId xmlns:a16="http://schemas.microsoft.com/office/drawing/2014/main" id="{320C1589-D56B-BA4C-8D9D-3253E7390F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57" name="Line 33">
                  <a:extLst>
                    <a:ext uri="{FF2B5EF4-FFF2-40B4-BE49-F238E27FC236}">
                      <a16:creationId xmlns:a16="http://schemas.microsoft.com/office/drawing/2014/main" id="{EBE3C305-C2D9-664B-B17E-87920CDCF9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737" name="Group 39">
                <a:extLst>
                  <a:ext uri="{FF2B5EF4-FFF2-40B4-BE49-F238E27FC236}">
                    <a16:creationId xmlns:a16="http://schemas.microsoft.com/office/drawing/2014/main" id="{33676458-A318-4B4F-8F8C-A6E96D03F4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2" y="2152"/>
                <a:ext cx="520" cy="160"/>
                <a:chOff x="3792" y="2152"/>
                <a:chExt cx="520" cy="160"/>
              </a:xfrm>
            </p:grpSpPr>
            <p:sp>
              <p:nvSpPr>
                <p:cNvPr id="25750" name="Line 35">
                  <a:extLst>
                    <a:ext uri="{FF2B5EF4-FFF2-40B4-BE49-F238E27FC236}">
                      <a16:creationId xmlns:a16="http://schemas.microsoft.com/office/drawing/2014/main" id="{842588C5-C57F-6849-8CDE-51C75C98C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0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51" name="Line 36">
                  <a:extLst>
                    <a:ext uri="{FF2B5EF4-FFF2-40B4-BE49-F238E27FC236}">
                      <a16:creationId xmlns:a16="http://schemas.microsoft.com/office/drawing/2014/main" id="{190E9BD1-1093-8A41-8B7D-33CE9C64FE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52" name="Line 37">
                  <a:extLst>
                    <a:ext uri="{FF2B5EF4-FFF2-40B4-BE49-F238E27FC236}">
                      <a16:creationId xmlns:a16="http://schemas.microsoft.com/office/drawing/2014/main" id="{6C933293-FF60-684A-8624-733640B974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80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53" name="Line 38">
                  <a:extLst>
                    <a:ext uri="{FF2B5EF4-FFF2-40B4-BE49-F238E27FC236}">
                      <a16:creationId xmlns:a16="http://schemas.microsoft.com/office/drawing/2014/main" id="{C9A6FC44-566D-6F49-896E-DDE2982060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8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738" name="Group 44">
                <a:extLst>
                  <a:ext uri="{FF2B5EF4-FFF2-40B4-BE49-F238E27FC236}">
                    <a16:creationId xmlns:a16="http://schemas.microsoft.com/office/drawing/2014/main" id="{8C23AF41-857A-8B49-8F23-0B7B5E20C0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152"/>
                <a:ext cx="520" cy="160"/>
                <a:chOff x="4320" y="2152"/>
                <a:chExt cx="520" cy="160"/>
              </a:xfrm>
            </p:grpSpPr>
            <p:sp>
              <p:nvSpPr>
                <p:cNvPr id="25746" name="Line 40">
                  <a:extLst>
                    <a:ext uri="{FF2B5EF4-FFF2-40B4-BE49-F238E27FC236}">
                      <a16:creationId xmlns:a16="http://schemas.microsoft.com/office/drawing/2014/main" id="{23044491-53CD-8A41-BB76-1B1E9BEA1F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8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47" name="Line 41">
                  <a:extLst>
                    <a:ext uri="{FF2B5EF4-FFF2-40B4-BE49-F238E27FC236}">
                      <a16:creationId xmlns:a16="http://schemas.microsoft.com/office/drawing/2014/main" id="{91C1CA66-6909-7740-B4E4-D76EF7047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0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48" name="Line 42">
                  <a:extLst>
                    <a:ext uri="{FF2B5EF4-FFF2-40B4-BE49-F238E27FC236}">
                      <a16:creationId xmlns:a16="http://schemas.microsoft.com/office/drawing/2014/main" id="{81BA819C-C393-3743-B6F1-9B6835814E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08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49" name="Line 43">
                  <a:extLst>
                    <a:ext uri="{FF2B5EF4-FFF2-40B4-BE49-F238E27FC236}">
                      <a16:creationId xmlns:a16="http://schemas.microsoft.com/office/drawing/2014/main" id="{799C738A-44A3-3D45-9166-7A128820B8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6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739" name="Line 45">
                <a:extLst>
                  <a:ext uri="{FF2B5EF4-FFF2-40B4-BE49-F238E27FC236}">
                    <a16:creationId xmlns:a16="http://schemas.microsoft.com/office/drawing/2014/main" id="{7ED863A3-F4D5-0040-B8D6-DF836E0A5E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" y="216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5740" name="Group 50">
                <a:extLst>
                  <a:ext uri="{FF2B5EF4-FFF2-40B4-BE49-F238E27FC236}">
                    <a16:creationId xmlns:a16="http://schemas.microsoft.com/office/drawing/2014/main" id="{D8EC1DB3-FD77-4544-9BC7-FE11775CF0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2152"/>
                <a:ext cx="520" cy="160"/>
                <a:chOff x="4848" y="2152"/>
                <a:chExt cx="520" cy="160"/>
              </a:xfrm>
            </p:grpSpPr>
            <p:sp>
              <p:nvSpPr>
                <p:cNvPr id="25742" name="Line 46">
                  <a:extLst>
                    <a:ext uri="{FF2B5EF4-FFF2-40B4-BE49-F238E27FC236}">
                      <a16:creationId xmlns:a16="http://schemas.microsoft.com/office/drawing/2014/main" id="{7C3C3F3A-B492-B746-924B-75A2741278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6" y="23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43" name="Line 47">
                  <a:extLst>
                    <a:ext uri="{FF2B5EF4-FFF2-40B4-BE49-F238E27FC236}">
                      <a16:creationId xmlns:a16="http://schemas.microsoft.com/office/drawing/2014/main" id="{68EDC77B-89D2-9A40-A6D7-42751CF224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168"/>
                  <a:ext cx="0" cy="12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44" name="Line 48">
                  <a:extLst>
                    <a:ext uri="{FF2B5EF4-FFF2-40B4-BE49-F238E27FC236}">
                      <a16:creationId xmlns:a16="http://schemas.microsoft.com/office/drawing/2014/main" id="{D2B83A2F-F78A-5E4E-B1F9-C9C5A93BBA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36" y="2152"/>
                  <a:ext cx="0" cy="1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45" name="Line 49">
                  <a:extLst>
                    <a:ext uri="{FF2B5EF4-FFF2-40B4-BE49-F238E27FC236}">
                      <a16:creationId xmlns:a16="http://schemas.microsoft.com/office/drawing/2014/main" id="{AE5946CC-8B8B-E943-8016-6390A66541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44" y="216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741" name="Line 51">
                <a:extLst>
                  <a:ext uri="{FF2B5EF4-FFF2-40B4-BE49-F238E27FC236}">
                    <a16:creationId xmlns:a16="http://schemas.microsoft.com/office/drawing/2014/main" id="{0EF577F3-1483-F748-954F-37EE78DFDC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216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24" name="Line 53">
              <a:extLst>
                <a:ext uri="{FF2B5EF4-FFF2-40B4-BE49-F238E27FC236}">
                  <a16:creationId xmlns:a16="http://schemas.microsoft.com/office/drawing/2014/main" id="{E4281129-038D-104B-AC80-0B5CDA602F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5" name="Line 54">
              <a:extLst>
                <a:ext uri="{FF2B5EF4-FFF2-40B4-BE49-F238E27FC236}">
                  <a16:creationId xmlns:a16="http://schemas.microsoft.com/office/drawing/2014/main" id="{848C6252-6B46-CD42-8E88-7CA23F22E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6" name="Rectangle 55">
              <a:extLst>
                <a:ext uri="{FF2B5EF4-FFF2-40B4-BE49-F238E27FC236}">
                  <a16:creationId xmlns:a16="http://schemas.microsoft.com/office/drawing/2014/main" id="{8FC47E8F-07EE-1F49-88D8-4707FA3E7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1</a:t>
              </a:r>
            </a:p>
          </p:txBody>
        </p:sp>
        <p:sp>
          <p:nvSpPr>
            <p:cNvPr id="25627" name="Rectangle 56">
              <a:extLst>
                <a:ext uri="{FF2B5EF4-FFF2-40B4-BE49-F238E27FC236}">
                  <a16:creationId xmlns:a16="http://schemas.microsoft.com/office/drawing/2014/main" id="{49CC3629-8921-9141-835F-9A395FCBD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2</a:t>
              </a:r>
            </a:p>
          </p:txBody>
        </p:sp>
        <p:sp>
          <p:nvSpPr>
            <p:cNvPr id="25628" name="Line 57">
              <a:extLst>
                <a:ext uri="{FF2B5EF4-FFF2-40B4-BE49-F238E27FC236}">
                  <a16:creationId xmlns:a16="http://schemas.microsoft.com/office/drawing/2014/main" id="{D528C53D-F262-504E-9D5F-6A04DA247D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9" name="Line 58">
              <a:extLst>
                <a:ext uri="{FF2B5EF4-FFF2-40B4-BE49-F238E27FC236}">
                  <a16:creationId xmlns:a16="http://schemas.microsoft.com/office/drawing/2014/main" id="{2E86B761-3CAB-194E-A483-C14F9A912B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0" name="Line 59">
              <a:extLst>
                <a:ext uri="{FF2B5EF4-FFF2-40B4-BE49-F238E27FC236}">
                  <a16:creationId xmlns:a16="http://schemas.microsoft.com/office/drawing/2014/main" id="{CA4A2528-A481-FE41-A621-F20785B18B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1" name="Line 60">
              <a:extLst>
                <a:ext uri="{FF2B5EF4-FFF2-40B4-BE49-F238E27FC236}">
                  <a16:creationId xmlns:a16="http://schemas.microsoft.com/office/drawing/2014/main" id="{30C07A11-B918-5843-88ED-2052A2B43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2" name="Line 61">
              <a:extLst>
                <a:ext uri="{FF2B5EF4-FFF2-40B4-BE49-F238E27FC236}">
                  <a16:creationId xmlns:a16="http://schemas.microsoft.com/office/drawing/2014/main" id="{B01C29C1-01D3-EC4F-AA2D-B70DB7AB7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3" name="Line 62">
              <a:extLst>
                <a:ext uri="{FF2B5EF4-FFF2-40B4-BE49-F238E27FC236}">
                  <a16:creationId xmlns:a16="http://schemas.microsoft.com/office/drawing/2014/main" id="{FE3B3D2C-BF27-0D4A-B0BD-36D56CE0E5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4" name="Line 63">
              <a:extLst>
                <a:ext uri="{FF2B5EF4-FFF2-40B4-BE49-F238E27FC236}">
                  <a16:creationId xmlns:a16="http://schemas.microsoft.com/office/drawing/2014/main" id="{C0B1D391-F231-6240-992E-CBDDB16718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5" name="Line 64">
              <a:extLst>
                <a:ext uri="{FF2B5EF4-FFF2-40B4-BE49-F238E27FC236}">
                  <a16:creationId xmlns:a16="http://schemas.microsoft.com/office/drawing/2014/main" id="{21FFCED2-639F-6249-9FB9-7E67E9D9B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6" y="1687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6" name="Rectangle 65">
              <a:extLst>
                <a:ext uri="{FF2B5EF4-FFF2-40B4-BE49-F238E27FC236}">
                  <a16:creationId xmlns:a16="http://schemas.microsoft.com/office/drawing/2014/main" id="{87289823-155D-0845-A008-05B0AE357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3</a:t>
              </a:r>
            </a:p>
          </p:txBody>
        </p:sp>
        <p:sp>
          <p:nvSpPr>
            <p:cNvPr id="25637" name="Rectangle 66">
              <a:extLst>
                <a:ext uri="{FF2B5EF4-FFF2-40B4-BE49-F238E27FC236}">
                  <a16:creationId xmlns:a16="http://schemas.microsoft.com/office/drawing/2014/main" id="{EFDB8BAB-0EE3-5C42-9E41-400D21DC3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4</a:t>
              </a:r>
            </a:p>
          </p:txBody>
        </p:sp>
        <p:sp>
          <p:nvSpPr>
            <p:cNvPr id="25638" name="Rectangle 67">
              <a:extLst>
                <a:ext uri="{FF2B5EF4-FFF2-40B4-BE49-F238E27FC236}">
                  <a16:creationId xmlns:a16="http://schemas.microsoft.com/office/drawing/2014/main" id="{DE212E61-5752-614E-91B6-B000DADD4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5</a:t>
              </a:r>
            </a:p>
          </p:txBody>
        </p:sp>
        <p:sp>
          <p:nvSpPr>
            <p:cNvPr id="25639" name="Rectangle 68">
              <a:extLst>
                <a:ext uri="{FF2B5EF4-FFF2-40B4-BE49-F238E27FC236}">
                  <a16:creationId xmlns:a16="http://schemas.microsoft.com/office/drawing/2014/main" id="{04CA3180-F362-5441-A651-CB4B61329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6</a:t>
              </a:r>
            </a:p>
          </p:txBody>
        </p:sp>
        <p:sp>
          <p:nvSpPr>
            <p:cNvPr id="25640" name="Rectangle 69">
              <a:extLst>
                <a:ext uri="{FF2B5EF4-FFF2-40B4-BE49-F238E27FC236}">
                  <a16:creationId xmlns:a16="http://schemas.microsoft.com/office/drawing/2014/main" id="{6E570459-1880-B947-AFCA-5E868A8D4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7</a:t>
              </a:r>
            </a:p>
          </p:txBody>
        </p:sp>
        <p:sp>
          <p:nvSpPr>
            <p:cNvPr id="25641" name="Rectangle 70">
              <a:extLst>
                <a:ext uri="{FF2B5EF4-FFF2-40B4-BE49-F238E27FC236}">
                  <a16:creationId xmlns:a16="http://schemas.microsoft.com/office/drawing/2014/main" id="{1D7F25DB-764B-E84A-BD7D-690A851FE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8</a:t>
              </a:r>
            </a:p>
          </p:txBody>
        </p:sp>
        <p:sp>
          <p:nvSpPr>
            <p:cNvPr id="25642" name="Rectangle 71">
              <a:extLst>
                <a:ext uri="{FF2B5EF4-FFF2-40B4-BE49-F238E27FC236}">
                  <a16:creationId xmlns:a16="http://schemas.microsoft.com/office/drawing/2014/main" id="{64864714-4480-1549-84D7-71E1612AF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9" y="1695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9</a:t>
              </a:r>
            </a:p>
          </p:txBody>
        </p:sp>
        <p:grpSp>
          <p:nvGrpSpPr>
            <p:cNvPr id="25643" name="Group 74">
              <a:extLst>
                <a:ext uri="{FF2B5EF4-FFF2-40B4-BE49-F238E27FC236}">
                  <a16:creationId xmlns:a16="http://schemas.microsoft.com/office/drawing/2014/main" id="{39D9232F-874F-FA4A-9D4D-DD28A8E1E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" y="2223"/>
              <a:ext cx="512" cy="210"/>
              <a:chOff x="632" y="2448"/>
              <a:chExt cx="512" cy="210"/>
            </a:xfrm>
          </p:grpSpPr>
          <p:sp>
            <p:nvSpPr>
              <p:cNvPr id="25729" name="Rectangle 72">
                <a:extLst>
                  <a:ext uri="{FF2B5EF4-FFF2-40B4-BE49-F238E27FC236}">
                    <a16:creationId xmlns:a16="http://schemas.microsoft.com/office/drawing/2014/main" id="{0AFF3726-0863-8D42-B0B3-579E86FD1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4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30" name="Rectangle 73">
                <a:extLst>
                  <a:ext uri="{FF2B5EF4-FFF2-40B4-BE49-F238E27FC236}">
                    <a16:creationId xmlns:a16="http://schemas.microsoft.com/office/drawing/2014/main" id="{6FFE9826-3F71-4C4B-96A8-CFA11BF9E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3" y="2448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5644" name="Group 77">
              <a:extLst>
                <a:ext uri="{FF2B5EF4-FFF2-40B4-BE49-F238E27FC236}">
                  <a16:creationId xmlns:a16="http://schemas.microsoft.com/office/drawing/2014/main" id="{B6906448-2F7D-E34C-A7BA-8FA3EEAAE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" y="2223"/>
              <a:ext cx="569" cy="210"/>
              <a:chOff x="1143" y="2448"/>
              <a:chExt cx="569" cy="210"/>
            </a:xfrm>
          </p:grpSpPr>
          <p:sp>
            <p:nvSpPr>
              <p:cNvPr id="25727" name="Rectangle 75">
                <a:extLst>
                  <a:ext uri="{FF2B5EF4-FFF2-40B4-BE49-F238E27FC236}">
                    <a16:creationId xmlns:a16="http://schemas.microsoft.com/office/drawing/2014/main" id="{8A8C6976-AED7-4A49-9728-0621D5ABD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24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28" name="Rectangle 76">
                <a:extLst>
                  <a:ext uri="{FF2B5EF4-FFF2-40B4-BE49-F238E27FC236}">
                    <a16:creationId xmlns:a16="http://schemas.microsoft.com/office/drawing/2014/main" id="{AA9D27C2-D6EB-6B4E-92D4-DA4AD885A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2448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5645" name="Group 83">
              <a:extLst>
                <a:ext uri="{FF2B5EF4-FFF2-40B4-BE49-F238E27FC236}">
                  <a16:creationId xmlns:a16="http://schemas.microsoft.com/office/drawing/2014/main" id="{7AE5CDF1-058F-5842-8ADA-B0111FC81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2223"/>
              <a:ext cx="512" cy="210"/>
              <a:chOff x="2744" y="2448"/>
              <a:chExt cx="512" cy="210"/>
            </a:xfrm>
          </p:grpSpPr>
          <p:sp>
            <p:nvSpPr>
              <p:cNvPr id="25725" name="Rectangle 81">
                <a:extLst>
                  <a:ext uri="{FF2B5EF4-FFF2-40B4-BE49-F238E27FC236}">
                    <a16:creationId xmlns:a16="http://schemas.microsoft.com/office/drawing/2014/main" id="{1CB9EEED-B063-FA42-B214-29A63E7D2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4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26" name="Rectangle 82">
                <a:extLst>
                  <a:ext uri="{FF2B5EF4-FFF2-40B4-BE49-F238E27FC236}">
                    <a16:creationId xmlns:a16="http://schemas.microsoft.com/office/drawing/2014/main" id="{A410D890-3EB7-1247-A69C-CDF6BE937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2448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  <p:sp>
          <p:nvSpPr>
            <p:cNvPr id="25646" name="Rectangle 84">
              <a:extLst>
                <a:ext uri="{FF2B5EF4-FFF2-40B4-BE49-F238E27FC236}">
                  <a16:creationId xmlns:a16="http://schemas.microsoft.com/office/drawing/2014/main" id="{CB0BED35-C291-8A44-9597-822DF39C0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" y="2223"/>
              <a:ext cx="4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grpSp>
          <p:nvGrpSpPr>
            <p:cNvPr id="25647" name="Group 87">
              <a:extLst>
                <a:ext uri="{FF2B5EF4-FFF2-40B4-BE49-F238E27FC236}">
                  <a16:creationId xmlns:a16="http://schemas.microsoft.com/office/drawing/2014/main" id="{AB06887C-5CA1-464F-9C77-AF68E07617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2511"/>
              <a:ext cx="512" cy="210"/>
              <a:chOff x="1160" y="2736"/>
              <a:chExt cx="512" cy="210"/>
            </a:xfrm>
          </p:grpSpPr>
          <p:sp>
            <p:nvSpPr>
              <p:cNvPr id="25723" name="Rectangle 85">
                <a:extLst>
                  <a:ext uri="{FF2B5EF4-FFF2-40B4-BE49-F238E27FC236}">
                    <a16:creationId xmlns:a16="http://schemas.microsoft.com/office/drawing/2014/main" id="{66C9122F-ACC1-364F-A84E-10305FF9C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24" name="Rectangle 86">
                <a:extLst>
                  <a:ext uri="{FF2B5EF4-FFF2-40B4-BE49-F238E27FC236}">
                    <a16:creationId xmlns:a16="http://schemas.microsoft.com/office/drawing/2014/main" id="{8A5CDD91-33E0-D240-950A-6241A108C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2736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5648" name="Group 90">
              <a:extLst>
                <a:ext uri="{FF2B5EF4-FFF2-40B4-BE49-F238E27FC236}">
                  <a16:creationId xmlns:a16="http://schemas.microsoft.com/office/drawing/2014/main" id="{0BC41E8C-ADC2-C945-8486-1CD94D64B1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1" y="2511"/>
              <a:ext cx="569" cy="210"/>
              <a:chOff x="1671" y="2736"/>
              <a:chExt cx="569" cy="210"/>
            </a:xfrm>
          </p:grpSpPr>
          <p:sp>
            <p:nvSpPr>
              <p:cNvPr id="25721" name="Rectangle 88">
                <a:extLst>
                  <a:ext uri="{FF2B5EF4-FFF2-40B4-BE49-F238E27FC236}">
                    <a16:creationId xmlns:a16="http://schemas.microsoft.com/office/drawing/2014/main" id="{3FD75444-0748-234A-8DDA-8DBF7F4B4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22" name="Rectangle 89">
                <a:extLst>
                  <a:ext uri="{FF2B5EF4-FFF2-40B4-BE49-F238E27FC236}">
                    <a16:creationId xmlns:a16="http://schemas.microsoft.com/office/drawing/2014/main" id="{0D83E3C2-4CCA-5245-9003-0D12C110D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2736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5649" name="Group 96">
              <a:extLst>
                <a:ext uri="{FF2B5EF4-FFF2-40B4-BE49-F238E27FC236}">
                  <a16:creationId xmlns:a16="http://schemas.microsoft.com/office/drawing/2014/main" id="{F353E2D4-710E-9541-999D-0FB179B43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2511"/>
              <a:ext cx="512" cy="210"/>
              <a:chOff x="3272" y="2736"/>
              <a:chExt cx="512" cy="210"/>
            </a:xfrm>
          </p:grpSpPr>
          <p:sp>
            <p:nvSpPr>
              <p:cNvPr id="25719" name="Rectangle 94">
                <a:extLst>
                  <a:ext uri="{FF2B5EF4-FFF2-40B4-BE49-F238E27FC236}">
                    <a16:creationId xmlns:a16="http://schemas.microsoft.com/office/drawing/2014/main" id="{660CBCFE-417F-8340-9AB9-EE4992F5F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20" name="Rectangle 95">
                <a:extLst>
                  <a:ext uri="{FF2B5EF4-FFF2-40B4-BE49-F238E27FC236}">
                    <a16:creationId xmlns:a16="http://schemas.microsoft.com/office/drawing/2014/main" id="{534F1466-D2BC-1743-824B-496540467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2736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  <p:sp>
          <p:nvSpPr>
            <p:cNvPr id="25650" name="Rectangle 97">
              <a:extLst>
                <a:ext uri="{FF2B5EF4-FFF2-40B4-BE49-F238E27FC236}">
                  <a16:creationId xmlns:a16="http://schemas.microsoft.com/office/drawing/2014/main" id="{80253736-3970-C643-B70C-4C49BE223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" y="2511"/>
              <a:ext cx="4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grpSp>
          <p:nvGrpSpPr>
            <p:cNvPr id="25651" name="Group 100">
              <a:extLst>
                <a:ext uri="{FF2B5EF4-FFF2-40B4-BE49-F238E27FC236}">
                  <a16:creationId xmlns:a16="http://schemas.microsoft.com/office/drawing/2014/main" id="{23C4D3F7-A59A-FC4A-A4A7-F0E69D766A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2799"/>
              <a:ext cx="512" cy="210"/>
              <a:chOff x="1688" y="3024"/>
              <a:chExt cx="512" cy="210"/>
            </a:xfrm>
          </p:grpSpPr>
          <p:sp>
            <p:nvSpPr>
              <p:cNvPr id="25717" name="Rectangle 98">
                <a:extLst>
                  <a:ext uri="{FF2B5EF4-FFF2-40B4-BE49-F238E27FC236}">
                    <a16:creationId xmlns:a16="http://schemas.microsoft.com/office/drawing/2014/main" id="{0411ECEB-C8A3-A642-A3F8-C59171CF0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18" name="Rectangle 99">
                <a:extLst>
                  <a:ext uri="{FF2B5EF4-FFF2-40B4-BE49-F238E27FC236}">
                    <a16:creationId xmlns:a16="http://schemas.microsoft.com/office/drawing/2014/main" id="{D6187C04-D338-A247-BBD3-64E887081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3024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5652" name="Group 103">
              <a:extLst>
                <a:ext uri="{FF2B5EF4-FFF2-40B4-BE49-F238E27FC236}">
                  <a16:creationId xmlns:a16="http://schemas.microsoft.com/office/drawing/2014/main" id="{86DEED06-76B2-054D-85D3-1264C74AF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2799"/>
              <a:ext cx="569" cy="210"/>
              <a:chOff x="2199" y="3024"/>
              <a:chExt cx="569" cy="210"/>
            </a:xfrm>
          </p:grpSpPr>
          <p:sp>
            <p:nvSpPr>
              <p:cNvPr id="25715" name="Rectangle 101">
                <a:extLst>
                  <a:ext uri="{FF2B5EF4-FFF2-40B4-BE49-F238E27FC236}">
                    <a16:creationId xmlns:a16="http://schemas.microsoft.com/office/drawing/2014/main" id="{B6645E9F-9150-2349-90A1-00235073D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16" name="Rectangle 102">
                <a:extLst>
                  <a:ext uri="{FF2B5EF4-FFF2-40B4-BE49-F238E27FC236}">
                    <a16:creationId xmlns:a16="http://schemas.microsoft.com/office/drawing/2014/main" id="{C236D261-59DB-0E43-8640-2FAFD0332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3024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5653" name="Group 106">
              <a:extLst>
                <a:ext uri="{FF2B5EF4-FFF2-40B4-BE49-F238E27FC236}">
                  <a16:creationId xmlns:a16="http://schemas.microsoft.com/office/drawing/2014/main" id="{7062AAB4-C4EA-2C46-94BE-FBBF48C40F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2799"/>
              <a:ext cx="512" cy="210"/>
              <a:chOff x="2744" y="3024"/>
              <a:chExt cx="512" cy="210"/>
            </a:xfrm>
          </p:grpSpPr>
          <p:sp>
            <p:nvSpPr>
              <p:cNvPr id="25713" name="Rectangle 104">
                <a:extLst>
                  <a:ext uri="{FF2B5EF4-FFF2-40B4-BE49-F238E27FC236}">
                    <a16:creationId xmlns:a16="http://schemas.microsoft.com/office/drawing/2014/main" id="{5FD5B53F-394B-9740-BF6D-800589061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14" name="Rectangle 105">
                <a:extLst>
                  <a:ext uri="{FF2B5EF4-FFF2-40B4-BE49-F238E27FC236}">
                    <a16:creationId xmlns:a16="http://schemas.microsoft.com/office/drawing/2014/main" id="{C0E7315E-AA89-594A-9DFF-1F4AD483E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3024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5654" name="Group 109">
              <a:extLst>
                <a:ext uri="{FF2B5EF4-FFF2-40B4-BE49-F238E27FC236}">
                  <a16:creationId xmlns:a16="http://schemas.microsoft.com/office/drawing/2014/main" id="{2E9F64CC-6379-D042-99ED-C0458332D0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2799"/>
              <a:ext cx="512" cy="210"/>
              <a:chOff x="3272" y="3024"/>
              <a:chExt cx="512" cy="210"/>
            </a:xfrm>
          </p:grpSpPr>
          <p:sp>
            <p:nvSpPr>
              <p:cNvPr id="25711" name="Rectangle 107">
                <a:extLst>
                  <a:ext uri="{FF2B5EF4-FFF2-40B4-BE49-F238E27FC236}">
                    <a16:creationId xmlns:a16="http://schemas.microsoft.com/office/drawing/2014/main" id="{23AED6B0-4FD2-EB41-BAD4-2A46E3411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12" name="Rectangle 108">
                <a:extLst>
                  <a:ext uri="{FF2B5EF4-FFF2-40B4-BE49-F238E27FC236}">
                    <a16:creationId xmlns:a16="http://schemas.microsoft.com/office/drawing/2014/main" id="{6B7D96BF-8F81-7F4B-94DE-6C22524B0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302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25655" name="Group 112">
              <a:extLst>
                <a:ext uri="{FF2B5EF4-FFF2-40B4-BE49-F238E27FC236}">
                  <a16:creationId xmlns:a16="http://schemas.microsoft.com/office/drawing/2014/main" id="{D5CFF0CC-5D65-0047-AF5E-736A4FB00F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2799"/>
              <a:ext cx="512" cy="210"/>
              <a:chOff x="3800" y="3024"/>
              <a:chExt cx="512" cy="210"/>
            </a:xfrm>
          </p:grpSpPr>
          <p:sp>
            <p:nvSpPr>
              <p:cNvPr id="25709" name="Rectangle 110">
                <a:extLst>
                  <a:ext uri="{FF2B5EF4-FFF2-40B4-BE49-F238E27FC236}">
                    <a16:creationId xmlns:a16="http://schemas.microsoft.com/office/drawing/2014/main" id="{F5E752A5-73C1-A048-91CE-5BB95B9A8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10" name="Rectangle 111">
                <a:extLst>
                  <a:ext uri="{FF2B5EF4-FFF2-40B4-BE49-F238E27FC236}">
                    <a16:creationId xmlns:a16="http://schemas.microsoft.com/office/drawing/2014/main" id="{1F3DFE8A-97BD-CF46-9D9A-264E55FE3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3024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  <p:sp>
          <p:nvSpPr>
            <p:cNvPr id="25656" name="Rectangle 113">
              <a:extLst>
                <a:ext uri="{FF2B5EF4-FFF2-40B4-BE49-F238E27FC236}">
                  <a16:creationId xmlns:a16="http://schemas.microsoft.com/office/drawing/2014/main" id="{1B5F53DB-BCDC-E349-88B4-743E53356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799"/>
              <a:ext cx="3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Load</a:t>
              </a:r>
            </a:p>
          </p:txBody>
        </p:sp>
        <p:grpSp>
          <p:nvGrpSpPr>
            <p:cNvPr id="25657" name="Group 116">
              <a:extLst>
                <a:ext uri="{FF2B5EF4-FFF2-40B4-BE49-F238E27FC236}">
                  <a16:creationId xmlns:a16="http://schemas.microsoft.com/office/drawing/2014/main" id="{E1E24E2C-9E8F-9442-A39B-86B1FB12A6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3087"/>
              <a:ext cx="512" cy="210"/>
              <a:chOff x="2216" y="3312"/>
              <a:chExt cx="512" cy="210"/>
            </a:xfrm>
          </p:grpSpPr>
          <p:sp>
            <p:nvSpPr>
              <p:cNvPr id="25707" name="Rectangle 114">
                <a:extLst>
                  <a:ext uri="{FF2B5EF4-FFF2-40B4-BE49-F238E27FC236}">
                    <a16:creationId xmlns:a16="http://schemas.microsoft.com/office/drawing/2014/main" id="{700F64F6-E264-2D4D-A2F5-C66B574AC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08" name="Rectangle 115">
                <a:extLst>
                  <a:ext uri="{FF2B5EF4-FFF2-40B4-BE49-F238E27FC236}">
                    <a16:creationId xmlns:a16="http://schemas.microsoft.com/office/drawing/2014/main" id="{119A1F62-0FF9-2941-9D06-62FDA3710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7" y="3312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5658" name="Group 119">
              <a:extLst>
                <a:ext uri="{FF2B5EF4-FFF2-40B4-BE49-F238E27FC236}">
                  <a16:creationId xmlns:a16="http://schemas.microsoft.com/office/drawing/2014/main" id="{6E73DB01-D605-3342-87F5-582F52538C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3087"/>
              <a:ext cx="569" cy="210"/>
              <a:chOff x="2727" y="3312"/>
              <a:chExt cx="569" cy="210"/>
            </a:xfrm>
          </p:grpSpPr>
          <p:sp>
            <p:nvSpPr>
              <p:cNvPr id="25705" name="Rectangle 117">
                <a:extLst>
                  <a:ext uri="{FF2B5EF4-FFF2-40B4-BE49-F238E27FC236}">
                    <a16:creationId xmlns:a16="http://schemas.microsoft.com/office/drawing/2014/main" id="{655CCF47-0A6A-3046-81BC-41D3D6348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06" name="Rectangle 118">
                <a:extLst>
                  <a:ext uri="{FF2B5EF4-FFF2-40B4-BE49-F238E27FC236}">
                    <a16:creationId xmlns:a16="http://schemas.microsoft.com/office/drawing/2014/main" id="{F10BFDC2-3C13-A94C-88F8-21D5129D0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7" y="3312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5659" name="Group 125">
              <a:extLst>
                <a:ext uri="{FF2B5EF4-FFF2-40B4-BE49-F238E27FC236}">
                  <a16:creationId xmlns:a16="http://schemas.microsoft.com/office/drawing/2014/main" id="{86C07404-D92B-6341-B820-25F2480A42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8" y="3087"/>
              <a:ext cx="512" cy="210"/>
              <a:chOff x="4328" y="3312"/>
              <a:chExt cx="512" cy="210"/>
            </a:xfrm>
          </p:grpSpPr>
          <p:sp>
            <p:nvSpPr>
              <p:cNvPr id="25703" name="Rectangle 123">
                <a:extLst>
                  <a:ext uri="{FF2B5EF4-FFF2-40B4-BE49-F238E27FC236}">
                    <a16:creationId xmlns:a16="http://schemas.microsoft.com/office/drawing/2014/main" id="{B0C172B8-A6FE-A147-A9C9-7B0C228A2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04" name="Rectangle 124">
                <a:extLst>
                  <a:ext uri="{FF2B5EF4-FFF2-40B4-BE49-F238E27FC236}">
                    <a16:creationId xmlns:a16="http://schemas.microsoft.com/office/drawing/2014/main" id="{6B9B7EC0-9F1C-2C40-84F0-B632D2AB7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3312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  <p:sp>
          <p:nvSpPr>
            <p:cNvPr id="25660" name="Rectangle 126">
              <a:extLst>
                <a:ext uri="{FF2B5EF4-FFF2-40B4-BE49-F238E27FC236}">
                  <a16:creationId xmlns:a16="http://schemas.microsoft.com/office/drawing/2014/main" id="{4ABF5178-2E0D-4C49-BEF5-92927DDB1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3087"/>
              <a:ext cx="4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grpSp>
          <p:nvGrpSpPr>
            <p:cNvPr id="25661" name="Group 129">
              <a:extLst>
                <a:ext uri="{FF2B5EF4-FFF2-40B4-BE49-F238E27FC236}">
                  <a16:creationId xmlns:a16="http://schemas.microsoft.com/office/drawing/2014/main" id="{BE27A56C-86B1-6640-8DA0-7726A009C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3375"/>
              <a:ext cx="512" cy="210"/>
              <a:chOff x="2744" y="3600"/>
              <a:chExt cx="512" cy="210"/>
            </a:xfrm>
          </p:grpSpPr>
          <p:sp>
            <p:nvSpPr>
              <p:cNvPr id="25701" name="Rectangle 127">
                <a:extLst>
                  <a:ext uri="{FF2B5EF4-FFF2-40B4-BE49-F238E27FC236}">
                    <a16:creationId xmlns:a16="http://schemas.microsoft.com/office/drawing/2014/main" id="{B770F23F-B52C-B846-A633-7EC43F22D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02" name="Rectangle 128">
                <a:extLst>
                  <a:ext uri="{FF2B5EF4-FFF2-40B4-BE49-F238E27FC236}">
                    <a16:creationId xmlns:a16="http://schemas.microsoft.com/office/drawing/2014/main" id="{A3CC9B24-7423-B946-B722-7211503A7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5" y="3600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5662" name="Group 132">
              <a:extLst>
                <a:ext uri="{FF2B5EF4-FFF2-40B4-BE49-F238E27FC236}">
                  <a16:creationId xmlns:a16="http://schemas.microsoft.com/office/drawing/2014/main" id="{FD723064-A88D-5A45-A4A8-937888E5E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5" y="3375"/>
              <a:ext cx="569" cy="210"/>
              <a:chOff x="3255" y="3600"/>
              <a:chExt cx="569" cy="210"/>
            </a:xfrm>
          </p:grpSpPr>
          <p:sp>
            <p:nvSpPr>
              <p:cNvPr id="25699" name="Rectangle 130">
                <a:extLst>
                  <a:ext uri="{FF2B5EF4-FFF2-40B4-BE49-F238E27FC236}">
                    <a16:creationId xmlns:a16="http://schemas.microsoft.com/office/drawing/2014/main" id="{7C59F04D-F4DE-984B-8DE5-97FC4CA2E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700" name="Rectangle 131">
                <a:extLst>
                  <a:ext uri="{FF2B5EF4-FFF2-40B4-BE49-F238E27FC236}">
                    <a16:creationId xmlns:a16="http://schemas.microsoft.com/office/drawing/2014/main" id="{51F2B706-ED75-2E41-A2E9-6D36606AE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3600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5663" name="Group 138">
              <a:extLst>
                <a:ext uri="{FF2B5EF4-FFF2-40B4-BE49-F238E27FC236}">
                  <a16:creationId xmlns:a16="http://schemas.microsoft.com/office/drawing/2014/main" id="{DEB75B8A-7232-8B4E-8480-ECDAC5BC5D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6" y="3375"/>
              <a:ext cx="512" cy="210"/>
              <a:chOff x="4856" y="3600"/>
              <a:chExt cx="512" cy="210"/>
            </a:xfrm>
          </p:grpSpPr>
          <p:sp>
            <p:nvSpPr>
              <p:cNvPr id="25697" name="Rectangle 136">
                <a:extLst>
                  <a:ext uri="{FF2B5EF4-FFF2-40B4-BE49-F238E27FC236}">
                    <a16:creationId xmlns:a16="http://schemas.microsoft.com/office/drawing/2014/main" id="{0DF8CC67-CDA0-AD4E-B412-7C69E2EE4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6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98" name="Rectangle 137">
                <a:extLst>
                  <a:ext uri="{FF2B5EF4-FFF2-40B4-BE49-F238E27FC236}">
                    <a16:creationId xmlns:a16="http://schemas.microsoft.com/office/drawing/2014/main" id="{2AC831D3-7D07-8246-81F0-E73DE7301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5" y="3600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  <p:sp>
          <p:nvSpPr>
            <p:cNvPr id="25664" name="Rectangle 139">
              <a:extLst>
                <a:ext uri="{FF2B5EF4-FFF2-40B4-BE49-F238E27FC236}">
                  <a16:creationId xmlns:a16="http://schemas.microsoft.com/office/drawing/2014/main" id="{8FCE6C3C-5C21-BB46-AC83-DF2D55ED4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375"/>
              <a:ext cx="4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sp>
          <p:nvSpPr>
            <p:cNvPr id="25665" name="Line 140">
              <a:extLst>
                <a:ext uri="{FF2B5EF4-FFF2-40B4-BE49-F238E27FC236}">
                  <a16:creationId xmlns:a16="http://schemas.microsoft.com/office/drawing/2014/main" id="{358D4834-4A43-4A45-BDB5-696156BA8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119"/>
              <a:ext cx="0" cy="6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6" name="Line 141">
              <a:extLst>
                <a:ext uri="{FF2B5EF4-FFF2-40B4-BE49-F238E27FC236}">
                  <a16:creationId xmlns:a16="http://schemas.microsoft.com/office/drawing/2014/main" id="{0457C579-EEFF-CA40-BF08-B36B3861AC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6" y="2119"/>
              <a:ext cx="0" cy="1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7" name="Line 142">
              <a:extLst>
                <a:ext uri="{FF2B5EF4-FFF2-40B4-BE49-F238E27FC236}">
                  <a16:creationId xmlns:a16="http://schemas.microsoft.com/office/drawing/2014/main" id="{7B9900EF-5ED1-314C-9920-9A27BA0CF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119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8" name="Line 143">
              <a:extLst>
                <a:ext uri="{FF2B5EF4-FFF2-40B4-BE49-F238E27FC236}">
                  <a16:creationId xmlns:a16="http://schemas.microsoft.com/office/drawing/2014/main" id="{01395357-3104-D54A-A252-F8345FF88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2119"/>
              <a:ext cx="0" cy="9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69" name="Group 177">
              <a:extLst>
                <a:ext uri="{FF2B5EF4-FFF2-40B4-BE49-F238E27FC236}">
                  <a16:creationId xmlns:a16="http://schemas.microsoft.com/office/drawing/2014/main" id="{3AA1A898-28F8-DF45-924E-2501E313B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2" y="2508"/>
              <a:ext cx="512" cy="210"/>
              <a:chOff x="3080" y="1344"/>
              <a:chExt cx="512" cy="210"/>
            </a:xfrm>
          </p:grpSpPr>
          <p:sp>
            <p:nvSpPr>
              <p:cNvPr id="25695" name="Rectangle 157">
                <a:extLst>
                  <a:ext uri="{FF2B5EF4-FFF2-40B4-BE49-F238E27FC236}">
                    <a16:creationId xmlns:a16="http://schemas.microsoft.com/office/drawing/2014/main" id="{96EEDB40-D910-D14B-BEF7-E55A232E3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96" name="Rectangle 158">
                <a:extLst>
                  <a:ext uri="{FF2B5EF4-FFF2-40B4-BE49-F238E27FC236}">
                    <a16:creationId xmlns:a16="http://schemas.microsoft.com/office/drawing/2014/main" id="{1A2AFFF9-71EA-A340-A5F2-48F063365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134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25670" name="Group 161">
              <a:extLst>
                <a:ext uri="{FF2B5EF4-FFF2-40B4-BE49-F238E27FC236}">
                  <a16:creationId xmlns:a16="http://schemas.microsoft.com/office/drawing/2014/main" id="{A5361499-C825-2A4C-8415-006F020661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3087"/>
              <a:ext cx="512" cy="210"/>
              <a:chOff x="3272" y="3312"/>
              <a:chExt cx="512" cy="210"/>
            </a:xfrm>
          </p:grpSpPr>
          <p:sp>
            <p:nvSpPr>
              <p:cNvPr id="25693" name="Rectangle 159">
                <a:extLst>
                  <a:ext uri="{FF2B5EF4-FFF2-40B4-BE49-F238E27FC236}">
                    <a16:creationId xmlns:a16="http://schemas.microsoft.com/office/drawing/2014/main" id="{14D11E11-8675-1343-B044-5023AA17F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94" name="Rectangle 160">
                <a:extLst>
                  <a:ext uri="{FF2B5EF4-FFF2-40B4-BE49-F238E27FC236}">
                    <a16:creationId xmlns:a16="http://schemas.microsoft.com/office/drawing/2014/main" id="{265022AD-B8D2-504F-846C-91BF482D0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3312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5671" name="Group 164">
              <a:extLst>
                <a:ext uri="{FF2B5EF4-FFF2-40B4-BE49-F238E27FC236}">
                  <a16:creationId xmlns:a16="http://schemas.microsoft.com/office/drawing/2014/main" id="{D5596CE5-D8BB-2545-8DE1-BF0A8E1E25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3375"/>
              <a:ext cx="512" cy="210"/>
              <a:chOff x="3800" y="3600"/>
              <a:chExt cx="512" cy="210"/>
            </a:xfrm>
          </p:grpSpPr>
          <p:sp>
            <p:nvSpPr>
              <p:cNvPr id="25691" name="Rectangle 162">
                <a:extLst>
                  <a:ext uri="{FF2B5EF4-FFF2-40B4-BE49-F238E27FC236}">
                    <a16:creationId xmlns:a16="http://schemas.microsoft.com/office/drawing/2014/main" id="{AF7E8660-3D82-7E4B-9C82-42AAC53D6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92" name="Rectangle 163">
                <a:extLst>
                  <a:ext uri="{FF2B5EF4-FFF2-40B4-BE49-F238E27FC236}">
                    <a16:creationId xmlns:a16="http://schemas.microsoft.com/office/drawing/2014/main" id="{9A48D4CC-0EFB-D744-9DA8-C5194FA83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3600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5672" name="Group 167">
              <a:extLst>
                <a:ext uri="{FF2B5EF4-FFF2-40B4-BE49-F238E27FC236}">
                  <a16:creationId xmlns:a16="http://schemas.microsoft.com/office/drawing/2014/main" id="{AB5B0456-53C9-924B-8DB1-2B2B50819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2223"/>
              <a:ext cx="512" cy="210"/>
              <a:chOff x="1688" y="2448"/>
              <a:chExt cx="512" cy="210"/>
            </a:xfrm>
          </p:grpSpPr>
          <p:sp>
            <p:nvSpPr>
              <p:cNvPr id="25689" name="Rectangle 165">
                <a:extLst>
                  <a:ext uri="{FF2B5EF4-FFF2-40B4-BE49-F238E27FC236}">
                    <a16:creationId xmlns:a16="http://schemas.microsoft.com/office/drawing/2014/main" id="{23B9AF1F-8309-6C48-AF41-C99FDC23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24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90" name="Rectangle 166">
                <a:extLst>
                  <a:ext uri="{FF2B5EF4-FFF2-40B4-BE49-F238E27FC236}">
                    <a16:creationId xmlns:a16="http://schemas.microsoft.com/office/drawing/2014/main" id="{02403BB5-A3F9-6840-B602-4927C8E04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2448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5673" name="Group 170">
              <a:extLst>
                <a:ext uri="{FF2B5EF4-FFF2-40B4-BE49-F238E27FC236}">
                  <a16:creationId xmlns:a16="http://schemas.microsoft.com/office/drawing/2014/main" id="{915776DE-9F9D-F44F-9122-E2A91BFB35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2511"/>
              <a:ext cx="512" cy="210"/>
              <a:chOff x="2216" y="2736"/>
              <a:chExt cx="512" cy="210"/>
            </a:xfrm>
          </p:grpSpPr>
          <p:sp>
            <p:nvSpPr>
              <p:cNvPr id="25687" name="Rectangle 168">
                <a:extLst>
                  <a:ext uri="{FF2B5EF4-FFF2-40B4-BE49-F238E27FC236}">
                    <a16:creationId xmlns:a16="http://schemas.microsoft.com/office/drawing/2014/main" id="{21BFE552-628B-BE4D-A74C-9511A0BFA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88" name="Rectangle 169">
                <a:extLst>
                  <a:ext uri="{FF2B5EF4-FFF2-40B4-BE49-F238E27FC236}">
                    <a16:creationId xmlns:a16="http://schemas.microsoft.com/office/drawing/2014/main" id="{023690AA-D97B-2841-890C-F42FCC973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2736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5674" name="Group 182">
              <a:extLst>
                <a:ext uri="{FF2B5EF4-FFF2-40B4-BE49-F238E27FC236}">
                  <a16:creationId xmlns:a16="http://schemas.microsoft.com/office/drawing/2014/main" id="{3BF15CC9-4F8A-994F-851A-332DDC491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4" y="2229"/>
              <a:ext cx="512" cy="210"/>
              <a:chOff x="3080" y="1344"/>
              <a:chExt cx="512" cy="210"/>
            </a:xfrm>
          </p:grpSpPr>
          <p:sp>
            <p:nvSpPr>
              <p:cNvPr id="25685" name="Rectangle 183">
                <a:extLst>
                  <a:ext uri="{FF2B5EF4-FFF2-40B4-BE49-F238E27FC236}">
                    <a16:creationId xmlns:a16="http://schemas.microsoft.com/office/drawing/2014/main" id="{F4CD1DF5-F86D-DA45-87BF-1632E0A64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86" name="Rectangle 184">
                <a:extLst>
                  <a:ext uri="{FF2B5EF4-FFF2-40B4-BE49-F238E27FC236}">
                    <a16:creationId xmlns:a16="http://schemas.microsoft.com/office/drawing/2014/main" id="{565E8C02-3C0B-DF44-9607-4C7D2EA2F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134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25675" name="Group 185">
              <a:extLst>
                <a:ext uri="{FF2B5EF4-FFF2-40B4-BE49-F238E27FC236}">
                  <a16:creationId xmlns:a16="http://schemas.microsoft.com/office/drawing/2014/main" id="{EEFCDDFD-02B4-6440-8709-DA06046D73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3" y="3376"/>
              <a:ext cx="512" cy="210"/>
              <a:chOff x="3080" y="1344"/>
              <a:chExt cx="512" cy="210"/>
            </a:xfrm>
          </p:grpSpPr>
          <p:sp>
            <p:nvSpPr>
              <p:cNvPr id="25683" name="Rectangle 186">
                <a:extLst>
                  <a:ext uri="{FF2B5EF4-FFF2-40B4-BE49-F238E27FC236}">
                    <a16:creationId xmlns:a16="http://schemas.microsoft.com/office/drawing/2014/main" id="{86CA0E0F-F719-0448-986E-1A7A110EB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84" name="Rectangle 187">
                <a:extLst>
                  <a:ext uri="{FF2B5EF4-FFF2-40B4-BE49-F238E27FC236}">
                    <a16:creationId xmlns:a16="http://schemas.microsoft.com/office/drawing/2014/main" id="{5FB589AB-205E-2D4B-A1B5-0BE6A95BC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134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25676" name="Group 188">
              <a:extLst>
                <a:ext uri="{FF2B5EF4-FFF2-40B4-BE49-F238E27FC236}">
                  <a16:creationId xmlns:a16="http://schemas.microsoft.com/office/drawing/2014/main" id="{A73EAD15-DB31-B447-A383-AAE6E0D15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6" y="3080"/>
              <a:ext cx="512" cy="210"/>
              <a:chOff x="3080" y="1344"/>
              <a:chExt cx="512" cy="210"/>
            </a:xfrm>
          </p:grpSpPr>
          <p:sp>
            <p:nvSpPr>
              <p:cNvPr id="25681" name="Rectangle 189">
                <a:extLst>
                  <a:ext uri="{FF2B5EF4-FFF2-40B4-BE49-F238E27FC236}">
                    <a16:creationId xmlns:a16="http://schemas.microsoft.com/office/drawing/2014/main" id="{13A0FAD8-E95B-F644-B285-88ACCCDBE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135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5682" name="Rectangle 190">
                <a:extLst>
                  <a:ext uri="{FF2B5EF4-FFF2-40B4-BE49-F238E27FC236}">
                    <a16:creationId xmlns:a16="http://schemas.microsoft.com/office/drawing/2014/main" id="{CEC68018-92C6-E045-99D4-6C6F2935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134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sp>
          <p:nvSpPr>
            <p:cNvPr id="25677" name="Rectangle 195">
              <a:extLst>
                <a:ext uri="{FF2B5EF4-FFF2-40B4-BE49-F238E27FC236}">
                  <a16:creationId xmlns:a16="http://schemas.microsoft.com/office/drawing/2014/main" id="{CDA0D217-0814-0B4F-AEED-3D1530F79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3" y="2231"/>
              <a:ext cx="530" cy="1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678" name="Rectangle 196">
              <a:extLst>
                <a:ext uri="{FF2B5EF4-FFF2-40B4-BE49-F238E27FC236}">
                  <a16:creationId xmlns:a16="http://schemas.microsoft.com/office/drawing/2014/main" id="{54ACCF5B-7989-E549-84E5-620310D6E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2511"/>
              <a:ext cx="530" cy="1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679" name="Rectangle 197">
              <a:extLst>
                <a:ext uri="{FF2B5EF4-FFF2-40B4-BE49-F238E27FC236}">
                  <a16:creationId xmlns:a16="http://schemas.microsoft.com/office/drawing/2014/main" id="{4E463469-3F53-5149-8A9E-B3E5A4B87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3078"/>
              <a:ext cx="530" cy="1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680" name="Rectangle 198">
              <a:extLst>
                <a:ext uri="{FF2B5EF4-FFF2-40B4-BE49-F238E27FC236}">
                  <a16:creationId xmlns:a16="http://schemas.microsoft.com/office/drawing/2014/main" id="{61634D51-311E-F046-A5F8-56C2D225C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3367"/>
              <a:ext cx="530" cy="1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32971" name="Group 203">
            <a:extLst>
              <a:ext uri="{FF2B5EF4-FFF2-40B4-BE49-F238E27FC236}">
                <a16:creationId xmlns:a16="http://schemas.microsoft.com/office/drawing/2014/main" id="{4E0802C9-7EF9-6746-B044-7E94A3691F5C}"/>
              </a:ext>
            </a:extLst>
          </p:cNvPr>
          <p:cNvGrpSpPr>
            <a:grpSpLocks/>
          </p:cNvGrpSpPr>
          <p:nvPr/>
        </p:nvGrpSpPr>
        <p:grpSpPr bwMode="auto">
          <a:xfrm>
            <a:off x="4889500" y="527050"/>
            <a:ext cx="2003425" cy="828675"/>
            <a:chOff x="3080" y="890"/>
            <a:chExt cx="1262" cy="522"/>
          </a:xfrm>
        </p:grpSpPr>
        <p:sp>
          <p:nvSpPr>
            <p:cNvPr id="25618" name="Freeform 193">
              <a:extLst>
                <a:ext uri="{FF2B5EF4-FFF2-40B4-BE49-F238E27FC236}">
                  <a16:creationId xmlns:a16="http://schemas.microsoft.com/office/drawing/2014/main" id="{68DB585F-B043-F342-8089-FD8ECC8E1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009"/>
              <a:ext cx="391" cy="218"/>
            </a:xfrm>
            <a:custGeom>
              <a:avLst/>
              <a:gdLst>
                <a:gd name="T0" fmla="*/ 0 w 174"/>
                <a:gd name="T1" fmla="*/ 84 h 250"/>
                <a:gd name="T2" fmla="*/ 28071 w 174"/>
                <a:gd name="T3" fmla="*/ 29 h 250"/>
                <a:gd name="T4" fmla="*/ 99013 w 174"/>
                <a:gd name="T5" fmla="*/ 33 h 250"/>
                <a:gd name="T6" fmla="*/ 70942 w 174"/>
                <a:gd name="T7" fmla="*/ 55 h 250"/>
                <a:gd name="T8" fmla="*/ 35003 w 174"/>
                <a:gd name="T9" fmla="*/ 18 h 250"/>
                <a:gd name="T10" fmla="*/ 113165 w 174"/>
                <a:gd name="T11" fmla="*/ 0 h 2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4" h="250">
                  <a:moveTo>
                    <a:pt x="0" y="250"/>
                  </a:moveTo>
                  <a:cubicBezTo>
                    <a:pt x="9" y="181"/>
                    <a:pt x="18" y="112"/>
                    <a:pt x="43" y="87"/>
                  </a:cubicBezTo>
                  <a:cubicBezTo>
                    <a:pt x="68" y="62"/>
                    <a:pt x="141" y="85"/>
                    <a:pt x="152" y="98"/>
                  </a:cubicBezTo>
                  <a:cubicBezTo>
                    <a:pt x="163" y="111"/>
                    <a:pt x="125" y="170"/>
                    <a:pt x="109" y="163"/>
                  </a:cubicBezTo>
                  <a:cubicBezTo>
                    <a:pt x="93" y="156"/>
                    <a:pt x="43" y="81"/>
                    <a:pt x="54" y="54"/>
                  </a:cubicBezTo>
                  <a:cubicBezTo>
                    <a:pt x="65" y="27"/>
                    <a:pt x="119" y="13"/>
                    <a:pt x="174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19" name="Group 201">
              <a:extLst>
                <a:ext uri="{FF2B5EF4-FFF2-40B4-BE49-F238E27FC236}">
                  <a16:creationId xmlns:a16="http://schemas.microsoft.com/office/drawing/2014/main" id="{8CC52C84-1D54-B94A-BC18-A3E9CBA0D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0" y="890"/>
              <a:ext cx="1262" cy="522"/>
              <a:chOff x="3373" y="1311"/>
              <a:chExt cx="1262" cy="522"/>
            </a:xfrm>
          </p:grpSpPr>
          <p:sp>
            <p:nvSpPr>
              <p:cNvPr id="25620" name="Text Box 194">
                <a:extLst>
                  <a:ext uri="{FF2B5EF4-FFF2-40B4-BE49-F238E27FC236}">
                    <a16:creationId xmlns:a16="http://schemas.microsoft.com/office/drawing/2014/main" id="{CB4FC549-8AFB-014D-829E-20CC4153A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9" y="1311"/>
                <a:ext cx="5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NOOP!</a:t>
                </a:r>
              </a:p>
            </p:txBody>
          </p:sp>
          <p:sp>
            <p:nvSpPr>
              <p:cNvPr id="25621" name="Rectangle 199">
                <a:extLst>
                  <a:ext uri="{FF2B5EF4-FFF2-40B4-BE49-F238E27FC236}">
                    <a16:creationId xmlns:a16="http://schemas.microsoft.com/office/drawing/2014/main" id="{6BEB9DCA-EDB6-5943-9322-9C2A8F33C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3" y="1659"/>
                <a:ext cx="530" cy="174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4BAD445-0D5D-274E-BB73-AB479B7C2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14313"/>
            <a:ext cx="4605337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Store</a:t>
            </a:r>
            <a:r>
              <a:rPr lang="zh-CN" altLang="en-US">
                <a:ea typeface="宋体" panose="02010600030101010101" pitchFamily="2" charset="-122"/>
              </a:rPr>
              <a:t>指令的四个阶段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25E32FC-7E12-704A-949A-95203BB31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6888" y="2990850"/>
            <a:ext cx="8347075" cy="2160588"/>
          </a:xfrm>
          <a:noFill/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US" altLang="zh-CN" sz="2200">
                <a:solidFill>
                  <a:srgbClr val="CC0000"/>
                </a:solidFill>
                <a:ea typeface="黑体" panose="02010609060101010101" pitchFamily="49" charset="-122"/>
              </a:rPr>
              <a:t>Ifetch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200">
                <a:ea typeface="黑体" panose="02010609060101010101" pitchFamily="49" charset="-122"/>
              </a:rPr>
              <a:t>取指令并计算</a:t>
            </a:r>
            <a:r>
              <a:rPr lang="en-US" altLang="zh-CN" sz="2200">
                <a:ea typeface="黑体" panose="02010609060101010101" pitchFamily="49" charset="-122"/>
              </a:rPr>
              <a:t>PC+4</a:t>
            </a:r>
            <a:endParaRPr lang="zh-CN" altLang="en-US" sz="2200"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200">
                <a:solidFill>
                  <a:srgbClr val="CC0000"/>
                </a:solidFill>
                <a:ea typeface="黑体" panose="02010609060101010101" pitchFamily="49" charset="-122"/>
              </a:rPr>
              <a:t>Reg/Dec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200">
                <a:ea typeface="黑体" panose="02010609060101010101" pitchFamily="49" charset="-122"/>
              </a:rPr>
              <a:t> 从寄存器取数，同时指令在译码器进行译码</a:t>
            </a:r>
          </a:p>
          <a:p>
            <a:pPr>
              <a:lnSpc>
                <a:spcPct val="135000"/>
              </a:lnSpc>
            </a:pPr>
            <a:r>
              <a:rPr lang="en-US" altLang="zh-CN" sz="2200">
                <a:solidFill>
                  <a:srgbClr val="CC0000"/>
                </a:solidFill>
                <a:ea typeface="黑体" panose="02010609060101010101" pitchFamily="49" charset="-122"/>
              </a:rPr>
              <a:t>Exec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2200">
                <a:ea typeface="黑体" panose="02010609060101010101" pitchFamily="49" charset="-122"/>
              </a:rPr>
              <a:t>16</a:t>
            </a:r>
            <a:r>
              <a:rPr lang="zh-CN" altLang="en-US" sz="2200">
                <a:ea typeface="黑体" panose="02010609060101010101" pitchFamily="49" charset="-122"/>
              </a:rPr>
              <a:t>位立即数符号扩展后与寄存器值相加，计算主存地址</a:t>
            </a:r>
          </a:p>
          <a:p>
            <a:pPr>
              <a:lnSpc>
                <a:spcPct val="135000"/>
              </a:lnSpc>
            </a:pPr>
            <a:r>
              <a:rPr lang="en-US" altLang="zh-CN" sz="2200">
                <a:solidFill>
                  <a:srgbClr val="CC0000"/>
                </a:solidFill>
                <a:ea typeface="黑体" panose="02010609060101010101" pitchFamily="49" charset="-122"/>
              </a:rPr>
              <a:t>Mem</a:t>
            </a:r>
            <a:r>
              <a:rPr lang="zh-CN" altLang="en-US" sz="2200">
                <a:solidFill>
                  <a:srgbClr val="CC0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200">
                <a:ea typeface="黑体" panose="02010609060101010101" pitchFamily="49" charset="-122"/>
              </a:rPr>
              <a:t>将寄存器读出的数据写到主存</a:t>
            </a:r>
          </a:p>
        </p:txBody>
      </p:sp>
      <p:grpSp>
        <p:nvGrpSpPr>
          <p:cNvPr id="27652" name="Group 55">
            <a:extLst>
              <a:ext uri="{FF2B5EF4-FFF2-40B4-BE49-F238E27FC236}">
                <a16:creationId xmlns:a16="http://schemas.microsoft.com/office/drawing/2014/main" id="{8EED4BC4-372D-A641-9A75-66244B53F4E6}"/>
              </a:ext>
            </a:extLst>
          </p:cNvPr>
          <p:cNvGrpSpPr>
            <a:grpSpLocks/>
          </p:cNvGrpSpPr>
          <p:nvPr/>
        </p:nvGrpSpPr>
        <p:grpSpPr bwMode="auto">
          <a:xfrm>
            <a:off x="1125538" y="1141413"/>
            <a:ext cx="5019675" cy="1247775"/>
            <a:chOff x="855" y="472"/>
            <a:chExt cx="3025" cy="732"/>
          </a:xfrm>
        </p:grpSpPr>
        <p:grpSp>
          <p:nvGrpSpPr>
            <p:cNvPr id="27657" name="Group 8">
              <a:extLst>
                <a:ext uri="{FF2B5EF4-FFF2-40B4-BE49-F238E27FC236}">
                  <a16:creationId xmlns:a16="http://schemas.microsoft.com/office/drawing/2014/main" id="{B06A5070-1FBC-F74B-9F2D-3B22CF4C61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712"/>
              <a:ext cx="520" cy="160"/>
              <a:chOff x="1248" y="712"/>
              <a:chExt cx="520" cy="160"/>
            </a:xfrm>
          </p:grpSpPr>
          <p:sp>
            <p:nvSpPr>
              <p:cNvPr id="27700" name="Line 4">
                <a:extLst>
                  <a:ext uri="{FF2B5EF4-FFF2-40B4-BE49-F238E27FC236}">
                    <a16:creationId xmlns:a16="http://schemas.microsoft.com/office/drawing/2014/main" id="{B4BEBF0C-933E-3140-A055-F6551F3C3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01" name="Line 5">
                <a:extLst>
                  <a:ext uri="{FF2B5EF4-FFF2-40B4-BE49-F238E27FC236}">
                    <a16:creationId xmlns:a16="http://schemas.microsoft.com/office/drawing/2014/main" id="{E0122FEA-F100-2C45-BDD7-5881CD263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02" name="Line 6">
                <a:extLst>
                  <a:ext uri="{FF2B5EF4-FFF2-40B4-BE49-F238E27FC236}">
                    <a16:creationId xmlns:a16="http://schemas.microsoft.com/office/drawing/2014/main" id="{F971637B-8618-B449-8ADB-18878AAD8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03" name="Line 7">
                <a:extLst>
                  <a:ext uri="{FF2B5EF4-FFF2-40B4-BE49-F238E27FC236}">
                    <a16:creationId xmlns:a16="http://schemas.microsoft.com/office/drawing/2014/main" id="{B77523DA-A67E-6D49-B111-3E982B210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4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58" name="Group 13">
              <a:extLst>
                <a:ext uri="{FF2B5EF4-FFF2-40B4-BE49-F238E27FC236}">
                  <a16:creationId xmlns:a16="http://schemas.microsoft.com/office/drawing/2014/main" id="{7D23AF74-BFE0-5D4E-84BF-C9A18C27E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712"/>
              <a:ext cx="520" cy="160"/>
              <a:chOff x="1776" y="712"/>
              <a:chExt cx="520" cy="160"/>
            </a:xfrm>
          </p:grpSpPr>
          <p:sp>
            <p:nvSpPr>
              <p:cNvPr id="27696" name="Line 9">
                <a:extLst>
                  <a:ext uri="{FF2B5EF4-FFF2-40B4-BE49-F238E27FC236}">
                    <a16:creationId xmlns:a16="http://schemas.microsoft.com/office/drawing/2014/main" id="{DC543C1C-C1B4-7441-82FD-4C993611B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7" name="Line 10">
                <a:extLst>
                  <a:ext uri="{FF2B5EF4-FFF2-40B4-BE49-F238E27FC236}">
                    <a16:creationId xmlns:a16="http://schemas.microsoft.com/office/drawing/2014/main" id="{A4EC2EDB-27E8-0547-A174-D5A3BDE66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8" name="Line 11">
                <a:extLst>
                  <a:ext uri="{FF2B5EF4-FFF2-40B4-BE49-F238E27FC236}">
                    <a16:creationId xmlns:a16="http://schemas.microsoft.com/office/drawing/2014/main" id="{CBAB42FA-BA0C-8C47-94CB-843893BF2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9" name="Line 12">
                <a:extLst>
                  <a:ext uri="{FF2B5EF4-FFF2-40B4-BE49-F238E27FC236}">
                    <a16:creationId xmlns:a16="http://schemas.microsoft.com/office/drawing/2014/main" id="{99DA5A3F-F0E4-F844-83B5-22BFA10AE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2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59" name="Group 18">
              <a:extLst>
                <a:ext uri="{FF2B5EF4-FFF2-40B4-BE49-F238E27FC236}">
                  <a16:creationId xmlns:a16="http://schemas.microsoft.com/office/drawing/2014/main" id="{E8C9E372-4168-0B4F-ADEF-1463C507F5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12"/>
              <a:ext cx="520" cy="160"/>
              <a:chOff x="2304" y="712"/>
              <a:chExt cx="520" cy="160"/>
            </a:xfrm>
          </p:grpSpPr>
          <p:sp>
            <p:nvSpPr>
              <p:cNvPr id="27692" name="Line 14">
                <a:extLst>
                  <a:ext uri="{FF2B5EF4-FFF2-40B4-BE49-F238E27FC236}">
                    <a16:creationId xmlns:a16="http://schemas.microsoft.com/office/drawing/2014/main" id="{C72451A0-1FBD-5B40-AE91-C8036D501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3" name="Line 15">
                <a:extLst>
                  <a:ext uri="{FF2B5EF4-FFF2-40B4-BE49-F238E27FC236}">
                    <a16:creationId xmlns:a16="http://schemas.microsoft.com/office/drawing/2014/main" id="{FDBA7A80-6F60-C94D-85AA-54F81D731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4" name="Line 16">
                <a:extLst>
                  <a:ext uri="{FF2B5EF4-FFF2-40B4-BE49-F238E27FC236}">
                    <a16:creationId xmlns:a16="http://schemas.microsoft.com/office/drawing/2014/main" id="{56230ED5-5714-8C44-BFB2-B813BAC4E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5" name="Line 17">
                <a:extLst>
                  <a:ext uri="{FF2B5EF4-FFF2-40B4-BE49-F238E27FC236}">
                    <a16:creationId xmlns:a16="http://schemas.microsoft.com/office/drawing/2014/main" id="{F792D31E-BBC2-5046-91D5-E2C53A93B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0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60" name="Group 23">
              <a:extLst>
                <a:ext uri="{FF2B5EF4-FFF2-40B4-BE49-F238E27FC236}">
                  <a16:creationId xmlns:a16="http://schemas.microsoft.com/office/drawing/2014/main" id="{2703F59A-8D0D-4D46-801D-74476BFE36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712"/>
              <a:ext cx="520" cy="160"/>
              <a:chOff x="2832" y="712"/>
              <a:chExt cx="520" cy="160"/>
            </a:xfrm>
          </p:grpSpPr>
          <p:sp>
            <p:nvSpPr>
              <p:cNvPr id="27688" name="Line 19">
                <a:extLst>
                  <a:ext uri="{FF2B5EF4-FFF2-40B4-BE49-F238E27FC236}">
                    <a16:creationId xmlns:a16="http://schemas.microsoft.com/office/drawing/2014/main" id="{F18CD4DE-05FC-084C-B29D-BCD3FD858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0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9" name="Line 20">
                <a:extLst>
                  <a:ext uri="{FF2B5EF4-FFF2-40B4-BE49-F238E27FC236}">
                    <a16:creationId xmlns:a16="http://schemas.microsoft.com/office/drawing/2014/main" id="{8CCE15BE-FCB4-2549-8E72-3C6073D24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0" name="Line 21">
                <a:extLst>
                  <a:ext uri="{FF2B5EF4-FFF2-40B4-BE49-F238E27FC236}">
                    <a16:creationId xmlns:a16="http://schemas.microsoft.com/office/drawing/2014/main" id="{F1C800F8-6A41-0A45-9DFB-088BED7BD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1" name="Line 22">
                <a:extLst>
                  <a:ext uri="{FF2B5EF4-FFF2-40B4-BE49-F238E27FC236}">
                    <a16:creationId xmlns:a16="http://schemas.microsoft.com/office/drawing/2014/main" id="{560C0659-5904-3643-A36A-FAF3EC1EE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8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61" name="Line 24">
              <a:extLst>
                <a:ext uri="{FF2B5EF4-FFF2-40B4-BE49-F238E27FC236}">
                  <a16:creationId xmlns:a16="http://schemas.microsoft.com/office/drawing/2014/main" id="{32B48DE5-2626-B04F-81A6-E446F6A43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2" name="Line 25">
              <a:extLst>
                <a:ext uri="{FF2B5EF4-FFF2-40B4-BE49-F238E27FC236}">
                  <a16:creationId xmlns:a16="http://schemas.microsoft.com/office/drawing/2014/main" id="{6F2F4F1A-32B9-9444-B685-44E0E7E34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3" name="Line 26">
              <a:extLst>
                <a:ext uri="{FF2B5EF4-FFF2-40B4-BE49-F238E27FC236}">
                  <a16:creationId xmlns:a16="http://schemas.microsoft.com/office/drawing/2014/main" id="{4FBB54E1-93BB-F34A-8FF0-71CACE1EE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4" name="Line 27">
              <a:extLst>
                <a:ext uri="{FF2B5EF4-FFF2-40B4-BE49-F238E27FC236}">
                  <a16:creationId xmlns:a16="http://schemas.microsoft.com/office/drawing/2014/main" id="{6C5E52D8-AD3A-814B-B404-732565221D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Line 28">
              <a:extLst>
                <a:ext uri="{FF2B5EF4-FFF2-40B4-BE49-F238E27FC236}">
                  <a16:creationId xmlns:a16="http://schemas.microsoft.com/office/drawing/2014/main" id="{3921DE0E-AC9F-C44D-BB6C-5B4A6FFCED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Rectangle 29">
              <a:extLst>
                <a:ext uri="{FF2B5EF4-FFF2-40B4-BE49-F238E27FC236}">
                  <a16:creationId xmlns:a16="http://schemas.microsoft.com/office/drawing/2014/main" id="{9E83FCA8-7BDC-BD4C-BA53-D21012BF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480"/>
              <a:ext cx="494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1</a:t>
              </a:r>
            </a:p>
          </p:txBody>
        </p:sp>
        <p:sp>
          <p:nvSpPr>
            <p:cNvPr id="27667" name="Rectangle 30">
              <a:extLst>
                <a:ext uri="{FF2B5EF4-FFF2-40B4-BE49-F238E27FC236}">
                  <a16:creationId xmlns:a16="http://schemas.microsoft.com/office/drawing/2014/main" id="{A2DC3F63-0EAE-3A43-AC0A-1369DB50D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480"/>
              <a:ext cx="493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2</a:t>
              </a:r>
            </a:p>
          </p:txBody>
        </p:sp>
        <p:sp>
          <p:nvSpPr>
            <p:cNvPr id="27668" name="Line 31">
              <a:extLst>
                <a:ext uri="{FF2B5EF4-FFF2-40B4-BE49-F238E27FC236}">
                  <a16:creationId xmlns:a16="http://schemas.microsoft.com/office/drawing/2014/main" id="{53798588-A897-A948-B5C3-545028FEEA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9" name="Line 32">
              <a:extLst>
                <a:ext uri="{FF2B5EF4-FFF2-40B4-BE49-F238E27FC236}">
                  <a16:creationId xmlns:a16="http://schemas.microsoft.com/office/drawing/2014/main" id="{E30524BC-EDFE-0647-9528-FE00961D1F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0" name="Line 33">
              <a:extLst>
                <a:ext uri="{FF2B5EF4-FFF2-40B4-BE49-F238E27FC236}">
                  <a16:creationId xmlns:a16="http://schemas.microsoft.com/office/drawing/2014/main" id="{0FFCDF8C-CB60-A14B-893C-DA3C3DA77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1" name="Rectangle 34">
              <a:extLst>
                <a:ext uri="{FF2B5EF4-FFF2-40B4-BE49-F238E27FC236}">
                  <a16:creationId xmlns:a16="http://schemas.microsoft.com/office/drawing/2014/main" id="{AD1669AA-9123-AB4B-9BF3-273798222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80"/>
              <a:ext cx="493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3</a:t>
              </a:r>
            </a:p>
          </p:txBody>
        </p:sp>
        <p:sp>
          <p:nvSpPr>
            <p:cNvPr id="27672" name="Rectangle 35">
              <a:extLst>
                <a:ext uri="{FF2B5EF4-FFF2-40B4-BE49-F238E27FC236}">
                  <a16:creationId xmlns:a16="http://schemas.microsoft.com/office/drawing/2014/main" id="{3D9EA1C6-2835-9648-8C16-C846E3EC3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480"/>
              <a:ext cx="494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4</a:t>
              </a:r>
            </a:p>
          </p:txBody>
        </p:sp>
        <p:grpSp>
          <p:nvGrpSpPr>
            <p:cNvPr id="27673" name="Group 38">
              <a:extLst>
                <a:ext uri="{FF2B5EF4-FFF2-40B4-BE49-F238E27FC236}">
                  <a16:creationId xmlns:a16="http://schemas.microsoft.com/office/drawing/2014/main" id="{776952A8-916E-ED44-9629-B727B1825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6" y="1008"/>
              <a:ext cx="512" cy="196"/>
              <a:chOff x="1256" y="1008"/>
              <a:chExt cx="512" cy="196"/>
            </a:xfrm>
          </p:grpSpPr>
          <p:sp>
            <p:nvSpPr>
              <p:cNvPr id="27686" name="Rectangle 36">
                <a:extLst>
                  <a:ext uri="{FF2B5EF4-FFF2-40B4-BE49-F238E27FC236}">
                    <a16:creationId xmlns:a16="http://schemas.microsoft.com/office/drawing/2014/main" id="{2B13D4B7-9462-F441-9B0B-72243FC37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7687" name="Rectangle 37">
                <a:extLst>
                  <a:ext uri="{FF2B5EF4-FFF2-40B4-BE49-F238E27FC236}">
                    <a16:creationId xmlns:a16="http://schemas.microsoft.com/office/drawing/2014/main" id="{32A12695-D9A4-E249-8861-8D27F4AD5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1008"/>
                <a:ext cx="416" cy="1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7674" name="Group 41">
              <a:extLst>
                <a:ext uri="{FF2B5EF4-FFF2-40B4-BE49-F238E27FC236}">
                  <a16:creationId xmlns:a16="http://schemas.microsoft.com/office/drawing/2014/main" id="{361A48F6-D703-124E-BD0F-FE81F2F8E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7" y="1008"/>
              <a:ext cx="569" cy="196"/>
              <a:chOff x="1767" y="1008"/>
              <a:chExt cx="569" cy="196"/>
            </a:xfrm>
          </p:grpSpPr>
          <p:sp>
            <p:nvSpPr>
              <p:cNvPr id="27684" name="Rectangle 39">
                <a:extLst>
                  <a:ext uri="{FF2B5EF4-FFF2-40B4-BE49-F238E27FC236}">
                    <a16:creationId xmlns:a16="http://schemas.microsoft.com/office/drawing/2014/main" id="{0E919A53-A392-CE4E-BA09-5A6065981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7685" name="Rectangle 40">
                <a:extLst>
                  <a:ext uri="{FF2B5EF4-FFF2-40B4-BE49-F238E27FC236}">
                    <a16:creationId xmlns:a16="http://schemas.microsoft.com/office/drawing/2014/main" id="{2F17D39B-BCF2-1C4E-ADDA-4420A8610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08"/>
                <a:ext cx="569" cy="1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7675" name="Group 44">
              <a:extLst>
                <a:ext uri="{FF2B5EF4-FFF2-40B4-BE49-F238E27FC236}">
                  <a16:creationId xmlns:a16="http://schemas.microsoft.com/office/drawing/2014/main" id="{80600533-7B24-2549-957C-9D787EAB9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1008"/>
              <a:ext cx="512" cy="196"/>
              <a:chOff x="2312" y="1008"/>
              <a:chExt cx="512" cy="196"/>
            </a:xfrm>
          </p:grpSpPr>
          <p:sp>
            <p:nvSpPr>
              <p:cNvPr id="27682" name="Rectangle 42">
                <a:extLst>
                  <a:ext uri="{FF2B5EF4-FFF2-40B4-BE49-F238E27FC236}">
                    <a16:creationId xmlns:a16="http://schemas.microsoft.com/office/drawing/2014/main" id="{A81C91F5-98E4-104F-A04E-82DE9F379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7683" name="Rectangle 43">
                <a:extLst>
                  <a:ext uri="{FF2B5EF4-FFF2-40B4-BE49-F238E27FC236}">
                    <a16:creationId xmlns:a16="http://schemas.microsoft.com/office/drawing/2014/main" id="{1C0864B4-A632-B746-B52F-AEF7B9949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1" y="1008"/>
                <a:ext cx="361" cy="1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7676" name="Group 47">
              <a:extLst>
                <a:ext uri="{FF2B5EF4-FFF2-40B4-BE49-F238E27FC236}">
                  <a16:creationId xmlns:a16="http://schemas.microsoft.com/office/drawing/2014/main" id="{B786F633-586A-494E-82BF-4A9A905E4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0" y="1008"/>
              <a:ext cx="512" cy="196"/>
              <a:chOff x="2840" y="1008"/>
              <a:chExt cx="512" cy="196"/>
            </a:xfrm>
          </p:grpSpPr>
          <p:sp>
            <p:nvSpPr>
              <p:cNvPr id="27680" name="Rectangle 45">
                <a:extLst>
                  <a:ext uri="{FF2B5EF4-FFF2-40B4-BE49-F238E27FC236}">
                    <a16:creationId xmlns:a16="http://schemas.microsoft.com/office/drawing/2014/main" id="{9DEF2ADA-D213-3043-B36F-DA87EB326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7681" name="Rectangle 46">
                <a:extLst>
                  <a:ext uri="{FF2B5EF4-FFF2-40B4-BE49-F238E27FC236}">
                    <a16:creationId xmlns:a16="http://schemas.microsoft.com/office/drawing/2014/main" id="{7B56C160-CEBB-6E46-87BD-3952A9267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008"/>
                <a:ext cx="382" cy="1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sp>
          <p:nvSpPr>
            <p:cNvPr id="27677" name="Rectangle 48">
              <a:extLst>
                <a:ext uri="{FF2B5EF4-FFF2-40B4-BE49-F238E27FC236}">
                  <a16:creationId xmlns:a16="http://schemas.microsoft.com/office/drawing/2014/main" id="{6F7B4D82-9F3F-CE4B-8F07-4439D6F5A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1008"/>
              <a:ext cx="388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Store</a:t>
              </a:r>
            </a:p>
          </p:txBody>
        </p:sp>
        <p:sp>
          <p:nvSpPr>
            <p:cNvPr id="27678" name="Rectangle 49">
              <a:extLst>
                <a:ext uri="{FF2B5EF4-FFF2-40B4-BE49-F238E27FC236}">
                  <a16:creationId xmlns:a16="http://schemas.microsoft.com/office/drawing/2014/main" id="{215C2AAE-0A2D-214E-AAC7-4FF756326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1016"/>
              <a:ext cx="512" cy="176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7679" name="Rectangle 50">
              <a:extLst>
                <a:ext uri="{FF2B5EF4-FFF2-40B4-BE49-F238E27FC236}">
                  <a16:creationId xmlns:a16="http://schemas.microsoft.com/office/drawing/2014/main" id="{E3342DC5-6144-764E-82BA-F1686819D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1008"/>
              <a:ext cx="286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</p:grpSp>
      <p:sp>
        <p:nvSpPr>
          <p:cNvPr id="36915" name="Rectangle 51">
            <a:extLst>
              <a:ext uri="{FF2B5EF4-FFF2-40B4-BE49-F238E27FC236}">
                <a16:creationId xmlns:a16="http://schemas.microsoft.com/office/drawing/2014/main" id="{7446F36A-1590-F940-877A-61F025ECB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399088"/>
            <a:ext cx="650398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0000"/>
              </a:spcBef>
              <a:buSzPct val="100000"/>
              <a:buFont typeface="Times New Roman" panose="02020603050405020304" pitchFamily="18" charset="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lnSpc>
                <a:spcPct val="85000"/>
              </a:lnSpc>
              <a:spcBef>
                <a:spcPct val="40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lnSpc>
                <a:spcPct val="85000"/>
              </a:lnSpc>
              <a:spcBef>
                <a:spcPct val="40000"/>
              </a:spcBef>
              <a:buSzPct val="100000"/>
              <a:buChar char="-"/>
              <a:defRPr b="1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5000"/>
              </a:lnSpc>
              <a:spcBef>
                <a:spcPct val="100000"/>
              </a:spcBef>
              <a:buFontTx/>
              <a:buChar char="°"/>
            </a:pPr>
            <a:r>
              <a:rPr lang="en-US" altLang="zh-CN" sz="2200">
                <a:solidFill>
                  <a:srgbClr val="CC0000"/>
                </a:solidFill>
                <a:ea typeface="宋体" panose="02010600030101010101" pitchFamily="2" charset="-122"/>
              </a:rPr>
              <a:t>Wr:</a:t>
            </a:r>
            <a:r>
              <a:rPr lang="en-US" altLang="zh-CN" sz="2200">
                <a:solidFill>
                  <a:schemeClr val="accent2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加一个空的写阶段，使流水线更规整！</a:t>
            </a:r>
          </a:p>
        </p:txBody>
      </p:sp>
      <p:sp>
        <p:nvSpPr>
          <p:cNvPr id="27654" name="Freeform 53">
            <a:extLst>
              <a:ext uri="{FF2B5EF4-FFF2-40B4-BE49-F238E27FC236}">
                <a16:creationId xmlns:a16="http://schemas.microsoft.com/office/drawing/2014/main" id="{ACEA3D38-72DD-5441-9960-B1F5D4913ECC}"/>
              </a:ext>
            </a:extLst>
          </p:cNvPr>
          <p:cNvSpPr>
            <a:spLocks/>
          </p:cNvSpPr>
          <p:nvPr/>
        </p:nvSpPr>
        <p:spPr bwMode="auto">
          <a:xfrm>
            <a:off x="5973763" y="1673225"/>
            <a:ext cx="620712" cy="346075"/>
          </a:xfrm>
          <a:custGeom>
            <a:avLst/>
            <a:gdLst>
              <a:gd name="T0" fmla="*/ 0 w 174"/>
              <a:gd name="T1" fmla="*/ 2147483646 h 250"/>
              <a:gd name="T2" fmla="*/ 2147483646 w 174"/>
              <a:gd name="T3" fmla="*/ 2147483646 h 250"/>
              <a:gd name="T4" fmla="*/ 2147483646 w 174"/>
              <a:gd name="T5" fmla="*/ 2147483646 h 250"/>
              <a:gd name="T6" fmla="*/ 2147483646 w 174"/>
              <a:gd name="T7" fmla="*/ 2147483646 h 250"/>
              <a:gd name="T8" fmla="*/ 2147483646 w 174"/>
              <a:gd name="T9" fmla="*/ 2147483646 h 250"/>
              <a:gd name="T10" fmla="*/ 2147483646 w 174"/>
              <a:gd name="T11" fmla="*/ 0 h 2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4" h="250">
                <a:moveTo>
                  <a:pt x="0" y="250"/>
                </a:moveTo>
                <a:cubicBezTo>
                  <a:pt x="9" y="181"/>
                  <a:pt x="18" y="112"/>
                  <a:pt x="43" y="87"/>
                </a:cubicBezTo>
                <a:cubicBezTo>
                  <a:pt x="68" y="62"/>
                  <a:pt x="141" y="85"/>
                  <a:pt x="152" y="98"/>
                </a:cubicBezTo>
                <a:cubicBezTo>
                  <a:pt x="163" y="111"/>
                  <a:pt x="125" y="170"/>
                  <a:pt x="109" y="163"/>
                </a:cubicBezTo>
                <a:cubicBezTo>
                  <a:pt x="93" y="156"/>
                  <a:pt x="43" y="81"/>
                  <a:pt x="54" y="54"/>
                </a:cubicBezTo>
                <a:cubicBezTo>
                  <a:pt x="65" y="27"/>
                  <a:pt x="119" y="13"/>
                  <a:pt x="174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5" name="Text Box 54">
            <a:extLst>
              <a:ext uri="{FF2B5EF4-FFF2-40B4-BE49-F238E27FC236}">
                <a16:creationId xmlns:a16="http://schemas.microsoft.com/office/drawing/2014/main" id="{B56FD5AB-D687-7F4C-A0C5-AADA07A15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1482725"/>
            <a:ext cx="8397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NOOP!</a:t>
            </a:r>
          </a:p>
        </p:txBody>
      </p:sp>
      <p:sp>
        <p:nvSpPr>
          <p:cNvPr id="27656" name="Rectangle 56">
            <a:extLst>
              <a:ext uri="{FF2B5EF4-FFF2-40B4-BE49-F238E27FC236}">
                <a16:creationId xmlns:a16="http://schemas.microsoft.com/office/drawing/2014/main" id="{3A902829-905B-9648-8AAD-47417DF0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200" y="2046288"/>
            <a:ext cx="873125" cy="319087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BF3EC82-8FCA-B241-91C5-EE4EB1145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2800" y="177800"/>
            <a:ext cx="4745038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Beq</a:t>
            </a:r>
            <a:r>
              <a:rPr lang="zh-CN" altLang="en-US">
                <a:ea typeface="宋体" panose="02010600030101010101" pitchFamily="2" charset="-122"/>
              </a:rPr>
              <a:t>的四个阶段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1E206BD-D85F-284A-89B3-27062C82E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125" y="2251075"/>
            <a:ext cx="8191500" cy="2974975"/>
          </a:xfrm>
          <a:noFill/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Ifetch: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取指令并计算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PC+4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Reg/Dec: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从寄存器取数，同时指令在译码器进行译码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Exec: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执行阶段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中比较两个寄存器的大小（做减法）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Adder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中计算转移地址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如果比较相等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则：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转移目标地址写到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</a:p>
        </p:txBody>
      </p:sp>
      <p:grpSp>
        <p:nvGrpSpPr>
          <p:cNvPr id="29700" name="Group 55">
            <a:extLst>
              <a:ext uri="{FF2B5EF4-FFF2-40B4-BE49-F238E27FC236}">
                <a16:creationId xmlns:a16="http://schemas.microsoft.com/office/drawing/2014/main" id="{11BC7C32-B297-764A-8F70-EDBD1C9A7D30}"/>
              </a:ext>
            </a:extLst>
          </p:cNvPr>
          <p:cNvGrpSpPr>
            <a:grpSpLocks/>
          </p:cNvGrpSpPr>
          <p:nvPr/>
        </p:nvGrpSpPr>
        <p:grpSpPr bwMode="auto">
          <a:xfrm>
            <a:off x="1509713" y="877888"/>
            <a:ext cx="4649787" cy="1184275"/>
            <a:chOff x="951" y="553"/>
            <a:chExt cx="2929" cy="746"/>
          </a:xfrm>
        </p:grpSpPr>
        <p:grpSp>
          <p:nvGrpSpPr>
            <p:cNvPr id="29710" name="Group 8">
              <a:extLst>
                <a:ext uri="{FF2B5EF4-FFF2-40B4-BE49-F238E27FC236}">
                  <a16:creationId xmlns:a16="http://schemas.microsoft.com/office/drawing/2014/main" id="{21482E7D-0E66-8446-8D2B-73D4651300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793"/>
              <a:ext cx="520" cy="160"/>
              <a:chOff x="1248" y="712"/>
              <a:chExt cx="520" cy="160"/>
            </a:xfrm>
          </p:grpSpPr>
          <p:sp>
            <p:nvSpPr>
              <p:cNvPr id="29753" name="Line 4">
                <a:extLst>
                  <a:ext uri="{FF2B5EF4-FFF2-40B4-BE49-F238E27FC236}">
                    <a16:creationId xmlns:a16="http://schemas.microsoft.com/office/drawing/2014/main" id="{98BA651F-A390-D44F-A932-6AE732EB1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4" name="Line 5">
                <a:extLst>
                  <a:ext uri="{FF2B5EF4-FFF2-40B4-BE49-F238E27FC236}">
                    <a16:creationId xmlns:a16="http://schemas.microsoft.com/office/drawing/2014/main" id="{DD006482-BE8B-2347-B71B-5DB4D1E34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5" name="Line 6">
                <a:extLst>
                  <a:ext uri="{FF2B5EF4-FFF2-40B4-BE49-F238E27FC236}">
                    <a16:creationId xmlns:a16="http://schemas.microsoft.com/office/drawing/2014/main" id="{48340797-3851-704E-9538-0A094AF2E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6" name="Line 7">
                <a:extLst>
                  <a:ext uri="{FF2B5EF4-FFF2-40B4-BE49-F238E27FC236}">
                    <a16:creationId xmlns:a16="http://schemas.microsoft.com/office/drawing/2014/main" id="{D3ECCCAB-EDD4-F943-B11F-5AAF33CF2B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4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711" name="Group 13">
              <a:extLst>
                <a:ext uri="{FF2B5EF4-FFF2-40B4-BE49-F238E27FC236}">
                  <a16:creationId xmlns:a16="http://schemas.microsoft.com/office/drawing/2014/main" id="{0EB85D55-ED2E-A143-A05B-21950C365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793"/>
              <a:ext cx="520" cy="160"/>
              <a:chOff x="1776" y="712"/>
              <a:chExt cx="520" cy="160"/>
            </a:xfrm>
          </p:grpSpPr>
          <p:sp>
            <p:nvSpPr>
              <p:cNvPr id="29749" name="Line 9">
                <a:extLst>
                  <a:ext uri="{FF2B5EF4-FFF2-40B4-BE49-F238E27FC236}">
                    <a16:creationId xmlns:a16="http://schemas.microsoft.com/office/drawing/2014/main" id="{A375AB45-C632-C548-985A-F84779865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0" name="Line 10">
                <a:extLst>
                  <a:ext uri="{FF2B5EF4-FFF2-40B4-BE49-F238E27FC236}">
                    <a16:creationId xmlns:a16="http://schemas.microsoft.com/office/drawing/2014/main" id="{EB12FBE1-15A6-5944-B3E2-30A6500D3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1" name="Line 11">
                <a:extLst>
                  <a:ext uri="{FF2B5EF4-FFF2-40B4-BE49-F238E27FC236}">
                    <a16:creationId xmlns:a16="http://schemas.microsoft.com/office/drawing/2014/main" id="{C903A7A5-9619-0042-A76C-A25F8F974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2" name="Line 12">
                <a:extLst>
                  <a:ext uri="{FF2B5EF4-FFF2-40B4-BE49-F238E27FC236}">
                    <a16:creationId xmlns:a16="http://schemas.microsoft.com/office/drawing/2014/main" id="{9882A1B6-EE69-E14C-B5A3-270F65501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2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712" name="Group 18">
              <a:extLst>
                <a:ext uri="{FF2B5EF4-FFF2-40B4-BE49-F238E27FC236}">
                  <a16:creationId xmlns:a16="http://schemas.microsoft.com/office/drawing/2014/main" id="{44465A00-0E4C-F049-AC38-516C08752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93"/>
              <a:ext cx="520" cy="160"/>
              <a:chOff x="2304" y="712"/>
              <a:chExt cx="520" cy="160"/>
            </a:xfrm>
          </p:grpSpPr>
          <p:sp>
            <p:nvSpPr>
              <p:cNvPr id="29745" name="Line 14">
                <a:extLst>
                  <a:ext uri="{FF2B5EF4-FFF2-40B4-BE49-F238E27FC236}">
                    <a16:creationId xmlns:a16="http://schemas.microsoft.com/office/drawing/2014/main" id="{6436B3EA-57EE-DB4E-BFAA-7738DFA75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6" name="Line 15">
                <a:extLst>
                  <a:ext uri="{FF2B5EF4-FFF2-40B4-BE49-F238E27FC236}">
                    <a16:creationId xmlns:a16="http://schemas.microsoft.com/office/drawing/2014/main" id="{BC84D7D1-2204-9A49-AE90-AE384CF9B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7" name="Line 16">
                <a:extLst>
                  <a:ext uri="{FF2B5EF4-FFF2-40B4-BE49-F238E27FC236}">
                    <a16:creationId xmlns:a16="http://schemas.microsoft.com/office/drawing/2014/main" id="{BEDC01A3-2D5D-EC45-B30E-4BCDC48DD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8" name="Line 17">
                <a:extLst>
                  <a:ext uri="{FF2B5EF4-FFF2-40B4-BE49-F238E27FC236}">
                    <a16:creationId xmlns:a16="http://schemas.microsoft.com/office/drawing/2014/main" id="{771FFDAE-EE7F-AE43-914A-F18AC7F0B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0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713" name="Group 23">
              <a:extLst>
                <a:ext uri="{FF2B5EF4-FFF2-40B4-BE49-F238E27FC236}">
                  <a16:creationId xmlns:a16="http://schemas.microsoft.com/office/drawing/2014/main" id="{45344506-EDA3-EB44-BF55-704B004F14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793"/>
              <a:ext cx="520" cy="160"/>
              <a:chOff x="2832" y="712"/>
              <a:chExt cx="520" cy="160"/>
            </a:xfrm>
          </p:grpSpPr>
          <p:sp>
            <p:nvSpPr>
              <p:cNvPr id="29741" name="Line 19">
                <a:extLst>
                  <a:ext uri="{FF2B5EF4-FFF2-40B4-BE49-F238E27FC236}">
                    <a16:creationId xmlns:a16="http://schemas.microsoft.com/office/drawing/2014/main" id="{5D1899EB-8D2D-5743-8B52-119E60FD3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0" y="864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2" name="Line 20">
                <a:extLst>
                  <a:ext uri="{FF2B5EF4-FFF2-40B4-BE49-F238E27FC236}">
                    <a16:creationId xmlns:a16="http://schemas.microsoft.com/office/drawing/2014/main" id="{018C4276-6314-BE41-A38C-4E5E1826B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728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3" name="Line 21">
                <a:extLst>
                  <a:ext uri="{FF2B5EF4-FFF2-40B4-BE49-F238E27FC236}">
                    <a16:creationId xmlns:a16="http://schemas.microsoft.com/office/drawing/2014/main" id="{60DF9A0D-7B24-D541-BF21-383476E57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712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4" name="Line 22">
                <a:extLst>
                  <a:ext uri="{FF2B5EF4-FFF2-40B4-BE49-F238E27FC236}">
                    <a16:creationId xmlns:a16="http://schemas.microsoft.com/office/drawing/2014/main" id="{DA9AE19A-C3D2-A042-9219-2E0274408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8" y="72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14" name="Line 24">
              <a:extLst>
                <a:ext uri="{FF2B5EF4-FFF2-40B4-BE49-F238E27FC236}">
                  <a16:creationId xmlns:a16="http://schemas.microsoft.com/office/drawing/2014/main" id="{3112CA00-9146-FF40-B0BB-1221DE438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945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Line 25">
              <a:extLst>
                <a:ext uri="{FF2B5EF4-FFF2-40B4-BE49-F238E27FC236}">
                  <a16:creationId xmlns:a16="http://schemas.microsoft.com/office/drawing/2014/main" id="{37838468-84BC-1340-91A5-4F5D6D32A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09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Line 26">
              <a:extLst>
                <a:ext uri="{FF2B5EF4-FFF2-40B4-BE49-F238E27FC236}">
                  <a16:creationId xmlns:a16="http://schemas.microsoft.com/office/drawing/2014/main" id="{DF629335-325F-B643-95B3-8B2659EA2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801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Line 27">
              <a:extLst>
                <a:ext uri="{FF2B5EF4-FFF2-40B4-BE49-F238E27FC236}">
                  <a16:creationId xmlns:a16="http://schemas.microsoft.com/office/drawing/2014/main" id="{0D3FEC50-E70E-4647-A68D-B6F256A5EB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553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8" name="Line 28">
              <a:extLst>
                <a:ext uri="{FF2B5EF4-FFF2-40B4-BE49-F238E27FC236}">
                  <a16:creationId xmlns:a16="http://schemas.microsoft.com/office/drawing/2014/main" id="{372F9468-C3FD-674F-9276-816FCB4DE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553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Rectangle 29">
              <a:extLst>
                <a:ext uri="{FF2B5EF4-FFF2-40B4-BE49-F238E27FC236}">
                  <a16:creationId xmlns:a16="http://schemas.microsoft.com/office/drawing/2014/main" id="{51AF938B-EE56-AD42-B9FA-D7D976019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561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1</a:t>
              </a:r>
            </a:p>
          </p:txBody>
        </p:sp>
        <p:sp>
          <p:nvSpPr>
            <p:cNvPr id="29720" name="Rectangle 30">
              <a:extLst>
                <a:ext uri="{FF2B5EF4-FFF2-40B4-BE49-F238E27FC236}">
                  <a16:creationId xmlns:a16="http://schemas.microsoft.com/office/drawing/2014/main" id="{9F22EE88-9DCC-F14E-A80A-EA4CBAC50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561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2</a:t>
              </a:r>
            </a:p>
          </p:txBody>
        </p:sp>
        <p:sp>
          <p:nvSpPr>
            <p:cNvPr id="29721" name="Line 31">
              <a:extLst>
                <a:ext uri="{FF2B5EF4-FFF2-40B4-BE49-F238E27FC236}">
                  <a16:creationId xmlns:a16="http://schemas.microsoft.com/office/drawing/2014/main" id="{AC6A7364-CA56-0D46-9172-72BB379DF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553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2" name="Line 32">
              <a:extLst>
                <a:ext uri="{FF2B5EF4-FFF2-40B4-BE49-F238E27FC236}">
                  <a16:creationId xmlns:a16="http://schemas.microsoft.com/office/drawing/2014/main" id="{9C3D5547-27FF-6B48-85C2-A14870C9D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553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3" name="Line 33">
              <a:extLst>
                <a:ext uri="{FF2B5EF4-FFF2-40B4-BE49-F238E27FC236}">
                  <a16:creationId xmlns:a16="http://schemas.microsoft.com/office/drawing/2014/main" id="{E813F6E1-A27F-FB47-ABB3-F0BBE8351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553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4" name="Rectangle 34">
              <a:extLst>
                <a:ext uri="{FF2B5EF4-FFF2-40B4-BE49-F238E27FC236}">
                  <a16:creationId xmlns:a16="http://schemas.microsoft.com/office/drawing/2014/main" id="{7783C7A6-44C7-5342-8CF8-86E412589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561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3</a:t>
              </a:r>
            </a:p>
          </p:txBody>
        </p:sp>
        <p:sp>
          <p:nvSpPr>
            <p:cNvPr id="29725" name="Rectangle 35">
              <a:extLst>
                <a:ext uri="{FF2B5EF4-FFF2-40B4-BE49-F238E27FC236}">
                  <a16:creationId xmlns:a16="http://schemas.microsoft.com/office/drawing/2014/main" id="{0D85692F-E7D0-B84D-B6CC-87675ADF8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561"/>
              <a:ext cx="5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4</a:t>
              </a:r>
            </a:p>
          </p:txBody>
        </p:sp>
        <p:grpSp>
          <p:nvGrpSpPr>
            <p:cNvPr id="29726" name="Group 38">
              <a:extLst>
                <a:ext uri="{FF2B5EF4-FFF2-40B4-BE49-F238E27FC236}">
                  <a16:creationId xmlns:a16="http://schemas.microsoft.com/office/drawing/2014/main" id="{6804CAF9-7935-9C40-BA50-F98BE3B41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6" y="1089"/>
              <a:ext cx="512" cy="210"/>
              <a:chOff x="1256" y="1008"/>
              <a:chExt cx="512" cy="210"/>
            </a:xfrm>
          </p:grpSpPr>
          <p:sp>
            <p:nvSpPr>
              <p:cNvPr id="29739" name="Rectangle 36">
                <a:extLst>
                  <a:ext uri="{FF2B5EF4-FFF2-40B4-BE49-F238E27FC236}">
                    <a16:creationId xmlns:a16="http://schemas.microsoft.com/office/drawing/2014/main" id="{3D41AF83-2833-BE4B-8FEF-42F35EF3B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9740" name="Rectangle 37">
                <a:extLst>
                  <a:ext uri="{FF2B5EF4-FFF2-40B4-BE49-F238E27FC236}">
                    <a16:creationId xmlns:a16="http://schemas.microsoft.com/office/drawing/2014/main" id="{10F4A363-D23A-2C42-B0C2-A741C2659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1008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29727" name="Group 41">
              <a:extLst>
                <a:ext uri="{FF2B5EF4-FFF2-40B4-BE49-F238E27FC236}">
                  <a16:creationId xmlns:a16="http://schemas.microsoft.com/office/drawing/2014/main" id="{2E2CF6B2-8CA9-A840-8319-DAB1846FCF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7" y="1089"/>
              <a:ext cx="569" cy="210"/>
              <a:chOff x="1767" y="1008"/>
              <a:chExt cx="569" cy="210"/>
            </a:xfrm>
          </p:grpSpPr>
          <p:sp>
            <p:nvSpPr>
              <p:cNvPr id="29737" name="Rectangle 39">
                <a:extLst>
                  <a:ext uri="{FF2B5EF4-FFF2-40B4-BE49-F238E27FC236}">
                    <a16:creationId xmlns:a16="http://schemas.microsoft.com/office/drawing/2014/main" id="{A65CC40B-A141-DC4C-A347-918638998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9738" name="Rectangle 40">
                <a:extLst>
                  <a:ext uri="{FF2B5EF4-FFF2-40B4-BE49-F238E27FC236}">
                    <a16:creationId xmlns:a16="http://schemas.microsoft.com/office/drawing/2014/main" id="{6E560BBF-5ECA-1243-BADD-89757D1A5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08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29728" name="Group 44">
              <a:extLst>
                <a:ext uri="{FF2B5EF4-FFF2-40B4-BE49-F238E27FC236}">
                  <a16:creationId xmlns:a16="http://schemas.microsoft.com/office/drawing/2014/main" id="{41E7B5A7-196A-FA45-A287-6D70D0347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1089"/>
              <a:ext cx="512" cy="210"/>
              <a:chOff x="2312" y="1008"/>
              <a:chExt cx="512" cy="210"/>
            </a:xfrm>
          </p:grpSpPr>
          <p:sp>
            <p:nvSpPr>
              <p:cNvPr id="29735" name="Rectangle 42">
                <a:extLst>
                  <a:ext uri="{FF2B5EF4-FFF2-40B4-BE49-F238E27FC236}">
                    <a16:creationId xmlns:a16="http://schemas.microsoft.com/office/drawing/2014/main" id="{FBD0BB08-7B64-784B-91C8-CC62608D0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9736" name="Rectangle 43">
                <a:extLst>
                  <a:ext uri="{FF2B5EF4-FFF2-40B4-BE49-F238E27FC236}">
                    <a16:creationId xmlns:a16="http://schemas.microsoft.com/office/drawing/2014/main" id="{DD2DD980-CB04-004E-B25C-14C133BA7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1" y="1008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29729" name="Group 47">
              <a:extLst>
                <a:ext uri="{FF2B5EF4-FFF2-40B4-BE49-F238E27FC236}">
                  <a16:creationId xmlns:a16="http://schemas.microsoft.com/office/drawing/2014/main" id="{1F111072-FA27-A34C-AC7E-A25D11D16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0" y="1089"/>
              <a:ext cx="512" cy="210"/>
              <a:chOff x="2840" y="1008"/>
              <a:chExt cx="512" cy="210"/>
            </a:xfrm>
          </p:grpSpPr>
          <p:sp>
            <p:nvSpPr>
              <p:cNvPr id="29733" name="Rectangle 45">
                <a:extLst>
                  <a:ext uri="{FF2B5EF4-FFF2-40B4-BE49-F238E27FC236}">
                    <a16:creationId xmlns:a16="http://schemas.microsoft.com/office/drawing/2014/main" id="{F0B901EA-7D13-5142-9C71-A1535F6DA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9734" name="Rectangle 46">
                <a:extLst>
                  <a:ext uri="{FF2B5EF4-FFF2-40B4-BE49-F238E27FC236}">
                    <a16:creationId xmlns:a16="http://schemas.microsoft.com/office/drawing/2014/main" id="{5641FB06-397A-9443-81C0-689E1E521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008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sp>
          <p:nvSpPr>
            <p:cNvPr id="29730" name="Rectangle 48">
              <a:extLst>
                <a:ext uri="{FF2B5EF4-FFF2-40B4-BE49-F238E27FC236}">
                  <a16:creationId xmlns:a16="http://schemas.microsoft.com/office/drawing/2014/main" id="{112A197E-79D0-B64C-AFF7-20B7B1A7C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" y="1089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Beq</a:t>
              </a:r>
            </a:p>
          </p:txBody>
        </p:sp>
        <p:sp>
          <p:nvSpPr>
            <p:cNvPr id="29731" name="Rectangle 49">
              <a:extLst>
                <a:ext uri="{FF2B5EF4-FFF2-40B4-BE49-F238E27FC236}">
                  <a16:creationId xmlns:a16="http://schemas.microsoft.com/office/drawing/2014/main" id="{6AE7D8B0-DAD9-0E46-BDCE-EB51E4ECE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1097"/>
              <a:ext cx="512" cy="176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9732" name="Rectangle 50">
              <a:extLst>
                <a:ext uri="{FF2B5EF4-FFF2-40B4-BE49-F238E27FC236}">
                  <a16:creationId xmlns:a16="http://schemas.microsoft.com/office/drawing/2014/main" id="{9EF0D73E-A8B5-C448-BB61-A3B3A464E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1089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</p:grpSp>
      <p:sp>
        <p:nvSpPr>
          <p:cNvPr id="29701" name="Freeform 52">
            <a:extLst>
              <a:ext uri="{FF2B5EF4-FFF2-40B4-BE49-F238E27FC236}">
                <a16:creationId xmlns:a16="http://schemas.microsoft.com/office/drawing/2014/main" id="{24F8918D-D267-7644-9008-C6773E564926}"/>
              </a:ext>
            </a:extLst>
          </p:cNvPr>
          <p:cNvSpPr>
            <a:spLocks/>
          </p:cNvSpPr>
          <p:nvPr/>
        </p:nvSpPr>
        <p:spPr bwMode="auto">
          <a:xfrm>
            <a:off x="6089650" y="1266825"/>
            <a:ext cx="620713" cy="346075"/>
          </a:xfrm>
          <a:custGeom>
            <a:avLst/>
            <a:gdLst>
              <a:gd name="T0" fmla="*/ 0 w 174"/>
              <a:gd name="T1" fmla="*/ 2147483646 h 250"/>
              <a:gd name="T2" fmla="*/ 2147483646 w 174"/>
              <a:gd name="T3" fmla="*/ 2147483646 h 250"/>
              <a:gd name="T4" fmla="*/ 2147483646 w 174"/>
              <a:gd name="T5" fmla="*/ 2147483646 h 250"/>
              <a:gd name="T6" fmla="*/ 2147483646 w 174"/>
              <a:gd name="T7" fmla="*/ 2147483646 h 250"/>
              <a:gd name="T8" fmla="*/ 2147483646 w 174"/>
              <a:gd name="T9" fmla="*/ 2147483646 h 250"/>
              <a:gd name="T10" fmla="*/ 2147483646 w 174"/>
              <a:gd name="T11" fmla="*/ 0 h 2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4" h="250">
                <a:moveTo>
                  <a:pt x="0" y="250"/>
                </a:moveTo>
                <a:cubicBezTo>
                  <a:pt x="9" y="181"/>
                  <a:pt x="18" y="112"/>
                  <a:pt x="43" y="87"/>
                </a:cubicBezTo>
                <a:cubicBezTo>
                  <a:pt x="68" y="62"/>
                  <a:pt x="141" y="85"/>
                  <a:pt x="152" y="98"/>
                </a:cubicBezTo>
                <a:cubicBezTo>
                  <a:pt x="163" y="111"/>
                  <a:pt x="125" y="170"/>
                  <a:pt x="109" y="163"/>
                </a:cubicBezTo>
                <a:cubicBezTo>
                  <a:pt x="93" y="156"/>
                  <a:pt x="43" y="81"/>
                  <a:pt x="54" y="54"/>
                </a:cubicBezTo>
                <a:cubicBezTo>
                  <a:pt x="65" y="27"/>
                  <a:pt x="119" y="13"/>
                  <a:pt x="174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2" name="Text Box 53">
            <a:extLst>
              <a:ext uri="{FF2B5EF4-FFF2-40B4-BE49-F238E27FC236}">
                <a16:creationId xmlns:a16="http://schemas.microsoft.com/office/drawing/2014/main" id="{F9016281-7EEB-1741-8C40-69FF5D314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138" y="1076325"/>
            <a:ext cx="839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NOOP!</a:t>
            </a:r>
          </a:p>
        </p:txBody>
      </p:sp>
      <p:sp>
        <p:nvSpPr>
          <p:cNvPr id="38966" name="Rectangle 54">
            <a:extLst>
              <a:ext uri="{FF2B5EF4-FFF2-40B4-BE49-F238E27FC236}">
                <a16:creationId xmlns:a16="http://schemas.microsoft.com/office/drawing/2014/main" id="{3E516035-FB36-534C-9087-CFDC6BF70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5213350"/>
            <a:ext cx="52705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0000"/>
              </a:spcBef>
              <a:buSzPct val="100000"/>
              <a:buFont typeface="Times New Roman" panose="02020603050405020304" pitchFamily="18" charset="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lnSpc>
                <a:spcPct val="85000"/>
              </a:lnSpc>
              <a:spcBef>
                <a:spcPct val="40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lnSpc>
                <a:spcPct val="85000"/>
              </a:lnSpc>
              <a:spcBef>
                <a:spcPct val="40000"/>
              </a:spcBef>
              <a:buSzPct val="100000"/>
              <a:buChar char="-"/>
              <a:defRPr b="1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5000"/>
              </a:lnSpc>
              <a:spcBef>
                <a:spcPct val="100000"/>
              </a:spcBef>
              <a:buFontTx/>
              <a:buChar char="°"/>
            </a:pPr>
            <a:r>
              <a:rPr lang="en-US" altLang="zh-CN" sz="2000">
                <a:solidFill>
                  <a:srgbClr val="CC0000"/>
                </a:solidFill>
                <a:ea typeface="宋体" panose="02010600030101010101" pitchFamily="2" charset="-122"/>
              </a:rPr>
              <a:t>Wr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加一个空写阶段，使流水线更规整！</a:t>
            </a:r>
          </a:p>
        </p:txBody>
      </p:sp>
      <p:sp>
        <p:nvSpPr>
          <p:cNvPr id="29704" name="Rectangle 56">
            <a:extLst>
              <a:ext uri="{FF2B5EF4-FFF2-40B4-BE49-F238E27FC236}">
                <a16:creationId xmlns:a16="http://schemas.microsoft.com/office/drawing/2014/main" id="{B7C4011C-EE0B-224C-B58A-4E2644E1D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063" y="1727200"/>
            <a:ext cx="828675" cy="3190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71" name="Rectangle 59">
            <a:extLst>
              <a:ext uri="{FF2B5EF4-FFF2-40B4-BE49-F238E27FC236}">
                <a16:creationId xmlns:a16="http://schemas.microsoft.com/office/drawing/2014/main" id="{61FC8750-AA4E-7C49-B36F-AC04AD9E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3" y="2092325"/>
            <a:ext cx="33686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与多周期通路有什么不同？</a:t>
            </a:r>
          </a:p>
        </p:txBody>
      </p:sp>
      <p:sp>
        <p:nvSpPr>
          <p:cNvPr id="38972" name="Rectangle 60">
            <a:extLst>
              <a:ext uri="{FF2B5EF4-FFF2-40B4-BE49-F238E27FC236}">
                <a16:creationId xmlns:a16="http://schemas.microsoft.com/office/drawing/2014/main" id="{4FDCCFCD-82C7-F749-8B1A-008386BF7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163888"/>
            <a:ext cx="327977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多周期通路中，在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Reg/Dec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阶段</a:t>
            </a:r>
            <a:r>
              <a:rPr lang="zh-CN" altLang="en-US" sz="20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投机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进行了转移地址的计算！可以减少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Branch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指令的时钟数</a:t>
            </a:r>
            <a:endParaRPr lang="zh-CN" altLang="en-US" sz="20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8973" name="Text Box 61">
            <a:extLst>
              <a:ext uri="{FF2B5EF4-FFF2-40B4-BE49-F238E27FC236}">
                <a16:creationId xmlns:a16="http://schemas.microsoft.com/office/drawing/2014/main" id="{67952EBB-0522-5A47-A674-9BB0DB065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550" y="4710113"/>
            <a:ext cx="4578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为什么流水线中不进行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000">
                <a:ea typeface="黑体" panose="02010609060101010101" pitchFamily="49" charset="-122"/>
              </a:rPr>
              <a:t>投机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000">
                <a:ea typeface="黑体" panose="02010609060101010101" pitchFamily="49" charset="-122"/>
              </a:rPr>
              <a:t>计算？</a:t>
            </a:r>
          </a:p>
        </p:txBody>
      </p:sp>
      <p:sp>
        <p:nvSpPr>
          <p:cNvPr id="38974" name="Text Box 62">
            <a:extLst>
              <a:ext uri="{FF2B5EF4-FFF2-40B4-BE49-F238E27FC236}">
                <a16:creationId xmlns:a16="http://schemas.microsoft.com/office/drawing/2014/main" id="{FFB856BB-FB86-CE41-B274-5EBF2E586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800" y="5176838"/>
            <a:ext cx="32797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因为流水线中所有指令的执行阶段一样多，</a:t>
            </a:r>
            <a:r>
              <a:rPr lang="en-US" altLang="zh-CN" sz="20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Branch</a:t>
            </a:r>
            <a:r>
              <a:rPr lang="zh-CN" altLang="en-US" sz="20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指令无需节省时钟，因为有比它更复杂的指令。</a:t>
            </a:r>
          </a:p>
        </p:txBody>
      </p:sp>
      <p:sp>
        <p:nvSpPr>
          <p:cNvPr id="38975" name="Text Box 63">
            <a:extLst>
              <a:ext uri="{FF2B5EF4-FFF2-40B4-BE49-F238E27FC236}">
                <a16:creationId xmlns:a16="http://schemas.microsoft.com/office/drawing/2014/main" id="{B518311A-2124-6A47-9F38-7EE641308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5637213"/>
            <a:ext cx="48021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按照上述方式，把所有指令都按照最复杂的“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load”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指令所需的五个阶段来划分，不需要的阶段加一个“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NOP”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66" grpId="0" autoUpdateAnimBg="0"/>
      <p:bldP spid="38971" grpId="0"/>
      <p:bldP spid="38972" grpId="0"/>
      <p:bldP spid="38973" grpId="0"/>
      <p:bldP spid="38974" grpId="0"/>
      <p:bldP spid="3897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12FC2A3-A011-B74C-B5D2-D6D39A61B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98438"/>
            <a:ext cx="7396163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Pipelined Datapath</a:t>
            </a:r>
            <a:r>
              <a:rPr lang="zh-CN" altLang="en-US">
                <a:ea typeface="宋体" panose="02010600030101010101" pitchFamily="2" charset="-122"/>
              </a:rPr>
              <a:t>（五阶段流水线数据通路）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00E3EBF-03EB-BD40-ADC8-C727062B3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517900"/>
            <a:ext cx="288925" cy="2305050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5C2DC94C-119E-EF48-84A5-2E1F341AD2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04963" y="4600575"/>
            <a:ext cx="1492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85622F8E-1D63-E44A-8797-84DBE5AD1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73DD30A5-2152-4148-9C3F-BD4BF7C03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3517900"/>
            <a:ext cx="288925" cy="2305050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C944831A-8FE8-1F4B-BCA2-43BB2300713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03600" y="4603750"/>
            <a:ext cx="1558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ID/Ex Register</a:t>
            </a: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1A37DDD4-D6BD-2B4F-BAFD-7B1E0E6BD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517900"/>
            <a:ext cx="288925" cy="2305050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53" name="Rectangle 9">
            <a:extLst>
              <a:ext uri="{FF2B5EF4-FFF2-40B4-BE49-F238E27FC236}">
                <a16:creationId xmlns:a16="http://schemas.microsoft.com/office/drawing/2014/main" id="{9E0C604E-69ED-E14B-AFEF-48DF1820BAF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03813" y="4600575"/>
            <a:ext cx="1812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379A4151-7202-854B-99C0-42446DD2D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3517900"/>
            <a:ext cx="288925" cy="2305050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55CE2FB7-FA50-244B-AA20-96812DD7CB2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96907" y="4599781"/>
            <a:ext cx="1836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1756" name="Rectangle 12">
            <a:extLst>
              <a:ext uri="{FF2B5EF4-FFF2-40B4-BE49-F238E27FC236}">
                <a16:creationId xmlns:a16="http://schemas.microsoft.com/office/drawing/2014/main" id="{9C2F9586-9529-0644-9ABC-6230C4FC1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5179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57" name="Rectangle 13">
            <a:extLst>
              <a:ext uri="{FF2B5EF4-FFF2-40B4-BE49-F238E27FC236}">
                <a16:creationId xmlns:a16="http://schemas.microsoft.com/office/drawing/2014/main" id="{236369E0-EED4-5441-8FE9-9C43D40E9F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6106" y="3677444"/>
            <a:ext cx="461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31758" name="Rectangle 14">
            <a:extLst>
              <a:ext uri="{FF2B5EF4-FFF2-40B4-BE49-F238E27FC236}">
                <a16:creationId xmlns:a16="http://schemas.microsoft.com/office/drawing/2014/main" id="{FE993F9E-851C-9246-98CD-51FD3E492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975100"/>
            <a:ext cx="622300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59" name="Rectangle 15">
            <a:extLst>
              <a:ext uri="{FF2B5EF4-FFF2-40B4-BE49-F238E27FC236}">
                <a16:creationId xmlns:a16="http://schemas.microsoft.com/office/drawing/2014/main" id="{CC9BF3E0-2738-344B-A005-1A6D1F691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983038"/>
            <a:ext cx="6953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31760" name="Rectangle 16">
            <a:extLst>
              <a:ext uri="{FF2B5EF4-FFF2-40B4-BE49-F238E27FC236}">
                <a16:creationId xmlns:a16="http://schemas.microsoft.com/office/drawing/2014/main" id="{859248A5-6278-FF45-A3D8-E6C348D7A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748213"/>
            <a:ext cx="4778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31761" name="Rectangle 17">
            <a:extLst>
              <a:ext uri="{FF2B5EF4-FFF2-40B4-BE49-F238E27FC236}">
                <a16:creationId xmlns:a16="http://schemas.microsoft.com/office/drawing/2014/main" id="{CF2048F2-AB05-E44A-A1C5-EA383864E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49641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1762" name="Rectangle 18">
            <a:extLst>
              <a:ext uri="{FF2B5EF4-FFF2-40B4-BE49-F238E27FC236}">
                <a16:creationId xmlns:a16="http://schemas.microsoft.com/office/drawing/2014/main" id="{7D22B240-A985-EB48-8CE3-ADA39BD94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25" y="4519613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1763" name="Rectangle 19">
            <a:extLst>
              <a:ext uri="{FF2B5EF4-FFF2-40B4-BE49-F238E27FC236}">
                <a16:creationId xmlns:a16="http://schemas.microsoft.com/office/drawing/2014/main" id="{B368A4B6-484B-2D45-84A6-7B3700491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45196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31764" name="Rectangle 20">
            <a:extLst>
              <a:ext uri="{FF2B5EF4-FFF2-40B4-BE49-F238E27FC236}">
                <a16:creationId xmlns:a16="http://schemas.microsoft.com/office/drawing/2014/main" id="{236655D2-4F49-F746-A837-996089538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35179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65" name="Rectangle 21">
            <a:extLst>
              <a:ext uri="{FF2B5EF4-FFF2-40B4-BE49-F238E27FC236}">
                <a16:creationId xmlns:a16="http://schemas.microsoft.com/office/drawing/2014/main" id="{05DA767B-EC0A-0945-80E2-EF42852487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45902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31766" name="Rectangle 22">
            <a:extLst>
              <a:ext uri="{FF2B5EF4-FFF2-40B4-BE49-F238E27FC236}">
                <a16:creationId xmlns:a16="http://schemas.microsoft.com/office/drawing/2014/main" id="{5FCA5CE8-0771-7B49-8C00-8BED8EDEA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13861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1767" name="Rectangle 23">
            <a:extLst>
              <a:ext uri="{FF2B5EF4-FFF2-40B4-BE49-F238E27FC236}">
                <a16:creationId xmlns:a16="http://schemas.microsoft.com/office/drawing/2014/main" id="{B7A97345-525D-6F4E-8502-BCA7979A4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281613"/>
            <a:ext cx="230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31768" name="Rectangle 24">
            <a:extLst>
              <a:ext uri="{FF2B5EF4-FFF2-40B4-BE49-F238E27FC236}">
                <a16:creationId xmlns:a16="http://schemas.microsoft.com/office/drawing/2014/main" id="{190FD67D-07B0-D94E-B218-7FAFF334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40513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69" name="Rectangle 25">
            <a:extLst>
              <a:ext uri="{FF2B5EF4-FFF2-40B4-BE49-F238E27FC236}">
                <a16:creationId xmlns:a16="http://schemas.microsoft.com/office/drawing/2014/main" id="{B76117C5-0FFF-C14E-A859-51B10F063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81488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31770" name="Rectangle 26">
            <a:extLst>
              <a:ext uri="{FF2B5EF4-FFF2-40B4-BE49-F238E27FC236}">
                <a16:creationId xmlns:a16="http://schemas.microsoft.com/office/drawing/2014/main" id="{712CB970-84CE-174E-99F9-5720E9432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504666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1771" name="Rectangle 27">
            <a:extLst>
              <a:ext uri="{FF2B5EF4-FFF2-40B4-BE49-F238E27FC236}">
                <a16:creationId xmlns:a16="http://schemas.microsoft.com/office/drawing/2014/main" id="{4F68FF46-A544-DC46-AB13-9CAC35B9C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4192588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1772" name="Rectangle 28">
            <a:extLst>
              <a:ext uri="{FF2B5EF4-FFF2-40B4-BE49-F238E27FC236}">
                <a16:creationId xmlns:a16="http://schemas.microsoft.com/office/drawing/2014/main" id="{40EC1FE6-4E30-014E-9C89-96D7B8C2D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45227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31773" name="Rectangle 29">
            <a:extLst>
              <a:ext uri="{FF2B5EF4-FFF2-40B4-BE49-F238E27FC236}">
                <a16:creationId xmlns:a16="http://schemas.microsoft.com/office/drawing/2014/main" id="{CE10B6BC-630A-6B4E-BC9E-3131C89A6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5070475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31774" name="Line 30">
            <a:extLst>
              <a:ext uri="{FF2B5EF4-FFF2-40B4-BE49-F238E27FC236}">
                <a16:creationId xmlns:a16="http://schemas.microsoft.com/office/drawing/2014/main" id="{6F4209B8-46C8-2343-B257-6A95E1F26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245100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5" name="Rectangle 31">
            <a:extLst>
              <a:ext uri="{FF2B5EF4-FFF2-40B4-BE49-F238E27FC236}">
                <a16:creationId xmlns:a16="http://schemas.microsoft.com/office/drawing/2014/main" id="{2C6A559A-8F1A-4E4D-BD70-D19E569DC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6113463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31776" name="Rectangle 32">
            <a:extLst>
              <a:ext uri="{FF2B5EF4-FFF2-40B4-BE49-F238E27FC236}">
                <a16:creationId xmlns:a16="http://schemas.microsoft.com/office/drawing/2014/main" id="{7C21FA22-5321-B84E-976E-3B00938C2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2379663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31777" name="Line 33">
            <a:extLst>
              <a:ext uri="{FF2B5EF4-FFF2-40B4-BE49-F238E27FC236}">
                <a16:creationId xmlns:a16="http://schemas.microsoft.com/office/drawing/2014/main" id="{AEB72A3F-F9F3-4D49-A5BB-5FB58986F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01650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8" name="Rectangle 34">
            <a:extLst>
              <a:ext uri="{FF2B5EF4-FFF2-40B4-BE49-F238E27FC236}">
                <a16:creationId xmlns:a16="http://schemas.microsoft.com/office/drawing/2014/main" id="{CE95E488-A70E-A44F-B7A3-4DBBE2C3B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236220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31779" name="Line 35">
            <a:extLst>
              <a:ext uri="{FF2B5EF4-FFF2-40B4-BE49-F238E27FC236}">
                <a16:creationId xmlns:a16="http://schemas.microsoft.com/office/drawing/2014/main" id="{511E6374-AEE6-F145-BBED-01CBDA392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648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80" name="Rectangle 36">
            <a:extLst>
              <a:ext uri="{FF2B5EF4-FFF2-40B4-BE49-F238E27FC236}">
                <a16:creationId xmlns:a16="http://schemas.microsoft.com/office/drawing/2014/main" id="{7493ECAB-107E-CD46-98DF-E85B3B94A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5100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31781" name="Rectangle 37">
            <a:extLst>
              <a:ext uri="{FF2B5EF4-FFF2-40B4-BE49-F238E27FC236}">
                <a16:creationId xmlns:a16="http://schemas.microsoft.com/office/drawing/2014/main" id="{A4DEC526-4551-C24A-BDCD-4E7B8346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5179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82" name="Rectangle 38">
            <a:extLst>
              <a:ext uri="{FF2B5EF4-FFF2-40B4-BE49-F238E27FC236}">
                <a16:creationId xmlns:a16="http://schemas.microsoft.com/office/drawing/2014/main" id="{BF3D3C07-03B2-5843-BCD3-1B4F74E22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40401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31783" name="Rectangle 39">
            <a:extLst>
              <a:ext uri="{FF2B5EF4-FFF2-40B4-BE49-F238E27FC236}">
                <a16:creationId xmlns:a16="http://schemas.microsoft.com/office/drawing/2014/main" id="{C8365885-A8C3-6647-8887-3518557D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238" y="42941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31784" name="Line 40">
            <a:extLst>
              <a:ext uri="{FF2B5EF4-FFF2-40B4-BE49-F238E27FC236}">
                <a16:creationId xmlns:a16="http://schemas.microsoft.com/office/drawing/2014/main" id="{26167312-1053-1E49-9CB8-732189C90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6924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85" name="Rectangle 41">
            <a:extLst>
              <a:ext uri="{FF2B5EF4-FFF2-40B4-BE49-F238E27FC236}">
                <a16:creationId xmlns:a16="http://schemas.microsoft.com/office/drawing/2014/main" id="{3829C067-CFD4-2244-AB5E-1B846D8B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2350" y="37893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31786" name="Line 42">
            <a:extLst>
              <a:ext uri="{FF2B5EF4-FFF2-40B4-BE49-F238E27FC236}">
                <a16:creationId xmlns:a16="http://schemas.microsoft.com/office/drawing/2014/main" id="{6DDDF07C-BCFC-E34B-BB34-066BF844E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6924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87" name="Rectangle 43">
            <a:extLst>
              <a:ext uri="{FF2B5EF4-FFF2-40B4-BE49-F238E27FC236}">
                <a16:creationId xmlns:a16="http://schemas.microsoft.com/office/drawing/2014/main" id="{DFC1D3FB-F046-254B-AAB8-0D2BFA2CF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23622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31788" name="Rectangle 44">
            <a:extLst>
              <a:ext uri="{FF2B5EF4-FFF2-40B4-BE49-F238E27FC236}">
                <a16:creationId xmlns:a16="http://schemas.microsoft.com/office/drawing/2014/main" id="{50DA3DC6-DB50-C14C-AC05-FD7AB2809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6096000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31789" name="Line 45">
            <a:extLst>
              <a:ext uri="{FF2B5EF4-FFF2-40B4-BE49-F238E27FC236}">
                <a16:creationId xmlns:a16="http://schemas.microsoft.com/office/drawing/2014/main" id="{BFBEDB12-2E28-9F4D-B906-6D6169B00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191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0" name="Line 46">
            <a:extLst>
              <a:ext uri="{FF2B5EF4-FFF2-40B4-BE49-F238E27FC236}">
                <a16:creationId xmlns:a16="http://schemas.microsoft.com/office/drawing/2014/main" id="{83901AC5-BF35-394F-8E34-7534D6F48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9624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1" name="Line 47">
            <a:extLst>
              <a:ext uri="{FF2B5EF4-FFF2-40B4-BE49-F238E27FC236}">
                <a16:creationId xmlns:a16="http://schemas.microsoft.com/office/drawing/2014/main" id="{53731E1B-FE76-D244-8E6F-D756302DB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4958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2" name="Line 48">
            <a:extLst>
              <a:ext uri="{FF2B5EF4-FFF2-40B4-BE49-F238E27FC236}">
                <a16:creationId xmlns:a16="http://schemas.microsoft.com/office/drawing/2014/main" id="{3ECF1485-58D3-AB46-988B-EDDC5555B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1910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3" name="Line 49">
            <a:extLst>
              <a:ext uri="{FF2B5EF4-FFF2-40B4-BE49-F238E27FC236}">
                <a16:creationId xmlns:a16="http://schemas.microsoft.com/office/drawing/2014/main" id="{C8BEC0A6-26D9-3149-96C1-473E07C9E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495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4" name="Line 50">
            <a:extLst>
              <a:ext uri="{FF2B5EF4-FFF2-40B4-BE49-F238E27FC236}">
                <a16:creationId xmlns:a16="http://schemas.microsoft.com/office/drawing/2014/main" id="{8B389DE9-A260-FE44-A747-70CEAB306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343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5" name="Line 51">
            <a:extLst>
              <a:ext uri="{FF2B5EF4-FFF2-40B4-BE49-F238E27FC236}">
                <a16:creationId xmlns:a16="http://schemas.microsoft.com/office/drawing/2014/main" id="{891CCEF3-9612-6245-8DE8-F6FBDE924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648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6" name="Line 52">
            <a:extLst>
              <a:ext uri="{FF2B5EF4-FFF2-40B4-BE49-F238E27FC236}">
                <a16:creationId xmlns:a16="http://schemas.microsoft.com/office/drawing/2014/main" id="{AD554E5C-8669-B446-913C-473CCADB9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6482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7" name="Line 53">
            <a:extLst>
              <a:ext uri="{FF2B5EF4-FFF2-40B4-BE49-F238E27FC236}">
                <a16:creationId xmlns:a16="http://schemas.microsoft.com/office/drawing/2014/main" id="{EC0C5EA2-A534-C44A-BA21-9B48825DB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5085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8" name="Line 54">
            <a:extLst>
              <a:ext uri="{FF2B5EF4-FFF2-40B4-BE49-F238E27FC236}">
                <a16:creationId xmlns:a16="http://schemas.microsoft.com/office/drawing/2014/main" id="{49F7E309-79FC-D54B-8B7A-E8737E68E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5181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9" name="Line 55">
            <a:extLst>
              <a:ext uri="{FF2B5EF4-FFF2-40B4-BE49-F238E27FC236}">
                <a16:creationId xmlns:a16="http://schemas.microsoft.com/office/drawing/2014/main" id="{291457F1-4C7A-634C-BD75-F1F775F405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181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0" name="Line 56">
            <a:extLst>
              <a:ext uri="{FF2B5EF4-FFF2-40B4-BE49-F238E27FC236}">
                <a16:creationId xmlns:a16="http://schemas.microsoft.com/office/drawing/2014/main" id="{00D70A9A-B630-9E4E-B9AF-401198DF0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876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1" name="Line 57">
            <a:extLst>
              <a:ext uri="{FF2B5EF4-FFF2-40B4-BE49-F238E27FC236}">
                <a16:creationId xmlns:a16="http://schemas.microsoft.com/office/drawing/2014/main" id="{4BFBF4FB-1A62-714A-9E1E-81C89194A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6609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2" name="Line 58">
            <a:extLst>
              <a:ext uri="{FF2B5EF4-FFF2-40B4-BE49-F238E27FC236}">
                <a16:creationId xmlns:a16="http://schemas.microsoft.com/office/drawing/2014/main" id="{6429239B-CFF7-D449-9FD3-85AB8AB9E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724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3" name="Line 59">
            <a:extLst>
              <a:ext uri="{FF2B5EF4-FFF2-40B4-BE49-F238E27FC236}">
                <a16:creationId xmlns:a16="http://schemas.microsoft.com/office/drawing/2014/main" id="{4F230A99-6FB7-A844-8238-B5DB4EED5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334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804" name="Group 67">
            <a:extLst>
              <a:ext uri="{FF2B5EF4-FFF2-40B4-BE49-F238E27FC236}">
                <a16:creationId xmlns:a16="http://schemas.microsoft.com/office/drawing/2014/main" id="{C9863949-BDBC-824A-ACE8-7793F52006A2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4584700"/>
            <a:ext cx="333375" cy="946150"/>
            <a:chOff x="5290" y="2888"/>
            <a:chExt cx="210" cy="596"/>
          </a:xfrm>
        </p:grpSpPr>
        <p:sp>
          <p:nvSpPr>
            <p:cNvPr id="31949" name="Line 60">
              <a:extLst>
                <a:ext uri="{FF2B5EF4-FFF2-40B4-BE49-F238E27FC236}">
                  <a16:creationId xmlns:a16="http://schemas.microsoft.com/office/drawing/2014/main" id="{91D84466-6D9E-E84A-AF98-1FB60838B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8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0" name="Line 61">
              <a:extLst>
                <a:ext uri="{FF2B5EF4-FFF2-40B4-BE49-F238E27FC236}">
                  <a16:creationId xmlns:a16="http://schemas.microsoft.com/office/drawing/2014/main" id="{9C47638F-0735-C543-9C6F-F35593564B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8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1" name="Line 62">
              <a:extLst>
                <a:ext uri="{FF2B5EF4-FFF2-40B4-BE49-F238E27FC236}">
                  <a16:creationId xmlns:a16="http://schemas.microsoft.com/office/drawing/2014/main" id="{3405C26F-5EC6-A542-8ADB-63A8153DF3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3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2" name="Line 63">
              <a:extLst>
                <a:ext uri="{FF2B5EF4-FFF2-40B4-BE49-F238E27FC236}">
                  <a16:creationId xmlns:a16="http://schemas.microsoft.com/office/drawing/2014/main" id="{3D28579D-0E17-0348-AA54-E50CBD5C7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3" name="Rectangle 64">
              <a:extLst>
                <a:ext uri="{FF2B5EF4-FFF2-40B4-BE49-F238E27FC236}">
                  <a16:creationId xmlns:a16="http://schemas.microsoft.com/office/drawing/2014/main" id="{4F66309F-86A5-5846-A2B7-02A9EC7FA3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30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31954" name="Rectangle 65">
              <a:extLst>
                <a:ext uri="{FF2B5EF4-FFF2-40B4-BE49-F238E27FC236}">
                  <a16:creationId xmlns:a16="http://schemas.microsoft.com/office/drawing/2014/main" id="{CB33E51D-1218-AE48-B90D-7B607DD1B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9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1955" name="Rectangle 66">
              <a:extLst>
                <a:ext uri="{FF2B5EF4-FFF2-40B4-BE49-F238E27FC236}">
                  <a16:creationId xmlns:a16="http://schemas.microsoft.com/office/drawing/2014/main" id="{29F953BC-11D4-4440-840A-27A36717A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2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31805" name="Line 68">
            <a:extLst>
              <a:ext uri="{FF2B5EF4-FFF2-40B4-BE49-F238E27FC236}">
                <a16:creationId xmlns:a16="http://schemas.microsoft.com/office/drawing/2014/main" id="{4B12C5DB-46D6-D44D-854F-31BA67880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724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6" name="Line 69">
            <a:extLst>
              <a:ext uri="{FF2B5EF4-FFF2-40B4-BE49-F238E27FC236}">
                <a16:creationId xmlns:a16="http://schemas.microsoft.com/office/drawing/2014/main" id="{7028EAC5-65AD-674B-88FE-0B70C28C4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334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7" name="Line 70">
            <a:extLst>
              <a:ext uri="{FF2B5EF4-FFF2-40B4-BE49-F238E27FC236}">
                <a16:creationId xmlns:a16="http://schemas.microsoft.com/office/drawing/2014/main" id="{B8617269-0E9D-B548-8212-EF138257A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717800"/>
            <a:ext cx="0" cy="1346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8" name="Line 71">
            <a:extLst>
              <a:ext uri="{FF2B5EF4-FFF2-40B4-BE49-F238E27FC236}">
                <a16:creationId xmlns:a16="http://schemas.microsoft.com/office/drawing/2014/main" id="{55B11CFE-0FE7-564B-96FE-0576CA53E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3962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09" name="Line 72">
            <a:extLst>
              <a:ext uri="{FF2B5EF4-FFF2-40B4-BE49-F238E27FC236}">
                <a16:creationId xmlns:a16="http://schemas.microsoft.com/office/drawing/2014/main" id="{F49BA3C3-5E88-D047-BFBA-747E4DDEB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715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10" name="Line 73">
            <a:extLst>
              <a:ext uri="{FF2B5EF4-FFF2-40B4-BE49-F238E27FC236}">
                <a16:creationId xmlns:a16="http://schemas.microsoft.com/office/drawing/2014/main" id="{BD50F9DD-39AE-E544-9B17-869612FDD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4102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11" name="Line 74">
            <a:extLst>
              <a:ext uri="{FF2B5EF4-FFF2-40B4-BE49-F238E27FC236}">
                <a16:creationId xmlns:a16="http://schemas.microsoft.com/office/drawing/2014/main" id="{485070CA-174C-E646-B680-2EBCDD742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657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12" name="Line 75">
            <a:extLst>
              <a:ext uri="{FF2B5EF4-FFF2-40B4-BE49-F238E27FC236}">
                <a16:creationId xmlns:a16="http://schemas.microsoft.com/office/drawing/2014/main" id="{60A0D38F-2F68-2341-BF7A-BD3B41D89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5562600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13" name="Line 76">
            <a:extLst>
              <a:ext uri="{FF2B5EF4-FFF2-40B4-BE49-F238E27FC236}">
                <a16:creationId xmlns:a16="http://schemas.microsoft.com/office/drawing/2014/main" id="{0A100646-2388-A045-887C-E025B0EFC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4610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14" name="Rectangle 77">
            <a:extLst>
              <a:ext uri="{FF2B5EF4-FFF2-40B4-BE49-F238E27FC236}">
                <a16:creationId xmlns:a16="http://schemas.microsoft.com/office/drawing/2014/main" id="{3DABC5B3-8DF0-E14D-8A93-67343D044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6113463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31815" name="Group 82">
            <a:extLst>
              <a:ext uri="{FF2B5EF4-FFF2-40B4-BE49-F238E27FC236}">
                <a16:creationId xmlns:a16="http://schemas.microsoft.com/office/drawing/2014/main" id="{69B03E69-65B5-AB40-A35B-5A31A2BA7398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270500"/>
            <a:ext cx="228600" cy="533400"/>
            <a:chOff x="2880" y="3320"/>
            <a:chExt cx="144" cy="336"/>
          </a:xfrm>
        </p:grpSpPr>
        <p:sp>
          <p:nvSpPr>
            <p:cNvPr id="31945" name="Line 78">
              <a:extLst>
                <a:ext uri="{FF2B5EF4-FFF2-40B4-BE49-F238E27FC236}">
                  <a16:creationId xmlns:a16="http://schemas.microsoft.com/office/drawing/2014/main" id="{B584CD59-5CC2-7E40-A6DD-5322F5908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2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46" name="Line 79">
              <a:extLst>
                <a:ext uri="{FF2B5EF4-FFF2-40B4-BE49-F238E27FC236}">
                  <a16:creationId xmlns:a16="http://schemas.microsoft.com/office/drawing/2014/main" id="{FAC6B7F7-F34C-5444-808C-6378C267E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320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47" name="Line 80">
              <a:extLst>
                <a:ext uri="{FF2B5EF4-FFF2-40B4-BE49-F238E27FC236}">
                  <a16:creationId xmlns:a16="http://schemas.microsoft.com/office/drawing/2014/main" id="{91DEBD1D-27F4-6349-914E-65CC3B1A1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99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48" name="Line 81">
              <a:extLst>
                <a:ext uri="{FF2B5EF4-FFF2-40B4-BE49-F238E27FC236}">
                  <a16:creationId xmlns:a16="http://schemas.microsoft.com/office/drawing/2014/main" id="{89CEAA57-926A-4945-94A6-3EECCCA7B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5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816" name="Rectangle 83">
            <a:extLst>
              <a:ext uri="{FF2B5EF4-FFF2-40B4-BE49-F238E27FC236}">
                <a16:creationId xmlns:a16="http://schemas.microsoft.com/office/drawing/2014/main" id="{7706FD22-6E79-0440-82D2-A5B1EF1D9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5181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1817" name="Rectangle 84">
            <a:extLst>
              <a:ext uri="{FF2B5EF4-FFF2-40B4-BE49-F238E27FC236}">
                <a16:creationId xmlns:a16="http://schemas.microsoft.com/office/drawing/2014/main" id="{20418A45-A675-DE4F-81D1-3CC8BC564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2292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1818" name="Line 85">
            <a:extLst>
              <a:ext uri="{FF2B5EF4-FFF2-40B4-BE49-F238E27FC236}">
                <a16:creationId xmlns:a16="http://schemas.microsoft.com/office/drawing/2014/main" id="{EF0E8E4D-A392-B54A-89B7-961B6AB4B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039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19" name="Rectangle 86">
            <a:extLst>
              <a:ext uri="{FF2B5EF4-FFF2-40B4-BE49-F238E27FC236}">
                <a16:creationId xmlns:a16="http://schemas.microsoft.com/office/drawing/2014/main" id="{079BBCAF-83D5-D247-8E40-84B108B39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6113463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31820" name="Rectangle 87">
            <a:extLst>
              <a:ext uri="{FF2B5EF4-FFF2-40B4-BE49-F238E27FC236}">
                <a16:creationId xmlns:a16="http://schemas.microsoft.com/office/drawing/2014/main" id="{B26E0B2F-31E2-CF46-A818-98EF7B859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51292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31821" name="Rectangle 88">
            <a:extLst>
              <a:ext uri="{FF2B5EF4-FFF2-40B4-BE49-F238E27FC236}">
                <a16:creationId xmlns:a16="http://schemas.microsoft.com/office/drawing/2014/main" id="{3627610E-B7A1-4E4C-A3BB-37B89C6F8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550" y="54340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31822" name="Rectangle 89">
            <a:extLst>
              <a:ext uri="{FF2B5EF4-FFF2-40B4-BE49-F238E27FC236}">
                <a16:creationId xmlns:a16="http://schemas.microsoft.com/office/drawing/2014/main" id="{8A177094-41FB-F448-B9D1-8242A8CCD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36814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31823" name="Line 90">
            <a:extLst>
              <a:ext uri="{FF2B5EF4-FFF2-40B4-BE49-F238E27FC236}">
                <a16:creationId xmlns:a16="http://schemas.microsoft.com/office/drawing/2014/main" id="{598E69C1-898C-5946-BEF7-015F5458C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54102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24" name="Line 91">
            <a:extLst>
              <a:ext uri="{FF2B5EF4-FFF2-40B4-BE49-F238E27FC236}">
                <a16:creationId xmlns:a16="http://schemas.microsoft.com/office/drawing/2014/main" id="{8CFB730E-D51E-DF41-AE2E-E68D4D63E0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6576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25" name="Rectangle 92">
            <a:extLst>
              <a:ext uri="{FF2B5EF4-FFF2-40B4-BE49-F238E27FC236}">
                <a16:creationId xmlns:a16="http://schemas.microsoft.com/office/drawing/2014/main" id="{E02E620E-3AB7-3A4E-8741-D3DDF9CE9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376613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1826" name="Line 93">
            <a:extLst>
              <a:ext uri="{FF2B5EF4-FFF2-40B4-BE49-F238E27FC236}">
                <a16:creationId xmlns:a16="http://schemas.microsoft.com/office/drawing/2014/main" id="{92F4E4AE-69AA-BA43-ABD9-FB47C1789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6576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27" name="Rectangle 94">
            <a:extLst>
              <a:ext uri="{FF2B5EF4-FFF2-40B4-BE49-F238E27FC236}">
                <a16:creationId xmlns:a16="http://schemas.microsoft.com/office/drawing/2014/main" id="{9E41866A-6326-B549-BD6D-D62FDAB22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3484563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1828" name="Rectangle 95">
            <a:extLst>
              <a:ext uri="{FF2B5EF4-FFF2-40B4-BE49-F238E27FC236}">
                <a16:creationId xmlns:a16="http://schemas.microsoft.com/office/drawing/2014/main" id="{D9693C64-2CF8-BC45-AF5A-91F2DD3A0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788" y="3986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31829" name="Rectangle 96">
            <a:extLst>
              <a:ext uri="{FF2B5EF4-FFF2-40B4-BE49-F238E27FC236}">
                <a16:creationId xmlns:a16="http://schemas.microsoft.com/office/drawing/2014/main" id="{A53DADEE-837D-C249-B14A-7769164BF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46720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31830" name="Line 97">
            <a:extLst>
              <a:ext uri="{FF2B5EF4-FFF2-40B4-BE49-F238E27FC236}">
                <a16:creationId xmlns:a16="http://schemas.microsoft.com/office/drawing/2014/main" id="{3936D178-C25C-694D-906F-A23C189B05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949700"/>
            <a:ext cx="0" cy="177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1" name="Line 98">
            <a:extLst>
              <a:ext uri="{FF2B5EF4-FFF2-40B4-BE49-F238E27FC236}">
                <a16:creationId xmlns:a16="http://schemas.microsoft.com/office/drawing/2014/main" id="{195C6239-BD6A-1945-B09E-86F3899B4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715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2" name="Line 99">
            <a:extLst>
              <a:ext uri="{FF2B5EF4-FFF2-40B4-BE49-F238E27FC236}">
                <a16:creationId xmlns:a16="http://schemas.microsoft.com/office/drawing/2014/main" id="{F9B6CF30-EADF-E74F-906B-DBF80CD3F2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4102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3" name="Line 100">
            <a:extLst>
              <a:ext uri="{FF2B5EF4-FFF2-40B4-BE49-F238E27FC236}">
                <a16:creationId xmlns:a16="http://schemas.microsoft.com/office/drawing/2014/main" id="{9A13B2F9-C6E8-B041-BF93-34620CCCD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5626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4" name="Line 101">
            <a:extLst>
              <a:ext uri="{FF2B5EF4-FFF2-40B4-BE49-F238E27FC236}">
                <a16:creationId xmlns:a16="http://schemas.microsoft.com/office/drawing/2014/main" id="{086FD644-FD9B-0446-BE80-9F7A3788A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562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5" name="Line 102">
            <a:extLst>
              <a:ext uri="{FF2B5EF4-FFF2-40B4-BE49-F238E27FC236}">
                <a16:creationId xmlns:a16="http://schemas.microsoft.com/office/drawing/2014/main" id="{319AD9AB-AC1A-744A-98AC-DF7514DDE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575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6" name="Line 103">
            <a:extLst>
              <a:ext uri="{FF2B5EF4-FFF2-40B4-BE49-F238E27FC236}">
                <a16:creationId xmlns:a16="http://schemas.microsoft.com/office/drawing/2014/main" id="{8792BE04-6351-DD4C-9B0E-CCEFC718B5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7700" y="59436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7" name="Line 104">
            <a:extLst>
              <a:ext uri="{FF2B5EF4-FFF2-40B4-BE49-F238E27FC236}">
                <a16:creationId xmlns:a16="http://schemas.microsoft.com/office/drawing/2014/main" id="{AC279D0A-6281-DC41-935F-D8B903A3EA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53213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8" name="Line 105">
            <a:extLst>
              <a:ext uri="{FF2B5EF4-FFF2-40B4-BE49-F238E27FC236}">
                <a16:creationId xmlns:a16="http://schemas.microsoft.com/office/drawing/2014/main" id="{2234F1B4-73CC-6A40-95AC-5D988F6D2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9500" y="51054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39" name="Line 106">
            <a:extLst>
              <a:ext uri="{FF2B5EF4-FFF2-40B4-BE49-F238E27FC236}">
                <a16:creationId xmlns:a16="http://schemas.microsoft.com/office/drawing/2014/main" id="{1E59FC48-1D84-304E-91F9-D80E2822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1181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0" name="Line 107">
            <a:extLst>
              <a:ext uri="{FF2B5EF4-FFF2-40B4-BE49-F238E27FC236}">
                <a16:creationId xmlns:a16="http://schemas.microsoft.com/office/drawing/2014/main" id="{40CAE062-8110-064E-9BC8-D2F7972560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6096000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1" name="Line 108">
            <a:extLst>
              <a:ext uri="{FF2B5EF4-FFF2-40B4-BE49-F238E27FC236}">
                <a16:creationId xmlns:a16="http://schemas.microsoft.com/office/drawing/2014/main" id="{F66FE9C4-00DB-E64B-AE62-CBF7C75A59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53213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2" name="Line 109">
            <a:extLst>
              <a:ext uri="{FF2B5EF4-FFF2-40B4-BE49-F238E27FC236}">
                <a16:creationId xmlns:a16="http://schemas.microsoft.com/office/drawing/2014/main" id="{20F5DA54-F4A9-1649-9F58-1C9BB8B87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54102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3" name="Line 110">
            <a:extLst>
              <a:ext uri="{FF2B5EF4-FFF2-40B4-BE49-F238E27FC236}">
                <a16:creationId xmlns:a16="http://schemas.microsoft.com/office/drawing/2014/main" id="{731FE031-A111-D243-AB2D-C8674302D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36576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4" name="Rectangle 111">
            <a:extLst>
              <a:ext uri="{FF2B5EF4-FFF2-40B4-BE49-F238E27FC236}">
                <a16:creationId xmlns:a16="http://schemas.microsoft.com/office/drawing/2014/main" id="{3588EEA8-65BB-9241-8D12-CEB4333D09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10469" y="3664744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1845" name="Line 112">
            <a:extLst>
              <a:ext uri="{FF2B5EF4-FFF2-40B4-BE49-F238E27FC236}">
                <a16:creationId xmlns:a16="http://schemas.microsoft.com/office/drawing/2014/main" id="{20DE2EC6-66B2-4049-B850-1C9736FF7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6" name="Line 113">
            <a:extLst>
              <a:ext uri="{FF2B5EF4-FFF2-40B4-BE49-F238E27FC236}">
                <a16:creationId xmlns:a16="http://schemas.microsoft.com/office/drawing/2014/main" id="{F98FF435-05E6-9945-9455-97AD0964B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7" name="Line 114">
            <a:extLst>
              <a:ext uri="{FF2B5EF4-FFF2-40B4-BE49-F238E27FC236}">
                <a16:creationId xmlns:a16="http://schemas.microsoft.com/office/drawing/2014/main" id="{812C4583-D112-D848-907E-429063CAB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6576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8" name="Line 115">
            <a:extLst>
              <a:ext uri="{FF2B5EF4-FFF2-40B4-BE49-F238E27FC236}">
                <a16:creationId xmlns:a16="http://schemas.microsoft.com/office/drawing/2014/main" id="{D48AC3DC-9ADE-9C4E-981F-C4FCD1712B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81000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849" name="Group 121">
            <a:extLst>
              <a:ext uri="{FF2B5EF4-FFF2-40B4-BE49-F238E27FC236}">
                <a16:creationId xmlns:a16="http://schemas.microsoft.com/office/drawing/2014/main" id="{229FCAEF-88B6-D74B-B4C1-89EF34A5A825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581400"/>
            <a:ext cx="395288" cy="306388"/>
            <a:chOff x="4314" y="2256"/>
            <a:chExt cx="249" cy="193"/>
          </a:xfrm>
        </p:grpSpPr>
        <p:sp>
          <p:nvSpPr>
            <p:cNvPr id="31940" name="Arc 116">
              <a:extLst>
                <a:ext uri="{FF2B5EF4-FFF2-40B4-BE49-F238E27FC236}">
                  <a16:creationId xmlns:a16="http://schemas.microsoft.com/office/drawing/2014/main" id="{627101AD-C980-A14C-959B-C400F8951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2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41" name="Arc 117">
              <a:extLst>
                <a:ext uri="{FF2B5EF4-FFF2-40B4-BE49-F238E27FC236}">
                  <a16:creationId xmlns:a16="http://schemas.microsoft.com/office/drawing/2014/main" id="{5F86486A-309B-2A42-A553-CA28ECD9288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3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42" name="Line 118">
              <a:extLst>
                <a:ext uri="{FF2B5EF4-FFF2-40B4-BE49-F238E27FC236}">
                  <a16:creationId xmlns:a16="http://schemas.microsoft.com/office/drawing/2014/main" id="{DF22D94B-3F3B-0945-BB7A-C77665E30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25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43" name="Line 119">
              <a:extLst>
                <a:ext uri="{FF2B5EF4-FFF2-40B4-BE49-F238E27FC236}">
                  <a16:creationId xmlns:a16="http://schemas.microsoft.com/office/drawing/2014/main" id="{0D94D898-FCFC-ED46-86E9-0A9B5645E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44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44" name="Line 120">
              <a:extLst>
                <a:ext uri="{FF2B5EF4-FFF2-40B4-BE49-F238E27FC236}">
                  <a16:creationId xmlns:a16="http://schemas.microsoft.com/office/drawing/2014/main" id="{B7C19EE7-DA27-3345-9886-9A7ED24D9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850" name="Rectangle 122">
            <a:extLst>
              <a:ext uri="{FF2B5EF4-FFF2-40B4-BE49-F238E27FC236}">
                <a16:creationId xmlns:a16="http://schemas.microsoft.com/office/drawing/2014/main" id="{7D9168C8-92FC-514E-B85A-F5C79EF18DD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83300" y="3979863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31851" name="Rectangle 123">
            <a:extLst>
              <a:ext uri="{FF2B5EF4-FFF2-40B4-BE49-F238E27FC236}">
                <a16:creationId xmlns:a16="http://schemas.microsoft.com/office/drawing/2014/main" id="{489EBA62-F012-DB4A-B4BA-964246D279A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23622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31852" name="Line 124">
            <a:extLst>
              <a:ext uri="{FF2B5EF4-FFF2-40B4-BE49-F238E27FC236}">
                <a16:creationId xmlns:a16="http://schemas.microsoft.com/office/drawing/2014/main" id="{795EDB3E-3A20-8644-954F-76AE95E285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797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53" name="Line 125">
            <a:extLst>
              <a:ext uri="{FF2B5EF4-FFF2-40B4-BE49-F238E27FC236}">
                <a16:creationId xmlns:a16="http://schemas.microsoft.com/office/drawing/2014/main" id="{278A20B5-0F7D-2C49-8AAB-11C13D6142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29400" y="2679700"/>
            <a:ext cx="1588" cy="97631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54" name="Line 126">
            <a:extLst>
              <a:ext uri="{FF2B5EF4-FFF2-40B4-BE49-F238E27FC236}">
                <a16:creationId xmlns:a16="http://schemas.microsoft.com/office/drawing/2014/main" id="{F4738644-B62A-024B-B2D9-6407F00D9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2672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55" name="Line 127">
            <a:extLst>
              <a:ext uri="{FF2B5EF4-FFF2-40B4-BE49-F238E27FC236}">
                <a16:creationId xmlns:a16="http://schemas.microsoft.com/office/drawing/2014/main" id="{A1B5200B-C2C4-284C-8933-139ED035F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657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856" name="Group 132">
            <a:extLst>
              <a:ext uri="{FF2B5EF4-FFF2-40B4-BE49-F238E27FC236}">
                <a16:creationId xmlns:a16="http://schemas.microsoft.com/office/drawing/2014/main" id="{C48333DE-B913-F742-8E2D-F6094506B2B0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984500"/>
            <a:ext cx="254000" cy="533400"/>
            <a:chOff x="688" y="1880"/>
            <a:chExt cx="160" cy="336"/>
          </a:xfrm>
        </p:grpSpPr>
        <p:sp>
          <p:nvSpPr>
            <p:cNvPr id="31936" name="Line 128">
              <a:extLst>
                <a:ext uri="{FF2B5EF4-FFF2-40B4-BE49-F238E27FC236}">
                  <a16:creationId xmlns:a16="http://schemas.microsoft.com/office/drawing/2014/main" id="{333CA5B7-0E7F-B24D-A98F-38EFB8C82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37" name="Line 129">
              <a:extLst>
                <a:ext uri="{FF2B5EF4-FFF2-40B4-BE49-F238E27FC236}">
                  <a16:creationId xmlns:a16="http://schemas.microsoft.com/office/drawing/2014/main" id="{4FBA82A2-DA80-EA4C-8409-56F4F6123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38" name="Line 130">
              <a:extLst>
                <a:ext uri="{FF2B5EF4-FFF2-40B4-BE49-F238E27FC236}">
                  <a16:creationId xmlns:a16="http://schemas.microsoft.com/office/drawing/2014/main" id="{1C06C1E3-C613-894C-AC98-B4DC3BFCE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39" name="Line 131">
              <a:extLst>
                <a:ext uri="{FF2B5EF4-FFF2-40B4-BE49-F238E27FC236}">
                  <a16:creationId xmlns:a16="http://schemas.microsoft.com/office/drawing/2014/main" id="{BE5B7BB7-D775-4549-9C8E-926E6F3F6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857" name="Rectangle 133">
            <a:extLst>
              <a:ext uri="{FF2B5EF4-FFF2-40B4-BE49-F238E27FC236}">
                <a16:creationId xmlns:a16="http://schemas.microsoft.com/office/drawing/2014/main" id="{05C91765-8004-0545-A935-25D7685B5F9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3003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1858" name="Rectangle 134">
            <a:extLst>
              <a:ext uri="{FF2B5EF4-FFF2-40B4-BE49-F238E27FC236}">
                <a16:creationId xmlns:a16="http://schemas.microsoft.com/office/drawing/2014/main" id="{3E22CD34-B3CF-5F49-BD30-5267A5D4FC5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3171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1859" name="Line 135">
            <a:extLst>
              <a:ext uri="{FF2B5EF4-FFF2-40B4-BE49-F238E27FC236}">
                <a16:creationId xmlns:a16="http://schemas.microsoft.com/office/drawing/2014/main" id="{288F632B-817E-3941-9CEF-8CA0BD99C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3352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0" name="Line 136">
            <a:extLst>
              <a:ext uri="{FF2B5EF4-FFF2-40B4-BE49-F238E27FC236}">
                <a16:creationId xmlns:a16="http://schemas.microsoft.com/office/drawing/2014/main" id="{F115B2B2-7250-B447-BA16-A75B55770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365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1" name="Oval 137">
            <a:extLst>
              <a:ext uri="{FF2B5EF4-FFF2-40B4-BE49-F238E27FC236}">
                <a16:creationId xmlns:a16="http://schemas.microsoft.com/office/drawing/2014/main" id="{A7FBA774-908D-8741-B50E-4F144FD6C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365500"/>
            <a:ext cx="127000" cy="1270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862" name="Line 138">
            <a:extLst>
              <a:ext uri="{FF2B5EF4-FFF2-40B4-BE49-F238E27FC236}">
                <a16:creationId xmlns:a16="http://schemas.microsoft.com/office/drawing/2014/main" id="{A5B97A16-5152-8446-B65D-76F2B63CF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3" name="Oval 139">
            <a:extLst>
              <a:ext uri="{FF2B5EF4-FFF2-40B4-BE49-F238E27FC236}">
                <a16:creationId xmlns:a16="http://schemas.microsoft.com/office/drawing/2014/main" id="{E4A85115-7C2C-CD4B-850B-1201AF027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864" name="Line 140">
            <a:extLst>
              <a:ext uri="{FF2B5EF4-FFF2-40B4-BE49-F238E27FC236}">
                <a16:creationId xmlns:a16="http://schemas.microsoft.com/office/drawing/2014/main" id="{4649C7C2-A066-3D4A-B05D-8E8991DD38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100" y="31242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5" name="Line 141">
            <a:extLst>
              <a:ext uri="{FF2B5EF4-FFF2-40B4-BE49-F238E27FC236}">
                <a16:creationId xmlns:a16="http://schemas.microsoft.com/office/drawing/2014/main" id="{3AECCF2F-7042-534D-8398-1BF8836EE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6" name="Line 142">
            <a:extLst>
              <a:ext uri="{FF2B5EF4-FFF2-40B4-BE49-F238E27FC236}">
                <a16:creationId xmlns:a16="http://schemas.microsoft.com/office/drawing/2014/main" id="{CEDD8948-40FA-3240-AA6F-DE668E965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136900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7" name="Line 143">
            <a:extLst>
              <a:ext uri="{FF2B5EF4-FFF2-40B4-BE49-F238E27FC236}">
                <a16:creationId xmlns:a16="http://schemas.microsoft.com/office/drawing/2014/main" id="{324EFCDC-4739-8D4D-BC6D-63DB08142F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1242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8" name="Line 144">
            <a:extLst>
              <a:ext uri="{FF2B5EF4-FFF2-40B4-BE49-F238E27FC236}">
                <a16:creationId xmlns:a16="http://schemas.microsoft.com/office/drawing/2014/main" id="{16E606DF-0D9A-CF45-A417-78370A1FBC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31115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69" name="Line 145">
            <a:extLst>
              <a:ext uri="{FF2B5EF4-FFF2-40B4-BE49-F238E27FC236}">
                <a16:creationId xmlns:a16="http://schemas.microsoft.com/office/drawing/2014/main" id="{043FF722-580A-C84F-9B92-F152D3505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733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70" name="Line 146">
            <a:extLst>
              <a:ext uri="{FF2B5EF4-FFF2-40B4-BE49-F238E27FC236}">
                <a16:creationId xmlns:a16="http://schemas.microsoft.com/office/drawing/2014/main" id="{18A2539D-C4E0-9E45-808D-73D0483AD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8194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71" name="Line 147">
            <a:extLst>
              <a:ext uri="{FF2B5EF4-FFF2-40B4-BE49-F238E27FC236}">
                <a16:creationId xmlns:a16="http://schemas.microsoft.com/office/drawing/2014/main" id="{FDE6BE74-0663-D845-A58B-FBCB76F85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8321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72" name="Line 148">
            <a:extLst>
              <a:ext uri="{FF2B5EF4-FFF2-40B4-BE49-F238E27FC236}">
                <a16:creationId xmlns:a16="http://schemas.microsoft.com/office/drawing/2014/main" id="{8A5F3185-16A2-1E4F-A96F-17E289439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832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73" name="Line 149">
            <a:extLst>
              <a:ext uri="{FF2B5EF4-FFF2-40B4-BE49-F238E27FC236}">
                <a16:creationId xmlns:a16="http://schemas.microsoft.com/office/drawing/2014/main" id="{33D9EB28-278F-2B40-A096-A7522A769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74" name="Oval 150">
            <a:extLst>
              <a:ext uri="{FF2B5EF4-FFF2-40B4-BE49-F238E27FC236}">
                <a16:creationId xmlns:a16="http://schemas.microsoft.com/office/drawing/2014/main" id="{C70798BD-282F-9742-9F3B-5346D52EB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3365500"/>
            <a:ext cx="127000" cy="1270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875" name="Line 151">
            <a:extLst>
              <a:ext uri="{FF2B5EF4-FFF2-40B4-BE49-F238E27FC236}">
                <a16:creationId xmlns:a16="http://schemas.microsoft.com/office/drawing/2014/main" id="{F3B4AB44-2AA4-B844-968B-4FC509366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76" name="Oval 152">
            <a:extLst>
              <a:ext uri="{FF2B5EF4-FFF2-40B4-BE49-F238E27FC236}">
                <a16:creationId xmlns:a16="http://schemas.microsoft.com/office/drawing/2014/main" id="{D81BB87A-5E2F-F54F-8896-FD0B97164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365500"/>
            <a:ext cx="127000" cy="1270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877" name="Line 153">
            <a:extLst>
              <a:ext uri="{FF2B5EF4-FFF2-40B4-BE49-F238E27FC236}">
                <a16:creationId xmlns:a16="http://schemas.microsoft.com/office/drawing/2014/main" id="{870BF4CA-0847-E64B-8A45-05B34C24F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78" name="Oval 154">
            <a:extLst>
              <a:ext uri="{FF2B5EF4-FFF2-40B4-BE49-F238E27FC236}">
                <a16:creationId xmlns:a16="http://schemas.microsoft.com/office/drawing/2014/main" id="{9383A206-229F-E74B-9ABA-A52B611B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365500"/>
            <a:ext cx="127000" cy="1270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879" name="Line 156">
            <a:extLst>
              <a:ext uri="{FF2B5EF4-FFF2-40B4-BE49-F238E27FC236}">
                <a16:creationId xmlns:a16="http://schemas.microsoft.com/office/drawing/2014/main" id="{653C8430-8943-D04D-96F1-2795C293FF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435100"/>
            <a:ext cx="0" cy="1625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80" name="Line 157">
            <a:extLst>
              <a:ext uri="{FF2B5EF4-FFF2-40B4-BE49-F238E27FC236}">
                <a16:creationId xmlns:a16="http://schemas.microsoft.com/office/drawing/2014/main" id="{8DDC8F01-963D-7440-810D-CC782A4F73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435100"/>
            <a:ext cx="0" cy="1625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81" name="Line 158">
            <a:extLst>
              <a:ext uri="{FF2B5EF4-FFF2-40B4-BE49-F238E27FC236}">
                <a16:creationId xmlns:a16="http://schemas.microsoft.com/office/drawing/2014/main" id="{EC2A2740-C2F4-514C-93FC-536AE60878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435100"/>
            <a:ext cx="0" cy="1625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82" name="Line 159">
            <a:extLst>
              <a:ext uri="{FF2B5EF4-FFF2-40B4-BE49-F238E27FC236}">
                <a16:creationId xmlns:a16="http://schemas.microsoft.com/office/drawing/2014/main" id="{14DBCBF8-95C8-F940-9D0F-12E185DC4D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435100"/>
            <a:ext cx="0" cy="1625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83" name="Line 160">
            <a:extLst>
              <a:ext uri="{FF2B5EF4-FFF2-40B4-BE49-F238E27FC236}">
                <a16:creationId xmlns:a16="http://schemas.microsoft.com/office/drawing/2014/main" id="{173AE357-B453-E24C-9B17-08C59EE6A9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435100"/>
            <a:ext cx="0" cy="1625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167" name="Group 207">
            <a:extLst>
              <a:ext uri="{FF2B5EF4-FFF2-40B4-BE49-F238E27FC236}">
                <a16:creationId xmlns:a16="http://schemas.microsoft.com/office/drawing/2014/main" id="{4A4C7A63-01E0-C348-942B-16D66BAA2A87}"/>
              </a:ext>
            </a:extLst>
          </p:cNvPr>
          <p:cNvGrpSpPr>
            <a:grpSpLocks/>
          </p:cNvGrpSpPr>
          <p:nvPr/>
        </p:nvGrpSpPr>
        <p:grpSpPr bwMode="auto">
          <a:xfrm>
            <a:off x="290513" y="914400"/>
            <a:ext cx="8475662" cy="1095375"/>
            <a:chOff x="183" y="576"/>
            <a:chExt cx="5339" cy="690"/>
          </a:xfrm>
        </p:grpSpPr>
        <p:sp>
          <p:nvSpPr>
            <p:cNvPr id="31901" name="Line 161">
              <a:extLst>
                <a:ext uri="{FF2B5EF4-FFF2-40B4-BE49-F238E27FC236}">
                  <a16:creationId xmlns:a16="http://schemas.microsoft.com/office/drawing/2014/main" id="{7C5544A9-DDF2-344D-9628-5A63A8717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2" name="Line 162">
              <a:extLst>
                <a:ext uri="{FF2B5EF4-FFF2-40B4-BE49-F238E27FC236}">
                  <a16:creationId xmlns:a16="http://schemas.microsoft.com/office/drawing/2014/main" id="{9B36F8FC-55B2-7A4F-9ADB-FED292328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3" name="Line 163">
              <a:extLst>
                <a:ext uri="{FF2B5EF4-FFF2-40B4-BE49-F238E27FC236}">
                  <a16:creationId xmlns:a16="http://schemas.microsoft.com/office/drawing/2014/main" id="{82B818FC-2067-8743-92D8-B1C5F43DA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4" name="Line 164">
              <a:extLst>
                <a:ext uri="{FF2B5EF4-FFF2-40B4-BE49-F238E27FC236}">
                  <a16:creationId xmlns:a16="http://schemas.microsoft.com/office/drawing/2014/main" id="{57ECEF92-4220-6542-89C8-B99E276E3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5" name="Line 165">
              <a:extLst>
                <a:ext uri="{FF2B5EF4-FFF2-40B4-BE49-F238E27FC236}">
                  <a16:creationId xmlns:a16="http://schemas.microsoft.com/office/drawing/2014/main" id="{61A3C74A-FE9B-7743-AD17-D9E3DEDEA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6" name="Line 166">
              <a:extLst>
                <a:ext uri="{FF2B5EF4-FFF2-40B4-BE49-F238E27FC236}">
                  <a16:creationId xmlns:a16="http://schemas.microsoft.com/office/drawing/2014/main" id="{EE28D32C-AD63-9541-B566-857262526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" y="576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7" name="Line 167">
              <a:extLst>
                <a:ext uri="{FF2B5EF4-FFF2-40B4-BE49-F238E27FC236}">
                  <a16:creationId xmlns:a16="http://schemas.microsoft.com/office/drawing/2014/main" id="{2AC9FCEE-B0DF-5649-BD27-3A1D11AC87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0" y="576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8" name="Line 168">
              <a:extLst>
                <a:ext uri="{FF2B5EF4-FFF2-40B4-BE49-F238E27FC236}">
                  <a16:creationId xmlns:a16="http://schemas.microsoft.com/office/drawing/2014/main" id="{C6FB7CE8-84E7-1645-A127-DEB383A32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09" name="Line 169">
              <a:extLst>
                <a:ext uri="{FF2B5EF4-FFF2-40B4-BE49-F238E27FC236}">
                  <a16:creationId xmlns:a16="http://schemas.microsoft.com/office/drawing/2014/main" id="{E85A07EE-059E-A444-8C9C-DCE15C3DB4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6" y="576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0" name="Line 170">
              <a:extLst>
                <a:ext uri="{FF2B5EF4-FFF2-40B4-BE49-F238E27FC236}">
                  <a16:creationId xmlns:a16="http://schemas.microsoft.com/office/drawing/2014/main" id="{58FEDA25-45DD-3648-A2F6-51437790D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1" name="Line 171">
              <a:extLst>
                <a:ext uri="{FF2B5EF4-FFF2-40B4-BE49-F238E27FC236}">
                  <a16:creationId xmlns:a16="http://schemas.microsoft.com/office/drawing/2014/main" id="{FA6A2DC0-EFFB-E547-AD3E-7EC134FA6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8" y="576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2" name="Line 172">
              <a:extLst>
                <a:ext uri="{FF2B5EF4-FFF2-40B4-BE49-F238E27FC236}">
                  <a16:creationId xmlns:a16="http://schemas.microsoft.com/office/drawing/2014/main" id="{0AEB01B5-1087-BF42-B2B9-8DF0A8EBC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3" name="Line 173">
              <a:extLst>
                <a:ext uri="{FF2B5EF4-FFF2-40B4-BE49-F238E27FC236}">
                  <a16:creationId xmlns:a16="http://schemas.microsoft.com/office/drawing/2014/main" id="{7C814C2D-0B54-4C47-BB45-F710C992A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8" y="576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4" name="Line 174">
              <a:extLst>
                <a:ext uri="{FF2B5EF4-FFF2-40B4-BE49-F238E27FC236}">
                  <a16:creationId xmlns:a16="http://schemas.microsoft.com/office/drawing/2014/main" id="{9CAE4069-5D33-E14B-B169-C3DE2BC5E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58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5" name="Line 175">
              <a:extLst>
                <a:ext uri="{FF2B5EF4-FFF2-40B4-BE49-F238E27FC236}">
                  <a16:creationId xmlns:a16="http://schemas.microsoft.com/office/drawing/2014/main" id="{A42CD502-526D-DD46-A298-4891B851C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0" y="816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6" name="Line 176">
              <a:extLst>
                <a:ext uri="{FF2B5EF4-FFF2-40B4-BE49-F238E27FC236}">
                  <a16:creationId xmlns:a16="http://schemas.microsoft.com/office/drawing/2014/main" id="{561C2931-DE32-4D46-B904-8829F48DA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" y="816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7" name="Line 177">
              <a:extLst>
                <a:ext uri="{FF2B5EF4-FFF2-40B4-BE49-F238E27FC236}">
                  <a16:creationId xmlns:a16="http://schemas.microsoft.com/office/drawing/2014/main" id="{9C45E37D-17B6-424E-9A42-31021F6A6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32" y="816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8" name="Line 178">
              <a:extLst>
                <a:ext uri="{FF2B5EF4-FFF2-40B4-BE49-F238E27FC236}">
                  <a16:creationId xmlns:a16="http://schemas.microsoft.com/office/drawing/2014/main" id="{3AD246CB-ECAD-FF44-8AC7-DB4CE89C4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4" y="816"/>
              <a:ext cx="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19" name="Line 179">
              <a:extLst>
                <a:ext uri="{FF2B5EF4-FFF2-40B4-BE49-F238E27FC236}">
                  <a16:creationId xmlns:a16="http://schemas.microsoft.com/office/drawing/2014/main" id="{DDE15648-53D7-4849-BE49-17B089261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84" y="816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0" name="Rectangle 180">
              <a:extLst>
                <a:ext uri="{FF2B5EF4-FFF2-40B4-BE49-F238E27FC236}">
                  <a16:creationId xmlns:a16="http://schemas.microsoft.com/office/drawing/2014/main" id="{1EAE8C74-7938-FE48-A201-9F2F0E03F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" y="624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31921" name="Line 181">
              <a:extLst>
                <a:ext uri="{FF2B5EF4-FFF2-40B4-BE49-F238E27FC236}">
                  <a16:creationId xmlns:a16="http://schemas.microsoft.com/office/drawing/2014/main" id="{204F19FC-6B57-9845-B5E9-BE55A1A36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9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2" name="Line 182">
              <a:extLst>
                <a:ext uri="{FF2B5EF4-FFF2-40B4-BE49-F238E27FC236}">
                  <a16:creationId xmlns:a16="http://schemas.microsoft.com/office/drawing/2014/main" id="{192548F3-A1E4-4641-AE22-CEC24BB39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008"/>
              <a:ext cx="8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3" name="Line 183">
              <a:extLst>
                <a:ext uri="{FF2B5EF4-FFF2-40B4-BE49-F238E27FC236}">
                  <a16:creationId xmlns:a16="http://schemas.microsoft.com/office/drawing/2014/main" id="{ABB1D348-4E86-A546-84DA-6774CCB1A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9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4" name="Line 184">
              <a:extLst>
                <a:ext uri="{FF2B5EF4-FFF2-40B4-BE49-F238E27FC236}">
                  <a16:creationId xmlns:a16="http://schemas.microsoft.com/office/drawing/2014/main" id="{B040CC44-2A1E-A14E-8E52-F8B1EBF9F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1008"/>
              <a:ext cx="9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5" name="Line 185">
              <a:extLst>
                <a:ext uri="{FF2B5EF4-FFF2-40B4-BE49-F238E27FC236}">
                  <a16:creationId xmlns:a16="http://schemas.microsoft.com/office/drawing/2014/main" id="{05922A7B-200A-914E-A194-ABED4AD5C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6" name="Line 186">
              <a:extLst>
                <a:ext uri="{FF2B5EF4-FFF2-40B4-BE49-F238E27FC236}">
                  <a16:creationId xmlns:a16="http://schemas.microsoft.com/office/drawing/2014/main" id="{84940F85-A842-B049-AD6A-B00876B1B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008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7" name="Line 187">
              <a:extLst>
                <a:ext uri="{FF2B5EF4-FFF2-40B4-BE49-F238E27FC236}">
                  <a16:creationId xmlns:a16="http://schemas.microsoft.com/office/drawing/2014/main" id="{0EEC9F4F-43CE-834F-B2FF-D6C8C4EE1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9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8" name="Line 188">
              <a:extLst>
                <a:ext uri="{FF2B5EF4-FFF2-40B4-BE49-F238E27FC236}">
                  <a16:creationId xmlns:a16="http://schemas.microsoft.com/office/drawing/2014/main" id="{48EA299C-091D-AA4D-894C-80B4C7F0C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1008"/>
              <a:ext cx="1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29" name="Line 189">
              <a:extLst>
                <a:ext uri="{FF2B5EF4-FFF2-40B4-BE49-F238E27FC236}">
                  <a16:creationId xmlns:a16="http://schemas.microsoft.com/office/drawing/2014/main" id="{46F6E24A-5BC9-1D47-86DB-4CCD95AE9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9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30" name="Line 190">
              <a:extLst>
                <a:ext uri="{FF2B5EF4-FFF2-40B4-BE49-F238E27FC236}">
                  <a16:creationId xmlns:a16="http://schemas.microsoft.com/office/drawing/2014/main" id="{C5902548-DA71-504B-9824-995BC646D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6" y="1008"/>
              <a:ext cx="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31" name="Rectangle 191">
              <a:extLst>
                <a:ext uri="{FF2B5EF4-FFF2-40B4-BE49-F238E27FC236}">
                  <a16:creationId xmlns:a16="http://schemas.microsoft.com/office/drawing/2014/main" id="{C4525B33-2B7B-2540-82B1-84D8C2FA5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" y="1056"/>
              <a:ext cx="6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Ifetch (IF)</a:t>
              </a:r>
            </a:p>
          </p:txBody>
        </p:sp>
        <p:sp>
          <p:nvSpPr>
            <p:cNvPr id="31932" name="Rectangle 192">
              <a:extLst>
                <a:ext uri="{FF2B5EF4-FFF2-40B4-BE49-F238E27FC236}">
                  <a16:creationId xmlns:a16="http://schemas.microsoft.com/office/drawing/2014/main" id="{5D3BCA50-CA17-B847-98F7-C4F03D3A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2" y="1056"/>
              <a:ext cx="82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 (ID)</a:t>
              </a:r>
            </a:p>
          </p:txBody>
        </p:sp>
        <p:sp>
          <p:nvSpPr>
            <p:cNvPr id="31933" name="Rectangle 193">
              <a:extLst>
                <a:ext uri="{FF2B5EF4-FFF2-40B4-BE49-F238E27FC236}">
                  <a16:creationId xmlns:a16="http://schemas.microsoft.com/office/drawing/2014/main" id="{06D636DD-8D00-4540-BD54-A23D42EDA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" y="1056"/>
              <a:ext cx="7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 (Ex)</a:t>
              </a:r>
            </a:p>
          </p:txBody>
        </p:sp>
        <p:sp>
          <p:nvSpPr>
            <p:cNvPr id="31934" name="Rectangle 194">
              <a:extLst>
                <a:ext uri="{FF2B5EF4-FFF2-40B4-BE49-F238E27FC236}">
                  <a16:creationId xmlns:a16="http://schemas.microsoft.com/office/drawing/2014/main" id="{7A112498-138C-E14D-A740-0C34FFAC9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1056"/>
              <a:ext cx="3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sp>
          <p:nvSpPr>
            <p:cNvPr id="31935" name="Rectangle 195">
              <a:extLst>
                <a:ext uri="{FF2B5EF4-FFF2-40B4-BE49-F238E27FC236}">
                  <a16:creationId xmlns:a16="http://schemas.microsoft.com/office/drawing/2014/main" id="{CF2D0425-481D-E64E-A22F-F4949CBCE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1056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</p:grpSp>
      <p:grpSp>
        <p:nvGrpSpPr>
          <p:cNvPr id="41168" name="Group 208">
            <a:extLst>
              <a:ext uri="{FF2B5EF4-FFF2-40B4-BE49-F238E27FC236}">
                <a16:creationId xmlns:a16="http://schemas.microsoft.com/office/drawing/2014/main" id="{1085BB65-D7A1-6441-AD14-45DF6EBB0AC3}"/>
              </a:ext>
            </a:extLst>
          </p:cNvPr>
          <p:cNvGrpSpPr>
            <a:grpSpLocks/>
          </p:cNvGrpSpPr>
          <p:nvPr/>
        </p:nvGrpSpPr>
        <p:grpSpPr bwMode="auto">
          <a:xfrm>
            <a:off x="4238625" y="549275"/>
            <a:ext cx="1881188" cy="931863"/>
            <a:chOff x="2670" y="228"/>
            <a:chExt cx="1185" cy="705"/>
          </a:xfrm>
        </p:grpSpPr>
        <p:sp>
          <p:nvSpPr>
            <p:cNvPr id="31899" name="Text Box 201">
              <a:extLst>
                <a:ext uri="{FF2B5EF4-FFF2-40B4-BE49-F238E27FC236}">
                  <a16:creationId xmlns:a16="http://schemas.microsoft.com/office/drawing/2014/main" id="{6EE1153D-A8FA-EC4B-AAB0-20751F7AF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228"/>
              <a:ext cx="113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Clock-to-Q delay</a:t>
              </a:r>
            </a:p>
          </p:txBody>
        </p:sp>
        <p:sp>
          <p:nvSpPr>
            <p:cNvPr id="31900" name="Line 203">
              <a:extLst>
                <a:ext uri="{FF2B5EF4-FFF2-40B4-BE49-F238E27FC236}">
                  <a16:creationId xmlns:a16="http://schemas.microsoft.com/office/drawing/2014/main" id="{65D4F167-CD28-4748-8AEA-49FF137B6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0" y="466"/>
              <a:ext cx="274" cy="467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9" name="Text Box 209">
            <a:extLst>
              <a:ext uri="{FF2B5EF4-FFF2-40B4-BE49-F238E27FC236}">
                <a16:creationId xmlns:a16="http://schemas.microsoft.com/office/drawing/2014/main" id="{2D5D97B5-E593-C74B-B11A-706545193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421438"/>
            <a:ext cx="4716462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下面看每条指令在流水线通路中的执行过程</a:t>
            </a:r>
          </a:p>
        </p:txBody>
      </p:sp>
      <p:sp>
        <p:nvSpPr>
          <p:cNvPr id="41172" name="Rectangle 212">
            <a:extLst>
              <a:ext uri="{FF2B5EF4-FFF2-40B4-BE49-F238E27FC236}">
                <a16:creationId xmlns:a16="http://schemas.microsoft.com/office/drawing/2014/main" id="{0D405015-3E4A-BC47-A433-D0FEF465CD4A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6996906" y="3201195"/>
            <a:ext cx="2860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Wr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阶段没有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DataPath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吗？</a:t>
            </a:r>
          </a:p>
        </p:txBody>
      </p:sp>
      <p:grpSp>
        <p:nvGrpSpPr>
          <p:cNvPr id="41176" name="Group 216">
            <a:extLst>
              <a:ext uri="{FF2B5EF4-FFF2-40B4-BE49-F238E27FC236}">
                <a16:creationId xmlns:a16="http://schemas.microsoft.com/office/drawing/2014/main" id="{6457890D-5BD3-6B4D-AC7B-91E4C560E96E}"/>
              </a:ext>
            </a:extLst>
          </p:cNvPr>
          <p:cNvGrpSpPr>
            <a:grpSpLocks/>
          </p:cNvGrpSpPr>
          <p:nvPr/>
        </p:nvGrpSpPr>
        <p:grpSpPr bwMode="auto">
          <a:xfrm>
            <a:off x="3208338" y="1900238"/>
            <a:ext cx="5075237" cy="531812"/>
            <a:chOff x="2021" y="1197"/>
            <a:chExt cx="3197" cy="335"/>
          </a:xfrm>
        </p:grpSpPr>
        <p:sp>
          <p:nvSpPr>
            <p:cNvPr id="31897" name="Line 196">
              <a:extLst>
                <a:ext uri="{FF2B5EF4-FFF2-40B4-BE49-F238E27FC236}">
                  <a16:creationId xmlns:a16="http://schemas.microsoft.com/office/drawing/2014/main" id="{ED4CBCBC-586B-EE44-9A62-464BA2490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21" y="1369"/>
              <a:ext cx="3197" cy="1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98" name="Text Box 214">
              <a:extLst>
                <a:ext uri="{FF2B5EF4-FFF2-40B4-BE49-F238E27FC236}">
                  <a16:creationId xmlns:a16="http://schemas.microsoft.com/office/drawing/2014/main" id="{5E92F2B1-4F74-8447-B30D-49C98CAFE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" y="1197"/>
              <a:ext cx="112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8000"/>
                  </a:solidFill>
                  <a:ea typeface="宋体" panose="02010600030101010101" pitchFamily="2" charset="-122"/>
                </a:rPr>
                <a:t>有！寄存器写口</a:t>
              </a:r>
            </a:p>
          </p:txBody>
        </p:sp>
      </p:grpSp>
      <p:sp>
        <p:nvSpPr>
          <p:cNvPr id="41177" name="Rectangle 217">
            <a:extLst>
              <a:ext uri="{FF2B5EF4-FFF2-40B4-BE49-F238E27FC236}">
                <a16:creationId xmlns:a16="http://schemas.microsoft.com/office/drawing/2014/main" id="{930E8812-566C-FC42-81FD-B94D0C8C9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65800"/>
            <a:ext cx="2466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为什么需要这些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Reg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？</a:t>
            </a:r>
          </a:p>
        </p:txBody>
      </p:sp>
      <p:grpSp>
        <p:nvGrpSpPr>
          <p:cNvPr id="41182" name="Group 222">
            <a:extLst>
              <a:ext uri="{FF2B5EF4-FFF2-40B4-BE49-F238E27FC236}">
                <a16:creationId xmlns:a16="http://schemas.microsoft.com/office/drawing/2014/main" id="{8D231C80-BE5E-1141-AE66-A1DD7CDC054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5559425"/>
            <a:ext cx="5935663" cy="290513"/>
            <a:chOff x="1152" y="3502"/>
            <a:chExt cx="3739" cy="183"/>
          </a:xfrm>
        </p:grpSpPr>
        <p:sp>
          <p:nvSpPr>
            <p:cNvPr id="31893" name="Line 218">
              <a:extLst>
                <a:ext uri="{FF2B5EF4-FFF2-40B4-BE49-F238E27FC236}">
                  <a16:creationId xmlns:a16="http://schemas.microsoft.com/office/drawing/2014/main" id="{B8B38691-91B3-2544-813E-788D7657B1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3557"/>
              <a:ext cx="219" cy="11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94" name="Line 219">
              <a:extLst>
                <a:ext uri="{FF2B5EF4-FFF2-40B4-BE49-F238E27FC236}">
                  <a16:creationId xmlns:a16="http://schemas.microsoft.com/office/drawing/2014/main" id="{47DE34B8-FFC7-5844-B9E7-A8310A06B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9" y="3511"/>
              <a:ext cx="1354" cy="164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95" name="Line 220">
              <a:extLst>
                <a:ext uri="{FF2B5EF4-FFF2-40B4-BE49-F238E27FC236}">
                  <a16:creationId xmlns:a16="http://schemas.microsoft.com/office/drawing/2014/main" id="{0306E406-61C1-234D-9000-79596529BC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9" y="3502"/>
              <a:ext cx="2459" cy="183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96" name="Line 221">
              <a:extLst>
                <a:ext uri="{FF2B5EF4-FFF2-40B4-BE49-F238E27FC236}">
                  <a16:creationId xmlns:a16="http://schemas.microsoft.com/office/drawing/2014/main" id="{30AF6722-602A-9D4A-BFBC-7B6783EE7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16" y="3575"/>
              <a:ext cx="3675" cy="9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83" name="Text Box 223">
            <a:extLst>
              <a:ext uri="{FF2B5EF4-FFF2-40B4-BE49-F238E27FC236}">
                <a16:creationId xmlns:a16="http://schemas.microsoft.com/office/drawing/2014/main" id="{B118B2E2-95E4-254A-AC3F-01167738F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6054725"/>
            <a:ext cx="3279775" cy="835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保存每个周期执行的结果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!</a:t>
            </a:r>
          </a:p>
          <a:p>
            <a:pPr>
              <a:lnSpc>
                <a:spcPct val="90000"/>
              </a:lnSpc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属于内部寄存器，对程序员透明，不需作为现场保存</a:t>
            </a:r>
          </a:p>
        </p:txBody>
      </p:sp>
      <p:sp>
        <p:nvSpPr>
          <p:cNvPr id="41184" name="Rectangle 224">
            <a:extLst>
              <a:ext uri="{FF2B5EF4-FFF2-40B4-BE49-F238E27FC236}">
                <a16:creationId xmlns:a16="http://schemas.microsoft.com/office/drawing/2014/main" id="{ACCE36F1-3B19-D74D-A49A-79DDE93A0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509588"/>
            <a:ext cx="178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不包含控制逻辑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72" grpId="0"/>
      <p:bldP spid="41177" grpId="0"/>
      <p:bldP spid="41183" grpId="0" animBg="1"/>
      <p:bldP spid="4118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3CE90AF-ADE2-724B-AC01-5AAC7FD9D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90500"/>
            <a:ext cx="433070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取指令（</a:t>
            </a:r>
            <a:r>
              <a:rPr lang="en-US" altLang="zh-CN">
                <a:ea typeface="宋体" panose="02010600030101010101" pitchFamily="2" charset="-122"/>
              </a:rPr>
              <a:t>Ifetch) </a:t>
            </a:r>
            <a:r>
              <a:rPr lang="zh-CN" altLang="en-US">
                <a:ea typeface="宋体" panose="02010600030101010101" pitchFamily="2" charset="-122"/>
              </a:rPr>
              <a:t>阶段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7E949B9-E3CD-9D44-89C6-C6CB3F741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AD62CD3A-A346-924B-BE16-430436E0610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98575" y="4224338"/>
            <a:ext cx="2111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lw $1, 100 ($2)</a:t>
            </a:r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13093330-149F-8D45-B9C8-70472B597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85648F74-E283-5341-B46F-8105832F1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ECC81C49-46F6-6F48-8B19-484C3B24729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03600" y="4375150"/>
            <a:ext cx="1558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 Register</a:t>
            </a:r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0E4C3602-2215-2C40-819B-F59032569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801" name="Rectangle 9">
            <a:extLst>
              <a:ext uri="{FF2B5EF4-FFF2-40B4-BE49-F238E27FC236}">
                <a16:creationId xmlns:a16="http://schemas.microsoft.com/office/drawing/2014/main" id="{31019963-29B3-0B41-9FBB-E0F524C793C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03813" y="4371975"/>
            <a:ext cx="1812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3802" name="Rectangle 10">
            <a:extLst>
              <a:ext uri="{FF2B5EF4-FFF2-40B4-BE49-F238E27FC236}">
                <a16:creationId xmlns:a16="http://schemas.microsoft.com/office/drawing/2014/main" id="{4214FB58-A7C5-0343-8CA8-5E2B6893A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803" name="Rectangle 11">
            <a:extLst>
              <a:ext uri="{FF2B5EF4-FFF2-40B4-BE49-F238E27FC236}">
                <a16:creationId xmlns:a16="http://schemas.microsoft.com/office/drawing/2014/main" id="{D76197B6-2473-3042-94A2-C6BD6887CF1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96907" y="4371181"/>
            <a:ext cx="1836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3804" name="Rectangle 12">
            <a:extLst>
              <a:ext uri="{FF2B5EF4-FFF2-40B4-BE49-F238E27FC236}">
                <a16:creationId xmlns:a16="http://schemas.microsoft.com/office/drawing/2014/main" id="{7C4C4C7B-CCC4-014F-9A53-E52E11A44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2893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805" name="Rectangle 13">
            <a:extLst>
              <a:ext uri="{FF2B5EF4-FFF2-40B4-BE49-F238E27FC236}">
                <a16:creationId xmlns:a16="http://schemas.microsoft.com/office/drawing/2014/main" id="{2576939C-08CD-B04A-B769-11293D543AB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8938" y="3603625"/>
            <a:ext cx="8826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 = 14</a:t>
            </a:r>
          </a:p>
        </p:txBody>
      </p:sp>
      <p:sp>
        <p:nvSpPr>
          <p:cNvPr id="33806" name="Rectangle 14">
            <a:extLst>
              <a:ext uri="{FF2B5EF4-FFF2-40B4-BE49-F238E27FC236}">
                <a16:creationId xmlns:a16="http://schemas.microsoft.com/office/drawing/2014/main" id="{CCFB38E6-B912-0247-9FE9-6F9EC0354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7465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807" name="Rectangle 15">
            <a:extLst>
              <a:ext uri="{FF2B5EF4-FFF2-40B4-BE49-F238E27FC236}">
                <a16:creationId xmlns:a16="http://schemas.microsoft.com/office/drawing/2014/main" id="{F044DB2C-6748-0A4D-862B-D01231851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063" y="3754438"/>
            <a:ext cx="7334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33808" name="Rectangle 16">
            <a:extLst>
              <a:ext uri="{FF2B5EF4-FFF2-40B4-BE49-F238E27FC236}">
                <a16:creationId xmlns:a16="http://schemas.microsoft.com/office/drawing/2014/main" id="{69D881F1-8321-E840-81DB-BC898C2FA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5196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33809" name="Rectangle 17">
            <a:extLst>
              <a:ext uri="{FF2B5EF4-FFF2-40B4-BE49-F238E27FC236}">
                <a16:creationId xmlns:a16="http://schemas.microsoft.com/office/drawing/2014/main" id="{01979EFC-6F2B-F142-80A3-86DD9D3B9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7482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3810" name="Rectangle 18">
            <a:extLst>
              <a:ext uri="{FF2B5EF4-FFF2-40B4-BE49-F238E27FC236}">
                <a16:creationId xmlns:a16="http://schemas.microsoft.com/office/drawing/2014/main" id="{05A60723-0100-154D-B9C1-59BB77327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13" y="4291013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3811" name="Rectangle 19">
            <a:extLst>
              <a:ext uri="{FF2B5EF4-FFF2-40B4-BE49-F238E27FC236}">
                <a16:creationId xmlns:a16="http://schemas.microsoft.com/office/drawing/2014/main" id="{05FEC9DB-DBE7-3E44-84B9-0EF864B5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42402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33812" name="Rectangle 20">
            <a:extLst>
              <a:ext uri="{FF2B5EF4-FFF2-40B4-BE49-F238E27FC236}">
                <a16:creationId xmlns:a16="http://schemas.microsoft.com/office/drawing/2014/main" id="{3192070B-B83A-DA4E-8F1F-22C12CDFE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32893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813" name="Rectangle 21">
            <a:extLst>
              <a:ext uri="{FF2B5EF4-FFF2-40B4-BE49-F238E27FC236}">
                <a16:creationId xmlns:a16="http://schemas.microsoft.com/office/drawing/2014/main" id="{A4E4AE46-04C2-0E4E-978A-15A64D9D13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43616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33814" name="Rectangle 22">
            <a:extLst>
              <a:ext uri="{FF2B5EF4-FFF2-40B4-BE49-F238E27FC236}">
                <a16:creationId xmlns:a16="http://schemas.microsoft.com/office/drawing/2014/main" id="{9C285C30-8127-C041-BA1B-D0E15DB7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910013"/>
            <a:ext cx="327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3815" name="Rectangle 23">
            <a:extLst>
              <a:ext uri="{FF2B5EF4-FFF2-40B4-BE49-F238E27FC236}">
                <a16:creationId xmlns:a16="http://schemas.microsoft.com/office/drawing/2014/main" id="{47E499E9-DE74-3B4D-9857-D25AE2105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25" y="5024438"/>
            <a:ext cx="2301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33816" name="Rectangle 24">
            <a:extLst>
              <a:ext uri="{FF2B5EF4-FFF2-40B4-BE49-F238E27FC236}">
                <a16:creationId xmlns:a16="http://schemas.microsoft.com/office/drawing/2014/main" id="{DACF5ED6-D883-A54B-A0AE-A8A8CDF6C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38227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817" name="Rectangle 25">
            <a:extLst>
              <a:ext uri="{FF2B5EF4-FFF2-40B4-BE49-F238E27FC236}">
                <a16:creationId xmlns:a16="http://schemas.microsoft.com/office/drawing/2014/main" id="{12FD46CC-22BF-0B46-8D9F-1614094F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53548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33818" name="Rectangle 26">
            <a:extLst>
              <a:ext uri="{FF2B5EF4-FFF2-40B4-BE49-F238E27FC236}">
                <a16:creationId xmlns:a16="http://schemas.microsoft.com/office/drawing/2014/main" id="{1DE14836-EACE-FE41-BE91-FD050C0E0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4837113"/>
            <a:ext cx="422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3819" name="Rectangle 27">
            <a:extLst>
              <a:ext uri="{FF2B5EF4-FFF2-40B4-BE49-F238E27FC236}">
                <a16:creationId xmlns:a16="http://schemas.microsoft.com/office/drawing/2014/main" id="{D71970B8-30D7-EE41-9884-08B21C77E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3963988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3820" name="Rectangle 28">
            <a:extLst>
              <a:ext uri="{FF2B5EF4-FFF2-40B4-BE49-F238E27FC236}">
                <a16:creationId xmlns:a16="http://schemas.microsoft.com/office/drawing/2014/main" id="{41D006AA-CDDA-A746-8F4F-B92A517A9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2941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33821" name="Rectangle 29">
            <a:extLst>
              <a:ext uri="{FF2B5EF4-FFF2-40B4-BE49-F238E27FC236}">
                <a16:creationId xmlns:a16="http://schemas.microsoft.com/office/drawing/2014/main" id="{75A884BF-868F-E941-9DE6-F44F83D30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485616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33822" name="Line 30">
            <a:extLst>
              <a:ext uri="{FF2B5EF4-FFF2-40B4-BE49-F238E27FC236}">
                <a16:creationId xmlns:a16="http://schemas.microsoft.com/office/drawing/2014/main" id="{05129905-4FBF-7547-AB9E-8129618DF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041900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3" name="Rectangle 31">
            <a:extLst>
              <a:ext uri="{FF2B5EF4-FFF2-40B4-BE49-F238E27FC236}">
                <a16:creationId xmlns:a16="http://schemas.microsoft.com/office/drawing/2014/main" id="{6359AC5C-8095-BF4F-9FCD-2E4B164F5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5884863"/>
            <a:ext cx="1073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33824" name="Rectangle 32">
            <a:extLst>
              <a:ext uri="{FF2B5EF4-FFF2-40B4-BE49-F238E27FC236}">
                <a16:creationId xmlns:a16="http://schemas.microsoft.com/office/drawing/2014/main" id="{A8CB5428-02BE-FA4E-AF59-F2D405B1C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2151063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33825" name="Line 33">
            <a:extLst>
              <a:ext uri="{FF2B5EF4-FFF2-40B4-BE49-F238E27FC236}">
                <a16:creationId xmlns:a16="http://schemas.microsoft.com/office/drawing/2014/main" id="{192776AC-BBBC-BA4A-92B2-20C902870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81330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FE242C4A-C694-5B49-B4F3-68F21E320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213360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33827" name="Line 35">
            <a:extLst>
              <a:ext uri="{FF2B5EF4-FFF2-40B4-BE49-F238E27FC236}">
                <a16:creationId xmlns:a16="http://schemas.microsoft.com/office/drawing/2014/main" id="{9A70104E-B209-0A49-B5BF-D5A7FC038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419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8" name="Rectangle 36">
            <a:extLst>
              <a:ext uri="{FF2B5EF4-FFF2-40B4-BE49-F238E27FC236}">
                <a16:creationId xmlns:a16="http://schemas.microsoft.com/office/drawing/2014/main" id="{A8165795-E83E-344D-8612-2D61B850A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2306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33829" name="Rectangle 37">
            <a:extLst>
              <a:ext uri="{FF2B5EF4-FFF2-40B4-BE49-F238E27FC236}">
                <a16:creationId xmlns:a16="http://schemas.microsoft.com/office/drawing/2014/main" id="{DE393EED-218A-ED4D-840B-FCD81954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2893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830" name="Rectangle 38">
            <a:extLst>
              <a:ext uri="{FF2B5EF4-FFF2-40B4-BE49-F238E27FC236}">
                <a16:creationId xmlns:a16="http://schemas.microsoft.com/office/drawing/2014/main" id="{21E46807-2B8F-8D48-9EEA-6157837D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38115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33831" name="Rectangle 39">
            <a:extLst>
              <a:ext uri="{FF2B5EF4-FFF2-40B4-BE49-F238E27FC236}">
                <a16:creationId xmlns:a16="http://schemas.microsoft.com/office/drawing/2014/main" id="{A9982A7E-2EA4-9C46-AA5F-F1508EB16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40655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33832" name="Line 40">
            <a:extLst>
              <a:ext uri="{FF2B5EF4-FFF2-40B4-BE49-F238E27FC236}">
                <a16:creationId xmlns:a16="http://schemas.microsoft.com/office/drawing/2014/main" id="{8F803522-BC07-A645-9014-9E7FE035E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4511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33" name="Rectangle 41">
            <a:extLst>
              <a:ext uri="{FF2B5EF4-FFF2-40B4-BE49-F238E27FC236}">
                <a16:creationId xmlns:a16="http://schemas.microsoft.com/office/drawing/2014/main" id="{804042B1-23D1-3343-9548-82778CEF8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5607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33834" name="Line 42">
            <a:extLst>
              <a:ext uri="{FF2B5EF4-FFF2-40B4-BE49-F238E27FC236}">
                <a16:creationId xmlns:a16="http://schemas.microsoft.com/office/drawing/2014/main" id="{DC004766-B7F0-E94B-9CE6-4C630EC66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511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35" name="Rectangle 43">
            <a:extLst>
              <a:ext uri="{FF2B5EF4-FFF2-40B4-BE49-F238E27FC236}">
                <a16:creationId xmlns:a16="http://schemas.microsoft.com/office/drawing/2014/main" id="{05B87C91-3981-854A-AB10-2CE3DB373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21336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33836" name="Rectangle 44">
            <a:extLst>
              <a:ext uri="{FF2B5EF4-FFF2-40B4-BE49-F238E27FC236}">
                <a16:creationId xmlns:a16="http://schemas.microsoft.com/office/drawing/2014/main" id="{67C4F6EE-BD1E-0347-A30B-6F211B0B7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5867400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33837" name="Line 45">
            <a:extLst>
              <a:ext uri="{FF2B5EF4-FFF2-40B4-BE49-F238E27FC236}">
                <a16:creationId xmlns:a16="http://schemas.microsoft.com/office/drawing/2014/main" id="{346C4E70-692A-C044-901B-DF7735A9C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3962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38" name="Line 46">
            <a:extLst>
              <a:ext uri="{FF2B5EF4-FFF2-40B4-BE49-F238E27FC236}">
                <a16:creationId xmlns:a16="http://schemas.microsoft.com/office/drawing/2014/main" id="{8E5BBEC7-4758-6840-8D95-38EE8650A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7338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39" name="Line 47">
            <a:extLst>
              <a:ext uri="{FF2B5EF4-FFF2-40B4-BE49-F238E27FC236}">
                <a16:creationId xmlns:a16="http://schemas.microsoft.com/office/drawing/2014/main" id="{79499D72-D4DE-7C41-AF9F-BC3D649A6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2672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0" name="Line 48">
            <a:extLst>
              <a:ext uri="{FF2B5EF4-FFF2-40B4-BE49-F238E27FC236}">
                <a16:creationId xmlns:a16="http://schemas.microsoft.com/office/drawing/2014/main" id="{F4BF9141-956C-074F-95B4-61CB0C4D1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9624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1" name="Line 49">
            <a:extLst>
              <a:ext uri="{FF2B5EF4-FFF2-40B4-BE49-F238E27FC236}">
                <a16:creationId xmlns:a16="http://schemas.microsoft.com/office/drawing/2014/main" id="{FF624477-15CE-3446-98D5-424386D1E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2" name="Line 50">
            <a:extLst>
              <a:ext uri="{FF2B5EF4-FFF2-40B4-BE49-F238E27FC236}">
                <a16:creationId xmlns:a16="http://schemas.microsoft.com/office/drawing/2014/main" id="{6EADC133-C879-8341-B6DB-31E8C15AE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114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3" name="Line 51">
            <a:extLst>
              <a:ext uri="{FF2B5EF4-FFF2-40B4-BE49-F238E27FC236}">
                <a16:creationId xmlns:a16="http://schemas.microsoft.com/office/drawing/2014/main" id="{8EDAC192-42BA-114B-8234-D33C9F0770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419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4" name="Line 52">
            <a:extLst>
              <a:ext uri="{FF2B5EF4-FFF2-40B4-BE49-F238E27FC236}">
                <a16:creationId xmlns:a16="http://schemas.microsoft.com/office/drawing/2014/main" id="{EE4D1652-A08A-5041-987F-A3FDBE7A1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419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5" name="Line 53">
            <a:extLst>
              <a:ext uri="{FF2B5EF4-FFF2-40B4-BE49-F238E27FC236}">
                <a16:creationId xmlns:a16="http://schemas.microsoft.com/office/drawing/2014/main" id="{0136CD1B-038F-7846-B296-36EC18AE6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2799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6" name="Line 54">
            <a:extLst>
              <a:ext uri="{FF2B5EF4-FFF2-40B4-BE49-F238E27FC236}">
                <a16:creationId xmlns:a16="http://schemas.microsoft.com/office/drawing/2014/main" id="{D99D8ACF-4D26-094D-83A4-8083AC993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953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7" name="Line 55">
            <a:extLst>
              <a:ext uri="{FF2B5EF4-FFF2-40B4-BE49-F238E27FC236}">
                <a16:creationId xmlns:a16="http://schemas.microsoft.com/office/drawing/2014/main" id="{B017247E-ADD8-F441-9908-672B55DE1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9530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8" name="Line 56">
            <a:extLst>
              <a:ext uri="{FF2B5EF4-FFF2-40B4-BE49-F238E27FC236}">
                <a16:creationId xmlns:a16="http://schemas.microsoft.com/office/drawing/2014/main" id="{2D288812-A39D-2A4F-AD8B-793FA9FA1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648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9" name="Line 57">
            <a:extLst>
              <a:ext uri="{FF2B5EF4-FFF2-40B4-BE49-F238E27FC236}">
                <a16:creationId xmlns:a16="http://schemas.microsoft.com/office/drawing/2014/main" id="{27FA5163-3C3C-514F-9059-B94AB773E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432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0" name="Line 58">
            <a:extLst>
              <a:ext uri="{FF2B5EF4-FFF2-40B4-BE49-F238E27FC236}">
                <a16:creationId xmlns:a16="http://schemas.microsoft.com/office/drawing/2014/main" id="{5385577E-DE40-9B49-998A-4BDDC1021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495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1" name="Line 59">
            <a:extLst>
              <a:ext uri="{FF2B5EF4-FFF2-40B4-BE49-F238E27FC236}">
                <a16:creationId xmlns:a16="http://schemas.microsoft.com/office/drawing/2014/main" id="{A6CAFC67-F1B4-AE46-B6F1-06B9ED4F1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105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852" name="Group 67">
            <a:extLst>
              <a:ext uri="{FF2B5EF4-FFF2-40B4-BE49-F238E27FC236}">
                <a16:creationId xmlns:a16="http://schemas.microsoft.com/office/drawing/2014/main" id="{5BF812B3-8B8E-4841-9E22-617DFFB7491C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4356100"/>
            <a:ext cx="333375" cy="946150"/>
            <a:chOff x="5290" y="2888"/>
            <a:chExt cx="210" cy="596"/>
          </a:xfrm>
        </p:grpSpPr>
        <p:sp>
          <p:nvSpPr>
            <p:cNvPr id="33991" name="Line 60">
              <a:extLst>
                <a:ext uri="{FF2B5EF4-FFF2-40B4-BE49-F238E27FC236}">
                  <a16:creationId xmlns:a16="http://schemas.microsoft.com/office/drawing/2014/main" id="{68BC0C19-249B-8444-97E4-D2CD3D7C5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8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2" name="Line 61">
              <a:extLst>
                <a:ext uri="{FF2B5EF4-FFF2-40B4-BE49-F238E27FC236}">
                  <a16:creationId xmlns:a16="http://schemas.microsoft.com/office/drawing/2014/main" id="{D92051EA-8F82-AF48-BB2D-91A56F997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8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3" name="Line 62">
              <a:extLst>
                <a:ext uri="{FF2B5EF4-FFF2-40B4-BE49-F238E27FC236}">
                  <a16:creationId xmlns:a16="http://schemas.microsoft.com/office/drawing/2014/main" id="{8EDF7E50-B00A-6047-87C8-9BA9C3262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3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4" name="Line 63">
              <a:extLst>
                <a:ext uri="{FF2B5EF4-FFF2-40B4-BE49-F238E27FC236}">
                  <a16:creationId xmlns:a16="http://schemas.microsoft.com/office/drawing/2014/main" id="{898F595F-C669-0A45-AEEC-D0658E62F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5" name="Rectangle 64">
              <a:extLst>
                <a:ext uri="{FF2B5EF4-FFF2-40B4-BE49-F238E27FC236}">
                  <a16:creationId xmlns:a16="http://schemas.microsoft.com/office/drawing/2014/main" id="{67FEB337-9626-3E40-82D7-53D6190F6D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30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33996" name="Rectangle 65">
              <a:extLst>
                <a:ext uri="{FF2B5EF4-FFF2-40B4-BE49-F238E27FC236}">
                  <a16:creationId xmlns:a16="http://schemas.microsoft.com/office/drawing/2014/main" id="{41D220D5-C057-4A46-A7FB-622559B6A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9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3997" name="Rectangle 66">
              <a:extLst>
                <a:ext uri="{FF2B5EF4-FFF2-40B4-BE49-F238E27FC236}">
                  <a16:creationId xmlns:a16="http://schemas.microsoft.com/office/drawing/2014/main" id="{B19AC0A9-C015-274C-A252-0C3FC16E0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2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33853" name="Line 68">
            <a:extLst>
              <a:ext uri="{FF2B5EF4-FFF2-40B4-BE49-F238E27FC236}">
                <a16:creationId xmlns:a16="http://schemas.microsoft.com/office/drawing/2014/main" id="{A5F70E0C-3E0D-F04F-9F45-C5314724C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495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4" name="Line 69">
            <a:extLst>
              <a:ext uri="{FF2B5EF4-FFF2-40B4-BE49-F238E27FC236}">
                <a16:creationId xmlns:a16="http://schemas.microsoft.com/office/drawing/2014/main" id="{86E8D46D-1FA8-6047-AB84-A843A0EB2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105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5" name="Line 70">
            <a:extLst>
              <a:ext uri="{FF2B5EF4-FFF2-40B4-BE49-F238E27FC236}">
                <a16:creationId xmlns:a16="http://schemas.microsoft.com/office/drawing/2014/main" id="{54A24DA3-94A2-8B40-9F73-0F86CD09F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451100"/>
            <a:ext cx="0" cy="1346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6" name="Line 71">
            <a:extLst>
              <a:ext uri="{FF2B5EF4-FFF2-40B4-BE49-F238E27FC236}">
                <a16:creationId xmlns:a16="http://schemas.microsoft.com/office/drawing/2014/main" id="{AA1BF027-4F78-2A49-9A66-F3955B882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3733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7" name="Line 72">
            <a:extLst>
              <a:ext uri="{FF2B5EF4-FFF2-40B4-BE49-F238E27FC236}">
                <a16:creationId xmlns:a16="http://schemas.microsoft.com/office/drawing/2014/main" id="{9F772717-BCB6-EC4C-9165-114719D6D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486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8" name="Line 73">
            <a:extLst>
              <a:ext uri="{FF2B5EF4-FFF2-40B4-BE49-F238E27FC236}">
                <a16:creationId xmlns:a16="http://schemas.microsoft.com/office/drawing/2014/main" id="{CD0E79BA-9970-9146-9730-CE34930B6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181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9" name="Line 74">
            <a:extLst>
              <a:ext uri="{FF2B5EF4-FFF2-40B4-BE49-F238E27FC236}">
                <a16:creationId xmlns:a16="http://schemas.microsoft.com/office/drawing/2014/main" id="{8EA37D9D-3A81-D74D-82DB-72EBB6BAA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429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60" name="Line 75">
            <a:extLst>
              <a:ext uri="{FF2B5EF4-FFF2-40B4-BE49-F238E27FC236}">
                <a16:creationId xmlns:a16="http://schemas.microsoft.com/office/drawing/2014/main" id="{46851333-EFB2-B54B-B1A2-49E56385D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5334000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61" name="Line 76">
            <a:extLst>
              <a:ext uri="{FF2B5EF4-FFF2-40B4-BE49-F238E27FC236}">
                <a16:creationId xmlns:a16="http://schemas.microsoft.com/office/drawing/2014/main" id="{14D652C1-DA55-DF42-9FA2-4DF539F00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2705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62" name="Rectangle 77">
            <a:extLst>
              <a:ext uri="{FF2B5EF4-FFF2-40B4-BE49-F238E27FC236}">
                <a16:creationId xmlns:a16="http://schemas.microsoft.com/office/drawing/2014/main" id="{80F5420F-12A0-7549-A29B-F7840A76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5884863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33863" name="Group 82">
            <a:extLst>
              <a:ext uri="{FF2B5EF4-FFF2-40B4-BE49-F238E27FC236}">
                <a16:creationId xmlns:a16="http://schemas.microsoft.com/office/drawing/2014/main" id="{F07CCB02-A74C-5442-8EAE-D83DAE023D80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041900"/>
            <a:ext cx="228600" cy="533400"/>
            <a:chOff x="2880" y="3320"/>
            <a:chExt cx="144" cy="336"/>
          </a:xfrm>
        </p:grpSpPr>
        <p:sp>
          <p:nvSpPr>
            <p:cNvPr id="33987" name="Line 78">
              <a:extLst>
                <a:ext uri="{FF2B5EF4-FFF2-40B4-BE49-F238E27FC236}">
                  <a16:creationId xmlns:a16="http://schemas.microsoft.com/office/drawing/2014/main" id="{4F405703-EB6B-3044-88B3-3B2F5E35F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2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8" name="Line 79">
              <a:extLst>
                <a:ext uri="{FF2B5EF4-FFF2-40B4-BE49-F238E27FC236}">
                  <a16:creationId xmlns:a16="http://schemas.microsoft.com/office/drawing/2014/main" id="{E615DF0C-473B-4B4E-88C0-EF2A56D0F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320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9" name="Line 80">
              <a:extLst>
                <a:ext uri="{FF2B5EF4-FFF2-40B4-BE49-F238E27FC236}">
                  <a16:creationId xmlns:a16="http://schemas.microsoft.com/office/drawing/2014/main" id="{84C7C7A6-EE51-7C49-9138-811D7061F0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99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0" name="Line 81">
              <a:extLst>
                <a:ext uri="{FF2B5EF4-FFF2-40B4-BE49-F238E27FC236}">
                  <a16:creationId xmlns:a16="http://schemas.microsoft.com/office/drawing/2014/main" id="{1E36AF00-6DF4-DA44-AB97-AD27D5534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5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64" name="Rectangle 83">
            <a:extLst>
              <a:ext uri="{FF2B5EF4-FFF2-40B4-BE49-F238E27FC236}">
                <a16:creationId xmlns:a16="http://schemas.microsoft.com/office/drawing/2014/main" id="{343E1BFD-CF7A-5A4F-B227-C0AF17E19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289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865" name="Rectangle 84">
            <a:extLst>
              <a:ext uri="{FF2B5EF4-FFF2-40B4-BE49-F238E27FC236}">
                <a16:creationId xmlns:a16="http://schemas.microsoft.com/office/drawing/2014/main" id="{8AF51DCA-3ABA-7B4C-9653-AB1180278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000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3866" name="Line 85">
            <a:extLst>
              <a:ext uri="{FF2B5EF4-FFF2-40B4-BE49-F238E27FC236}">
                <a16:creationId xmlns:a16="http://schemas.microsoft.com/office/drawing/2014/main" id="{6B47CEED-78A9-E148-8072-0E0700D77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5753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67" name="Rectangle 86">
            <a:extLst>
              <a:ext uri="{FF2B5EF4-FFF2-40B4-BE49-F238E27FC236}">
                <a16:creationId xmlns:a16="http://schemas.microsoft.com/office/drawing/2014/main" id="{EBBD381E-C100-A649-A5BB-7696966E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5884863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33868" name="Rectangle 87">
            <a:extLst>
              <a:ext uri="{FF2B5EF4-FFF2-40B4-BE49-F238E27FC236}">
                <a16:creationId xmlns:a16="http://schemas.microsoft.com/office/drawing/2014/main" id="{4D430062-143D-6F4B-A260-0291BA64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900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33869" name="Rectangle 88">
            <a:extLst>
              <a:ext uri="{FF2B5EF4-FFF2-40B4-BE49-F238E27FC236}">
                <a16:creationId xmlns:a16="http://schemas.microsoft.com/office/drawing/2014/main" id="{6BFFC3CF-827B-2045-8135-8EEDDBF13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205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33870" name="Rectangle 89">
            <a:extLst>
              <a:ext uri="{FF2B5EF4-FFF2-40B4-BE49-F238E27FC236}">
                <a16:creationId xmlns:a16="http://schemas.microsoft.com/office/drawing/2014/main" id="{41737C23-96AB-474F-AA86-10910BECE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4528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33871" name="Line 90">
            <a:extLst>
              <a:ext uri="{FF2B5EF4-FFF2-40B4-BE49-F238E27FC236}">
                <a16:creationId xmlns:a16="http://schemas.microsoft.com/office/drawing/2014/main" id="{9842D1FF-B55F-3B4F-B6FB-EA31D0401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5181600"/>
            <a:ext cx="406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72" name="Line 91">
            <a:extLst>
              <a:ext uri="{FF2B5EF4-FFF2-40B4-BE49-F238E27FC236}">
                <a16:creationId xmlns:a16="http://schemas.microsoft.com/office/drawing/2014/main" id="{4460222F-F7F0-6A4C-A2E3-92891D979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4290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73" name="Rectangle 92">
            <a:extLst>
              <a:ext uri="{FF2B5EF4-FFF2-40B4-BE49-F238E27FC236}">
                <a16:creationId xmlns:a16="http://schemas.microsoft.com/office/drawing/2014/main" id="{8EC5BB97-F48C-1E4E-B063-6C1171815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14801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3874" name="Line 93">
            <a:extLst>
              <a:ext uri="{FF2B5EF4-FFF2-40B4-BE49-F238E27FC236}">
                <a16:creationId xmlns:a16="http://schemas.microsoft.com/office/drawing/2014/main" id="{70C0905F-AB7E-C144-A989-DC6452369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4290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75" name="Rectangle 94">
            <a:extLst>
              <a:ext uri="{FF2B5EF4-FFF2-40B4-BE49-F238E27FC236}">
                <a16:creationId xmlns:a16="http://schemas.microsoft.com/office/drawing/2014/main" id="{FD19A692-FA52-D447-9224-2071C1FB6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25596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3876" name="Rectangle 95">
            <a:extLst>
              <a:ext uri="{FF2B5EF4-FFF2-40B4-BE49-F238E27FC236}">
                <a16:creationId xmlns:a16="http://schemas.microsoft.com/office/drawing/2014/main" id="{1C13F5C8-C818-2F49-897D-0FF76C715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757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33877" name="Rectangle 96">
            <a:extLst>
              <a:ext uri="{FF2B5EF4-FFF2-40B4-BE49-F238E27FC236}">
                <a16:creationId xmlns:a16="http://schemas.microsoft.com/office/drawing/2014/main" id="{FF088702-91CE-6643-8DBF-A65D76670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4434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33878" name="Line 97">
            <a:extLst>
              <a:ext uri="{FF2B5EF4-FFF2-40B4-BE49-F238E27FC236}">
                <a16:creationId xmlns:a16="http://schemas.microsoft.com/office/drawing/2014/main" id="{24CF9603-524D-274A-8BE4-3DC68C5334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721100"/>
            <a:ext cx="0" cy="177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79" name="Line 98">
            <a:extLst>
              <a:ext uri="{FF2B5EF4-FFF2-40B4-BE49-F238E27FC236}">
                <a16:creationId xmlns:a16="http://schemas.microsoft.com/office/drawing/2014/main" id="{C510728B-7603-D841-9ECE-DC567557C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4864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0" name="Line 99">
            <a:extLst>
              <a:ext uri="{FF2B5EF4-FFF2-40B4-BE49-F238E27FC236}">
                <a16:creationId xmlns:a16="http://schemas.microsoft.com/office/drawing/2014/main" id="{D517C418-F2DB-404C-B1B4-EBA253B9E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181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1" name="Line 100">
            <a:extLst>
              <a:ext uri="{FF2B5EF4-FFF2-40B4-BE49-F238E27FC236}">
                <a16:creationId xmlns:a16="http://schemas.microsoft.com/office/drawing/2014/main" id="{829F3862-CCC0-2D42-9797-29EA6FE3B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3340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2" name="Line 101">
            <a:extLst>
              <a:ext uri="{FF2B5EF4-FFF2-40B4-BE49-F238E27FC236}">
                <a16:creationId xmlns:a16="http://schemas.microsoft.com/office/drawing/2014/main" id="{501D427B-7A5B-254D-8E3B-E6C5B78F4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334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3" name="Line 102">
            <a:extLst>
              <a:ext uri="{FF2B5EF4-FFF2-40B4-BE49-F238E27FC236}">
                <a16:creationId xmlns:a16="http://schemas.microsoft.com/office/drawing/2014/main" id="{75780A97-6CB0-9249-9D87-CD3F54198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34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4" name="Line 103">
            <a:extLst>
              <a:ext uri="{FF2B5EF4-FFF2-40B4-BE49-F238E27FC236}">
                <a16:creationId xmlns:a16="http://schemas.microsoft.com/office/drawing/2014/main" id="{B479C1F1-5F34-DA4A-AD68-2B74E63027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7700" y="57150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5" name="Line 104">
            <a:extLst>
              <a:ext uri="{FF2B5EF4-FFF2-40B4-BE49-F238E27FC236}">
                <a16:creationId xmlns:a16="http://schemas.microsoft.com/office/drawing/2014/main" id="{D1774105-4548-6641-A81A-52EA2DD7B9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50927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6" name="Line 105">
            <a:extLst>
              <a:ext uri="{FF2B5EF4-FFF2-40B4-BE49-F238E27FC236}">
                <a16:creationId xmlns:a16="http://schemas.microsoft.com/office/drawing/2014/main" id="{01C50D7E-FFD9-FE45-9F70-3FFFF0CC2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9500" y="48768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7" name="Line 106">
            <a:extLst>
              <a:ext uri="{FF2B5EF4-FFF2-40B4-BE49-F238E27FC236}">
                <a16:creationId xmlns:a16="http://schemas.microsoft.com/office/drawing/2014/main" id="{E5D4F158-98B6-6048-A426-FC5F17D47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48895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8" name="Line 107">
            <a:extLst>
              <a:ext uri="{FF2B5EF4-FFF2-40B4-BE49-F238E27FC236}">
                <a16:creationId xmlns:a16="http://schemas.microsoft.com/office/drawing/2014/main" id="{932CD5EB-D57C-824C-A8EE-60BE226F7A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5867400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89" name="Line 108">
            <a:extLst>
              <a:ext uri="{FF2B5EF4-FFF2-40B4-BE49-F238E27FC236}">
                <a16:creationId xmlns:a16="http://schemas.microsoft.com/office/drawing/2014/main" id="{446438CC-8399-D74D-AB3E-BD706564A1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50927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0" name="Line 109">
            <a:extLst>
              <a:ext uri="{FF2B5EF4-FFF2-40B4-BE49-F238E27FC236}">
                <a16:creationId xmlns:a16="http://schemas.microsoft.com/office/drawing/2014/main" id="{A528873E-478D-364C-BEED-BE614DFBC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51816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1" name="Line 110">
            <a:extLst>
              <a:ext uri="{FF2B5EF4-FFF2-40B4-BE49-F238E27FC236}">
                <a16:creationId xmlns:a16="http://schemas.microsoft.com/office/drawing/2014/main" id="{CACE2AE8-95F8-544D-BDFE-98AE8A0E1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3550" y="3429000"/>
            <a:ext cx="450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2" name="Rectangle 111">
            <a:extLst>
              <a:ext uri="{FF2B5EF4-FFF2-40B4-BE49-F238E27FC236}">
                <a16:creationId xmlns:a16="http://schemas.microsoft.com/office/drawing/2014/main" id="{0ABC0E4E-7BA1-9F47-A077-959D9F5C3B5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10469" y="3488531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3893" name="Line 112">
            <a:extLst>
              <a:ext uri="{FF2B5EF4-FFF2-40B4-BE49-F238E27FC236}">
                <a16:creationId xmlns:a16="http://schemas.microsoft.com/office/drawing/2014/main" id="{715B6BF4-1856-EA44-94BF-61B83C7A5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000" y="4038600"/>
            <a:ext cx="330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4" name="Line 113">
            <a:extLst>
              <a:ext uri="{FF2B5EF4-FFF2-40B4-BE49-F238E27FC236}">
                <a16:creationId xmlns:a16="http://schemas.microsoft.com/office/drawing/2014/main" id="{18F3F5AC-3E46-AB4B-927A-4DCF8CF8A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038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5" name="Line 114">
            <a:extLst>
              <a:ext uri="{FF2B5EF4-FFF2-40B4-BE49-F238E27FC236}">
                <a16:creationId xmlns:a16="http://schemas.microsoft.com/office/drawing/2014/main" id="{A3E8CBC9-1D2A-5042-86DA-EA4765A6F7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4290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" name="Line 115">
            <a:extLst>
              <a:ext uri="{FF2B5EF4-FFF2-40B4-BE49-F238E27FC236}">
                <a16:creationId xmlns:a16="http://schemas.microsoft.com/office/drawing/2014/main" id="{14245F10-4456-744C-A26F-782F7D14C8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58140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897" name="Group 121">
            <a:extLst>
              <a:ext uri="{FF2B5EF4-FFF2-40B4-BE49-F238E27FC236}">
                <a16:creationId xmlns:a16="http://schemas.microsoft.com/office/drawing/2014/main" id="{7A6ACE77-BB6C-494D-A5E6-BEF9E5265B62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352800"/>
            <a:ext cx="395288" cy="306388"/>
            <a:chOff x="4314" y="2256"/>
            <a:chExt cx="249" cy="193"/>
          </a:xfrm>
        </p:grpSpPr>
        <p:sp>
          <p:nvSpPr>
            <p:cNvPr id="33982" name="Arc 116">
              <a:extLst>
                <a:ext uri="{FF2B5EF4-FFF2-40B4-BE49-F238E27FC236}">
                  <a16:creationId xmlns:a16="http://schemas.microsoft.com/office/drawing/2014/main" id="{0738F7EA-6B70-F84D-AE8C-73227C137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2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3" name="Arc 117">
              <a:extLst>
                <a:ext uri="{FF2B5EF4-FFF2-40B4-BE49-F238E27FC236}">
                  <a16:creationId xmlns:a16="http://schemas.microsoft.com/office/drawing/2014/main" id="{09FE0749-D280-B743-9006-712CF738A70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3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4" name="Line 118">
              <a:extLst>
                <a:ext uri="{FF2B5EF4-FFF2-40B4-BE49-F238E27FC236}">
                  <a16:creationId xmlns:a16="http://schemas.microsoft.com/office/drawing/2014/main" id="{A4879C08-AF25-8C4D-A11C-D921B8D939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25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5" name="Line 119">
              <a:extLst>
                <a:ext uri="{FF2B5EF4-FFF2-40B4-BE49-F238E27FC236}">
                  <a16:creationId xmlns:a16="http://schemas.microsoft.com/office/drawing/2014/main" id="{E1E7E9DA-EE91-C242-8FDF-BEDB98D74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44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6" name="Line 120">
              <a:extLst>
                <a:ext uri="{FF2B5EF4-FFF2-40B4-BE49-F238E27FC236}">
                  <a16:creationId xmlns:a16="http://schemas.microsoft.com/office/drawing/2014/main" id="{1803A25E-D2EE-824D-9EF2-3A1066714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98" name="Rectangle 122">
            <a:extLst>
              <a:ext uri="{FF2B5EF4-FFF2-40B4-BE49-F238E27FC236}">
                <a16:creationId xmlns:a16="http://schemas.microsoft.com/office/drawing/2014/main" id="{1CC12C28-EF3A-4643-9928-A3F79BECE7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84888" y="37512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33899" name="Rectangle 123">
            <a:extLst>
              <a:ext uri="{FF2B5EF4-FFF2-40B4-BE49-F238E27FC236}">
                <a16:creationId xmlns:a16="http://schemas.microsoft.com/office/drawing/2014/main" id="{1D469425-B632-3549-BE44-598552AAB4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21336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33900" name="Line 124">
            <a:extLst>
              <a:ext uri="{FF2B5EF4-FFF2-40B4-BE49-F238E27FC236}">
                <a16:creationId xmlns:a16="http://schemas.microsoft.com/office/drawing/2014/main" id="{7ACA2C6A-E1A4-2041-BF33-D5EE5F0B79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5687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01" name="Line 125">
            <a:extLst>
              <a:ext uri="{FF2B5EF4-FFF2-40B4-BE49-F238E27FC236}">
                <a16:creationId xmlns:a16="http://schemas.microsoft.com/office/drawing/2014/main" id="{18658BA9-AAE1-5C4C-8A71-04F9E9F48E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30988" y="2425700"/>
            <a:ext cx="0" cy="1016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02" name="Line 126">
            <a:extLst>
              <a:ext uri="{FF2B5EF4-FFF2-40B4-BE49-F238E27FC236}">
                <a16:creationId xmlns:a16="http://schemas.microsoft.com/office/drawing/2014/main" id="{DB55E977-9B69-A34E-9C9E-5D9103879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0386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03" name="Line 127">
            <a:extLst>
              <a:ext uri="{FF2B5EF4-FFF2-40B4-BE49-F238E27FC236}">
                <a16:creationId xmlns:a16="http://schemas.microsoft.com/office/drawing/2014/main" id="{E29A4467-48B5-EA47-A9CA-857A873C7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429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904" name="Group 132">
            <a:extLst>
              <a:ext uri="{FF2B5EF4-FFF2-40B4-BE49-F238E27FC236}">
                <a16:creationId xmlns:a16="http://schemas.microsoft.com/office/drawing/2014/main" id="{2AC7FF97-9959-924A-A64C-2ED99EE767EB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755900"/>
            <a:ext cx="254000" cy="533400"/>
            <a:chOff x="688" y="1880"/>
            <a:chExt cx="160" cy="336"/>
          </a:xfrm>
        </p:grpSpPr>
        <p:sp>
          <p:nvSpPr>
            <p:cNvPr id="33978" name="Line 128">
              <a:extLst>
                <a:ext uri="{FF2B5EF4-FFF2-40B4-BE49-F238E27FC236}">
                  <a16:creationId xmlns:a16="http://schemas.microsoft.com/office/drawing/2014/main" id="{5DC1E86D-974D-DA4B-9F95-2B67EBE14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79" name="Line 129">
              <a:extLst>
                <a:ext uri="{FF2B5EF4-FFF2-40B4-BE49-F238E27FC236}">
                  <a16:creationId xmlns:a16="http://schemas.microsoft.com/office/drawing/2014/main" id="{22B960FF-E034-AF4F-BCBA-E43F83567F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0" name="Line 130">
              <a:extLst>
                <a:ext uri="{FF2B5EF4-FFF2-40B4-BE49-F238E27FC236}">
                  <a16:creationId xmlns:a16="http://schemas.microsoft.com/office/drawing/2014/main" id="{CE83BED7-D51F-104E-97D2-58EA24DD5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81" name="Line 131">
              <a:extLst>
                <a:ext uri="{FF2B5EF4-FFF2-40B4-BE49-F238E27FC236}">
                  <a16:creationId xmlns:a16="http://schemas.microsoft.com/office/drawing/2014/main" id="{7C14BB9D-E8EE-0A46-A783-327E59AA2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905" name="Rectangle 133">
            <a:extLst>
              <a:ext uri="{FF2B5EF4-FFF2-40B4-BE49-F238E27FC236}">
                <a16:creationId xmlns:a16="http://schemas.microsoft.com/office/drawing/2014/main" id="{C3D21689-60A9-044E-9F60-EE18F221C2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774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906" name="Rectangle 134">
            <a:extLst>
              <a:ext uri="{FF2B5EF4-FFF2-40B4-BE49-F238E27FC236}">
                <a16:creationId xmlns:a16="http://schemas.microsoft.com/office/drawing/2014/main" id="{AC1DCD56-06EF-204E-AB40-C274DC3F34C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9432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3907" name="Line 135">
            <a:extLst>
              <a:ext uri="{FF2B5EF4-FFF2-40B4-BE49-F238E27FC236}">
                <a16:creationId xmlns:a16="http://schemas.microsoft.com/office/drawing/2014/main" id="{9DA19CEC-699C-D341-A907-DBDF1283F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0800" y="3124200"/>
            <a:ext cx="601663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08" name="Line 136">
            <a:extLst>
              <a:ext uri="{FF2B5EF4-FFF2-40B4-BE49-F238E27FC236}">
                <a16:creationId xmlns:a16="http://schemas.microsoft.com/office/drawing/2014/main" id="{47431040-934F-1D4D-A2FA-E0C38AAB43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106738"/>
            <a:ext cx="0" cy="341312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09" name="Oval 137">
            <a:extLst>
              <a:ext uri="{FF2B5EF4-FFF2-40B4-BE49-F238E27FC236}">
                <a16:creationId xmlns:a16="http://schemas.microsoft.com/office/drawing/2014/main" id="{A8B3351D-8C17-234D-8495-04CD2394E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910" name="Line 138">
            <a:extLst>
              <a:ext uri="{FF2B5EF4-FFF2-40B4-BE49-F238E27FC236}">
                <a16:creationId xmlns:a16="http://schemas.microsoft.com/office/drawing/2014/main" id="{1989F98C-0C8B-0341-B6F5-F94506EC5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1" name="Oval 139">
            <a:extLst>
              <a:ext uri="{FF2B5EF4-FFF2-40B4-BE49-F238E27FC236}">
                <a16:creationId xmlns:a16="http://schemas.microsoft.com/office/drawing/2014/main" id="{0B55D5F5-E111-314F-8305-6F86650EB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912" name="Line 140">
            <a:extLst>
              <a:ext uri="{FF2B5EF4-FFF2-40B4-BE49-F238E27FC236}">
                <a16:creationId xmlns:a16="http://schemas.microsoft.com/office/drawing/2014/main" id="{E5667DBB-484E-3647-9E4E-0B6A290923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400" y="2895600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3" name="Line 141">
            <a:extLst>
              <a:ext uri="{FF2B5EF4-FFF2-40B4-BE49-F238E27FC236}">
                <a16:creationId xmlns:a16="http://schemas.microsoft.com/office/drawing/2014/main" id="{4A6EA3BF-3D2D-494B-B4B6-9B1F547AF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38" y="4038600"/>
            <a:ext cx="373062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4" name="Line 142">
            <a:extLst>
              <a:ext uri="{FF2B5EF4-FFF2-40B4-BE49-F238E27FC236}">
                <a16:creationId xmlns:a16="http://schemas.microsoft.com/office/drawing/2014/main" id="{91F826F1-3426-C34B-A0B3-B4A2A218C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921000"/>
            <a:ext cx="0" cy="11207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5" name="Line 143">
            <a:extLst>
              <a:ext uri="{FF2B5EF4-FFF2-40B4-BE49-F238E27FC236}">
                <a16:creationId xmlns:a16="http://schemas.microsoft.com/office/drawing/2014/main" id="{D563B99D-9A16-C948-9F41-4C9EA9524F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28956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6" name="Line 144">
            <a:extLst>
              <a:ext uri="{FF2B5EF4-FFF2-40B4-BE49-F238E27FC236}">
                <a16:creationId xmlns:a16="http://schemas.microsoft.com/office/drawing/2014/main" id="{E5C523E1-82FC-1B40-830D-5BE98516A5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882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7" name="Line 145">
            <a:extLst>
              <a:ext uri="{FF2B5EF4-FFF2-40B4-BE49-F238E27FC236}">
                <a16:creationId xmlns:a16="http://schemas.microsoft.com/office/drawing/2014/main" id="{EA8037E6-67A7-CD44-B932-A9DBDEE85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5052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8" name="Line 146">
            <a:extLst>
              <a:ext uri="{FF2B5EF4-FFF2-40B4-BE49-F238E27FC236}">
                <a16:creationId xmlns:a16="http://schemas.microsoft.com/office/drawing/2014/main" id="{6C576D31-3469-AC45-8E7A-EC13C4084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5908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19" name="Line 147">
            <a:extLst>
              <a:ext uri="{FF2B5EF4-FFF2-40B4-BE49-F238E27FC236}">
                <a16:creationId xmlns:a16="http://schemas.microsoft.com/office/drawing/2014/main" id="{E32F0922-153D-2C4E-A56D-D3F10E665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6035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20" name="Line 148">
            <a:extLst>
              <a:ext uri="{FF2B5EF4-FFF2-40B4-BE49-F238E27FC236}">
                <a16:creationId xmlns:a16="http://schemas.microsoft.com/office/drawing/2014/main" id="{704FC9BD-7C32-844C-A4B5-242DD5B15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603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21" name="Line 149">
            <a:extLst>
              <a:ext uri="{FF2B5EF4-FFF2-40B4-BE49-F238E27FC236}">
                <a16:creationId xmlns:a16="http://schemas.microsoft.com/office/drawing/2014/main" id="{23D5B73C-13F6-F646-9AB4-0D9D6CD1B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22" name="Oval 150">
            <a:extLst>
              <a:ext uri="{FF2B5EF4-FFF2-40B4-BE49-F238E27FC236}">
                <a16:creationId xmlns:a16="http://schemas.microsoft.com/office/drawing/2014/main" id="{00D05E0D-B9A0-E944-83BC-77E739C55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923" name="Line 151">
            <a:extLst>
              <a:ext uri="{FF2B5EF4-FFF2-40B4-BE49-F238E27FC236}">
                <a16:creationId xmlns:a16="http://schemas.microsoft.com/office/drawing/2014/main" id="{134C75A0-F4E3-C14B-B50A-147C644A7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24" name="Oval 152">
            <a:extLst>
              <a:ext uri="{FF2B5EF4-FFF2-40B4-BE49-F238E27FC236}">
                <a16:creationId xmlns:a16="http://schemas.microsoft.com/office/drawing/2014/main" id="{59E0427C-0AD0-AF4A-939C-090DF4C38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925" name="Line 153">
            <a:extLst>
              <a:ext uri="{FF2B5EF4-FFF2-40B4-BE49-F238E27FC236}">
                <a16:creationId xmlns:a16="http://schemas.microsoft.com/office/drawing/2014/main" id="{6EE2E28D-4317-DC4F-9E72-0272944B7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26" name="Oval 154">
            <a:extLst>
              <a:ext uri="{FF2B5EF4-FFF2-40B4-BE49-F238E27FC236}">
                <a16:creationId xmlns:a16="http://schemas.microsoft.com/office/drawing/2014/main" id="{05C849D0-6197-0644-BB96-D31BEA1DC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927" name="Line 155">
            <a:extLst>
              <a:ext uri="{FF2B5EF4-FFF2-40B4-BE49-F238E27FC236}">
                <a16:creationId xmlns:a16="http://schemas.microsoft.com/office/drawing/2014/main" id="{B08E67A1-72E4-804B-952E-A413E3CC96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8161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28" name="Line 156">
            <a:extLst>
              <a:ext uri="{FF2B5EF4-FFF2-40B4-BE49-F238E27FC236}">
                <a16:creationId xmlns:a16="http://schemas.microsoft.com/office/drawing/2014/main" id="{D4E81D7B-091F-D64F-82CA-9494095463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8161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29" name="Line 157">
            <a:extLst>
              <a:ext uri="{FF2B5EF4-FFF2-40B4-BE49-F238E27FC236}">
                <a16:creationId xmlns:a16="http://schemas.microsoft.com/office/drawing/2014/main" id="{17D12A19-2A64-6B4C-A854-4ADE301810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8161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0" name="Line 158">
            <a:extLst>
              <a:ext uri="{FF2B5EF4-FFF2-40B4-BE49-F238E27FC236}">
                <a16:creationId xmlns:a16="http://schemas.microsoft.com/office/drawing/2014/main" id="{E31F986F-CABF-D446-A867-1B7723B337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8161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1" name="Line 159">
            <a:extLst>
              <a:ext uri="{FF2B5EF4-FFF2-40B4-BE49-F238E27FC236}">
                <a16:creationId xmlns:a16="http://schemas.microsoft.com/office/drawing/2014/main" id="{582F0E18-8CC7-524F-B768-49056E7808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8161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2" name="Line 160">
            <a:extLst>
              <a:ext uri="{FF2B5EF4-FFF2-40B4-BE49-F238E27FC236}">
                <a16:creationId xmlns:a16="http://schemas.microsoft.com/office/drawing/2014/main" id="{0A781BC0-4118-8F4A-AFC6-511B6ADD3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3" name="Line 161">
            <a:extLst>
              <a:ext uri="{FF2B5EF4-FFF2-40B4-BE49-F238E27FC236}">
                <a16:creationId xmlns:a16="http://schemas.microsoft.com/office/drawing/2014/main" id="{492680AB-9DD1-2240-997D-83896E92B1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4" name="Line 162">
            <a:extLst>
              <a:ext uri="{FF2B5EF4-FFF2-40B4-BE49-F238E27FC236}">
                <a16:creationId xmlns:a16="http://schemas.microsoft.com/office/drawing/2014/main" id="{75A97671-BD84-5A4D-A934-0663424301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5" name="Line 163">
            <a:extLst>
              <a:ext uri="{FF2B5EF4-FFF2-40B4-BE49-F238E27FC236}">
                <a16:creationId xmlns:a16="http://schemas.microsoft.com/office/drawing/2014/main" id="{806A0F77-50A8-AE41-A5CC-A18F65332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6" name="Line 164">
            <a:extLst>
              <a:ext uri="{FF2B5EF4-FFF2-40B4-BE49-F238E27FC236}">
                <a16:creationId xmlns:a16="http://schemas.microsoft.com/office/drawing/2014/main" id="{56CE868E-FADC-7D44-AAF0-80414067F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7" name="Line 165">
            <a:extLst>
              <a:ext uri="{FF2B5EF4-FFF2-40B4-BE49-F238E27FC236}">
                <a16:creationId xmlns:a16="http://schemas.microsoft.com/office/drawing/2014/main" id="{B0632DCD-75BE-C249-A357-D578D97848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300" y="1295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8" name="Line 166">
            <a:extLst>
              <a:ext uri="{FF2B5EF4-FFF2-40B4-BE49-F238E27FC236}">
                <a16:creationId xmlns:a16="http://schemas.microsoft.com/office/drawing/2014/main" id="{C9E806E7-B763-B34B-80AB-3800316365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12954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39" name="Line 167">
            <a:extLst>
              <a:ext uri="{FF2B5EF4-FFF2-40B4-BE49-F238E27FC236}">
                <a16:creationId xmlns:a16="http://schemas.microsoft.com/office/drawing/2014/main" id="{E6F2227C-6A42-9B4C-A106-9AE34DAA6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0" name="Line 168">
            <a:extLst>
              <a:ext uri="{FF2B5EF4-FFF2-40B4-BE49-F238E27FC236}">
                <a16:creationId xmlns:a16="http://schemas.microsoft.com/office/drawing/2014/main" id="{FDAAE45A-0433-BA40-AA7D-389D125760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12954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1" name="Line 169">
            <a:extLst>
              <a:ext uri="{FF2B5EF4-FFF2-40B4-BE49-F238E27FC236}">
                <a16:creationId xmlns:a16="http://schemas.microsoft.com/office/drawing/2014/main" id="{20247037-BA83-EC43-B6E8-404036F59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2" name="Line 170">
            <a:extLst>
              <a:ext uri="{FF2B5EF4-FFF2-40B4-BE49-F238E27FC236}">
                <a16:creationId xmlns:a16="http://schemas.microsoft.com/office/drawing/2014/main" id="{7FFBC7AE-4A11-B949-B1C3-B684F1AEC6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2700" y="12954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3" name="Line 171">
            <a:extLst>
              <a:ext uri="{FF2B5EF4-FFF2-40B4-BE49-F238E27FC236}">
                <a16:creationId xmlns:a16="http://schemas.microsoft.com/office/drawing/2014/main" id="{42E5FD8F-5098-2C46-8220-9FFDDF015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4" name="Line 172">
            <a:extLst>
              <a:ext uri="{FF2B5EF4-FFF2-40B4-BE49-F238E27FC236}">
                <a16:creationId xmlns:a16="http://schemas.microsoft.com/office/drawing/2014/main" id="{C5AAFC9B-6757-6541-9D5E-1162830222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0" y="12954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5" name="Line 173">
            <a:extLst>
              <a:ext uri="{FF2B5EF4-FFF2-40B4-BE49-F238E27FC236}">
                <a16:creationId xmlns:a16="http://schemas.microsoft.com/office/drawing/2014/main" id="{18EDBCBC-0F01-4B4C-854C-3A9716808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30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6" name="Line 174">
            <a:extLst>
              <a:ext uri="{FF2B5EF4-FFF2-40B4-BE49-F238E27FC236}">
                <a16:creationId xmlns:a16="http://schemas.microsoft.com/office/drawing/2014/main" id="{8C640615-A0E4-9848-AD44-F15F7AC4BF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6764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7" name="Line 175">
            <a:extLst>
              <a:ext uri="{FF2B5EF4-FFF2-40B4-BE49-F238E27FC236}">
                <a16:creationId xmlns:a16="http://schemas.microsoft.com/office/drawing/2014/main" id="{6D3C006C-864F-504D-A5DF-49A34DD0EF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500" y="16764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8" name="Line 176">
            <a:extLst>
              <a:ext uri="{FF2B5EF4-FFF2-40B4-BE49-F238E27FC236}">
                <a16:creationId xmlns:a16="http://schemas.microsoft.com/office/drawing/2014/main" id="{22BF48B3-DC4B-9E43-83C0-076749765C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8300" y="16764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49" name="Line 177">
            <a:extLst>
              <a:ext uri="{FF2B5EF4-FFF2-40B4-BE49-F238E27FC236}">
                <a16:creationId xmlns:a16="http://schemas.microsoft.com/office/drawing/2014/main" id="{6E9BE043-D8D2-DA42-9F42-14C887FB15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16764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0" name="Line 178">
            <a:extLst>
              <a:ext uri="{FF2B5EF4-FFF2-40B4-BE49-F238E27FC236}">
                <a16:creationId xmlns:a16="http://schemas.microsoft.com/office/drawing/2014/main" id="{578EB53D-E502-5F45-AE70-1A79CF436F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12100" y="16764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1" name="Rectangle 179">
            <a:extLst>
              <a:ext uri="{FF2B5EF4-FFF2-40B4-BE49-F238E27FC236}">
                <a16:creationId xmlns:a16="http://schemas.microsoft.com/office/drawing/2014/main" id="{27B9E14B-74E4-FE4B-A2A1-E36939BF6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3716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33952" name="Line 180">
            <a:extLst>
              <a:ext uri="{FF2B5EF4-FFF2-40B4-BE49-F238E27FC236}">
                <a16:creationId xmlns:a16="http://schemas.microsoft.com/office/drawing/2014/main" id="{40BC5AF5-A0E5-1B41-9466-8CFBF0B45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841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3" name="Line 181">
            <a:extLst>
              <a:ext uri="{FF2B5EF4-FFF2-40B4-BE49-F238E27FC236}">
                <a16:creationId xmlns:a16="http://schemas.microsoft.com/office/drawing/2014/main" id="{5B9E3147-A003-C84B-A75E-736722226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19812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4" name="Line 182">
            <a:extLst>
              <a:ext uri="{FF2B5EF4-FFF2-40B4-BE49-F238E27FC236}">
                <a16:creationId xmlns:a16="http://schemas.microsoft.com/office/drawing/2014/main" id="{4C27DB87-7DD3-2747-951B-C392B0AAB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841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5" name="Line 183">
            <a:extLst>
              <a:ext uri="{FF2B5EF4-FFF2-40B4-BE49-F238E27FC236}">
                <a16:creationId xmlns:a16="http://schemas.microsoft.com/office/drawing/2014/main" id="{EA9EB557-EF4B-CF4F-9C02-D70A4DA9A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19812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6" name="Line 184">
            <a:extLst>
              <a:ext uri="{FF2B5EF4-FFF2-40B4-BE49-F238E27FC236}">
                <a16:creationId xmlns:a16="http://schemas.microsoft.com/office/drawing/2014/main" id="{8DD56F04-475D-1549-A1DC-DCF4747F9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841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7" name="Line 185">
            <a:extLst>
              <a:ext uri="{FF2B5EF4-FFF2-40B4-BE49-F238E27FC236}">
                <a16:creationId xmlns:a16="http://schemas.microsoft.com/office/drawing/2014/main" id="{26E5E342-AF02-E04B-B87E-14B81867A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19812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8" name="Line 186">
            <a:extLst>
              <a:ext uri="{FF2B5EF4-FFF2-40B4-BE49-F238E27FC236}">
                <a16:creationId xmlns:a16="http://schemas.microsoft.com/office/drawing/2014/main" id="{7B1F0072-2ADA-B04E-940F-79EB5EBD0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841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59" name="Line 187">
            <a:extLst>
              <a:ext uri="{FF2B5EF4-FFF2-40B4-BE49-F238E27FC236}">
                <a16:creationId xmlns:a16="http://schemas.microsoft.com/office/drawing/2014/main" id="{D0BD763D-0FDE-2B42-A050-A588F8509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19812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60" name="Line 188">
            <a:extLst>
              <a:ext uri="{FF2B5EF4-FFF2-40B4-BE49-F238E27FC236}">
                <a16:creationId xmlns:a16="http://schemas.microsoft.com/office/drawing/2014/main" id="{B76711BF-D90B-1E42-B4BE-5706AB47B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841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61" name="Rectangle 189">
            <a:extLst>
              <a:ext uri="{FF2B5EF4-FFF2-40B4-BE49-F238E27FC236}">
                <a16:creationId xmlns:a16="http://schemas.microsoft.com/office/drawing/2014/main" id="{1688DF9C-5ADF-8D41-A46B-B457966B5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1676400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Ifetch</a:t>
            </a:r>
          </a:p>
        </p:txBody>
      </p:sp>
      <p:sp>
        <p:nvSpPr>
          <p:cNvPr id="33962" name="Rectangle 190">
            <a:extLst>
              <a:ext uri="{FF2B5EF4-FFF2-40B4-BE49-F238E27FC236}">
                <a16:creationId xmlns:a16="http://schemas.microsoft.com/office/drawing/2014/main" id="{21139406-4C2C-2740-AC3B-9CE32539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1676400"/>
            <a:ext cx="903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Reg/Dec</a:t>
            </a:r>
          </a:p>
        </p:txBody>
      </p:sp>
      <p:sp>
        <p:nvSpPr>
          <p:cNvPr id="33963" name="Rectangle 191">
            <a:extLst>
              <a:ext uri="{FF2B5EF4-FFF2-40B4-BE49-F238E27FC236}">
                <a16:creationId xmlns:a16="http://schemas.microsoft.com/office/drawing/2014/main" id="{411DBC26-EE00-244B-894D-D8F0DD840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1676400"/>
            <a:ext cx="598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Exec</a:t>
            </a:r>
          </a:p>
        </p:txBody>
      </p:sp>
      <p:sp>
        <p:nvSpPr>
          <p:cNvPr id="33964" name="Rectangle 192">
            <a:extLst>
              <a:ext uri="{FF2B5EF4-FFF2-40B4-BE49-F238E27FC236}">
                <a16:creationId xmlns:a16="http://schemas.microsoft.com/office/drawing/2014/main" id="{C0AB8B9F-7F22-864E-B4BD-DA2FD6206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167640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43209" name="Group 201">
            <a:extLst>
              <a:ext uri="{FF2B5EF4-FFF2-40B4-BE49-F238E27FC236}">
                <a16:creationId xmlns:a16="http://schemas.microsoft.com/office/drawing/2014/main" id="{CA1A07A7-6DA9-7B48-B496-69F68553D5DB}"/>
              </a:ext>
            </a:extLst>
          </p:cNvPr>
          <p:cNvGrpSpPr>
            <a:grpSpLocks/>
          </p:cNvGrpSpPr>
          <p:nvPr/>
        </p:nvGrpSpPr>
        <p:grpSpPr bwMode="auto">
          <a:xfrm>
            <a:off x="2292350" y="914400"/>
            <a:ext cx="1814513" cy="984250"/>
            <a:chOff x="1444" y="576"/>
            <a:chExt cx="1143" cy="620"/>
          </a:xfrm>
        </p:grpSpPr>
        <p:sp>
          <p:nvSpPr>
            <p:cNvPr id="33975" name="Oval 193">
              <a:extLst>
                <a:ext uri="{FF2B5EF4-FFF2-40B4-BE49-F238E27FC236}">
                  <a16:creationId xmlns:a16="http://schemas.microsoft.com/office/drawing/2014/main" id="{5C846C52-7AC9-9543-A865-3EB39357C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" y="724"/>
              <a:ext cx="88" cy="47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3976" name="Rectangle 194">
              <a:extLst>
                <a:ext uri="{FF2B5EF4-FFF2-40B4-BE49-F238E27FC236}">
                  <a16:creationId xmlns:a16="http://schemas.microsoft.com/office/drawing/2014/main" id="{FFA30AB5-0CFA-1841-A2EA-C936252A8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576"/>
              <a:ext cx="8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You are here!</a:t>
              </a:r>
            </a:p>
          </p:txBody>
        </p:sp>
        <p:sp>
          <p:nvSpPr>
            <p:cNvPr id="33977" name="Line 195">
              <a:extLst>
                <a:ext uri="{FF2B5EF4-FFF2-40B4-BE49-F238E27FC236}">
                  <a16:creationId xmlns:a16="http://schemas.microsoft.com/office/drawing/2014/main" id="{3BFF5D7A-C161-634F-A57D-7D2DDD0CB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676"/>
              <a:ext cx="248" cy="1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966" name="Rectangle 196">
            <a:extLst>
              <a:ext uri="{FF2B5EF4-FFF2-40B4-BE49-F238E27FC236}">
                <a16:creationId xmlns:a16="http://schemas.microsoft.com/office/drawing/2014/main" id="{E923A6F2-D339-F84D-927E-F0AC48A62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642938"/>
            <a:ext cx="8191500" cy="325437"/>
          </a:xfrm>
          <a:noFill/>
        </p:spPr>
        <p:txBody>
          <a:bodyPr/>
          <a:lstStyle/>
          <a:p>
            <a:r>
              <a:rPr lang="zh-CN" altLang="en-US">
                <a:solidFill>
                  <a:srgbClr val="CC0000"/>
                </a:solidFill>
                <a:ea typeface="宋体" panose="02010600030101010101" pitchFamily="2" charset="-122"/>
              </a:rPr>
              <a:t>第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10</a:t>
            </a:r>
            <a:r>
              <a:rPr lang="zh-CN" altLang="en-US">
                <a:solidFill>
                  <a:srgbClr val="CC0000"/>
                </a:solidFill>
                <a:ea typeface="宋体" panose="02010600030101010101" pitchFamily="2" charset="-122"/>
              </a:rPr>
              <a:t>单元指令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:  </a:t>
            </a:r>
            <a:r>
              <a:rPr lang="en-US" altLang="zh-CN">
                <a:ea typeface="宋体" panose="02010600030101010101" pitchFamily="2" charset="-122"/>
              </a:rPr>
              <a:t> lw  $1, 0x100($2)       </a:t>
            </a:r>
            <a:r>
              <a:rPr lang="zh-CN" altLang="en-US">
                <a:solidFill>
                  <a:srgbClr val="CC0000"/>
                </a:solidFill>
                <a:ea typeface="宋体" panose="02010600030101010101" pitchFamily="2" charset="-122"/>
              </a:rPr>
              <a:t>功能：</a:t>
            </a:r>
            <a:r>
              <a:rPr lang="en-US" altLang="zh-CN">
                <a:ea typeface="宋体" panose="02010600030101010101" pitchFamily="2" charset="-122"/>
              </a:rPr>
              <a:t>$1 &lt;-  Mem [($2) +  0x100]</a:t>
            </a:r>
          </a:p>
        </p:txBody>
      </p:sp>
      <p:sp>
        <p:nvSpPr>
          <p:cNvPr id="33967" name="Line 197">
            <a:extLst>
              <a:ext uri="{FF2B5EF4-FFF2-40B4-BE49-F238E27FC236}">
                <a16:creationId xmlns:a16="http://schemas.microsoft.com/office/drawing/2014/main" id="{36D58AF6-8C5A-F34D-93FB-8B8CB311AC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41400" y="2870200"/>
            <a:ext cx="279400" cy="27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208" name="Text Box 200">
            <a:extLst>
              <a:ext uri="{FF2B5EF4-FFF2-40B4-BE49-F238E27FC236}">
                <a16:creationId xmlns:a16="http://schemas.microsoft.com/office/drawing/2014/main" id="{90C46608-F862-6F45-9385-283C72EDA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6045200"/>
            <a:ext cx="4003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800">
                <a:solidFill>
                  <a:schemeClr val="accent2"/>
                </a:solidFill>
                <a:ea typeface="黑体" panose="02010609060101010101" pitchFamily="49" charset="-122"/>
              </a:rPr>
              <a:t>有谁发现这里的一个假设有问题吗？</a:t>
            </a:r>
          </a:p>
        </p:txBody>
      </p:sp>
      <p:sp>
        <p:nvSpPr>
          <p:cNvPr id="43206" name="Text Box 198">
            <a:extLst>
              <a:ext uri="{FF2B5EF4-FFF2-40B4-BE49-F238E27FC236}">
                <a16:creationId xmlns:a16="http://schemas.microsoft.com/office/drawing/2014/main" id="{3A5E96AD-E999-404B-A0E7-9443DB97D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5751513"/>
            <a:ext cx="3584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下一目标：设计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IUnit</a:t>
            </a:r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（功能是啥？）</a:t>
            </a:r>
          </a:p>
        </p:txBody>
      </p:sp>
      <p:grpSp>
        <p:nvGrpSpPr>
          <p:cNvPr id="43215" name="Group 207">
            <a:extLst>
              <a:ext uri="{FF2B5EF4-FFF2-40B4-BE49-F238E27FC236}">
                <a16:creationId xmlns:a16="http://schemas.microsoft.com/office/drawing/2014/main" id="{C80FCDE4-52B2-2B48-8B62-EBA0A72A092F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294063"/>
            <a:ext cx="361950" cy="2409825"/>
            <a:chOff x="868" y="2075"/>
            <a:chExt cx="228" cy="1518"/>
          </a:xfrm>
        </p:grpSpPr>
        <p:sp>
          <p:nvSpPr>
            <p:cNvPr id="33973" name="Rectangle 202">
              <a:extLst>
                <a:ext uri="{FF2B5EF4-FFF2-40B4-BE49-F238E27FC236}">
                  <a16:creationId xmlns:a16="http://schemas.microsoft.com/office/drawing/2014/main" id="{95AD1E2F-FA40-0843-86B0-1277D9535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2075"/>
              <a:ext cx="228" cy="1271"/>
            </a:xfrm>
            <a:prstGeom prst="rect">
              <a:avLst/>
            </a:prstGeom>
            <a:noFill/>
            <a:ln w="381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3974" name="Line 205">
              <a:extLst>
                <a:ext uri="{FF2B5EF4-FFF2-40B4-BE49-F238E27FC236}">
                  <a16:creationId xmlns:a16="http://schemas.microsoft.com/office/drawing/2014/main" id="{506E1B8D-6B53-054E-8D6D-A2CD7321B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8" y="3374"/>
              <a:ext cx="65" cy="219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216" name="Rectangle 208">
            <a:extLst>
              <a:ext uri="{FF2B5EF4-FFF2-40B4-BE49-F238E27FC236}">
                <a16:creationId xmlns:a16="http://schemas.microsoft.com/office/drawing/2014/main" id="{63FD5A05-385F-AB4D-88DD-904D715FB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475" y="6383338"/>
            <a:ext cx="328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MIPS</a:t>
            </a: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指令的地址可能是</a:t>
            </a:r>
            <a:r>
              <a:rPr lang="en-US" altLang="zh-CN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</a:t>
            </a: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吗？</a:t>
            </a:r>
          </a:p>
        </p:txBody>
      </p:sp>
      <p:sp>
        <p:nvSpPr>
          <p:cNvPr id="43218" name="Text Box 210">
            <a:extLst>
              <a:ext uri="{FF2B5EF4-FFF2-40B4-BE49-F238E27FC236}">
                <a16:creationId xmlns:a16="http://schemas.microsoft.com/office/drawing/2014/main" id="{DAA73A86-E3F6-E243-964F-44AEE3ECC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6327775"/>
            <a:ext cx="4049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先猜一下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IUnit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中有哪些功能部件？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06" grpId="0"/>
      <p:bldP spid="432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65322D5-64ED-1348-8A0B-9AFE06F98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846638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指令部件 </a:t>
            </a:r>
            <a:r>
              <a:rPr lang="en-US" altLang="zh-CN">
                <a:ea typeface="宋体" panose="02010600030101010101" pitchFamily="2" charset="-122"/>
              </a:rPr>
              <a:t>IUnit</a:t>
            </a:r>
            <a:r>
              <a:rPr lang="zh-CN" altLang="en-US">
                <a:ea typeface="宋体" panose="02010600030101010101" pitchFamily="2" charset="-122"/>
              </a:rPr>
              <a:t>的设计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0F81E8D-A51F-2B48-9A36-D4C0DE6A1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588" y="787400"/>
            <a:ext cx="8191500" cy="325438"/>
          </a:xfrm>
          <a:noFill/>
        </p:spPr>
        <p:txBody>
          <a:bodyPr/>
          <a:lstStyle/>
          <a:p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第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10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单元指令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: </a:t>
            </a:r>
            <a:r>
              <a:rPr lang="en-US" altLang="zh-CN">
                <a:ea typeface="黑体" panose="02010609060101010101" pitchFamily="49" charset="-122"/>
              </a:rPr>
              <a:t>: lw  $1, 0x100($2)                  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随后的指令在</a:t>
            </a:r>
            <a:r>
              <a:rPr lang="en-US" altLang="zh-CN">
                <a:solidFill>
                  <a:schemeClr val="accent2"/>
                </a:solidFill>
                <a:ea typeface="黑体" panose="02010609060101010101" pitchFamily="49" charset="-122"/>
              </a:rPr>
              <a:t>14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号单元中！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6FEFDC7A-F2BE-1043-ADD8-1A2A3A0C1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775" y="3384550"/>
            <a:ext cx="288925" cy="2305050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11EEF204-2613-D74C-83A3-E901B52444E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9200" y="4318000"/>
            <a:ext cx="2117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IF/ID: lw $1, 100 ($2)</a:t>
            </a:r>
          </a:p>
        </p:txBody>
      </p:sp>
      <p:sp>
        <p:nvSpPr>
          <p:cNvPr id="35846" name="Line 6">
            <a:extLst>
              <a:ext uri="{FF2B5EF4-FFF2-40B4-BE49-F238E27FC236}">
                <a16:creationId xmlns:a16="http://schemas.microsoft.com/office/drawing/2014/main" id="{2FD30D2F-B1C8-7441-9179-B0E214ECA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0797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561DC027-6881-6C43-9C37-2084DFFCD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338455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8" name="Rectangle 8">
            <a:extLst>
              <a:ext uri="{FF2B5EF4-FFF2-40B4-BE49-F238E27FC236}">
                <a16:creationId xmlns:a16="http://schemas.microsoft.com/office/drawing/2014/main" id="{E6067933-E872-CA4C-9CAD-995229CF998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65338" y="3698875"/>
            <a:ext cx="8826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 = 14</a:t>
            </a:r>
          </a:p>
        </p:txBody>
      </p:sp>
      <p:sp>
        <p:nvSpPr>
          <p:cNvPr id="35849" name="Line 9">
            <a:extLst>
              <a:ext uri="{FF2B5EF4-FFF2-40B4-BE49-F238E27FC236}">
                <a16:creationId xmlns:a16="http://schemas.microsoft.com/office/drawing/2014/main" id="{90FF41C1-3286-BF49-88DE-4F406F428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5429250"/>
            <a:ext cx="1168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Line 10">
            <a:extLst>
              <a:ext uri="{FF2B5EF4-FFF2-40B4-BE49-F238E27FC236}">
                <a16:creationId xmlns:a16="http://schemas.microsoft.com/office/drawing/2014/main" id="{4599B218-5BE2-244C-AF41-97DB3A938A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50736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1" name="Line 11">
            <a:extLst>
              <a:ext uri="{FF2B5EF4-FFF2-40B4-BE49-F238E27FC236}">
                <a16:creationId xmlns:a16="http://schemas.microsoft.com/office/drawing/2014/main" id="{7D5D9115-50CC-934B-B022-AF899BB45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5100" y="3663950"/>
            <a:ext cx="685800" cy="127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Line 12">
            <a:extLst>
              <a:ext uri="{FF2B5EF4-FFF2-40B4-BE49-F238E27FC236}">
                <a16:creationId xmlns:a16="http://schemas.microsoft.com/office/drawing/2014/main" id="{67C91B74-D3A8-4344-A85E-D4C4604D9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4300" y="4044950"/>
            <a:ext cx="2159000" cy="127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853" name="Group 17">
            <a:extLst>
              <a:ext uri="{FF2B5EF4-FFF2-40B4-BE49-F238E27FC236}">
                <a16:creationId xmlns:a16="http://schemas.microsoft.com/office/drawing/2014/main" id="{5FE2C5D4-3754-5A42-8EEB-650A529A0ED9}"/>
              </a:ext>
            </a:extLst>
          </p:cNvPr>
          <p:cNvGrpSpPr>
            <a:grpSpLocks/>
          </p:cNvGrpSpPr>
          <p:nvPr/>
        </p:nvGrpSpPr>
        <p:grpSpPr bwMode="auto">
          <a:xfrm>
            <a:off x="2921000" y="2470150"/>
            <a:ext cx="254000" cy="533400"/>
            <a:chOff x="1840" y="1880"/>
            <a:chExt cx="160" cy="336"/>
          </a:xfrm>
        </p:grpSpPr>
        <p:sp>
          <p:nvSpPr>
            <p:cNvPr id="35925" name="Line 13">
              <a:extLst>
                <a:ext uri="{FF2B5EF4-FFF2-40B4-BE49-F238E27FC236}">
                  <a16:creationId xmlns:a16="http://schemas.microsoft.com/office/drawing/2014/main" id="{E79EA895-338B-0643-AD5D-CFBEC78D8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6" name="Line 14">
              <a:extLst>
                <a:ext uri="{FF2B5EF4-FFF2-40B4-BE49-F238E27FC236}">
                  <a16:creationId xmlns:a16="http://schemas.microsoft.com/office/drawing/2014/main" id="{C92D072D-431F-AB4A-9540-763D1D7D0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40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7" name="Line 15">
              <a:extLst>
                <a:ext uri="{FF2B5EF4-FFF2-40B4-BE49-F238E27FC236}">
                  <a16:creationId xmlns:a16="http://schemas.microsoft.com/office/drawing/2014/main" id="{B3A97F2F-A65D-034E-90DB-444EC5ABA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40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8" name="Line 16">
              <a:extLst>
                <a:ext uri="{FF2B5EF4-FFF2-40B4-BE49-F238E27FC236}">
                  <a16:creationId xmlns:a16="http://schemas.microsoft.com/office/drawing/2014/main" id="{B6225AD0-4A62-CB46-80A8-9AACB08DA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8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54" name="Rectangle 18">
            <a:extLst>
              <a:ext uri="{FF2B5EF4-FFF2-40B4-BE49-F238E27FC236}">
                <a16:creationId xmlns:a16="http://schemas.microsoft.com/office/drawing/2014/main" id="{FEBC4CAB-1516-6344-B737-29772EAF401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32113" y="24511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855" name="Rectangle 19">
            <a:extLst>
              <a:ext uri="{FF2B5EF4-FFF2-40B4-BE49-F238E27FC236}">
                <a16:creationId xmlns:a16="http://schemas.microsoft.com/office/drawing/2014/main" id="{01F67634-8A4F-654E-A51C-61D7F5E8734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32113" y="27082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5856" name="Line 20">
            <a:extLst>
              <a:ext uri="{FF2B5EF4-FFF2-40B4-BE49-F238E27FC236}">
                <a16:creationId xmlns:a16="http://schemas.microsoft.com/office/drawing/2014/main" id="{B865FF46-F963-6547-9B67-E9FED9FAF4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9600" y="2825750"/>
            <a:ext cx="2273300" cy="127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7" name="Line 21">
            <a:extLst>
              <a:ext uri="{FF2B5EF4-FFF2-40B4-BE49-F238E27FC236}">
                <a16:creationId xmlns:a16="http://schemas.microsoft.com/office/drawing/2014/main" id="{DF7FDFC7-58B2-1349-A7A9-88C66D67D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825750"/>
            <a:ext cx="0" cy="8255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8" name="Oval 22">
            <a:extLst>
              <a:ext uri="{FF2B5EF4-FFF2-40B4-BE49-F238E27FC236}">
                <a16:creationId xmlns:a16="http://schemas.microsoft.com/office/drawing/2014/main" id="{1598FF95-A6B7-FA44-A18B-6D82488CB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3232150"/>
            <a:ext cx="127000" cy="1270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59" name="Line 23">
            <a:extLst>
              <a:ext uri="{FF2B5EF4-FFF2-40B4-BE49-F238E27FC236}">
                <a16:creationId xmlns:a16="http://schemas.microsoft.com/office/drawing/2014/main" id="{52235846-D3DA-634F-B6FC-460B3D45A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0797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0" name="Oval 24">
            <a:extLst>
              <a:ext uri="{FF2B5EF4-FFF2-40B4-BE49-F238E27FC236}">
                <a16:creationId xmlns:a16="http://schemas.microsoft.com/office/drawing/2014/main" id="{1D3F4178-2D52-3443-9BCC-E7390DDEB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32321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61" name="Line 25">
            <a:extLst>
              <a:ext uri="{FF2B5EF4-FFF2-40B4-BE49-F238E27FC236}">
                <a16:creationId xmlns:a16="http://schemas.microsoft.com/office/drawing/2014/main" id="{C0CCE7E2-4973-A841-8EEF-3A88643146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3400" y="2609850"/>
            <a:ext cx="1117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2" name="Line 26">
            <a:extLst>
              <a:ext uri="{FF2B5EF4-FFF2-40B4-BE49-F238E27FC236}">
                <a16:creationId xmlns:a16="http://schemas.microsoft.com/office/drawing/2014/main" id="{4CC1ABC7-4243-714E-8B1C-657205222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25" y="4121150"/>
            <a:ext cx="51117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3" name="Line 27">
            <a:extLst>
              <a:ext uri="{FF2B5EF4-FFF2-40B4-BE49-F238E27FC236}">
                <a16:creationId xmlns:a16="http://schemas.microsoft.com/office/drawing/2014/main" id="{509AB03E-5FC8-CA49-AF39-6BCFC35BAD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635250"/>
            <a:ext cx="0" cy="151606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4" name="Line 28">
            <a:extLst>
              <a:ext uri="{FF2B5EF4-FFF2-40B4-BE49-F238E27FC236}">
                <a16:creationId xmlns:a16="http://schemas.microsoft.com/office/drawing/2014/main" id="{888914F8-372A-9C4D-B9AE-4D4D8A0E8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3177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5" name="Line 29">
            <a:extLst>
              <a:ext uri="{FF2B5EF4-FFF2-40B4-BE49-F238E27FC236}">
                <a16:creationId xmlns:a16="http://schemas.microsoft.com/office/drawing/2014/main" id="{0A7210DA-111C-8543-B407-912899F196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70200" y="2584450"/>
            <a:ext cx="317500" cy="2540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6" name="Rectangle 30">
            <a:extLst>
              <a:ext uri="{FF2B5EF4-FFF2-40B4-BE49-F238E27FC236}">
                <a16:creationId xmlns:a16="http://schemas.microsoft.com/office/drawing/2014/main" id="{A8B96271-4018-8A40-88F2-85937DE06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752850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10</a:t>
            </a:r>
          </a:p>
        </p:txBody>
      </p:sp>
      <p:grpSp>
        <p:nvGrpSpPr>
          <p:cNvPr id="35867" name="Group 41">
            <a:extLst>
              <a:ext uri="{FF2B5EF4-FFF2-40B4-BE49-F238E27FC236}">
                <a16:creationId xmlns:a16="http://schemas.microsoft.com/office/drawing/2014/main" id="{451553B5-32AA-8B46-AAC9-1B20F8A1EA72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063875"/>
            <a:ext cx="487363" cy="1136650"/>
            <a:chOff x="3024" y="2254"/>
            <a:chExt cx="307" cy="716"/>
          </a:xfrm>
        </p:grpSpPr>
        <p:grpSp>
          <p:nvGrpSpPr>
            <p:cNvPr id="35915" name="Group 39">
              <a:extLst>
                <a:ext uri="{FF2B5EF4-FFF2-40B4-BE49-F238E27FC236}">
                  <a16:creationId xmlns:a16="http://schemas.microsoft.com/office/drawing/2014/main" id="{CB82170D-4CE3-0947-9D7F-089985932F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254"/>
              <a:ext cx="288" cy="716"/>
              <a:chOff x="3024" y="2254"/>
              <a:chExt cx="288" cy="716"/>
            </a:xfrm>
          </p:grpSpPr>
          <p:sp>
            <p:nvSpPr>
              <p:cNvPr id="35917" name="Line 31">
                <a:extLst>
                  <a:ext uri="{FF2B5EF4-FFF2-40B4-BE49-F238E27FC236}">
                    <a16:creationId xmlns:a16="http://schemas.microsoft.com/office/drawing/2014/main" id="{14885CDA-8281-B74C-97BB-CCA6B4AE1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254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18" name="Line 32">
                <a:extLst>
                  <a:ext uri="{FF2B5EF4-FFF2-40B4-BE49-F238E27FC236}">
                    <a16:creationId xmlns:a16="http://schemas.microsoft.com/office/drawing/2014/main" id="{0CA7A935-255C-1C4E-9072-316914DEF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2254"/>
                <a:ext cx="272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19" name="Line 33">
                <a:extLst>
                  <a:ext uri="{FF2B5EF4-FFF2-40B4-BE49-F238E27FC236}">
                    <a16:creationId xmlns:a16="http://schemas.microsoft.com/office/drawing/2014/main" id="{B46D2A3B-0106-7D49-B806-33E2DAFCD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2433"/>
                <a:ext cx="128" cy="7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20" name="Line 34">
                <a:extLst>
                  <a:ext uri="{FF2B5EF4-FFF2-40B4-BE49-F238E27FC236}">
                    <a16:creationId xmlns:a16="http://schemas.microsoft.com/office/drawing/2014/main" id="{AC6207F7-65C6-9742-AC00-7D8D0B3B7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523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21" name="Line 35">
                <a:extLst>
                  <a:ext uri="{FF2B5EF4-FFF2-40B4-BE49-F238E27FC236}">
                    <a16:creationId xmlns:a16="http://schemas.microsoft.com/office/drawing/2014/main" id="{602B4E30-CD30-C141-AF5A-0B9199EE3F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433"/>
                <a:ext cx="0" cy="34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22" name="Line 36">
                <a:extLst>
                  <a:ext uri="{FF2B5EF4-FFF2-40B4-BE49-F238E27FC236}">
                    <a16:creationId xmlns:a16="http://schemas.microsoft.com/office/drawing/2014/main" id="{B5AA12E1-EAA9-8F40-9E0E-C42FB6E59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2" y="2686"/>
                <a:ext cx="128" cy="10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23" name="Line 37">
                <a:extLst>
                  <a:ext uri="{FF2B5EF4-FFF2-40B4-BE49-F238E27FC236}">
                    <a16:creationId xmlns:a16="http://schemas.microsoft.com/office/drawing/2014/main" id="{DA6C521E-0689-3F43-9A58-09F3CB934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791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24" name="Line 38">
                <a:extLst>
                  <a:ext uri="{FF2B5EF4-FFF2-40B4-BE49-F238E27FC236}">
                    <a16:creationId xmlns:a16="http://schemas.microsoft.com/office/drawing/2014/main" id="{F805F46A-6201-F341-8650-4C03757C1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2" y="2775"/>
                <a:ext cx="272" cy="1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916" name="Rectangle 40">
              <a:extLst>
                <a:ext uri="{FF2B5EF4-FFF2-40B4-BE49-F238E27FC236}">
                  <a16:creationId xmlns:a16="http://schemas.microsoft.com/office/drawing/2014/main" id="{82C99186-E674-654B-8A70-EBDC424319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95" y="2512"/>
              <a:ext cx="4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35868" name="Rectangle 42">
            <a:extLst>
              <a:ext uri="{FF2B5EF4-FFF2-40B4-BE49-F238E27FC236}">
                <a16:creationId xmlns:a16="http://schemas.microsoft.com/office/drawing/2014/main" id="{843A65AE-6DC2-3E45-90D1-AE3603BF7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900" y="4527550"/>
            <a:ext cx="12700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69" name="Rectangle 43">
            <a:extLst>
              <a:ext uri="{FF2B5EF4-FFF2-40B4-BE49-F238E27FC236}">
                <a16:creationId xmlns:a16="http://schemas.microsoft.com/office/drawing/2014/main" id="{1999805F-1472-1742-9BBD-425529952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4819650"/>
            <a:ext cx="12319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35870" name="Line 44">
            <a:extLst>
              <a:ext uri="{FF2B5EF4-FFF2-40B4-BE49-F238E27FC236}">
                <a16:creationId xmlns:a16="http://schemas.microsoft.com/office/drawing/2014/main" id="{2BD41AB7-4044-AD45-ABDE-28D920E274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5600" y="3219450"/>
            <a:ext cx="660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1" name="Rectangle 45">
            <a:extLst>
              <a:ext uri="{FF2B5EF4-FFF2-40B4-BE49-F238E27FC236}">
                <a16:creationId xmlns:a16="http://schemas.microsoft.com/office/drawing/2014/main" id="{B71D85F5-488B-184F-A4DB-F4943B88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3067050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“4”</a:t>
            </a:r>
          </a:p>
        </p:txBody>
      </p:sp>
      <p:sp>
        <p:nvSpPr>
          <p:cNvPr id="35872" name="Rectangle 46">
            <a:extLst>
              <a:ext uri="{FF2B5EF4-FFF2-40B4-BE49-F238E27FC236}">
                <a16:creationId xmlns:a16="http://schemas.microsoft.com/office/drawing/2014/main" id="{7C6EC646-C329-FA43-9E54-F97C59434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5319713"/>
            <a:ext cx="1231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Instruction</a:t>
            </a:r>
          </a:p>
        </p:txBody>
      </p:sp>
      <p:sp>
        <p:nvSpPr>
          <p:cNvPr id="35873" name="Rectangle 47">
            <a:extLst>
              <a:ext uri="{FF2B5EF4-FFF2-40B4-BE49-F238E27FC236}">
                <a16:creationId xmlns:a16="http://schemas.microsoft.com/office/drawing/2014/main" id="{8C799946-C9B0-8147-A982-5938248AE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514850"/>
            <a:ext cx="9921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35874" name="Line 48">
            <a:extLst>
              <a:ext uri="{FF2B5EF4-FFF2-40B4-BE49-F238E27FC236}">
                <a16:creationId xmlns:a16="http://schemas.microsoft.com/office/drawing/2014/main" id="{3BEA8952-2AF2-C842-881E-BF1F680168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4032250"/>
            <a:ext cx="0" cy="5080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5" name="Line 49">
            <a:extLst>
              <a:ext uri="{FF2B5EF4-FFF2-40B4-BE49-F238E27FC236}">
                <a16:creationId xmlns:a16="http://schemas.microsoft.com/office/drawing/2014/main" id="{04D8675A-C770-904D-8E54-FD24737977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198755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6" name="Line 50">
            <a:extLst>
              <a:ext uri="{FF2B5EF4-FFF2-40B4-BE49-F238E27FC236}">
                <a16:creationId xmlns:a16="http://schemas.microsoft.com/office/drawing/2014/main" id="{3F27E042-8033-494B-9E0A-7BF36FCD5B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198755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7" name="Line 51">
            <a:extLst>
              <a:ext uri="{FF2B5EF4-FFF2-40B4-BE49-F238E27FC236}">
                <a16:creationId xmlns:a16="http://schemas.microsoft.com/office/drawing/2014/main" id="{F991A168-AE80-1447-AEAB-45AD80EE7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4795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8" name="Line 52">
            <a:extLst>
              <a:ext uri="{FF2B5EF4-FFF2-40B4-BE49-F238E27FC236}">
                <a16:creationId xmlns:a16="http://schemas.microsoft.com/office/drawing/2014/main" id="{AC9F2978-25B0-A34D-897C-4B58998C2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4795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9" name="Line 53">
            <a:extLst>
              <a:ext uri="{FF2B5EF4-FFF2-40B4-BE49-F238E27FC236}">
                <a16:creationId xmlns:a16="http://schemas.microsoft.com/office/drawing/2014/main" id="{D45E7E25-5408-8A4E-AE78-90E53FC0F4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4700" y="14668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0" name="Line 54">
            <a:extLst>
              <a:ext uri="{FF2B5EF4-FFF2-40B4-BE49-F238E27FC236}">
                <a16:creationId xmlns:a16="http://schemas.microsoft.com/office/drawing/2014/main" id="{F17C26E9-6A95-C243-82E5-946452B1EA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8300" y="1466850"/>
            <a:ext cx="193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1" name="Line 55">
            <a:extLst>
              <a:ext uri="{FF2B5EF4-FFF2-40B4-BE49-F238E27FC236}">
                <a16:creationId xmlns:a16="http://schemas.microsoft.com/office/drawing/2014/main" id="{0F57122A-4BEC-7542-BDAF-6FC6D4D74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4795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2" name="Line 56">
            <a:extLst>
              <a:ext uri="{FF2B5EF4-FFF2-40B4-BE49-F238E27FC236}">
                <a16:creationId xmlns:a16="http://schemas.microsoft.com/office/drawing/2014/main" id="{E7775F61-67DE-024B-9513-B740DA5705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1900" y="1847850"/>
            <a:ext cx="170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3" name="Rectangle 57">
            <a:extLst>
              <a:ext uri="{FF2B5EF4-FFF2-40B4-BE49-F238E27FC236}">
                <a16:creationId xmlns:a16="http://schemas.microsoft.com/office/drawing/2014/main" id="{D10C748D-49D5-BF45-BA9E-31CE8A601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154305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35884" name="Line 58">
            <a:extLst>
              <a:ext uri="{FF2B5EF4-FFF2-40B4-BE49-F238E27FC236}">
                <a16:creationId xmlns:a16="http://schemas.microsoft.com/office/drawing/2014/main" id="{18286A3A-2E55-8B4E-90F7-E1FDA1F44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0129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5" name="Line 59">
            <a:extLst>
              <a:ext uri="{FF2B5EF4-FFF2-40B4-BE49-F238E27FC236}">
                <a16:creationId xmlns:a16="http://schemas.microsoft.com/office/drawing/2014/main" id="{45CAE3F1-B2E1-E241-BDDD-6B1CADED5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21526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6" name="Line 60">
            <a:extLst>
              <a:ext uri="{FF2B5EF4-FFF2-40B4-BE49-F238E27FC236}">
                <a16:creationId xmlns:a16="http://schemas.microsoft.com/office/drawing/2014/main" id="{E15F0D7D-B8F1-3346-96A4-E9EBBF72A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0129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87" name="Rectangle 61">
            <a:extLst>
              <a:ext uri="{FF2B5EF4-FFF2-40B4-BE49-F238E27FC236}">
                <a16:creationId xmlns:a16="http://schemas.microsoft.com/office/drawing/2014/main" id="{CCF512A5-912B-0B4A-8AB0-03DBA6D5F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13" y="20002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Ifetch</a:t>
            </a:r>
          </a:p>
        </p:txBody>
      </p:sp>
      <p:grpSp>
        <p:nvGrpSpPr>
          <p:cNvPr id="45131" name="Group 75">
            <a:extLst>
              <a:ext uri="{FF2B5EF4-FFF2-40B4-BE49-F238E27FC236}">
                <a16:creationId xmlns:a16="http://schemas.microsoft.com/office/drawing/2014/main" id="{36691AC2-EA47-B34A-9618-FCBDA195A540}"/>
              </a:ext>
            </a:extLst>
          </p:cNvPr>
          <p:cNvGrpSpPr>
            <a:grpSpLocks/>
          </p:cNvGrpSpPr>
          <p:nvPr/>
        </p:nvGrpSpPr>
        <p:grpSpPr bwMode="auto">
          <a:xfrm>
            <a:off x="6026150" y="1238250"/>
            <a:ext cx="1814513" cy="831850"/>
            <a:chOff x="3796" y="1104"/>
            <a:chExt cx="1143" cy="524"/>
          </a:xfrm>
        </p:grpSpPr>
        <p:sp>
          <p:nvSpPr>
            <p:cNvPr id="35912" name="Oval 62">
              <a:extLst>
                <a:ext uri="{FF2B5EF4-FFF2-40B4-BE49-F238E27FC236}">
                  <a16:creationId xmlns:a16="http://schemas.microsoft.com/office/drawing/2014/main" id="{1A46FA84-964D-9340-BBE1-67D0E712F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156"/>
              <a:ext cx="88" cy="47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5913" name="Rectangle 63">
              <a:extLst>
                <a:ext uri="{FF2B5EF4-FFF2-40B4-BE49-F238E27FC236}">
                  <a16:creationId xmlns:a16="http://schemas.microsoft.com/office/drawing/2014/main" id="{67173D6B-17D3-FB42-AD22-89EC82205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1104"/>
              <a:ext cx="8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You are here!</a:t>
              </a:r>
            </a:p>
          </p:txBody>
        </p:sp>
        <p:sp>
          <p:nvSpPr>
            <p:cNvPr id="35914" name="Line 64">
              <a:extLst>
                <a:ext uri="{FF2B5EF4-FFF2-40B4-BE49-F238E27FC236}">
                  <a16:creationId xmlns:a16="http://schemas.microsoft.com/office/drawing/2014/main" id="{40ADDC21-2FAC-5141-B928-D925280EA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4" y="1204"/>
              <a:ext cx="248" cy="1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89" name="Line 65">
            <a:extLst>
              <a:ext uri="{FF2B5EF4-FFF2-40B4-BE49-F238E27FC236}">
                <a16:creationId xmlns:a16="http://schemas.microsoft.com/office/drawing/2014/main" id="{7DCE1520-EF88-A144-9F5C-6EC9934FE5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18478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90" name="Line 66">
            <a:extLst>
              <a:ext uri="{FF2B5EF4-FFF2-40B4-BE49-F238E27FC236}">
                <a16:creationId xmlns:a16="http://schemas.microsoft.com/office/drawing/2014/main" id="{6C555B42-3A02-0145-A2A5-A4ADA27D7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21526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91" name="Line 67">
            <a:extLst>
              <a:ext uri="{FF2B5EF4-FFF2-40B4-BE49-F238E27FC236}">
                <a16:creationId xmlns:a16="http://schemas.microsoft.com/office/drawing/2014/main" id="{164494BF-EEC0-1F4E-9EF8-9587CC7AC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21526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92" name="Rectangle 68">
            <a:extLst>
              <a:ext uri="{FF2B5EF4-FFF2-40B4-BE49-F238E27FC236}">
                <a16:creationId xmlns:a16="http://schemas.microsoft.com/office/drawing/2014/main" id="{EF5320EE-3302-1B47-81B7-26DC1F0BC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1943100"/>
            <a:ext cx="903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Reg/Dec</a:t>
            </a:r>
          </a:p>
        </p:txBody>
      </p:sp>
      <p:grpSp>
        <p:nvGrpSpPr>
          <p:cNvPr id="45145" name="Group 89">
            <a:extLst>
              <a:ext uri="{FF2B5EF4-FFF2-40B4-BE49-F238E27FC236}">
                <a16:creationId xmlns:a16="http://schemas.microsoft.com/office/drawing/2014/main" id="{45777267-D4B0-614F-BC5E-A20D81DE210A}"/>
              </a:ext>
            </a:extLst>
          </p:cNvPr>
          <p:cNvGrpSpPr>
            <a:grpSpLocks/>
          </p:cNvGrpSpPr>
          <p:nvPr/>
        </p:nvGrpSpPr>
        <p:grpSpPr bwMode="auto">
          <a:xfrm>
            <a:off x="6284913" y="2287588"/>
            <a:ext cx="2584450" cy="863600"/>
            <a:chOff x="3959" y="1387"/>
            <a:chExt cx="1628" cy="544"/>
          </a:xfrm>
        </p:grpSpPr>
        <p:sp>
          <p:nvSpPr>
            <p:cNvPr id="35910" name="Line 70">
              <a:extLst>
                <a:ext uri="{FF2B5EF4-FFF2-40B4-BE49-F238E27FC236}">
                  <a16:creationId xmlns:a16="http://schemas.microsoft.com/office/drawing/2014/main" id="{850F30B0-8C9E-6847-A728-56D466D9D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9" y="1387"/>
              <a:ext cx="313" cy="15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1" name="AutoShape 71">
              <a:extLst>
                <a:ext uri="{FF2B5EF4-FFF2-40B4-BE49-F238E27FC236}">
                  <a16:creationId xmlns:a16="http://schemas.microsoft.com/office/drawing/2014/main" id="{EDE25640-ED74-084A-AEE7-C42340DAC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1393"/>
              <a:ext cx="1447" cy="538"/>
            </a:xfrm>
            <a:prstGeom prst="cloudCallout">
              <a:avLst>
                <a:gd name="adj1" fmla="val -43296"/>
                <a:gd name="adj2" fmla="val 51856"/>
              </a:avLst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zh-CN" altLang="en-US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开始从</a:t>
              </a: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14</a:t>
              </a:r>
              <a:r>
                <a:rPr lang="zh-CN" altLang="en-US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号单元取指！</a:t>
              </a:r>
              <a:endPara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5129" name="Group 73">
            <a:extLst>
              <a:ext uri="{FF2B5EF4-FFF2-40B4-BE49-F238E27FC236}">
                <a16:creationId xmlns:a16="http://schemas.microsoft.com/office/drawing/2014/main" id="{F212EF5F-4D3D-1A42-83B4-41C10942CB40}"/>
              </a:ext>
            </a:extLst>
          </p:cNvPr>
          <p:cNvGrpSpPr>
            <a:grpSpLocks/>
          </p:cNvGrpSpPr>
          <p:nvPr/>
        </p:nvGrpSpPr>
        <p:grpSpPr bwMode="auto">
          <a:xfrm>
            <a:off x="131763" y="1941513"/>
            <a:ext cx="6038850" cy="3573462"/>
            <a:chOff x="110" y="1736"/>
            <a:chExt cx="3712" cy="2251"/>
          </a:xfrm>
        </p:grpSpPr>
        <p:sp>
          <p:nvSpPr>
            <p:cNvPr id="35908" name="AutoShape 69">
              <a:extLst>
                <a:ext uri="{FF2B5EF4-FFF2-40B4-BE49-F238E27FC236}">
                  <a16:creationId xmlns:a16="http://schemas.microsoft.com/office/drawing/2014/main" id="{6C28DABA-B491-6C45-8683-82D20351A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" y="3484"/>
              <a:ext cx="1692" cy="503"/>
            </a:xfrm>
            <a:prstGeom prst="cloudCallout">
              <a:avLst>
                <a:gd name="adj1" fmla="val 27718"/>
                <a:gd name="adj2" fmla="val -105667"/>
              </a:avLst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PC </a:t>
              </a:r>
              <a:r>
                <a:rPr lang="zh-CN" altLang="en-US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新值（</a:t>
              </a: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14</a:t>
              </a:r>
              <a:r>
                <a:rPr lang="zh-CN" altLang="en-US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） </a:t>
              </a: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≠</a:t>
              </a:r>
              <a:r>
                <a:rPr lang="zh-CN" altLang="en-US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旧输出（</a:t>
              </a: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10</a:t>
              </a:r>
              <a:r>
                <a:rPr lang="zh-CN" altLang="en-US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）</a:t>
              </a:r>
              <a:endPara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5909" name="Line 72">
              <a:extLst>
                <a:ext uri="{FF2B5EF4-FFF2-40B4-BE49-F238E27FC236}">
                  <a16:creationId xmlns:a16="http://schemas.microsoft.com/office/drawing/2014/main" id="{CC187244-26E6-7945-ADAE-50650DD68E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6" y="1736"/>
              <a:ext cx="2176" cy="174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134" name="Group 78">
            <a:extLst>
              <a:ext uri="{FF2B5EF4-FFF2-40B4-BE49-F238E27FC236}">
                <a16:creationId xmlns:a16="http://schemas.microsoft.com/office/drawing/2014/main" id="{2049E92B-2182-4442-B6E0-84F92E9401D9}"/>
              </a:ext>
            </a:extLst>
          </p:cNvPr>
          <p:cNvGrpSpPr>
            <a:grpSpLocks/>
          </p:cNvGrpSpPr>
          <p:nvPr/>
        </p:nvGrpSpPr>
        <p:grpSpPr bwMode="auto">
          <a:xfrm>
            <a:off x="6175375" y="3306763"/>
            <a:ext cx="2911475" cy="1341437"/>
            <a:chOff x="3941" y="2727"/>
            <a:chExt cx="1682" cy="845"/>
          </a:xfrm>
        </p:grpSpPr>
        <p:sp>
          <p:nvSpPr>
            <p:cNvPr id="35906" name="Text Box 76">
              <a:extLst>
                <a:ext uri="{FF2B5EF4-FFF2-40B4-BE49-F238E27FC236}">
                  <a16:creationId xmlns:a16="http://schemas.microsoft.com/office/drawing/2014/main" id="{C99B40ED-9547-DB40-A5A8-4C2474E2F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1" y="2727"/>
              <a:ext cx="1352" cy="845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流水段寄存器用来存放各阶段的执行结果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总是在下个时钟到来后的</a:t>
              </a: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Clock-to-Q</a:t>
              </a:r>
              <a:r>
                <a:rPr lang="zh-CN" altLang="en-US" sz="1800">
                  <a:latin typeface="Arial" panose="020B0604020202020204" pitchFamily="34" charset="0"/>
                  <a:ea typeface="黑体" panose="02010609060101010101" pitchFamily="49" charset="-122"/>
                </a:rPr>
                <a:t>输出</a:t>
              </a:r>
            </a:p>
          </p:txBody>
        </p:sp>
        <p:sp>
          <p:nvSpPr>
            <p:cNvPr id="35907" name="Line 77">
              <a:extLst>
                <a:ext uri="{FF2B5EF4-FFF2-40B4-BE49-F238E27FC236}">
                  <a16:creationId xmlns:a16="http://schemas.microsoft.com/office/drawing/2014/main" id="{662CA249-BA13-B444-B15F-5D9B2C1FC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1" y="2871"/>
              <a:ext cx="356" cy="17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135" name="Text Box 79">
            <a:extLst>
              <a:ext uri="{FF2B5EF4-FFF2-40B4-BE49-F238E27FC236}">
                <a16:creationId xmlns:a16="http://schemas.microsoft.com/office/drawing/2014/main" id="{EFE8B66A-66DF-4E43-A5AE-6AF84161A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5484813"/>
            <a:ext cx="35798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取指阶段有哪些控制信号？</a:t>
            </a:r>
          </a:p>
        </p:txBody>
      </p:sp>
      <p:sp>
        <p:nvSpPr>
          <p:cNvPr id="45136" name="Text Box 80">
            <a:extLst>
              <a:ext uri="{FF2B5EF4-FFF2-40B4-BE49-F238E27FC236}">
                <a16:creationId xmlns:a16="http://schemas.microsoft.com/office/drawing/2014/main" id="{A11C6292-2E41-5341-A223-56698E407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5919788"/>
            <a:ext cx="5527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990000"/>
                </a:solidFill>
                <a:ea typeface="黑体" panose="02010609060101010101" pitchFamily="49" charset="-122"/>
              </a:rPr>
              <a:t>不需控制信号，因为每条指令执行功能一样，是确定的，无需根据指令的不同来控制执行不同的操作！</a:t>
            </a:r>
          </a:p>
        </p:txBody>
      </p:sp>
      <p:sp>
        <p:nvSpPr>
          <p:cNvPr id="45137" name="Text Box 81">
            <a:extLst>
              <a:ext uri="{FF2B5EF4-FFF2-40B4-BE49-F238E27FC236}">
                <a16:creationId xmlns:a16="http://schemas.microsoft.com/office/drawing/2014/main" id="{469601C1-76F5-BC46-A198-EF7B8C1A2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49350"/>
            <a:ext cx="167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8000"/>
                </a:solidFill>
                <a:ea typeface="黑体" panose="02010609060101010101" pitchFamily="49" charset="-122"/>
              </a:rPr>
              <a:t>指令部件功能</a:t>
            </a:r>
          </a:p>
        </p:txBody>
      </p:sp>
      <p:sp>
        <p:nvSpPr>
          <p:cNvPr id="45138" name="Text Box 82">
            <a:extLst>
              <a:ext uri="{FF2B5EF4-FFF2-40B4-BE49-F238E27FC236}">
                <a16:creationId xmlns:a16="http://schemas.microsoft.com/office/drawing/2014/main" id="{E096CB2A-0E11-594D-9754-58705FDBB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1528763"/>
            <a:ext cx="18430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Instr &lt;- Mem[PC]</a:t>
            </a:r>
          </a:p>
          <a:p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PC&lt;- PC+4</a:t>
            </a:r>
          </a:p>
        </p:txBody>
      </p:sp>
      <p:grpSp>
        <p:nvGrpSpPr>
          <p:cNvPr id="45141" name="Group 85">
            <a:extLst>
              <a:ext uri="{FF2B5EF4-FFF2-40B4-BE49-F238E27FC236}">
                <a16:creationId xmlns:a16="http://schemas.microsoft.com/office/drawing/2014/main" id="{9BAB57AD-3252-374A-993B-DD0D62AA183F}"/>
              </a:ext>
            </a:extLst>
          </p:cNvPr>
          <p:cNvGrpSpPr>
            <a:grpSpLocks/>
          </p:cNvGrpSpPr>
          <p:nvPr/>
        </p:nvGrpSpPr>
        <p:grpSpPr bwMode="auto">
          <a:xfrm>
            <a:off x="230188" y="2686050"/>
            <a:ext cx="2628900" cy="1628775"/>
            <a:chOff x="192" y="1765"/>
            <a:chExt cx="1591" cy="1001"/>
          </a:xfrm>
        </p:grpSpPr>
        <p:sp>
          <p:nvSpPr>
            <p:cNvPr id="35904" name="Text Box 83">
              <a:extLst>
                <a:ext uri="{FF2B5EF4-FFF2-40B4-BE49-F238E27FC236}">
                  <a16:creationId xmlns:a16="http://schemas.microsoft.com/office/drawing/2014/main" id="{00FDF18B-0983-B44B-887E-FDBEE1A6D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865"/>
              <a:ext cx="796" cy="9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这里</a:t>
              </a:r>
              <a:r>
                <a:rPr lang="en-US" altLang="zh-CN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MUX</a:t>
              </a:r>
              <a:r>
                <a:rPr lang="zh-CN" altLang="en-US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的控制信号由其他阶段产生！</a:t>
              </a:r>
            </a:p>
          </p:txBody>
        </p:sp>
        <p:sp>
          <p:nvSpPr>
            <p:cNvPr id="35905" name="Line 84">
              <a:extLst>
                <a:ext uri="{FF2B5EF4-FFF2-40B4-BE49-F238E27FC236}">
                  <a16:creationId xmlns:a16="http://schemas.microsoft.com/office/drawing/2014/main" id="{37384205-FFAC-3141-A51D-4098B0F39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6" y="1765"/>
              <a:ext cx="887" cy="256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142" name="Text Box 86">
            <a:extLst>
              <a:ext uri="{FF2B5EF4-FFF2-40B4-BE49-F238E27FC236}">
                <a16:creationId xmlns:a16="http://schemas.microsoft.com/office/drawing/2014/main" id="{56291836-375E-4C48-B734-C230B7077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275" y="4713288"/>
            <a:ext cx="23082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应把哪些信息存到流水段寄存器</a:t>
            </a:r>
            <a:r>
              <a:rPr lang="en-US" altLang="zh-CN" sz="17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IF/ID</a:t>
            </a:r>
            <a:r>
              <a:rPr lang="zh-CN" altLang="en-US" sz="17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中？</a:t>
            </a:r>
          </a:p>
        </p:txBody>
      </p:sp>
      <p:sp>
        <p:nvSpPr>
          <p:cNvPr id="45143" name="Text Box 87">
            <a:extLst>
              <a:ext uri="{FF2B5EF4-FFF2-40B4-BE49-F238E27FC236}">
                <a16:creationId xmlns:a16="http://schemas.microsoft.com/office/drawing/2014/main" id="{45CEC830-F79A-884C-8F15-FE4CD6B43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0" y="5402263"/>
            <a:ext cx="251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应保存后面阶段用到的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指令和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PC+4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的值</a:t>
            </a:r>
            <a:r>
              <a:rPr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！</a:t>
            </a:r>
          </a:p>
        </p:txBody>
      </p:sp>
      <p:sp>
        <p:nvSpPr>
          <p:cNvPr id="45144" name="Text Box 88">
            <a:extLst>
              <a:ext uri="{FF2B5EF4-FFF2-40B4-BE49-F238E27FC236}">
                <a16:creationId xmlns:a16="http://schemas.microsoft.com/office/drawing/2014/main" id="{451230FD-314E-324A-A124-B81810E2C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238" y="6003925"/>
            <a:ext cx="3108325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指令在随后阶段被送出译码！</a:t>
            </a:r>
          </a:p>
          <a:p>
            <a:pPr>
              <a:lnSpc>
                <a:spcPct val="90000"/>
              </a:lnSpc>
            </a:pP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PC+4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用来计算转移目标地址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  <p:bldP spid="45135" grpId="0"/>
      <p:bldP spid="45136" grpId="0"/>
      <p:bldP spid="45137" grpId="0"/>
      <p:bldP spid="45138" grpId="0" build="allAtOnce"/>
      <p:bldP spid="45142" grpId="0"/>
      <p:bldP spid="45143" grpId="0"/>
      <p:bldP spid="451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31B4DB2-23BE-934E-A2C7-BFD512BB2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853113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译码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取数（</a:t>
            </a:r>
            <a:r>
              <a:rPr lang="en-US" altLang="zh-CN">
                <a:ea typeface="宋体" panose="02010600030101010101" pitchFamily="2" charset="-122"/>
              </a:rPr>
              <a:t>Reg/Dec</a:t>
            </a:r>
            <a:r>
              <a:rPr lang="zh-CN" altLang="en-US">
                <a:ea typeface="宋体" panose="02010600030101010101" pitchFamily="2" charset="-122"/>
              </a:rPr>
              <a:t>）阶段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AB31B0A-11C1-C54F-9CE4-67A1157B1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517900"/>
            <a:ext cx="258763" cy="22463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82BDF1FF-70E5-BF4C-838A-95A345111A8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08982" y="3688556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37893" name="Line 5">
            <a:extLst>
              <a:ext uri="{FF2B5EF4-FFF2-40B4-BE49-F238E27FC236}">
                <a16:creationId xmlns:a16="http://schemas.microsoft.com/office/drawing/2014/main" id="{88382003-B148-7F41-A19F-D461D602D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46F5AE59-9CD4-7D45-B872-59E2590A9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3517900"/>
            <a:ext cx="288925" cy="2305050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3B463A86-AE6A-0541-B190-93DD50E68DF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06738" y="4446588"/>
            <a:ext cx="214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</a:t>
            </a:r>
            <a:r>
              <a:rPr lang="en-US" altLang="zh-CN">
                <a:ea typeface="宋体" panose="02010600030101010101" pitchFamily="2" charset="-122"/>
              </a:rPr>
              <a:t>.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2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&amp;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0x100</a:t>
            </a:r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8A6D4E30-A868-A648-B28D-255A1E6B8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5179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7" name="Rectangle 9">
            <a:extLst>
              <a:ext uri="{FF2B5EF4-FFF2-40B4-BE49-F238E27FC236}">
                <a16:creationId xmlns:a16="http://schemas.microsoft.com/office/drawing/2014/main" id="{5AC47695-D4AB-F547-AA79-5F22A787E46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9376" y="4600575"/>
            <a:ext cx="1701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Ex/Mem Register</a:t>
            </a:r>
          </a:p>
        </p:txBody>
      </p:sp>
      <p:sp>
        <p:nvSpPr>
          <p:cNvPr id="37898" name="Rectangle 10">
            <a:extLst>
              <a:ext uri="{FF2B5EF4-FFF2-40B4-BE49-F238E27FC236}">
                <a16:creationId xmlns:a16="http://schemas.microsoft.com/office/drawing/2014/main" id="{DCE9671C-82E5-8A4F-B23E-A61B60BB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35179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9" name="Rectangle 11">
            <a:extLst>
              <a:ext uri="{FF2B5EF4-FFF2-40B4-BE49-F238E27FC236}">
                <a16:creationId xmlns:a16="http://schemas.microsoft.com/office/drawing/2014/main" id="{B73DD7B2-DF8A-0C4C-9B7D-65B1846E41F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96907" y="4599781"/>
            <a:ext cx="1836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7900" name="Rectangle 12">
            <a:extLst>
              <a:ext uri="{FF2B5EF4-FFF2-40B4-BE49-F238E27FC236}">
                <a16:creationId xmlns:a16="http://schemas.microsoft.com/office/drawing/2014/main" id="{2DAE4272-61DD-944D-B9E5-379B30AD3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5179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01" name="Rectangle 13">
            <a:extLst>
              <a:ext uri="{FF2B5EF4-FFF2-40B4-BE49-F238E27FC236}">
                <a16:creationId xmlns:a16="http://schemas.microsoft.com/office/drawing/2014/main" id="{83FBF618-49D9-B648-BCEC-FB9BF5E228E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0706" y="3677444"/>
            <a:ext cx="512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7902" name="Rectangle 14">
            <a:extLst>
              <a:ext uri="{FF2B5EF4-FFF2-40B4-BE49-F238E27FC236}">
                <a16:creationId xmlns:a16="http://schemas.microsoft.com/office/drawing/2014/main" id="{2EAEEC92-C13E-7C46-B8DE-6B6BE6700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9751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03" name="Rectangle 15">
            <a:extLst>
              <a:ext uri="{FF2B5EF4-FFF2-40B4-BE49-F238E27FC236}">
                <a16:creationId xmlns:a16="http://schemas.microsoft.com/office/drawing/2014/main" id="{59FC8714-0ABE-4342-88B6-369089F9E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983038"/>
            <a:ext cx="7080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37904" name="Rectangle 16">
            <a:extLst>
              <a:ext uri="{FF2B5EF4-FFF2-40B4-BE49-F238E27FC236}">
                <a16:creationId xmlns:a16="http://schemas.microsoft.com/office/drawing/2014/main" id="{767E3FBE-ADBF-E445-9751-3479FBB8A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7482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37905" name="Rectangle 17">
            <a:extLst>
              <a:ext uri="{FF2B5EF4-FFF2-40B4-BE49-F238E27FC236}">
                <a16:creationId xmlns:a16="http://schemas.microsoft.com/office/drawing/2014/main" id="{29E5623C-DE0D-2846-86B9-2260256DC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1292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7906" name="Rectangle 18">
            <a:extLst>
              <a:ext uri="{FF2B5EF4-FFF2-40B4-BE49-F238E27FC236}">
                <a16:creationId xmlns:a16="http://schemas.microsoft.com/office/drawing/2014/main" id="{C97C5CCA-34D7-BC42-A441-41A2FF357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519613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7907" name="Rectangle 19">
            <a:extLst>
              <a:ext uri="{FF2B5EF4-FFF2-40B4-BE49-F238E27FC236}">
                <a16:creationId xmlns:a16="http://schemas.microsoft.com/office/drawing/2014/main" id="{593F77A9-9E5F-184C-B29D-7E03D3737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5196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37908" name="Rectangle 20">
            <a:extLst>
              <a:ext uri="{FF2B5EF4-FFF2-40B4-BE49-F238E27FC236}">
                <a16:creationId xmlns:a16="http://schemas.microsoft.com/office/drawing/2014/main" id="{A843B6CC-B43C-8045-8B6E-8DC7FE717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35179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09" name="Rectangle 21">
            <a:extLst>
              <a:ext uri="{FF2B5EF4-FFF2-40B4-BE49-F238E27FC236}">
                <a16:creationId xmlns:a16="http://schemas.microsoft.com/office/drawing/2014/main" id="{42D4E276-DE0B-7A4B-8314-89DC1E0AD68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45902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37910" name="Rectangle 22">
            <a:extLst>
              <a:ext uri="{FF2B5EF4-FFF2-40B4-BE49-F238E27FC236}">
                <a16:creationId xmlns:a16="http://schemas.microsoft.com/office/drawing/2014/main" id="{9D805AC0-9AAA-8C43-9433-E0EBF09BD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13861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7911" name="Rectangle 23">
            <a:extLst>
              <a:ext uri="{FF2B5EF4-FFF2-40B4-BE49-F238E27FC236}">
                <a16:creationId xmlns:a16="http://schemas.microsoft.com/office/drawing/2014/main" id="{CF5060EE-21AE-4743-8568-EA8C64E5F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281613"/>
            <a:ext cx="230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37912" name="Rectangle 24">
            <a:extLst>
              <a:ext uri="{FF2B5EF4-FFF2-40B4-BE49-F238E27FC236}">
                <a16:creationId xmlns:a16="http://schemas.microsoft.com/office/drawing/2014/main" id="{9C8415A3-494D-924B-84C1-F1081C790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40513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13" name="Rectangle 25">
            <a:extLst>
              <a:ext uri="{FF2B5EF4-FFF2-40B4-BE49-F238E27FC236}">
                <a16:creationId xmlns:a16="http://schemas.microsoft.com/office/drawing/2014/main" id="{05DE17D6-C129-DE47-A640-C28C5239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76408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37914" name="Rectangle 26">
            <a:extLst>
              <a:ext uri="{FF2B5EF4-FFF2-40B4-BE49-F238E27FC236}">
                <a16:creationId xmlns:a16="http://schemas.microsoft.com/office/drawing/2014/main" id="{28BB2D8C-24BC-884C-A892-D42E6C766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50403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7915" name="Rectangle 27">
            <a:extLst>
              <a:ext uri="{FF2B5EF4-FFF2-40B4-BE49-F238E27FC236}">
                <a16:creationId xmlns:a16="http://schemas.microsoft.com/office/drawing/2014/main" id="{96222DB3-5B14-944E-972E-69446AE0D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192588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7916" name="Rectangle 28">
            <a:extLst>
              <a:ext uri="{FF2B5EF4-FFF2-40B4-BE49-F238E27FC236}">
                <a16:creationId xmlns:a16="http://schemas.microsoft.com/office/drawing/2014/main" id="{EC7C3E66-73EA-EA45-AAFE-4723C4127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5227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37917" name="Rectangle 29">
            <a:extLst>
              <a:ext uri="{FF2B5EF4-FFF2-40B4-BE49-F238E27FC236}">
                <a16:creationId xmlns:a16="http://schemas.microsoft.com/office/drawing/2014/main" id="{9900854B-CFF8-634B-AE25-76AEEBFBA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504666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37918" name="Line 30">
            <a:extLst>
              <a:ext uri="{FF2B5EF4-FFF2-40B4-BE49-F238E27FC236}">
                <a16:creationId xmlns:a16="http://schemas.microsoft.com/office/drawing/2014/main" id="{B8511751-3C8C-0C40-BD52-61D97577B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270500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19" name="Rectangle 31">
            <a:extLst>
              <a:ext uri="{FF2B5EF4-FFF2-40B4-BE49-F238E27FC236}">
                <a16:creationId xmlns:a16="http://schemas.microsoft.com/office/drawing/2014/main" id="{CAFEB797-68C5-D64B-87CB-4D18B62B1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6113463"/>
            <a:ext cx="1087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37920" name="Rectangle 32">
            <a:extLst>
              <a:ext uri="{FF2B5EF4-FFF2-40B4-BE49-F238E27FC236}">
                <a16:creationId xmlns:a16="http://schemas.microsoft.com/office/drawing/2014/main" id="{DCF3409A-86D8-0F4C-BD97-2AB1F758E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2379663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37921" name="Line 33">
            <a:extLst>
              <a:ext uri="{FF2B5EF4-FFF2-40B4-BE49-F238E27FC236}">
                <a16:creationId xmlns:a16="http://schemas.microsoft.com/office/drawing/2014/main" id="{F594730D-146C-0148-9422-5486AD13B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04190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2" name="Rectangle 34">
            <a:extLst>
              <a:ext uri="{FF2B5EF4-FFF2-40B4-BE49-F238E27FC236}">
                <a16:creationId xmlns:a16="http://schemas.microsoft.com/office/drawing/2014/main" id="{8A5892B0-0CD3-174B-85F2-D5FDBAAF0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236220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37923" name="Line 35">
            <a:extLst>
              <a:ext uri="{FF2B5EF4-FFF2-40B4-BE49-F238E27FC236}">
                <a16:creationId xmlns:a16="http://schemas.microsoft.com/office/drawing/2014/main" id="{B24C2B22-9F9C-3A4A-A61F-E3F0CA66F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648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4" name="Rectangle 36">
            <a:extLst>
              <a:ext uri="{FF2B5EF4-FFF2-40B4-BE49-F238E27FC236}">
                <a16:creationId xmlns:a16="http://schemas.microsoft.com/office/drawing/2014/main" id="{CC3AED8D-D256-2D41-AC67-E4D3668EA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5100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37925" name="Rectangle 37">
            <a:extLst>
              <a:ext uri="{FF2B5EF4-FFF2-40B4-BE49-F238E27FC236}">
                <a16:creationId xmlns:a16="http://schemas.microsoft.com/office/drawing/2014/main" id="{74F9E77B-816E-E249-8945-6C8B9E282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5179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26" name="Rectangle 38">
            <a:extLst>
              <a:ext uri="{FF2B5EF4-FFF2-40B4-BE49-F238E27FC236}">
                <a16:creationId xmlns:a16="http://schemas.microsoft.com/office/drawing/2014/main" id="{88B14934-E14A-574A-9EBC-B2BFC18D0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40528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37927" name="Rectangle 39">
            <a:extLst>
              <a:ext uri="{FF2B5EF4-FFF2-40B4-BE49-F238E27FC236}">
                <a16:creationId xmlns:a16="http://schemas.microsoft.com/office/drawing/2014/main" id="{FA2498E9-B45F-C647-B75C-7EFF90F1C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43195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37928" name="Line 40">
            <a:extLst>
              <a:ext uri="{FF2B5EF4-FFF2-40B4-BE49-F238E27FC236}">
                <a16:creationId xmlns:a16="http://schemas.microsoft.com/office/drawing/2014/main" id="{C058BC57-942C-3047-8ED5-9CDF5E29B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6797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9" name="Rectangle 41">
            <a:extLst>
              <a:ext uri="{FF2B5EF4-FFF2-40B4-BE49-F238E27FC236}">
                <a16:creationId xmlns:a16="http://schemas.microsoft.com/office/drawing/2014/main" id="{07672477-DB35-5849-8DF3-39E754155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37893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37930" name="Line 42">
            <a:extLst>
              <a:ext uri="{FF2B5EF4-FFF2-40B4-BE49-F238E27FC236}">
                <a16:creationId xmlns:a16="http://schemas.microsoft.com/office/drawing/2014/main" id="{B1172E16-2A89-A745-95A8-2893547BF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6797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1" name="Rectangle 43">
            <a:extLst>
              <a:ext uri="{FF2B5EF4-FFF2-40B4-BE49-F238E27FC236}">
                <a16:creationId xmlns:a16="http://schemas.microsoft.com/office/drawing/2014/main" id="{895E824A-2E23-434C-9827-A35DC882F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23622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37932" name="Rectangle 44">
            <a:extLst>
              <a:ext uri="{FF2B5EF4-FFF2-40B4-BE49-F238E27FC236}">
                <a16:creationId xmlns:a16="http://schemas.microsoft.com/office/drawing/2014/main" id="{9868113E-FDF5-0F43-9160-958CA51D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6096000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37933" name="Line 45">
            <a:extLst>
              <a:ext uri="{FF2B5EF4-FFF2-40B4-BE49-F238E27FC236}">
                <a16:creationId xmlns:a16="http://schemas.microsoft.com/office/drawing/2014/main" id="{B21C37C0-8472-E24B-964E-2E1BEC377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4210050"/>
            <a:ext cx="330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4" name="Line 46">
            <a:extLst>
              <a:ext uri="{FF2B5EF4-FFF2-40B4-BE49-F238E27FC236}">
                <a16:creationId xmlns:a16="http://schemas.microsoft.com/office/drawing/2014/main" id="{309837FD-D5B6-1F4E-9347-BF26FFD18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9624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5" name="Line 47">
            <a:extLst>
              <a:ext uri="{FF2B5EF4-FFF2-40B4-BE49-F238E27FC236}">
                <a16:creationId xmlns:a16="http://schemas.microsoft.com/office/drawing/2014/main" id="{43102ED4-CE0B-AB4B-8A52-50B5A3EBC7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4958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6" name="Line 48">
            <a:extLst>
              <a:ext uri="{FF2B5EF4-FFF2-40B4-BE49-F238E27FC236}">
                <a16:creationId xmlns:a16="http://schemas.microsoft.com/office/drawing/2014/main" id="{2CF7E9DB-74E2-4D4A-A797-4A3C7E63B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1910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7" name="Line 49">
            <a:extLst>
              <a:ext uri="{FF2B5EF4-FFF2-40B4-BE49-F238E27FC236}">
                <a16:creationId xmlns:a16="http://schemas.microsoft.com/office/drawing/2014/main" id="{A69862B5-D61C-F249-8F97-D59F28095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495800"/>
            <a:ext cx="355600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8" name="Line 50">
            <a:extLst>
              <a:ext uri="{FF2B5EF4-FFF2-40B4-BE49-F238E27FC236}">
                <a16:creationId xmlns:a16="http://schemas.microsoft.com/office/drawing/2014/main" id="{2E7E1732-34F6-BB49-B8C7-433DD97F70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4362450"/>
            <a:ext cx="330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9" name="Line 51">
            <a:extLst>
              <a:ext uri="{FF2B5EF4-FFF2-40B4-BE49-F238E27FC236}">
                <a16:creationId xmlns:a16="http://schemas.microsoft.com/office/drawing/2014/main" id="{96C13FA0-6C77-A34A-B063-7FF87076F6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648200"/>
            <a:ext cx="355600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0" name="Line 52">
            <a:extLst>
              <a:ext uri="{FF2B5EF4-FFF2-40B4-BE49-F238E27FC236}">
                <a16:creationId xmlns:a16="http://schemas.microsoft.com/office/drawing/2014/main" id="{9775C17A-B6B0-A64E-9E55-FEED5DDCE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6482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1" name="Line 53">
            <a:extLst>
              <a:ext uri="{FF2B5EF4-FFF2-40B4-BE49-F238E27FC236}">
                <a16:creationId xmlns:a16="http://schemas.microsoft.com/office/drawing/2014/main" id="{506937D9-6F2B-8D41-8E47-BE187984F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5085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2" name="Line 54">
            <a:extLst>
              <a:ext uri="{FF2B5EF4-FFF2-40B4-BE49-F238E27FC236}">
                <a16:creationId xmlns:a16="http://schemas.microsoft.com/office/drawing/2014/main" id="{84CB93D7-6C65-7945-BD0F-BDC09D15E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5181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3" name="Line 55">
            <a:extLst>
              <a:ext uri="{FF2B5EF4-FFF2-40B4-BE49-F238E27FC236}">
                <a16:creationId xmlns:a16="http://schemas.microsoft.com/office/drawing/2014/main" id="{726439AE-1630-374A-9BC1-B4FF2AE5B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181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4" name="Line 56">
            <a:extLst>
              <a:ext uri="{FF2B5EF4-FFF2-40B4-BE49-F238E27FC236}">
                <a16:creationId xmlns:a16="http://schemas.microsoft.com/office/drawing/2014/main" id="{6EFD1732-5E3D-2040-8EB3-B60498F74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876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5" name="Line 57">
            <a:extLst>
              <a:ext uri="{FF2B5EF4-FFF2-40B4-BE49-F238E27FC236}">
                <a16:creationId xmlns:a16="http://schemas.microsoft.com/office/drawing/2014/main" id="{F062A608-BEE1-0B44-B347-F00717B98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6609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6" name="Line 58">
            <a:extLst>
              <a:ext uri="{FF2B5EF4-FFF2-40B4-BE49-F238E27FC236}">
                <a16:creationId xmlns:a16="http://schemas.microsoft.com/office/drawing/2014/main" id="{8679E0BB-1B2C-7348-9A90-0AF9F7B2D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724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7" name="Line 59">
            <a:extLst>
              <a:ext uri="{FF2B5EF4-FFF2-40B4-BE49-F238E27FC236}">
                <a16:creationId xmlns:a16="http://schemas.microsoft.com/office/drawing/2014/main" id="{765EF721-0A61-4648-B90B-E01439125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334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948" name="Group 67">
            <a:extLst>
              <a:ext uri="{FF2B5EF4-FFF2-40B4-BE49-F238E27FC236}">
                <a16:creationId xmlns:a16="http://schemas.microsoft.com/office/drawing/2014/main" id="{81A0D5F0-4610-0B4F-B8D9-6F1CC3FF1CDF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4584700"/>
            <a:ext cx="333375" cy="946150"/>
            <a:chOff x="5290" y="2888"/>
            <a:chExt cx="210" cy="596"/>
          </a:xfrm>
        </p:grpSpPr>
        <p:sp>
          <p:nvSpPr>
            <p:cNvPr id="38087" name="Line 60">
              <a:extLst>
                <a:ext uri="{FF2B5EF4-FFF2-40B4-BE49-F238E27FC236}">
                  <a16:creationId xmlns:a16="http://schemas.microsoft.com/office/drawing/2014/main" id="{7FCEB79F-1BC7-9047-9D7C-51554ACEC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8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8" name="Line 61">
              <a:extLst>
                <a:ext uri="{FF2B5EF4-FFF2-40B4-BE49-F238E27FC236}">
                  <a16:creationId xmlns:a16="http://schemas.microsoft.com/office/drawing/2014/main" id="{C69885B6-1AA5-7141-BFAB-D1092E6F7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8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9" name="Line 62">
              <a:extLst>
                <a:ext uri="{FF2B5EF4-FFF2-40B4-BE49-F238E27FC236}">
                  <a16:creationId xmlns:a16="http://schemas.microsoft.com/office/drawing/2014/main" id="{9810CB59-A847-4B4B-AE3C-208BE45C1F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3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0" name="Line 63">
              <a:extLst>
                <a:ext uri="{FF2B5EF4-FFF2-40B4-BE49-F238E27FC236}">
                  <a16:creationId xmlns:a16="http://schemas.microsoft.com/office/drawing/2014/main" id="{89B81092-C8F1-CC4E-BDFF-450E40B46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1" name="Rectangle 64">
              <a:extLst>
                <a:ext uri="{FF2B5EF4-FFF2-40B4-BE49-F238E27FC236}">
                  <a16:creationId xmlns:a16="http://schemas.microsoft.com/office/drawing/2014/main" id="{9857F8CB-CE2D-1949-ACC1-716CD4A12E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30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38092" name="Rectangle 65">
              <a:extLst>
                <a:ext uri="{FF2B5EF4-FFF2-40B4-BE49-F238E27FC236}">
                  <a16:creationId xmlns:a16="http://schemas.microsoft.com/office/drawing/2014/main" id="{E3A1CADE-1731-224D-BF5E-F33C78DAC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9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8093" name="Rectangle 66">
              <a:extLst>
                <a:ext uri="{FF2B5EF4-FFF2-40B4-BE49-F238E27FC236}">
                  <a16:creationId xmlns:a16="http://schemas.microsoft.com/office/drawing/2014/main" id="{FC5C51A5-C4CD-A94D-A040-1727AB1B2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2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37949" name="Line 68">
            <a:extLst>
              <a:ext uri="{FF2B5EF4-FFF2-40B4-BE49-F238E27FC236}">
                <a16:creationId xmlns:a16="http://schemas.microsoft.com/office/drawing/2014/main" id="{72EA8282-0304-6F40-97D1-A363809D7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724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0" name="Line 69">
            <a:extLst>
              <a:ext uri="{FF2B5EF4-FFF2-40B4-BE49-F238E27FC236}">
                <a16:creationId xmlns:a16="http://schemas.microsoft.com/office/drawing/2014/main" id="{E676C443-CBAD-C947-BBD9-73E379B192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334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1" name="Line 70">
            <a:extLst>
              <a:ext uri="{FF2B5EF4-FFF2-40B4-BE49-F238E27FC236}">
                <a16:creationId xmlns:a16="http://schemas.microsoft.com/office/drawing/2014/main" id="{9477C173-739E-2C40-8DA7-447A5765F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679700"/>
            <a:ext cx="0" cy="1346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2" name="Line 71">
            <a:extLst>
              <a:ext uri="{FF2B5EF4-FFF2-40B4-BE49-F238E27FC236}">
                <a16:creationId xmlns:a16="http://schemas.microsoft.com/office/drawing/2014/main" id="{8B3C8173-88CD-954A-BAE7-AC70DFFF8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3981450"/>
            <a:ext cx="1320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3" name="Line 72">
            <a:extLst>
              <a:ext uri="{FF2B5EF4-FFF2-40B4-BE49-F238E27FC236}">
                <a16:creationId xmlns:a16="http://schemas.microsoft.com/office/drawing/2014/main" id="{9D5B7278-7157-7042-BDB2-739F63D22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5719763"/>
            <a:ext cx="1320800" cy="0"/>
          </a:xfrm>
          <a:prstGeom prst="line">
            <a:avLst/>
          </a:prstGeom>
          <a:noFill/>
          <a:ln w="50800">
            <a:solidFill>
              <a:srgbClr val="99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4" name="Line 73">
            <a:extLst>
              <a:ext uri="{FF2B5EF4-FFF2-40B4-BE49-F238E27FC236}">
                <a16:creationId xmlns:a16="http://schemas.microsoft.com/office/drawing/2014/main" id="{6D9297D1-30B1-CE4B-8432-03B5E64E2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438775"/>
            <a:ext cx="1346200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5" name="Line 74">
            <a:extLst>
              <a:ext uri="{FF2B5EF4-FFF2-40B4-BE49-F238E27FC236}">
                <a16:creationId xmlns:a16="http://schemas.microsoft.com/office/drawing/2014/main" id="{1E39492D-CE91-A24E-BC53-311113268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657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6" name="Line 75">
            <a:extLst>
              <a:ext uri="{FF2B5EF4-FFF2-40B4-BE49-F238E27FC236}">
                <a16:creationId xmlns:a16="http://schemas.microsoft.com/office/drawing/2014/main" id="{87A9F29F-23AA-A643-AA27-B568175E2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5562600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7" name="Line 76">
            <a:extLst>
              <a:ext uri="{FF2B5EF4-FFF2-40B4-BE49-F238E27FC236}">
                <a16:creationId xmlns:a16="http://schemas.microsoft.com/office/drawing/2014/main" id="{85452EC0-6620-EC48-B15C-5186091B5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4991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8" name="Rectangle 77">
            <a:extLst>
              <a:ext uri="{FF2B5EF4-FFF2-40B4-BE49-F238E27FC236}">
                <a16:creationId xmlns:a16="http://schemas.microsoft.com/office/drawing/2014/main" id="{ECF23C2C-1223-AD42-AC4B-4972B75EF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6113463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37959" name="Group 82">
            <a:extLst>
              <a:ext uri="{FF2B5EF4-FFF2-40B4-BE49-F238E27FC236}">
                <a16:creationId xmlns:a16="http://schemas.microsoft.com/office/drawing/2014/main" id="{7A4DDE3E-03DC-8F4F-B1BB-02CA0A1D59B3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270500"/>
            <a:ext cx="228600" cy="533400"/>
            <a:chOff x="2880" y="3320"/>
            <a:chExt cx="144" cy="336"/>
          </a:xfrm>
        </p:grpSpPr>
        <p:sp>
          <p:nvSpPr>
            <p:cNvPr id="38083" name="Line 78">
              <a:extLst>
                <a:ext uri="{FF2B5EF4-FFF2-40B4-BE49-F238E27FC236}">
                  <a16:creationId xmlns:a16="http://schemas.microsoft.com/office/drawing/2014/main" id="{52CC0A85-1A65-0D4B-8099-BDADBD8EC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2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4" name="Line 79">
              <a:extLst>
                <a:ext uri="{FF2B5EF4-FFF2-40B4-BE49-F238E27FC236}">
                  <a16:creationId xmlns:a16="http://schemas.microsoft.com/office/drawing/2014/main" id="{ABCB528F-EE29-7147-AAAD-5C4E760CE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320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5" name="Line 80">
              <a:extLst>
                <a:ext uri="{FF2B5EF4-FFF2-40B4-BE49-F238E27FC236}">
                  <a16:creationId xmlns:a16="http://schemas.microsoft.com/office/drawing/2014/main" id="{70BCF877-F80A-E943-955A-59E3ACE11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99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6" name="Line 81">
              <a:extLst>
                <a:ext uri="{FF2B5EF4-FFF2-40B4-BE49-F238E27FC236}">
                  <a16:creationId xmlns:a16="http://schemas.microsoft.com/office/drawing/2014/main" id="{63393C2C-A87D-9644-B136-B5DA3EF77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5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60" name="Rectangle 83">
            <a:extLst>
              <a:ext uri="{FF2B5EF4-FFF2-40B4-BE49-F238E27FC236}">
                <a16:creationId xmlns:a16="http://schemas.microsoft.com/office/drawing/2014/main" id="{8FD07885-AFC5-5042-83F4-8FFDD8F20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5181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7961" name="Rectangle 84">
            <a:extLst>
              <a:ext uri="{FF2B5EF4-FFF2-40B4-BE49-F238E27FC236}">
                <a16:creationId xmlns:a16="http://schemas.microsoft.com/office/drawing/2014/main" id="{6DEBCECC-5162-944A-9331-7E40B8F27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2292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7962" name="Line 85">
            <a:extLst>
              <a:ext uri="{FF2B5EF4-FFF2-40B4-BE49-F238E27FC236}">
                <a16:creationId xmlns:a16="http://schemas.microsoft.com/office/drawing/2014/main" id="{E7BB294C-99DF-344D-B102-FDE675ACD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039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63" name="Rectangle 86">
            <a:extLst>
              <a:ext uri="{FF2B5EF4-FFF2-40B4-BE49-F238E27FC236}">
                <a16:creationId xmlns:a16="http://schemas.microsoft.com/office/drawing/2014/main" id="{6649E87E-780E-BA4C-AA7F-FA67E15B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6113463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37964" name="Rectangle 87">
            <a:extLst>
              <a:ext uri="{FF2B5EF4-FFF2-40B4-BE49-F238E27FC236}">
                <a16:creationId xmlns:a16="http://schemas.microsoft.com/office/drawing/2014/main" id="{EE9A4787-AEF7-A745-AC72-0E3B85499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1292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37965" name="Rectangle 88">
            <a:extLst>
              <a:ext uri="{FF2B5EF4-FFF2-40B4-BE49-F238E27FC236}">
                <a16:creationId xmlns:a16="http://schemas.microsoft.com/office/drawing/2014/main" id="{58F6DA41-80A3-0448-AF19-93C8FD362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4340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37966" name="Rectangle 89">
            <a:extLst>
              <a:ext uri="{FF2B5EF4-FFF2-40B4-BE49-F238E27FC236}">
                <a16:creationId xmlns:a16="http://schemas.microsoft.com/office/drawing/2014/main" id="{ECF770D0-05C9-0B4A-BCF5-BED779E09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6814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37967" name="Line 90">
            <a:extLst>
              <a:ext uri="{FF2B5EF4-FFF2-40B4-BE49-F238E27FC236}">
                <a16:creationId xmlns:a16="http://schemas.microsoft.com/office/drawing/2014/main" id="{2967C0BF-4107-4F40-AADB-39BF07B17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54102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68" name="Line 91">
            <a:extLst>
              <a:ext uri="{FF2B5EF4-FFF2-40B4-BE49-F238E27FC236}">
                <a16:creationId xmlns:a16="http://schemas.microsoft.com/office/drawing/2014/main" id="{8B24C028-B10E-6542-962D-9E39BC0A3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657600"/>
            <a:ext cx="1498600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69" name="Rectangle 92">
            <a:extLst>
              <a:ext uri="{FF2B5EF4-FFF2-40B4-BE49-F238E27FC236}">
                <a16:creationId xmlns:a16="http://schemas.microsoft.com/office/drawing/2014/main" id="{FA7BF846-28F4-274A-936E-950C4B236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37661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7970" name="Line 93">
            <a:extLst>
              <a:ext uri="{FF2B5EF4-FFF2-40B4-BE49-F238E27FC236}">
                <a16:creationId xmlns:a16="http://schemas.microsoft.com/office/drawing/2014/main" id="{82F5A0ED-C1EF-7E46-9F54-90A6CC7E6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6576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71" name="Rectangle 94">
            <a:extLst>
              <a:ext uri="{FF2B5EF4-FFF2-40B4-BE49-F238E27FC236}">
                <a16:creationId xmlns:a16="http://schemas.microsoft.com/office/drawing/2014/main" id="{D69D60AE-438A-8B48-BCA4-1C91EE6CC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48456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7972" name="Rectangle 95">
            <a:extLst>
              <a:ext uri="{FF2B5EF4-FFF2-40B4-BE49-F238E27FC236}">
                <a16:creationId xmlns:a16="http://schemas.microsoft.com/office/drawing/2014/main" id="{8CEB64DD-F2A1-5045-BA7A-C41D6A8B6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986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37973" name="Rectangle 96">
            <a:extLst>
              <a:ext uri="{FF2B5EF4-FFF2-40B4-BE49-F238E27FC236}">
                <a16:creationId xmlns:a16="http://schemas.microsoft.com/office/drawing/2014/main" id="{206A85DF-E77B-ED4C-BBCF-F1CACB2A3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6720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37974" name="Line 97">
            <a:extLst>
              <a:ext uri="{FF2B5EF4-FFF2-40B4-BE49-F238E27FC236}">
                <a16:creationId xmlns:a16="http://schemas.microsoft.com/office/drawing/2014/main" id="{F80C8725-7862-794F-8FA6-841B637D79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956050"/>
            <a:ext cx="0" cy="1498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75" name="Line 98">
            <a:extLst>
              <a:ext uri="{FF2B5EF4-FFF2-40B4-BE49-F238E27FC236}">
                <a16:creationId xmlns:a16="http://schemas.microsoft.com/office/drawing/2014/main" id="{92D8A0AB-DC3C-0640-B497-2036A6994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715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76" name="Line 99">
            <a:extLst>
              <a:ext uri="{FF2B5EF4-FFF2-40B4-BE49-F238E27FC236}">
                <a16:creationId xmlns:a16="http://schemas.microsoft.com/office/drawing/2014/main" id="{438D94F5-1AA0-F74D-8A33-3B4222F9B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4102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77" name="Line 100">
            <a:extLst>
              <a:ext uri="{FF2B5EF4-FFF2-40B4-BE49-F238E27FC236}">
                <a16:creationId xmlns:a16="http://schemas.microsoft.com/office/drawing/2014/main" id="{39782801-9D56-E043-B18F-7AFAE7F8C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5626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78" name="Line 101">
            <a:extLst>
              <a:ext uri="{FF2B5EF4-FFF2-40B4-BE49-F238E27FC236}">
                <a16:creationId xmlns:a16="http://schemas.microsoft.com/office/drawing/2014/main" id="{70D19EC3-2F3A-6646-BA18-B038CD698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562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79" name="Line 102">
            <a:extLst>
              <a:ext uri="{FF2B5EF4-FFF2-40B4-BE49-F238E27FC236}">
                <a16:creationId xmlns:a16="http://schemas.microsoft.com/office/drawing/2014/main" id="{A74F772D-2F19-2A4C-8AF6-A6C498D9F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575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0" name="Line 103">
            <a:extLst>
              <a:ext uri="{FF2B5EF4-FFF2-40B4-BE49-F238E27FC236}">
                <a16:creationId xmlns:a16="http://schemas.microsoft.com/office/drawing/2014/main" id="{835AF1BB-D5D2-AE42-91A8-0FFAB517E4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7700" y="59436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1" name="Line 104">
            <a:extLst>
              <a:ext uri="{FF2B5EF4-FFF2-40B4-BE49-F238E27FC236}">
                <a16:creationId xmlns:a16="http://schemas.microsoft.com/office/drawing/2014/main" id="{F6F73B86-E3EC-D844-A473-E1C368E50E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53213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2" name="Line 105">
            <a:extLst>
              <a:ext uri="{FF2B5EF4-FFF2-40B4-BE49-F238E27FC236}">
                <a16:creationId xmlns:a16="http://schemas.microsoft.com/office/drawing/2014/main" id="{40219516-AF1E-6E44-A5F2-0F88CABA0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9500" y="51054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3" name="Line 106">
            <a:extLst>
              <a:ext uri="{FF2B5EF4-FFF2-40B4-BE49-F238E27FC236}">
                <a16:creationId xmlns:a16="http://schemas.microsoft.com/office/drawing/2014/main" id="{50183C16-FBF1-184A-85FF-91AE7B1FB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1181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4" name="Line 107">
            <a:extLst>
              <a:ext uri="{FF2B5EF4-FFF2-40B4-BE49-F238E27FC236}">
                <a16:creationId xmlns:a16="http://schemas.microsoft.com/office/drawing/2014/main" id="{CDCD40E7-0FC3-C24A-B5F5-F66D09DACB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6096000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5" name="Line 108">
            <a:extLst>
              <a:ext uri="{FF2B5EF4-FFF2-40B4-BE49-F238E27FC236}">
                <a16:creationId xmlns:a16="http://schemas.microsoft.com/office/drawing/2014/main" id="{DD443784-E8A4-5F49-ADD9-816C6AC0D9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53213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6" name="Line 109">
            <a:extLst>
              <a:ext uri="{FF2B5EF4-FFF2-40B4-BE49-F238E27FC236}">
                <a16:creationId xmlns:a16="http://schemas.microsoft.com/office/drawing/2014/main" id="{9EE602DC-EA9A-C54D-A22C-90D49E3B8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5429250"/>
            <a:ext cx="101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7" name="Line 110">
            <a:extLst>
              <a:ext uri="{FF2B5EF4-FFF2-40B4-BE49-F238E27FC236}">
                <a16:creationId xmlns:a16="http://schemas.microsoft.com/office/drawing/2014/main" id="{514ACD1B-1030-4046-9B93-3EBD043AF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36576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88" name="Rectangle 111">
            <a:extLst>
              <a:ext uri="{FF2B5EF4-FFF2-40B4-BE49-F238E27FC236}">
                <a16:creationId xmlns:a16="http://schemas.microsoft.com/office/drawing/2014/main" id="{38F7A904-C27A-864F-B238-2A2F7BCC4D1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10469" y="3717131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37989" name="Line 112">
            <a:extLst>
              <a:ext uri="{FF2B5EF4-FFF2-40B4-BE49-F238E27FC236}">
                <a16:creationId xmlns:a16="http://schemas.microsoft.com/office/drawing/2014/main" id="{7C353B12-8CEA-914B-9343-9813ADD1B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90" name="Line 113">
            <a:extLst>
              <a:ext uri="{FF2B5EF4-FFF2-40B4-BE49-F238E27FC236}">
                <a16:creationId xmlns:a16="http://schemas.microsoft.com/office/drawing/2014/main" id="{F513A9C0-EB22-A94A-8172-083267F14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91" name="Line 114">
            <a:extLst>
              <a:ext uri="{FF2B5EF4-FFF2-40B4-BE49-F238E27FC236}">
                <a16:creationId xmlns:a16="http://schemas.microsoft.com/office/drawing/2014/main" id="{9BF6CCC0-470E-4D42-8A79-9B74776151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6576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92" name="Line 115">
            <a:extLst>
              <a:ext uri="{FF2B5EF4-FFF2-40B4-BE49-F238E27FC236}">
                <a16:creationId xmlns:a16="http://schemas.microsoft.com/office/drawing/2014/main" id="{D616F41C-F224-E140-8A76-9F15FF44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81000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993" name="Group 121">
            <a:extLst>
              <a:ext uri="{FF2B5EF4-FFF2-40B4-BE49-F238E27FC236}">
                <a16:creationId xmlns:a16="http://schemas.microsoft.com/office/drawing/2014/main" id="{2768FC87-1B33-4C4A-9F3F-4C9930C57AAA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581400"/>
            <a:ext cx="395288" cy="306388"/>
            <a:chOff x="4314" y="2256"/>
            <a:chExt cx="249" cy="193"/>
          </a:xfrm>
        </p:grpSpPr>
        <p:sp>
          <p:nvSpPr>
            <p:cNvPr id="38078" name="Arc 116">
              <a:extLst>
                <a:ext uri="{FF2B5EF4-FFF2-40B4-BE49-F238E27FC236}">
                  <a16:creationId xmlns:a16="http://schemas.microsoft.com/office/drawing/2014/main" id="{D7FFB7B5-E7F3-3F4E-AFD7-BF3389C29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2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79" name="Arc 117">
              <a:extLst>
                <a:ext uri="{FF2B5EF4-FFF2-40B4-BE49-F238E27FC236}">
                  <a16:creationId xmlns:a16="http://schemas.microsoft.com/office/drawing/2014/main" id="{A658D306-B0D0-5440-83DC-12A94C75A25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3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0" name="Line 118">
              <a:extLst>
                <a:ext uri="{FF2B5EF4-FFF2-40B4-BE49-F238E27FC236}">
                  <a16:creationId xmlns:a16="http://schemas.microsoft.com/office/drawing/2014/main" id="{1BAAD5C2-9062-1244-80A4-C5E93058F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25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1" name="Line 119">
              <a:extLst>
                <a:ext uri="{FF2B5EF4-FFF2-40B4-BE49-F238E27FC236}">
                  <a16:creationId xmlns:a16="http://schemas.microsoft.com/office/drawing/2014/main" id="{ECD554A1-34BF-994A-8F2B-5059EF1544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44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82" name="Line 120">
              <a:extLst>
                <a:ext uri="{FF2B5EF4-FFF2-40B4-BE49-F238E27FC236}">
                  <a16:creationId xmlns:a16="http://schemas.microsoft.com/office/drawing/2014/main" id="{7451FB4D-F77F-7A4C-8E9F-62E507B6C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94" name="Rectangle 122">
            <a:extLst>
              <a:ext uri="{FF2B5EF4-FFF2-40B4-BE49-F238E27FC236}">
                <a16:creationId xmlns:a16="http://schemas.microsoft.com/office/drawing/2014/main" id="{BC7913C1-C250-9843-98EB-3D24D1E649F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73788" y="39798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37995" name="Rectangle 123">
            <a:extLst>
              <a:ext uri="{FF2B5EF4-FFF2-40B4-BE49-F238E27FC236}">
                <a16:creationId xmlns:a16="http://schemas.microsoft.com/office/drawing/2014/main" id="{84F7432F-4501-A242-AD2E-F29797C51A1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23622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37996" name="Line 124">
            <a:extLst>
              <a:ext uri="{FF2B5EF4-FFF2-40B4-BE49-F238E27FC236}">
                <a16:creationId xmlns:a16="http://schemas.microsoft.com/office/drawing/2014/main" id="{EDD7513D-C8F8-1943-8A48-C4CA8545BA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797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97" name="Line 125">
            <a:extLst>
              <a:ext uri="{FF2B5EF4-FFF2-40B4-BE49-F238E27FC236}">
                <a16:creationId xmlns:a16="http://schemas.microsoft.com/office/drawing/2014/main" id="{57D5D9ED-203C-3247-8336-B30A955518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0988" y="2654300"/>
            <a:ext cx="0" cy="1016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98" name="Line 126">
            <a:extLst>
              <a:ext uri="{FF2B5EF4-FFF2-40B4-BE49-F238E27FC236}">
                <a16:creationId xmlns:a16="http://schemas.microsoft.com/office/drawing/2014/main" id="{D878A59B-B17D-B640-B0B9-4FE04809A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2672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99" name="Line 127">
            <a:extLst>
              <a:ext uri="{FF2B5EF4-FFF2-40B4-BE49-F238E27FC236}">
                <a16:creationId xmlns:a16="http://schemas.microsoft.com/office/drawing/2014/main" id="{F9355936-8240-E242-AF04-48FD6DD85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657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000" name="Group 132">
            <a:extLst>
              <a:ext uri="{FF2B5EF4-FFF2-40B4-BE49-F238E27FC236}">
                <a16:creationId xmlns:a16="http://schemas.microsoft.com/office/drawing/2014/main" id="{DC1DC899-92CC-574F-8736-7AAABD11052B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984500"/>
            <a:ext cx="254000" cy="533400"/>
            <a:chOff x="688" y="1880"/>
            <a:chExt cx="160" cy="336"/>
          </a:xfrm>
        </p:grpSpPr>
        <p:sp>
          <p:nvSpPr>
            <p:cNvPr id="38074" name="Line 128">
              <a:extLst>
                <a:ext uri="{FF2B5EF4-FFF2-40B4-BE49-F238E27FC236}">
                  <a16:creationId xmlns:a16="http://schemas.microsoft.com/office/drawing/2014/main" id="{4BF4A749-F1FA-DC4F-B870-4476EEC5A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75" name="Line 129">
              <a:extLst>
                <a:ext uri="{FF2B5EF4-FFF2-40B4-BE49-F238E27FC236}">
                  <a16:creationId xmlns:a16="http://schemas.microsoft.com/office/drawing/2014/main" id="{D862372D-4CD3-7D41-88C9-A24AFA59D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76" name="Line 130">
              <a:extLst>
                <a:ext uri="{FF2B5EF4-FFF2-40B4-BE49-F238E27FC236}">
                  <a16:creationId xmlns:a16="http://schemas.microsoft.com/office/drawing/2014/main" id="{D726F32A-1AE9-2949-9826-487A871D1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77" name="Line 131">
              <a:extLst>
                <a:ext uri="{FF2B5EF4-FFF2-40B4-BE49-F238E27FC236}">
                  <a16:creationId xmlns:a16="http://schemas.microsoft.com/office/drawing/2014/main" id="{7729DA2A-051E-8C48-A933-F88989669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001" name="Rectangle 133">
            <a:extLst>
              <a:ext uri="{FF2B5EF4-FFF2-40B4-BE49-F238E27FC236}">
                <a16:creationId xmlns:a16="http://schemas.microsoft.com/office/drawing/2014/main" id="{15197BDB-1C1B-7D46-9D7D-1755F3882A0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3003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002" name="Rectangle 134">
            <a:extLst>
              <a:ext uri="{FF2B5EF4-FFF2-40B4-BE49-F238E27FC236}">
                <a16:creationId xmlns:a16="http://schemas.microsoft.com/office/drawing/2014/main" id="{344ADEBE-FCCB-CE44-BCA9-BD4285C2F21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3171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8003" name="Line 135">
            <a:extLst>
              <a:ext uri="{FF2B5EF4-FFF2-40B4-BE49-F238E27FC236}">
                <a16:creationId xmlns:a16="http://schemas.microsoft.com/office/drawing/2014/main" id="{91BFF776-74E0-A341-98E8-BBCEAC06C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3352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04" name="Line 136">
            <a:extLst>
              <a:ext uri="{FF2B5EF4-FFF2-40B4-BE49-F238E27FC236}">
                <a16:creationId xmlns:a16="http://schemas.microsoft.com/office/drawing/2014/main" id="{B1E1794F-03AA-474A-B3E5-1183B0F21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365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05" name="Oval 137">
            <a:extLst>
              <a:ext uri="{FF2B5EF4-FFF2-40B4-BE49-F238E27FC236}">
                <a16:creationId xmlns:a16="http://schemas.microsoft.com/office/drawing/2014/main" id="{7B6318BF-248D-8044-8CD0-6546D52B5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006" name="Line 138">
            <a:extLst>
              <a:ext uri="{FF2B5EF4-FFF2-40B4-BE49-F238E27FC236}">
                <a16:creationId xmlns:a16="http://schemas.microsoft.com/office/drawing/2014/main" id="{DF3460B4-346D-6843-85BA-66AB9DD45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07" name="Oval 139">
            <a:extLst>
              <a:ext uri="{FF2B5EF4-FFF2-40B4-BE49-F238E27FC236}">
                <a16:creationId xmlns:a16="http://schemas.microsoft.com/office/drawing/2014/main" id="{FD025CB4-FFE6-8646-973C-4DD41A5BB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008" name="Line 140">
            <a:extLst>
              <a:ext uri="{FF2B5EF4-FFF2-40B4-BE49-F238E27FC236}">
                <a16:creationId xmlns:a16="http://schemas.microsoft.com/office/drawing/2014/main" id="{27C2FDA8-04AD-8B42-A93E-0A8AF85F56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100" y="31242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09" name="Line 141">
            <a:extLst>
              <a:ext uri="{FF2B5EF4-FFF2-40B4-BE49-F238E27FC236}">
                <a16:creationId xmlns:a16="http://schemas.microsoft.com/office/drawing/2014/main" id="{DC2C0BE8-3CF7-ED4F-A595-73ED10E88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0" name="Line 142">
            <a:extLst>
              <a:ext uri="{FF2B5EF4-FFF2-40B4-BE49-F238E27FC236}">
                <a16:creationId xmlns:a16="http://schemas.microsoft.com/office/drawing/2014/main" id="{A527E601-A37B-A842-AA47-D40263073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136900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1" name="Line 143">
            <a:extLst>
              <a:ext uri="{FF2B5EF4-FFF2-40B4-BE49-F238E27FC236}">
                <a16:creationId xmlns:a16="http://schemas.microsoft.com/office/drawing/2014/main" id="{A0194FD1-41BA-5442-9479-0BCF12A9DE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1242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2" name="Line 144">
            <a:extLst>
              <a:ext uri="{FF2B5EF4-FFF2-40B4-BE49-F238E27FC236}">
                <a16:creationId xmlns:a16="http://schemas.microsoft.com/office/drawing/2014/main" id="{7C488186-5A13-0D47-974A-58345DC46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31115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3" name="Line 145">
            <a:extLst>
              <a:ext uri="{FF2B5EF4-FFF2-40B4-BE49-F238E27FC236}">
                <a16:creationId xmlns:a16="http://schemas.microsoft.com/office/drawing/2014/main" id="{244A27EB-635B-0247-8B07-CF5B0C233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733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4" name="Line 146">
            <a:extLst>
              <a:ext uri="{FF2B5EF4-FFF2-40B4-BE49-F238E27FC236}">
                <a16:creationId xmlns:a16="http://schemas.microsoft.com/office/drawing/2014/main" id="{F3A665F2-5153-ED4A-A97A-CCBED36D0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8194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5" name="Line 147">
            <a:extLst>
              <a:ext uri="{FF2B5EF4-FFF2-40B4-BE49-F238E27FC236}">
                <a16:creationId xmlns:a16="http://schemas.microsoft.com/office/drawing/2014/main" id="{B6BD1D75-6372-1245-AAB0-BAB267940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8321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6" name="Line 148">
            <a:extLst>
              <a:ext uri="{FF2B5EF4-FFF2-40B4-BE49-F238E27FC236}">
                <a16:creationId xmlns:a16="http://schemas.microsoft.com/office/drawing/2014/main" id="{CF56487D-BF86-C445-B6C4-B550B64C1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832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7" name="Line 149">
            <a:extLst>
              <a:ext uri="{FF2B5EF4-FFF2-40B4-BE49-F238E27FC236}">
                <a16:creationId xmlns:a16="http://schemas.microsoft.com/office/drawing/2014/main" id="{3CB4A633-D71A-5C41-BF97-B35B3F114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8" name="Oval 150">
            <a:extLst>
              <a:ext uri="{FF2B5EF4-FFF2-40B4-BE49-F238E27FC236}">
                <a16:creationId xmlns:a16="http://schemas.microsoft.com/office/drawing/2014/main" id="{7801EAB2-E525-7B43-9E5F-2E6CFA779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3365500"/>
            <a:ext cx="127000" cy="1270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019" name="Line 151">
            <a:extLst>
              <a:ext uri="{FF2B5EF4-FFF2-40B4-BE49-F238E27FC236}">
                <a16:creationId xmlns:a16="http://schemas.microsoft.com/office/drawing/2014/main" id="{22FBC8B5-C944-1149-ABA6-C3851C512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0" name="Oval 152">
            <a:extLst>
              <a:ext uri="{FF2B5EF4-FFF2-40B4-BE49-F238E27FC236}">
                <a16:creationId xmlns:a16="http://schemas.microsoft.com/office/drawing/2014/main" id="{6C3EB1EE-6D45-ED4D-9118-6F158C73A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021" name="Line 153">
            <a:extLst>
              <a:ext uri="{FF2B5EF4-FFF2-40B4-BE49-F238E27FC236}">
                <a16:creationId xmlns:a16="http://schemas.microsoft.com/office/drawing/2014/main" id="{7A594A33-9BE0-0641-B685-7CD43AA6B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2" name="Oval 154">
            <a:extLst>
              <a:ext uri="{FF2B5EF4-FFF2-40B4-BE49-F238E27FC236}">
                <a16:creationId xmlns:a16="http://schemas.microsoft.com/office/drawing/2014/main" id="{1FD9443E-9E81-3946-8E57-99699A869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023" name="Line 155">
            <a:extLst>
              <a:ext uri="{FF2B5EF4-FFF2-40B4-BE49-F238E27FC236}">
                <a16:creationId xmlns:a16="http://schemas.microsoft.com/office/drawing/2014/main" id="{546E7FE4-3580-6547-9CD9-5C73EB587A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4" name="Line 156">
            <a:extLst>
              <a:ext uri="{FF2B5EF4-FFF2-40B4-BE49-F238E27FC236}">
                <a16:creationId xmlns:a16="http://schemas.microsoft.com/office/drawing/2014/main" id="{75EFA3E9-BB0A-964E-AA7F-B3CEB4830B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5" name="Line 157">
            <a:extLst>
              <a:ext uri="{FF2B5EF4-FFF2-40B4-BE49-F238E27FC236}">
                <a16:creationId xmlns:a16="http://schemas.microsoft.com/office/drawing/2014/main" id="{F87F3E21-13F3-9F44-B899-89EDB6BD1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6" name="Line 158">
            <a:extLst>
              <a:ext uri="{FF2B5EF4-FFF2-40B4-BE49-F238E27FC236}">
                <a16:creationId xmlns:a16="http://schemas.microsoft.com/office/drawing/2014/main" id="{36889201-30F0-C84C-8BA3-B5253E48D9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7" name="Line 159">
            <a:extLst>
              <a:ext uri="{FF2B5EF4-FFF2-40B4-BE49-F238E27FC236}">
                <a16:creationId xmlns:a16="http://schemas.microsoft.com/office/drawing/2014/main" id="{4DE6D070-D05C-B344-B232-EEC34C8CB9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8" name="Line 160">
            <a:extLst>
              <a:ext uri="{FF2B5EF4-FFF2-40B4-BE49-F238E27FC236}">
                <a16:creationId xmlns:a16="http://schemas.microsoft.com/office/drawing/2014/main" id="{607592D0-DCB8-6B4E-8FF0-B57803F5D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9" name="Line 161">
            <a:extLst>
              <a:ext uri="{FF2B5EF4-FFF2-40B4-BE49-F238E27FC236}">
                <a16:creationId xmlns:a16="http://schemas.microsoft.com/office/drawing/2014/main" id="{7B2BC4EB-A4B0-0642-A791-A59B8EFEF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0" name="Line 162">
            <a:extLst>
              <a:ext uri="{FF2B5EF4-FFF2-40B4-BE49-F238E27FC236}">
                <a16:creationId xmlns:a16="http://schemas.microsoft.com/office/drawing/2014/main" id="{6434229F-157A-BD43-A925-B3855F1B5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1" name="Line 163">
            <a:extLst>
              <a:ext uri="{FF2B5EF4-FFF2-40B4-BE49-F238E27FC236}">
                <a16:creationId xmlns:a16="http://schemas.microsoft.com/office/drawing/2014/main" id="{083742AB-455E-C341-8CA4-84C00996DF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2" name="Line 164">
            <a:extLst>
              <a:ext uri="{FF2B5EF4-FFF2-40B4-BE49-F238E27FC236}">
                <a16:creationId xmlns:a16="http://schemas.microsoft.com/office/drawing/2014/main" id="{EC3DAF78-BD52-D84E-A75B-265F7BF20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3" name="Line 165">
            <a:extLst>
              <a:ext uri="{FF2B5EF4-FFF2-40B4-BE49-F238E27FC236}">
                <a16:creationId xmlns:a16="http://schemas.microsoft.com/office/drawing/2014/main" id="{DA45826A-DDA7-7B4B-892E-53447F20F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300" y="1524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4" name="Line 166">
            <a:extLst>
              <a:ext uri="{FF2B5EF4-FFF2-40B4-BE49-F238E27FC236}">
                <a16:creationId xmlns:a16="http://schemas.microsoft.com/office/drawing/2014/main" id="{F73A1E30-30A4-3F40-81F1-60EA3E10FC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15240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5" name="Line 167">
            <a:extLst>
              <a:ext uri="{FF2B5EF4-FFF2-40B4-BE49-F238E27FC236}">
                <a16:creationId xmlns:a16="http://schemas.microsoft.com/office/drawing/2014/main" id="{00F391CC-8037-CC4F-8263-D96F3882A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6" name="Line 168">
            <a:extLst>
              <a:ext uri="{FF2B5EF4-FFF2-40B4-BE49-F238E27FC236}">
                <a16:creationId xmlns:a16="http://schemas.microsoft.com/office/drawing/2014/main" id="{CBC07829-8974-FA4B-B431-D4322EBB91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1524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7" name="Line 169">
            <a:extLst>
              <a:ext uri="{FF2B5EF4-FFF2-40B4-BE49-F238E27FC236}">
                <a16:creationId xmlns:a16="http://schemas.microsoft.com/office/drawing/2014/main" id="{027E3C76-D630-0546-AA51-1279A73D2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8" name="Line 170">
            <a:extLst>
              <a:ext uri="{FF2B5EF4-FFF2-40B4-BE49-F238E27FC236}">
                <a16:creationId xmlns:a16="http://schemas.microsoft.com/office/drawing/2014/main" id="{D340B842-4DBF-4A4A-A1D3-A7DC534B5D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2700" y="1524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39" name="Line 171">
            <a:extLst>
              <a:ext uri="{FF2B5EF4-FFF2-40B4-BE49-F238E27FC236}">
                <a16:creationId xmlns:a16="http://schemas.microsoft.com/office/drawing/2014/main" id="{03BEDDBD-648E-0F4F-8FA7-30F0CA088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0" name="Line 172">
            <a:extLst>
              <a:ext uri="{FF2B5EF4-FFF2-40B4-BE49-F238E27FC236}">
                <a16:creationId xmlns:a16="http://schemas.microsoft.com/office/drawing/2014/main" id="{3C6FBB24-F7D2-4440-8159-5EF3B33DD3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0" y="1524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1" name="Line 173">
            <a:extLst>
              <a:ext uri="{FF2B5EF4-FFF2-40B4-BE49-F238E27FC236}">
                <a16:creationId xmlns:a16="http://schemas.microsoft.com/office/drawing/2014/main" id="{8786B9CD-67B5-934E-B5FA-4FB75B995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2" name="Line 174">
            <a:extLst>
              <a:ext uri="{FF2B5EF4-FFF2-40B4-BE49-F238E27FC236}">
                <a16:creationId xmlns:a16="http://schemas.microsoft.com/office/drawing/2014/main" id="{2E1D3CBB-1472-2E40-BF0B-723A097948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9050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3" name="Line 175">
            <a:extLst>
              <a:ext uri="{FF2B5EF4-FFF2-40B4-BE49-F238E27FC236}">
                <a16:creationId xmlns:a16="http://schemas.microsoft.com/office/drawing/2014/main" id="{E62C8AE0-A53B-0E4F-ACF1-8BC863930B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500" y="1905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4" name="Line 176">
            <a:extLst>
              <a:ext uri="{FF2B5EF4-FFF2-40B4-BE49-F238E27FC236}">
                <a16:creationId xmlns:a16="http://schemas.microsoft.com/office/drawing/2014/main" id="{79C37494-B48D-344D-8260-C215228E41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8300" y="1905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5" name="Line 177">
            <a:extLst>
              <a:ext uri="{FF2B5EF4-FFF2-40B4-BE49-F238E27FC236}">
                <a16:creationId xmlns:a16="http://schemas.microsoft.com/office/drawing/2014/main" id="{CA4FD099-DDAF-DC45-AFF5-A59BB13D4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19050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6" name="Line 178">
            <a:extLst>
              <a:ext uri="{FF2B5EF4-FFF2-40B4-BE49-F238E27FC236}">
                <a16:creationId xmlns:a16="http://schemas.microsoft.com/office/drawing/2014/main" id="{B30072FD-9345-A440-80CE-A6C2D3F173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12100" y="19050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7" name="Rectangle 179">
            <a:extLst>
              <a:ext uri="{FF2B5EF4-FFF2-40B4-BE49-F238E27FC236}">
                <a16:creationId xmlns:a16="http://schemas.microsoft.com/office/drawing/2014/main" id="{67ECEAEF-5344-FE4E-853D-500964E03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6002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38048" name="Line 180">
            <a:extLst>
              <a:ext uri="{FF2B5EF4-FFF2-40B4-BE49-F238E27FC236}">
                <a16:creationId xmlns:a16="http://schemas.microsoft.com/office/drawing/2014/main" id="{E972CE7A-A959-A24F-880F-D1E1BC2B3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9" name="Line 181">
            <a:extLst>
              <a:ext uri="{FF2B5EF4-FFF2-40B4-BE49-F238E27FC236}">
                <a16:creationId xmlns:a16="http://schemas.microsoft.com/office/drawing/2014/main" id="{30218017-F016-3B4B-AB61-C2A665B9F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209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0" name="Line 182">
            <a:extLst>
              <a:ext uri="{FF2B5EF4-FFF2-40B4-BE49-F238E27FC236}">
                <a16:creationId xmlns:a16="http://schemas.microsoft.com/office/drawing/2014/main" id="{01274536-4E1D-1940-BBA2-09DA2A53EA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1" name="Line 183">
            <a:extLst>
              <a:ext uri="{FF2B5EF4-FFF2-40B4-BE49-F238E27FC236}">
                <a16:creationId xmlns:a16="http://schemas.microsoft.com/office/drawing/2014/main" id="{99DB5BB1-C7B9-FB4E-BF81-D358D47FB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22098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2" name="Line 184">
            <a:extLst>
              <a:ext uri="{FF2B5EF4-FFF2-40B4-BE49-F238E27FC236}">
                <a16:creationId xmlns:a16="http://schemas.microsoft.com/office/drawing/2014/main" id="{8945B863-53DC-2A4C-81C9-36D7ADB2D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3" name="Line 185">
            <a:extLst>
              <a:ext uri="{FF2B5EF4-FFF2-40B4-BE49-F238E27FC236}">
                <a16:creationId xmlns:a16="http://schemas.microsoft.com/office/drawing/2014/main" id="{78107CEA-6662-4E4B-B48C-849058DC9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2098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4" name="Line 186">
            <a:extLst>
              <a:ext uri="{FF2B5EF4-FFF2-40B4-BE49-F238E27FC236}">
                <a16:creationId xmlns:a16="http://schemas.microsoft.com/office/drawing/2014/main" id="{1CCCE0E0-C5EB-2445-A585-0B6991623A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5" name="Line 187">
            <a:extLst>
              <a:ext uri="{FF2B5EF4-FFF2-40B4-BE49-F238E27FC236}">
                <a16:creationId xmlns:a16="http://schemas.microsoft.com/office/drawing/2014/main" id="{CDC520E8-791A-7349-A4B0-390171A6E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22098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6" name="Line 188">
            <a:extLst>
              <a:ext uri="{FF2B5EF4-FFF2-40B4-BE49-F238E27FC236}">
                <a16:creationId xmlns:a16="http://schemas.microsoft.com/office/drawing/2014/main" id="{C7D369FB-959E-1545-B121-F5ADC17F8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57" name="Rectangle 189">
            <a:extLst>
              <a:ext uri="{FF2B5EF4-FFF2-40B4-BE49-F238E27FC236}">
                <a16:creationId xmlns:a16="http://schemas.microsoft.com/office/drawing/2014/main" id="{C7CE467D-F0D2-7746-B941-C451BA1D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1905000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Ifetch</a:t>
            </a:r>
          </a:p>
        </p:txBody>
      </p:sp>
      <p:sp>
        <p:nvSpPr>
          <p:cNvPr id="38058" name="Rectangle 190">
            <a:extLst>
              <a:ext uri="{FF2B5EF4-FFF2-40B4-BE49-F238E27FC236}">
                <a16:creationId xmlns:a16="http://schemas.microsoft.com/office/drawing/2014/main" id="{6D4309DD-1912-D54F-9C57-E85232127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1905000"/>
            <a:ext cx="903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Reg/Dec</a:t>
            </a:r>
          </a:p>
        </p:txBody>
      </p:sp>
      <p:sp>
        <p:nvSpPr>
          <p:cNvPr id="38059" name="Rectangle 191">
            <a:extLst>
              <a:ext uri="{FF2B5EF4-FFF2-40B4-BE49-F238E27FC236}">
                <a16:creationId xmlns:a16="http://schemas.microsoft.com/office/drawing/2014/main" id="{574ADD17-D6CF-F94F-84CB-FE4660D1B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1905000"/>
            <a:ext cx="598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Exec</a:t>
            </a:r>
          </a:p>
        </p:txBody>
      </p:sp>
      <p:sp>
        <p:nvSpPr>
          <p:cNvPr id="38060" name="Rectangle 192">
            <a:extLst>
              <a:ext uri="{FF2B5EF4-FFF2-40B4-BE49-F238E27FC236}">
                <a16:creationId xmlns:a16="http://schemas.microsoft.com/office/drawing/2014/main" id="{5B0C3007-463A-CB4A-9149-CF9F6AC7C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190500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47303" name="Group 199">
            <a:extLst>
              <a:ext uri="{FF2B5EF4-FFF2-40B4-BE49-F238E27FC236}">
                <a16:creationId xmlns:a16="http://schemas.microsoft.com/office/drawing/2014/main" id="{DF6937A8-ADA4-1640-AC97-44FA3A4EEF84}"/>
              </a:ext>
            </a:extLst>
          </p:cNvPr>
          <p:cNvGrpSpPr>
            <a:grpSpLocks/>
          </p:cNvGrpSpPr>
          <p:nvPr/>
        </p:nvGrpSpPr>
        <p:grpSpPr bwMode="auto">
          <a:xfrm>
            <a:off x="4121150" y="990600"/>
            <a:ext cx="1814513" cy="984250"/>
            <a:chOff x="2596" y="624"/>
            <a:chExt cx="1143" cy="620"/>
          </a:xfrm>
        </p:grpSpPr>
        <p:sp>
          <p:nvSpPr>
            <p:cNvPr id="38071" name="Oval 193">
              <a:extLst>
                <a:ext uri="{FF2B5EF4-FFF2-40B4-BE49-F238E27FC236}">
                  <a16:creationId xmlns:a16="http://schemas.microsoft.com/office/drawing/2014/main" id="{A89BBC22-1F67-BC49-B9C1-54072564C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868"/>
              <a:ext cx="88" cy="376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8072" name="Rectangle 194">
              <a:extLst>
                <a:ext uri="{FF2B5EF4-FFF2-40B4-BE49-F238E27FC236}">
                  <a16:creationId xmlns:a16="http://schemas.microsoft.com/office/drawing/2014/main" id="{CC8DBD2C-8CF3-6242-B3AB-CC9192277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1" y="624"/>
              <a:ext cx="8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You are here!</a:t>
              </a:r>
            </a:p>
          </p:txBody>
        </p:sp>
        <p:sp>
          <p:nvSpPr>
            <p:cNvPr id="38073" name="Line 195">
              <a:extLst>
                <a:ext uri="{FF2B5EF4-FFF2-40B4-BE49-F238E27FC236}">
                  <a16:creationId xmlns:a16="http://schemas.microsoft.com/office/drawing/2014/main" id="{9DD3CB00-FF2E-FA48-A31A-88EAE40D81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4" y="724"/>
              <a:ext cx="248" cy="1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062" name="Rectangle 196">
            <a:extLst>
              <a:ext uri="{FF2B5EF4-FFF2-40B4-BE49-F238E27FC236}">
                <a16:creationId xmlns:a16="http://schemas.microsoft.com/office/drawing/2014/main" id="{A6928DCD-BEFF-414F-88C2-B1E50D1B6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685800"/>
            <a:ext cx="8191500" cy="325438"/>
          </a:xfrm>
          <a:noFill/>
        </p:spPr>
        <p:txBody>
          <a:bodyPr/>
          <a:lstStyle/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Location 10</a:t>
            </a:r>
            <a:r>
              <a:rPr lang="en-US" altLang="zh-CN">
                <a:ea typeface="宋体" panose="02010600030101010101" pitchFamily="2" charset="-122"/>
              </a:rPr>
              <a:t>: lw  $1, 0x100($2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)       </a:t>
            </a:r>
            <a:r>
              <a:rPr lang="zh-CN" altLang="en-US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功能：</a:t>
            </a:r>
            <a:r>
              <a:rPr lang="en-US" altLang="zh-CN">
                <a:ea typeface="宋体" panose="02010600030101010101" pitchFamily="2" charset="-122"/>
              </a:rPr>
              <a:t>$1 &lt;-  Mem[($2) +  0x100]</a:t>
            </a:r>
          </a:p>
        </p:txBody>
      </p:sp>
      <p:sp>
        <p:nvSpPr>
          <p:cNvPr id="38063" name="Line 197">
            <a:extLst>
              <a:ext uri="{FF2B5EF4-FFF2-40B4-BE49-F238E27FC236}">
                <a16:creationId xmlns:a16="http://schemas.microsoft.com/office/drawing/2014/main" id="{F8B7A99D-39E8-FD41-A064-00A4036CD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435600"/>
            <a:ext cx="0" cy="254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02" name="Text Box 198">
            <a:extLst>
              <a:ext uri="{FF2B5EF4-FFF2-40B4-BE49-F238E27FC236}">
                <a16:creationId xmlns:a16="http://schemas.microsoft.com/office/drawing/2014/main" id="{6C6DC7CA-9696-8445-BE62-E897C1623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5807075"/>
            <a:ext cx="3055938" cy="581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Reg[Rs],Reg[Rt],Rt,Rd,Imm16,PC+4</a:t>
            </a:r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等被保存在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ID/EXE</a:t>
            </a:r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</a:p>
        </p:txBody>
      </p:sp>
      <p:sp>
        <p:nvSpPr>
          <p:cNvPr id="47304" name="Text Box 200">
            <a:extLst>
              <a:ext uri="{FF2B5EF4-FFF2-40B4-BE49-F238E27FC236}">
                <a16:creationId xmlns:a16="http://schemas.microsoft.com/office/drawing/2014/main" id="{9E65BFBC-3F63-1E46-914F-127A93840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6388100"/>
            <a:ext cx="2733675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该阶段有哪些控制信号？</a:t>
            </a:r>
          </a:p>
        </p:txBody>
      </p:sp>
      <p:sp>
        <p:nvSpPr>
          <p:cNvPr id="47305" name="Text Box 201">
            <a:extLst>
              <a:ext uri="{FF2B5EF4-FFF2-40B4-BE49-F238E27FC236}">
                <a16:creationId xmlns:a16="http://schemas.microsoft.com/office/drawing/2014/main" id="{0C745C9C-1C65-4A45-A87B-967971ECE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963" y="6464300"/>
            <a:ext cx="5487987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990000"/>
                </a:solidFill>
                <a:ea typeface="黑体" panose="02010609060101010101" pitchFamily="49" charset="-122"/>
              </a:rPr>
              <a:t>没有！因是所有指令的公共操作，故无控制信号</a:t>
            </a:r>
            <a:r>
              <a:rPr lang="zh-CN" altLang="en-US" sz="1800">
                <a:solidFill>
                  <a:srgbClr val="990000"/>
                </a:solidFill>
                <a:ea typeface="宋体" panose="02010600030101010101" pitchFamily="2" charset="-122"/>
              </a:rPr>
              <a:t>！</a:t>
            </a:r>
          </a:p>
        </p:txBody>
      </p:sp>
      <p:sp>
        <p:nvSpPr>
          <p:cNvPr id="47306" name="Text Box 202">
            <a:extLst>
              <a:ext uri="{FF2B5EF4-FFF2-40B4-BE49-F238E27FC236}">
                <a16:creationId xmlns:a16="http://schemas.microsoft.com/office/drawing/2014/main" id="{090B0D9D-50FA-4B4F-98F0-C2901AE9A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16463"/>
            <a:ext cx="1473200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指令还要存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ID/EX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中吗？</a:t>
            </a:r>
          </a:p>
          <a:p>
            <a:pPr>
              <a:lnSpc>
                <a:spcPct val="95000"/>
              </a:lnSpc>
            </a:pP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不要，只要存相关信息</a:t>
            </a:r>
            <a:endParaRPr lang="en-US" altLang="zh-CN" sz="1800">
              <a:solidFill>
                <a:srgbClr val="008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47309" name="Group 205">
            <a:extLst>
              <a:ext uri="{FF2B5EF4-FFF2-40B4-BE49-F238E27FC236}">
                <a16:creationId xmlns:a16="http://schemas.microsoft.com/office/drawing/2014/main" id="{3938BC46-99EE-EA42-9CD9-7E5D6BEFC3A1}"/>
              </a:ext>
            </a:extLst>
          </p:cNvPr>
          <p:cNvGrpSpPr>
            <a:grpSpLocks/>
          </p:cNvGrpSpPr>
          <p:nvPr/>
        </p:nvGrpSpPr>
        <p:grpSpPr bwMode="auto">
          <a:xfrm>
            <a:off x="3568700" y="2700338"/>
            <a:ext cx="5575300" cy="1081087"/>
            <a:chOff x="2248" y="1701"/>
            <a:chExt cx="3512" cy="681"/>
          </a:xfrm>
        </p:grpSpPr>
        <p:sp>
          <p:nvSpPr>
            <p:cNvPr id="38069" name="Rectangle 203">
              <a:extLst>
                <a:ext uri="{FF2B5EF4-FFF2-40B4-BE49-F238E27FC236}">
                  <a16:creationId xmlns:a16="http://schemas.microsoft.com/office/drawing/2014/main" id="{31B26CFB-1868-3C48-B903-AFB364685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1" y="1837"/>
              <a:ext cx="589" cy="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1700" u="sng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RegWr</a:t>
              </a:r>
              <a:r>
                <a:rPr lang="zh-CN" altLang="en-US" sz="17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是</a:t>
              </a:r>
              <a:r>
                <a:rPr lang="en-US" altLang="zh-CN" sz="17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Wr</a:t>
              </a:r>
              <a:r>
                <a:rPr lang="zh-CN" altLang="en-US" sz="17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段的信号</a:t>
              </a:r>
            </a:p>
          </p:txBody>
        </p:sp>
        <p:sp>
          <p:nvSpPr>
            <p:cNvPr id="38070" name="Line 204">
              <a:extLst>
                <a:ext uri="{FF2B5EF4-FFF2-40B4-BE49-F238E27FC236}">
                  <a16:creationId xmlns:a16="http://schemas.microsoft.com/office/drawing/2014/main" id="{DFC7E93F-CD0C-E84D-B278-5FC5264954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48" y="1701"/>
              <a:ext cx="2954" cy="3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7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4" grpId="0" animBg="1"/>
      <p:bldP spid="4730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5F4A68E-E9B3-4E46-842E-504575525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048250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指令的地址计算阶段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70D40DF-6048-F54A-9B4B-0333638DD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5179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AE41C979-8A67-5E4E-9692-2859F745825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08982" y="3688556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39941" name="Line 5">
            <a:extLst>
              <a:ext uri="{FF2B5EF4-FFF2-40B4-BE49-F238E27FC236}">
                <a16:creationId xmlns:a16="http://schemas.microsoft.com/office/drawing/2014/main" id="{D7F12ED1-8D03-AB4F-8CC2-B37A9F863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28A7F2FF-27B7-CC4B-A2F2-E42C4EE01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35179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5498B6F8-2456-AB4A-A97C-B900C8FDD96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06775" y="4602163"/>
            <a:ext cx="155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9944" name="Rectangle 8">
            <a:extLst>
              <a:ext uri="{FF2B5EF4-FFF2-40B4-BE49-F238E27FC236}">
                <a16:creationId xmlns:a16="http://schemas.microsoft.com/office/drawing/2014/main" id="{ED065A87-4340-FF49-BF42-A435660C1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5179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5" name="Rectangle 9">
            <a:extLst>
              <a:ext uri="{FF2B5EF4-FFF2-40B4-BE49-F238E27FC236}">
                <a16:creationId xmlns:a16="http://schemas.microsoft.com/office/drawing/2014/main" id="{A26D64D3-4CC8-B24D-A146-3C5CB00DBEA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7425" y="4524375"/>
            <a:ext cx="24288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: Load’s Address</a:t>
            </a:r>
          </a:p>
        </p:txBody>
      </p:sp>
      <p:sp>
        <p:nvSpPr>
          <p:cNvPr id="39946" name="Rectangle 10">
            <a:extLst>
              <a:ext uri="{FF2B5EF4-FFF2-40B4-BE49-F238E27FC236}">
                <a16:creationId xmlns:a16="http://schemas.microsoft.com/office/drawing/2014/main" id="{F3AB2FAA-43F0-204F-BBA6-A71B50F35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35179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7" name="Rectangle 11">
            <a:extLst>
              <a:ext uri="{FF2B5EF4-FFF2-40B4-BE49-F238E27FC236}">
                <a16:creationId xmlns:a16="http://schemas.microsoft.com/office/drawing/2014/main" id="{8783C290-3E14-6849-87A0-28EDA93FA3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96907" y="4599781"/>
            <a:ext cx="1836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39948" name="Rectangle 12">
            <a:extLst>
              <a:ext uri="{FF2B5EF4-FFF2-40B4-BE49-F238E27FC236}">
                <a16:creationId xmlns:a16="http://schemas.microsoft.com/office/drawing/2014/main" id="{87E66230-F527-E646-8B6D-81EEE2B47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5179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9" name="Rectangle 13">
            <a:extLst>
              <a:ext uri="{FF2B5EF4-FFF2-40B4-BE49-F238E27FC236}">
                <a16:creationId xmlns:a16="http://schemas.microsoft.com/office/drawing/2014/main" id="{F8C4D5E2-753B-D24A-B5DB-A975A6622AF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6106" y="3652044"/>
            <a:ext cx="461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39950" name="Rectangle 14">
            <a:extLst>
              <a:ext uri="{FF2B5EF4-FFF2-40B4-BE49-F238E27FC236}">
                <a16:creationId xmlns:a16="http://schemas.microsoft.com/office/drawing/2014/main" id="{E560BFD7-6468-E346-A600-86977CAF2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9751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51" name="Rectangle 15">
            <a:extLst>
              <a:ext uri="{FF2B5EF4-FFF2-40B4-BE49-F238E27FC236}">
                <a16:creationId xmlns:a16="http://schemas.microsoft.com/office/drawing/2014/main" id="{B0B0DB5E-F3F4-7E41-926C-FC18F8445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63" y="3983038"/>
            <a:ext cx="7461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39952" name="Rectangle 16">
            <a:extLst>
              <a:ext uri="{FF2B5EF4-FFF2-40B4-BE49-F238E27FC236}">
                <a16:creationId xmlns:a16="http://schemas.microsoft.com/office/drawing/2014/main" id="{735AB21D-A0EF-9346-9511-B0C1AA79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47482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39953" name="Rectangle 17">
            <a:extLst>
              <a:ext uri="{FF2B5EF4-FFF2-40B4-BE49-F238E27FC236}">
                <a16:creationId xmlns:a16="http://schemas.microsoft.com/office/drawing/2014/main" id="{6C627F52-0C97-314A-93F9-BAE561B6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0276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9954" name="Rectangle 18">
            <a:extLst>
              <a:ext uri="{FF2B5EF4-FFF2-40B4-BE49-F238E27FC236}">
                <a16:creationId xmlns:a16="http://schemas.microsoft.com/office/drawing/2014/main" id="{5DD9509D-AD63-9D4B-AF4C-3EE7F9438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13" y="4519613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9955" name="Rectangle 19">
            <a:extLst>
              <a:ext uri="{FF2B5EF4-FFF2-40B4-BE49-F238E27FC236}">
                <a16:creationId xmlns:a16="http://schemas.microsoft.com/office/drawing/2014/main" id="{A579372E-BB6D-E749-9440-DD9DC235E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45323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39956" name="Rectangle 20">
            <a:extLst>
              <a:ext uri="{FF2B5EF4-FFF2-40B4-BE49-F238E27FC236}">
                <a16:creationId xmlns:a16="http://schemas.microsoft.com/office/drawing/2014/main" id="{666B468C-6C0B-F543-9CFD-24C86A49C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35179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57" name="Rectangle 21">
            <a:extLst>
              <a:ext uri="{FF2B5EF4-FFF2-40B4-BE49-F238E27FC236}">
                <a16:creationId xmlns:a16="http://schemas.microsoft.com/office/drawing/2014/main" id="{003E2F68-B8F8-D446-9F19-F2E236BFCD9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45902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39958" name="Rectangle 22">
            <a:extLst>
              <a:ext uri="{FF2B5EF4-FFF2-40B4-BE49-F238E27FC236}">
                <a16:creationId xmlns:a16="http://schemas.microsoft.com/office/drawing/2014/main" id="{E29D9E32-DB78-2F45-9C83-EC8B266F4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13861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9959" name="Rectangle 23">
            <a:extLst>
              <a:ext uri="{FF2B5EF4-FFF2-40B4-BE49-F238E27FC236}">
                <a16:creationId xmlns:a16="http://schemas.microsoft.com/office/drawing/2014/main" id="{C227D03A-18C0-4447-A111-7D26F6871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281613"/>
            <a:ext cx="230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39960" name="Rectangle 24">
            <a:extLst>
              <a:ext uri="{FF2B5EF4-FFF2-40B4-BE49-F238E27FC236}">
                <a16:creationId xmlns:a16="http://schemas.microsoft.com/office/drawing/2014/main" id="{6ED39887-4BF1-3549-8A48-1BB7DC9A8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40513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61" name="Rectangle 25">
            <a:extLst>
              <a:ext uri="{FF2B5EF4-FFF2-40B4-BE49-F238E27FC236}">
                <a16:creationId xmlns:a16="http://schemas.microsoft.com/office/drawing/2014/main" id="{004BEC31-791B-5B44-B33C-06F8E1199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76408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39962" name="Rectangle 26">
            <a:extLst>
              <a:ext uri="{FF2B5EF4-FFF2-40B4-BE49-F238E27FC236}">
                <a16:creationId xmlns:a16="http://schemas.microsoft.com/office/drawing/2014/main" id="{60BCFE17-C4D3-9947-9F3C-CE30ABA3D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50530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39963" name="Rectangle 27">
            <a:extLst>
              <a:ext uri="{FF2B5EF4-FFF2-40B4-BE49-F238E27FC236}">
                <a16:creationId xmlns:a16="http://schemas.microsoft.com/office/drawing/2014/main" id="{4533669C-EEEE-BB4F-988B-E6675CE43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192588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39964" name="Rectangle 28">
            <a:extLst>
              <a:ext uri="{FF2B5EF4-FFF2-40B4-BE49-F238E27FC236}">
                <a16:creationId xmlns:a16="http://schemas.microsoft.com/office/drawing/2014/main" id="{0CC85C37-4124-2F4D-9637-6A7E40B55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5227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39965" name="Rectangle 29">
            <a:extLst>
              <a:ext uri="{FF2B5EF4-FFF2-40B4-BE49-F238E27FC236}">
                <a16:creationId xmlns:a16="http://schemas.microsoft.com/office/drawing/2014/main" id="{2F812D61-B79E-FD46-89A0-8517F5D40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613" y="505936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39966" name="Line 30">
            <a:extLst>
              <a:ext uri="{FF2B5EF4-FFF2-40B4-BE49-F238E27FC236}">
                <a16:creationId xmlns:a16="http://schemas.microsoft.com/office/drawing/2014/main" id="{8FEA632C-BE7D-1A46-8464-83B17FF9B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270500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7" name="Rectangle 31">
            <a:extLst>
              <a:ext uri="{FF2B5EF4-FFF2-40B4-BE49-F238E27FC236}">
                <a16:creationId xmlns:a16="http://schemas.microsoft.com/office/drawing/2014/main" id="{C9E78ECC-E22F-4248-BAE3-68382245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6113463"/>
            <a:ext cx="1160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39968" name="Rectangle 32">
            <a:extLst>
              <a:ext uri="{FF2B5EF4-FFF2-40B4-BE49-F238E27FC236}">
                <a16:creationId xmlns:a16="http://schemas.microsoft.com/office/drawing/2014/main" id="{0470BC8E-F839-4941-A005-5440CC61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2379663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39969" name="Line 33">
            <a:extLst>
              <a:ext uri="{FF2B5EF4-FFF2-40B4-BE49-F238E27FC236}">
                <a16:creationId xmlns:a16="http://schemas.microsoft.com/office/drawing/2014/main" id="{35ECE761-7825-E640-92AC-689FBAC837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04190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0" name="Line 35">
            <a:extLst>
              <a:ext uri="{FF2B5EF4-FFF2-40B4-BE49-F238E27FC236}">
                <a16:creationId xmlns:a16="http://schemas.microsoft.com/office/drawing/2014/main" id="{C755A299-7C9A-884F-A3E0-1AE59E669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1800" y="4648200"/>
            <a:ext cx="330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1" name="Rectangle 36">
            <a:extLst>
              <a:ext uri="{FF2B5EF4-FFF2-40B4-BE49-F238E27FC236}">
                <a16:creationId xmlns:a16="http://schemas.microsoft.com/office/drawing/2014/main" id="{E00B9B54-36CC-C545-8312-9C15A7921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4592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39972" name="Rectangle 37">
            <a:extLst>
              <a:ext uri="{FF2B5EF4-FFF2-40B4-BE49-F238E27FC236}">
                <a16:creationId xmlns:a16="http://schemas.microsoft.com/office/drawing/2014/main" id="{8D03A06F-029C-2A40-9918-EB519B04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5179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73" name="Rectangle 38">
            <a:extLst>
              <a:ext uri="{FF2B5EF4-FFF2-40B4-BE49-F238E27FC236}">
                <a16:creationId xmlns:a16="http://schemas.microsoft.com/office/drawing/2014/main" id="{41F5A39C-BE9F-4449-BD66-614C89B15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0401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39974" name="Rectangle 39">
            <a:extLst>
              <a:ext uri="{FF2B5EF4-FFF2-40B4-BE49-F238E27FC236}">
                <a16:creationId xmlns:a16="http://schemas.microsoft.com/office/drawing/2014/main" id="{1FA05E79-B0E0-6D44-90E6-714FA86EA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2941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39975" name="Line 40">
            <a:extLst>
              <a:ext uri="{FF2B5EF4-FFF2-40B4-BE49-F238E27FC236}">
                <a16:creationId xmlns:a16="http://schemas.microsoft.com/office/drawing/2014/main" id="{184759E0-3A47-4E42-B44B-4B5315436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7559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6" name="Rectangle 41">
            <a:extLst>
              <a:ext uri="{FF2B5EF4-FFF2-40B4-BE49-F238E27FC236}">
                <a16:creationId xmlns:a16="http://schemas.microsoft.com/office/drawing/2014/main" id="{FCAFBFEC-134D-284C-BF29-BA8185942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7893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39977" name="Line 42">
            <a:extLst>
              <a:ext uri="{FF2B5EF4-FFF2-40B4-BE49-F238E27FC236}">
                <a16:creationId xmlns:a16="http://schemas.microsoft.com/office/drawing/2014/main" id="{ED1AD6DE-8F66-AA4F-A1D0-1EC44A6F9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27300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8" name="Line 45">
            <a:extLst>
              <a:ext uri="{FF2B5EF4-FFF2-40B4-BE49-F238E27FC236}">
                <a16:creationId xmlns:a16="http://schemas.microsoft.com/office/drawing/2014/main" id="{A785F96E-0123-0349-A9A1-C8ECED244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191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9" name="Line 46">
            <a:extLst>
              <a:ext uri="{FF2B5EF4-FFF2-40B4-BE49-F238E27FC236}">
                <a16:creationId xmlns:a16="http://schemas.microsoft.com/office/drawing/2014/main" id="{A0224078-B1FB-1D41-86C2-36EE1D0E5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3962400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0" name="Line 47">
            <a:extLst>
              <a:ext uri="{FF2B5EF4-FFF2-40B4-BE49-F238E27FC236}">
                <a16:creationId xmlns:a16="http://schemas.microsoft.com/office/drawing/2014/main" id="{0DE3CB7E-241A-DF4B-9665-AC4137AC7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4958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1" name="Line 48">
            <a:extLst>
              <a:ext uri="{FF2B5EF4-FFF2-40B4-BE49-F238E27FC236}">
                <a16:creationId xmlns:a16="http://schemas.microsoft.com/office/drawing/2014/main" id="{86EFBCB5-EACA-CC4A-8978-CAFA76FC2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4191000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2" name="Line 49">
            <a:extLst>
              <a:ext uri="{FF2B5EF4-FFF2-40B4-BE49-F238E27FC236}">
                <a16:creationId xmlns:a16="http://schemas.microsoft.com/office/drawing/2014/main" id="{5A461975-D84A-5C47-B193-70BA86D8A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495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3" name="Line 50">
            <a:extLst>
              <a:ext uri="{FF2B5EF4-FFF2-40B4-BE49-F238E27FC236}">
                <a16:creationId xmlns:a16="http://schemas.microsoft.com/office/drawing/2014/main" id="{D6A7A858-CE1E-F148-8A0D-31FC3C7FE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343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4" name="Line 51">
            <a:extLst>
              <a:ext uri="{FF2B5EF4-FFF2-40B4-BE49-F238E27FC236}">
                <a16:creationId xmlns:a16="http://schemas.microsoft.com/office/drawing/2014/main" id="{C75DF85A-4710-4E44-BCAF-5C1D69022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648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5" name="Line 52">
            <a:extLst>
              <a:ext uri="{FF2B5EF4-FFF2-40B4-BE49-F238E27FC236}">
                <a16:creationId xmlns:a16="http://schemas.microsoft.com/office/drawing/2014/main" id="{64E1C491-45EF-4E47-A0B7-DD9A83D77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6482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6" name="Line 53">
            <a:extLst>
              <a:ext uri="{FF2B5EF4-FFF2-40B4-BE49-F238E27FC236}">
                <a16:creationId xmlns:a16="http://schemas.microsoft.com/office/drawing/2014/main" id="{A29493F0-EDCD-1741-A112-8F10C579F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5085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7" name="Line 54">
            <a:extLst>
              <a:ext uri="{FF2B5EF4-FFF2-40B4-BE49-F238E27FC236}">
                <a16:creationId xmlns:a16="http://schemas.microsoft.com/office/drawing/2014/main" id="{0EB57789-8A63-0442-A5D1-0E4271ECE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5181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8" name="Line 55">
            <a:extLst>
              <a:ext uri="{FF2B5EF4-FFF2-40B4-BE49-F238E27FC236}">
                <a16:creationId xmlns:a16="http://schemas.microsoft.com/office/drawing/2014/main" id="{1A09989F-ED5D-A74C-B439-7B3E9F8D2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181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9" name="Line 56">
            <a:extLst>
              <a:ext uri="{FF2B5EF4-FFF2-40B4-BE49-F238E27FC236}">
                <a16:creationId xmlns:a16="http://schemas.microsoft.com/office/drawing/2014/main" id="{D3BE195D-DFB1-DB47-8371-B39BFAC56E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876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0" name="Line 57">
            <a:extLst>
              <a:ext uri="{FF2B5EF4-FFF2-40B4-BE49-F238E27FC236}">
                <a16:creationId xmlns:a16="http://schemas.microsoft.com/office/drawing/2014/main" id="{9DA5CCB8-FFD6-824E-9C14-247D8B129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6609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1" name="Line 58">
            <a:extLst>
              <a:ext uri="{FF2B5EF4-FFF2-40B4-BE49-F238E27FC236}">
                <a16:creationId xmlns:a16="http://schemas.microsoft.com/office/drawing/2014/main" id="{17BC77AB-CC6D-F84E-BB28-EDA315177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724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2" name="Line 59">
            <a:extLst>
              <a:ext uri="{FF2B5EF4-FFF2-40B4-BE49-F238E27FC236}">
                <a16:creationId xmlns:a16="http://schemas.microsoft.com/office/drawing/2014/main" id="{CDD8AE76-D08A-434F-BDB1-52BE386895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334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993" name="Group 67">
            <a:extLst>
              <a:ext uri="{FF2B5EF4-FFF2-40B4-BE49-F238E27FC236}">
                <a16:creationId xmlns:a16="http://schemas.microsoft.com/office/drawing/2014/main" id="{92888F77-EF16-694F-8904-20F260FDCD1C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4584700"/>
            <a:ext cx="333375" cy="946150"/>
            <a:chOff x="5290" y="2888"/>
            <a:chExt cx="210" cy="596"/>
          </a:xfrm>
        </p:grpSpPr>
        <p:sp>
          <p:nvSpPr>
            <p:cNvPr id="40136" name="Line 60">
              <a:extLst>
                <a:ext uri="{FF2B5EF4-FFF2-40B4-BE49-F238E27FC236}">
                  <a16:creationId xmlns:a16="http://schemas.microsoft.com/office/drawing/2014/main" id="{D3960AAC-8FAF-DE42-99C0-33A18CE0D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8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7" name="Line 61">
              <a:extLst>
                <a:ext uri="{FF2B5EF4-FFF2-40B4-BE49-F238E27FC236}">
                  <a16:creationId xmlns:a16="http://schemas.microsoft.com/office/drawing/2014/main" id="{B97B5968-BFB3-0D48-966B-CBFF730C4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8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8" name="Line 62">
              <a:extLst>
                <a:ext uri="{FF2B5EF4-FFF2-40B4-BE49-F238E27FC236}">
                  <a16:creationId xmlns:a16="http://schemas.microsoft.com/office/drawing/2014/main" id="{E68FC34A-26EB-664B-903F-9D93FE73C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3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9" name="Line 63">
              <a:extLst>
                <a:ext uri="{FF2B5EF4-FFF2-40B4-BE49-F238E27FC236}">
                  <a16:creationId xmlns:a16="http://schemas.microsoft.com/office/drawing/2014/main" id="{BAEB9106-03DE-1B43-A886-9109B8A7C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0" name="Rectangle 64">
              <a:extLst>
                <a:ext uri="{FF2B5EF4-FFF2-40B4-BE49-F238E27FC236}">
                  <a16:creationId xmlns:a16="http://schemas.microsoft.com/office/drawing/2014/main" id="{70FA04C1-6CC4-6443-9808-C10A3A143D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30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40141" name="Rectangle 65">
              <a:extLst>
                <a:ext uri="{FF2B5EF4-FFF2-40B4-BE49-F238E27FC236}">
                  <a16:creationId xmlns:a16="http://schemas.microsoft.com/office/drawing/2014/main" id="{2386BCC9-12C7-0746-B5B2-A3B39E396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9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0142" name="Rectangle 66">
              <a:extLst>
                <a:ext uri="{FF2B5EF4-FFF2-40B4-BE49-F238E27FC236}">
                  <a16:creationId xmlns:a16="http://schemas.microsoft.com/office/drawing/2014/main" id="{C861081D-0039-2040-A025-FB9199134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2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39994" name="Line 68">
            <a:extLst>
              <a:ext uri="{FF2B5EF4-FFF2-40B4-BE49-F238E27FC236}">
                <a16:creationId xmlns:a16="http://schemas.microsoft.com/office/drawing/2014/main" id="{26C743A7-8E5A-DF45-AC1F-07D2C8FF2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724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5" name="Line 69">
            <a:extLst>
              <a:ext uri="{FF2B5EF4-FFF2-40B4-BE49-F238E27FC236}">
                <a16:creationId xmlns:a16="http://schemas.microsoft.com/office/drawing/2014/main" id="{A2269695-526D-064D-B3FE-EA4A347F2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334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6" name="Line 70">
            <a:extLst>
              <a:ext uri="{FF2B5EF4-FFF2-40B4-BE49-F238E27FC236}">
                <a16:creationId xmlns:a16="http://schemas.microsoft.com/office/drawing/2014/main" id="{A98A8586-3242-284E-84A9-1A40C9580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679700"/>
            <a:ext cx="0" cy="1346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7" name="Line 71">
            <a:extLst>
              <a:ext uri="{FF2B5EF4-FFF2-40B4-BE49-F238E27FC236}">
                <a16:creationId xmlns:a16="http://schemas.microsoft.com/office/drawing/2014/main" id="{90912495-EFC9-3F49-A7A9-66C8110AF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3962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8" name="Line 72">
            <a:extLst>
              <a:ext uri="{FF2B5EF4-FFF2-40B4-BE49-F238E27FC236}">
                <a16:creationId xmlns:a16="http://schemas.microsoft.com/office/drawing/2014/main" id="{0BB46CE5-51EA-D149-8BA6-0F3EE6A19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715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99" name="Line 73">
            <a:extLst>
              <a:ext uri="{FF2B5EF4-FFF2-40B4-BE49-F238E27FC236}">
                <a16:creationId xmlns:a16="http://schemas.microsoft.com/office/drawing/2014/main" id="{4A60A782-F563-6949-844E-2F7A4D5B4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4102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00" name="Line 74">
            <a:extLst>
              <a:ext uri="{FF2B5EF4-FFF2-40B4-BE49-F238E27FC236}">
                <a16:creationId xmlns:a16="http://schemas.microsoft.com/office/drawing/2014/main" id="{739430A6-AD8C-4D4A-88C1-817A65B41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657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01" name="Line 75">
            <a:extLst>
              <a:ext uri="{FF2B5EF4-FFF2-40B4-BE49-F238E27FC236}">
                <a16:creationId xmlns:a16="http://schemas.microsoft.com/office/drawing/2014/main" id="{39143338-8174-7746-BDE0-A4EF9CD3B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1550" y="5562600"/>
            <a:ext cx="10604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02" name="Line 76">
            <a:extLst>
              <a:ext uri="{FF2B5EF4-FFF2-40B4-BE49-F238E27FC236}">
                <a16:creationId xmlns:a16="http://schemas.microsoft.com/office/drawing/2014/main" id="{10BFF19F-D120-B544-916E-C62C33A6C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4991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03" name="Rectangle 77">
            <a:extLst>
              <a:ext uri="{FF2B5EF4-FFF2-40B4-BE49-F238E27FC236}">
                <a16:creationId xmlns:a16="http://schemas.microsoft.com/office/drawing/2014/main" id="{5DFB60D0-A883-A942-A4D6-8789B5B40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6113463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40004" name="Group 82">
            <a:extLst>
              <a:ext uri="{FF2B5EF4-FFF2-40B4-BE49-F238E27FC236}">
                <a16:creationId xmlns:a16="http://schemas.microsoft.com/office/drawing/2014/main" id="{E1AAE4EE-CC5E-7940-9E71-ACBCB285CD21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270500"/>
            <a:ext cx="228600" cy="533400"/>
            <a:chOff x="2880" y="3320"/>
            <a:chExt cx="144" cy="336"/>
          </a:xfrm>
        </p:grpSpPr>
        <p:sp>
          <p:nvSpPr>
            <p:cNvPr id="40132" name="Line 78">
              <a:extLst>
                <a:ext uri="{FF2B5EF4-FFF2-40B4-BE49-F238E27FC236}">
                  <a16:creationId xmlns:a16="http://schemas.microsoft.com/office/drawing/2014/main" id="{F05D5BCC-0A37-FD47-9D0B-497399F5C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2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3" name="Line 79">
              <a:extLst>
                <a:ext uri="{FF2B5EF4-FFF2-40B4-BE49-F238E27FC236}">
                  <a16:creationId xmlns:a16="http://schemas.microsoft.com/office/drawing/2014/main" id="{55F1C205-A826-1C42-967F-AC3E26AC4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320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4" name="Line 80">
              <a:extLst>
                <a:ext uri="{FF2B5EF4-FFF2-40B4-BE49-F238E27FC236}">
                  <a16:creationId xmlns:a16="http://schemas.microsoft.com/office/drawing/2014/main" id="{13FB4E1B-B05C-AE46-B5E8-C42D3F53AF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99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5" name="Line 81">
              <a:extLst>
                <a:ext uri="{FF2B5EF4-FFF2-40B4-BE49-F238E27FC236}">
                  <a16:creationId xmlns:a16="http://schemas.microsoft.com/office/drawing/2014/main" id="{581E78E3-BDE0-0446-92E8-03A4E7D7E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5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05" name="Rectangle 83">
            <a:extLst>
              <a:ext uri="{FF2B5EF4-FFF2-40B4-BE49-F238E27FC236}">
                <a16:creationId xmlns:a16="http://schemas.microsoft.com/office/drawing/2014/main" id="{6793000F-A0DF-D046-A29E-79981771D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5181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006" name="Rectangle 84">
            <a:extLst>
              <a:ext uri="{FF2B5EF4-FFF2-40B4-BE49-F238E27FC236}">
                <a16:creationId xmlns:a16="http://schemas.microsoft.com/office/drawing/2014/main" id="{28C08BE0-D40A-9A4D-8B3D-7DFDBDC1B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2292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0007" name="Line 85">
            <a:extLst>
              <a:ext uri="{FF2B5EF4-FFF2-40B4-BE49-F238E27FC236}">
                <a16:creationId xmlns:a16="http://schemas.microsoft.com/office/drawing/2014/main" id="{6D3C7E15-3BB0-1846-AFF2-A11FE4412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039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08" name="Rectangle 87">
            <a:extLst>
              <a:ext uri="{FF2B5EF4-FFF2-40B4-BE49-F238E27FC236}">
                <a16:creationId xmlns:a16="http://schemas.microsoft.com/office/drawing/2014/main" id="{BCBA1B47-580B-7547-B92C-7F731BC4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1292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40009" name="Rectangle 88">
            <a:extLst>
              <a:ext uri="{FF2B5EF4-FFF2-40B4-BE49-F238E27FC236}">
                <a16:creationId xmlns:a16="http://schemas.microsoft.com/office/drawing/2014/main" id="{2A1687D3-DBA2-E649-9EBE-7864A3263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4340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40010" name="Rectangle 89">
            <a:extLst>
              <a:ext uri="{FF2B5EF4-FFF2-40B4-BE49-F238E27FC236}">
                <a16:creationId xmlns:a16="http://schemas.microsoft.com/office/drawing/2014/main" id="{0D3A8387-235C-1A48-838F-801EE8A39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6814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40011" name="Line 90">
            <a:extLst>
              <a:ext uri="{FF2B5EF4-FFF2-40B4-BE49-F238E27FC236}">
                <a16:creationId xmlns:a16="http://schemas.microsoft.com/office/drawing/2014/main" id="{3EEF7A9B-6A90-B246-9928-29EC0B4D3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54102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12" name="Line 91">
            <a:extLst>
              <a:ext uri="{FF2B5EF4-FFF2-40B4-BE49-F238E27FC236}">
                <a16:creationId xmlns:a16="http://schemas.microsoft.com/office/drawing/2014/main" id="{3D83B568-41D8-F540-8B77-5A43E95EF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6576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13" name="Rectangle 92">
            <a:extLst>
              <a:ext uri="{FF2B5EF4-FFF2-40B4-BE49-F238E27FC236}">
                <a16:creationId xmlns:a16="http://schemas.microsoft.com/office/drawing/2014/main" id="{22316957-5F22-C14B-A075-587F2A9AE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37661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0014" name="Line 93">
            <a:extLst>
              <a:ext uri="{FF2B5EF4-FFF2-40B4-BE49-F238E27FC236}">
                <a16:creationId xmlns:a16="http://schemas.microsoft.com/office/drawing/2014/main" id="{A673CF83-6CEA-BB44-8D3D-9A42D50BB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6576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15" name="Rectangle 94">
            <a:extLst>
              <a:ext uri="{FF2B5EF4-FFF2-40B4-BE49-F238E27FC236}">
                <a16:creationId xmlns:a16="http://schemas.microsoft.com/office/drawing/2014/main" id="{F3CFB093-2E94-F847-8735-AF773834C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48456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0016" name="Rectangle 95">
            <a:extLst>
              <a:ext uri="{FF2B5EF4-FFF2-40B4-BE49-F238E27FC236}">
                <a16:creationId xmlns:a16="http://schemas.microsoft.com/office/drawing/2014/main" id="{EB239833-42B0-D246-AE97-D5CF176FA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986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40017" name="Rectangle 96">
            <a:extLst>
              <a:ext uri="{FF2B5EF4-FFF2-40B4-BE49-F238E27FC236}">
                <a16:creationId xmlns:a16="http://schemas.microsoft.com/office/drawing/2014/main" id="{E4E28105-8665-7E47-B4DA-D04ED5FD4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6720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40018" name="Line 97">
            <a:extLst>
              <a:ext uri="{FF2B5EF4-FFF2-40B4-BE49-F238E27FC236}">
                <a16:creationId xmlns:a16="http://schemas.microsoft.com/office/drawing/2014/main" id="{198949F2-3C4E-994C-B05E-5A528D56B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949700"/>
            <a:ext cx="0" cy="177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19" name="Line 98">
            <a:extLst>
              <a:ext uri="{FF2B5EF4-FFF2-40B4-BE49-F238E27FC236}">
                <a16:creationId xmlns:a16="http://schemas.microsoft.com/office/drawing/2014/main" id="{5B5C0DB7-3B10-9A4A-AABE-998A0CF225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0063" y="5410200"/>
            <a:ext cx="2365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0" name="Line 99">
            <a:extLst>
              <a:ext uri="{FF2B5EF4-FFF2-40B4-BE49-F238E27FC236}">
                <a16:creationId xmlns:a16="http://schemas.microsoft.com/office/drawing/2014/main" id="{FFA3963D-ADF5-E445-9B9E-F2D9F89643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6388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1" name="Line 100">
            <a:extLst>
              <a:ext uri="{FF2B5EF4-FFF2-40B4-BE49-F238E27FC236}">
                <a16:creationId xmlns:a16="http://schemas.microsoft.com/office/drawing/2014/main" id="{93AEB343-67CB-5C46-92D1-410CD95F2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5626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2" name="Line 101">
            <a:extLst>
              <a:ext uri="{FF2B5EF4-FFF2-40B4-BE49-F238E27FC236}">
                <a16:creationId xmlns:a16="http://schemas.microsoft.com/office/drawing/2014/main" id="{65501F43-A2CF-AB4D-B7E9-F0A19019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562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3" name="Line 102">
            <a:extLst>
              <a:ext uri="{FF2B5EF4-FFF2-40B4-BE49-F238E27FC236}">
                <a16:creationId xmlns:a16="http://schemas.microsoft.com/office/drawing/2014/main" id="{7A29CC84-C7A2-B24A-975E-1DADB62F2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575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4" name="Line 103">
            <a:extLst>
              <a:ext uri="{FF2B5EF4-FFF2-40B4-BE49-F238E27FC236}">
                <a16:creationId xmlns:a16="http://schemas.microsoft.com/office/drawing/2014/main" id="{A83EA854-A6BA-5047-B79D-3AA9B4E3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7700" y="59436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5" name="Line 104">
            <a:extLst>
              <a:ext uri="{FF2B5EF4-FFF2-40B4-BE49-F238E27FC236}">
                <a16:creationId xmlns:a16="http://schemas.microsoft.com/office/drawing/2014/main" id="{C814357C-096A-9C48-ABCA-7A9DDF5FB7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53213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6" name="Line 105">
            <a:extLst>
              <a:ext uri="{FF2B5EF4-FFF2-40B4-BE49-F238E27FC236}">
                <a16:creationId xmlns:a16="http://schemas.microsoft.com/office/drawing/2014/main" id="{586068CB-E8A9-604A-BA48-267A875FF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9500" y="51054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7" name="Line 106">
            <a:extLst>
              <a:ext uri="{FF2B5EF4-FFF2-40B4-BE49-F238E27FC236}">
                <a16:creationId xmlns:a16="http://schemas.microsoft.com/office/drawing/2014/main" id="{17951E7F-F053-8A42-A1D1-8282B5636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1181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8" name="Line 107">
            <a:extLst>
              <a:ext uri="{FF2B5EF4-FFF2-40B4-BE49-F238E27FC236}">
                <a16:creationId xmlns:a16="http://schemas.microsoft.com/office/drawing/2014/main" id="{49774ABD-9877-5943-AD76-8E8213760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6096000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29" name="Line 108">
            <a:extLst>
              <a:ext uri="{FF2B5EF4-FFF2-40B4-BE49-F238E27FC236}">
                <a16:creationId xmlns:a16="http://schemas.microsoft.com/office/drawing/2014/main" id="{E81911D0-027A-F648-ADF3-1352916007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53213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0" name="Line 109">
            <a:extLst>
              <a:ext uri="{FF2B5EF4-FFF2-40B4-BE49-F238E27FC236}">
                <a16:creationId xmlns:a16="http://schemas.microsoft.com/office/drawing/2014/main" id="{09160076-F000-4841-ADC3-DD59B74A5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54102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1" name="Line 110">
            <a:extLst>
              <a:ext uri="{FF2B5EF4-FFF2-40B4-BE49-F238E27FC236}">
                <a16:creationId xmlns:a16="http://schemas.microsoft.com/office/drawing/2014/main" id="{A2D88B19-0277-5641-8027-CF7C7AFB4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36576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2" name="Rectangle 111">
            <a:extLst>
              <a:ext uri="{FF2B5EF4-FFF2-40B4-BE49-F238E27FC236}">
                <a16:creationId xmlns:a16="http://schemas.microsoft.com/office/drawing/2014/main" id="{77A3F7D4-38C9-A643-84AB-1FB1AAC6A8E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10469" y="3717131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0033" name="Line 112">
            <a:extLst>
              <a:ext uri="{FF2B5EF4-FFF2-40B4-BE49-F238E27FC236}">
                <a16:creationId xmlns:a16="http://schemas.microsoft.com/office/drawing/2014/main" id="{68765D07-380A-5E46-8A7E-00A72F250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4" name="Line 113">
            <a:extLst>
              <a:ext uri="{FF2B5EF4-FFF2-40B4-BE49-F238E27FC236}">
                <a16:creationId xmlns:a16="http://schemas.microsoft.com/office/drawing/2014/main" id="{E69F267A-F5DC-4A41-B957-0012504D1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5" name="Line 114">
            <a:extLst>
              <a:ext uri="{FF2B5EF4-FFF2-40B4-BE49-F238E27FC236}">
                <a16:creationId xmlns:a16="http://schemas.microsoft.com/office/drawing/2014/main" id="{C59BC24E-2944-AF4D-A429-A66BC00E1A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6576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6" name="Line 115">
            <a:extLst>
              <a:ext uri="{FF2B5EF4-FFF2-40B4-BE49-F238E27FC236}">
                <a16:creationId xmlns:a16="http://schemas.microsoft.com/office/drawing/2014/main" id="{D3CD82DC-230D-6245-A9F7-19204AA6FD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81000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37" name="Group 121">
            <a:extLst>
              <a:ext uri="{FF2B5EF4-FFF2-40B4-BE49-F238E27FC236}">
                <a16:creationId xmlns:a16="http://schemas.microsoft.com/office/drawing/2014/main" id="{962648B6-7442-6047-9BF7-CD4CBA2890F4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581400"/>
            <a:ext cx="395288" cy="306388"/>
            <a:chOff x="4314" y="2256"/>
            <a:chExt cx="249" cy="193"/>
          </a:xfrm>
        </p:grpSpPr>
        <p:sp>
          <p:nvSpPr>
            <p:cNvPr id="40127" name="Arc 116">
              <a:extLst>
                <a:ext uri="{FF2B5EF4-FFF2-40B4-BE49-F238E27FC236}">
                  <a16:creationId xmlns:a16="http://schemas.microsoft.com/office/drawing/2014/main" id="{8B78146B-58B4-7B40-813E-0ABA2794E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2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28" name="Arc 117">
              <a:extLst>
                <a:ext uri="{FF2B5EF4-FFF2-40B4-BE49-F238E27FC236}">
                  <a16:creationId xmlns:a16="http://schemas.microsoft.com/office/drawing/2014/main" id="{E4508704-A8E9-024B-AD75-B71333DB657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3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29" name="Line 118">
              <a:extLst>
                <a:ext uri="{FF2B5EF4-FFF2-40B4-BE49-F238E27FC236}">
                  <a16:creationId xmlns:a16="http://schemas.microsoft.com/office/drawing/2014/main" id="{64F5D19E-B583-D04C-A4B4-B4C3332220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25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0" name="Line 119">
              <a:extLst>
                <a:ext uri="{FF2B5EF4-FFF2-40B4-BE49-F238E27FC236}">
                  <a16:creationId xmlns:a16="http://schemas.microsoft.com/office/drawing/2014/main" id="{60C47167-724C-CF4A-997E-5FB15C46E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44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31" name="Line 120">
              <a:extLst>
                <a:ext uri="{FF2B5EF4-FFF2-40B4-BE49-F238E27FC236}">
                  <a16:creationId xmlns:a16="http://schemas.microsoft.com/office/drawing/2014/main" id="{FEA1B144-6D16-CB40-A1DA-3F8D43D1E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38" name="Rectangle 122">
            <a:extLst>
              <a:ext uri="{FF2B5EF4-FFF2-40B4-BE49-F238E27FC236}">
                <a16:creationId xmlns:a16="http://schemas.microsoft.com/office/drawing/2014/main" id="{8F0B6375-A642-4240-B108-87507881F7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84888" y="39671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40039" name="Rectangle 123">
            <a:extLst>
              <a:ext uri="{FF2B5EF4-FFF2-40B4-BE49-F238E27FC236}">
                <a16:creationId xmlns:a16="http://schemas.microsoft.com/office/drawing/2014/main" id="{970FC72F-4E53-7A4A-B0CA-874A14123EB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236220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40040" name="Line 124">
            <a:extLst>
              <a:ext uri="{FF2B5EF4-FFF2-40B4-BE49-F238E27FC236}">
                <a16:creationId xmlns:a16="http://schemas.microsoft.com/office/drawing/2014/main" id="{247AAD1D-BE0D-D943-92F1-45DC75F03A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797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1" name="Line 125">
            <a:extLst>
              <a:ext uri="{FF2B5EF4-FFF2-40B4-BE49-F238E27FC236}">
                <a16:creationId xmlns:a16="http://schemas.microsoft.com/office/drawing/2014/main" id="{9CD6FF4D-21A0-0747-8F49-346A383D58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16700" y="2654300"/>
            <a:ext cx="28575" cy="1016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" name="Line 126">
            <a:extLst>
              <a:ext uri="{FF2B5EF4-FFF2-40B4-BE49-F238E27FC236}">
                <a16:creationId xmlns:a16="http://schemas.microsoft.com/office/drawing/2014/main" id="{3400E6AC-4566-B84C-9706-5E89A7B7A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2672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3" name="Line 127">
            <a:extLst>
              <a:ext uri="{FF2B5EF4-FFF2-40B4-BE49-F238E27FC236}">
                <a16:creationId xmlns:a16="http://schemas.microsoft.com/office/drawing/2014/main" id="{457A030E-89BD-6342-B557-01BCDFEC52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657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44" name="Group 132">
            <a:extLst>
              <a:ext uri="{FF2B5EF4-FFF2-40B4-BE49-F238E27FC236}">
                <a16:creationId xmlns:a16="http://schemas.microsoft.com/office/drawing/2014/main" id="{B0DE8C0A-10B8-284E-9CCC-56BE61696548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984500"/>
            <a:ext cx="254000" cy="533400"/>
            <a:chOff x="688" y="1880"/>
            <a:chExt cx="160" cy="336"/>
          </a:xfrm>
        </p:grpSpPr>
        <p:sp>
          <p:nvSpPr>
            <p:cNvPr id="40123" name="Line 128">
              <a:extLst>
                <a:ext uri="{FF2B5EF4-FFF2-40B4-BE49-F238E27FC236}">
                  <a16:creationId xmlns:a16="http://schemas.microsoft.com/office/drawing/2014/main" id="{7C123CE4-1C86-A946-87F9-DF9F82914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24" name="Line 129">
              <a:extLst>
                <a:ext uri="{FF2B5EF4-FFF2-40B4-BE49-F238E27FC236}">
                  <a16:creationId xmlns:a16="http://schemas.microsoft.com/office/drawing/2014/main" id="{2D3CBFBE-ECAD-CA44-8B72-57AFB413B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25" name="Line 130">
              <a:extLst>
                <a:ext uri="{FF2B5EF4-FFF2-40B4-BE49-F238E27FC236}">
                  <a16:creationId xmlns:a16="http://schemas.microsoft.com/office/drawing/2014/main" id="{D8B48E4B-2C4C-FF4D-9BB1-F61D0E861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26" name="Line 131">
              <a:extLst>
                <a:ext uri="{FF2B5EF4-FFF2-40B4-BE49-F238E27FC236}">
                  <a16:creationId xmlns:a16="http://schemas.microsoft.com/office/drawing/2014/main" id="{6EBC0660-23B7-534D-A996-CCA39FC76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45" name="Rectangle 133">
            <a:extLst>
              <a:ext uri="{FF2B5EF4-FFF2-40B4-BE49-F238E27FC236}">
                <a16:creationId xmlns:a16="http://schemas.microsoft.com/office/drawing/2014/main" id="{BA8C5C17-88B9-6F4D-8CDF-D41BDFAA0BC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3003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046" name="Rectangle 134">
            <a:extLst>
              <a:ext uri="{FF2B5EF4-FFF2-40B4-BE49-F238E27FC236}">
                <a16:creationId xmlns:a16="http://schemas.microsoft.com/office/drawing/2014/main" id="{FFB00C74-B474-9642-99CF-824E8D37B2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3171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0047" name="Line 135">
            <a:extLst>
              <a:ext uri="{FF2B5EF4-FFF2-40B4-BE49-F238E27FC236}">
                <a16:creationId xmlns:a16="http://schemas.microsoft.com/office/drawing/2014/main" id="{D536F3A7-438B-9E41-BEA7-7D70F4102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3352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8" name="Line 136">
            <a:extLst>
              <a:ext uri="{FF2B5EF4-FFF2-40B4-BE49-F238E27FC236}">
                <a16:creationId xmlns:a16="http://schemas.microsoft.com/office/drawing/2014/main" id="{937D97BD-C12B-3C46-AA31-D9F068E22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365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9" name="Oval 137">
            <a:extLst>
              <a:ext uri="{FF2B5EF4-FFF2-40B4-BE49-F238E27FC236}">
                <a16:creationId xmlns:a16="http://schemas.microsoft.com/office/drawing/2014/main" id="{1C7639E1-6FF3-FB49-B626-B090EEC5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050" name="Line 138">
            <a:extLst>
              <a:ext uri="{FF2B5EF4-FFF2-40B4-BE49-F238E27FC236}">
                <a16:creationId xmlns:a16="http://schemas.microsoft.com/office/drawing/2014/main" id="{E2642180-55B9-6E4E-A5F0-3B817589C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1" name="Oval 139">
            <a:extLst>
              <a:ext uri="{FF2B5EF4-FFF2-40B4-BE49-F238E27FC236}">
                <a16:creationId xmlns:a16="http://schemas.microsoft.com/office/drawing/2014/main" id="{42AC50DB-FE62-C541-B2A0-D474BF5E3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052" name="Line 140">
            <a:extLst>
              <a:ext uri="{FF2B5EF4-FFF2-40B4-BE49-F238E27FC236}">
                <a16:creationId xmlns:a16="http://schemas.microsoft.com/office/drawing/2014/main" id="{9135AFBF-77E2-924E-93FE-D66E60120E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100" y="31242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3" name="Line 141">
            <a:extLst>
              <a:ext uri="{FF2B5EF4-FFF2-40B4-BE49-F238E27FC236}">
                <a16:creationId xmlns:a16="http://schemas.microsoft.com/office/drawing/2014/main" id="{D7E90674-B8AC-8243-B036-9FE976D52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4" name="Line 142">
            <a:extLst>
              <a:ext uri="{FF2B5EF4-FFF2-40B4-BE49-F238E27FC236}">
                <a16:creationId xmlns:a16="http://schemas.microsoft.com/office/drawing/2014/main" id="{91E958C8-CCB9-8D4A-A0D8-242FF503D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136900"/>
            <a:ext cx="0" cy="1144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5" name="Line 143">
            <a:extLst>
              <a:ext uri="{FF2B5EF4-FFF2-40B4-BE49-F238E27FC236}">
                <a16:creationId xmlns:a16="http://schemas.microsoft.com/office/drawing/2014/main" id="{81232468-22E1-B44E-9335-F09D9CF092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1242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6" name="Line 144">
            <a:extLst>
              <a:ext uri="{FF2B5EF4-FFF2-40B4-BE49-F238E27FC236}">
                <a16:creationId xmlns:a16="http://schemas.microsoft.com/office/drawing/2014/main" id="{022A925D-4FA5-5A40-9A23-AE3E94602E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31115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7" name="Line 145">
            <a:extLst>
              <a:ext uri="{FF2B5EF4-FFF2-40B4-BE49-F238E27FC236}">
                <a16:creationId xmlns:a16="http://schemas.microsoft.com/office/drawing/2014/main" id="{3538A1EB-07D6-AD4D-8E45-4EEB4C014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733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8" name="Line 146">
            <a:extLst>
              <a:ext uri="{FF2B5EF4-FFF2-40B4-BE49-F238E27FC236}">
                <a16:creationId xmlns:a16="http://schemas.microsoft.com/office/drawing/2014/main" id="{BC46C8CF-288F-C44B-B15F-AF6925BF0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8194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59" name="Line 147">
            <a:extLst>
              <a:ext uri="{FF2B5EF4-FFF2-40B4-BE49-F238E27FC236}">
                <a16:creationId xmlns:a16="http://schemas.microsoft.com/office/drawing/2014/main" id="{F3AD8292-2C16-2048-BB99-8ABF4BC469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8321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0" name="Line 148">
            <a:extLst>
              <a:ext uri="{FF2B5EF4-FFF2-40B4-BE49-F238E27FC236}">
                <a16:creationId xmlns:a16="http://schemas.microsoft.com/office/drawing/2014/main" id="{8FF3C3C9-76E6-6C4E-AB53-3E3B47F0C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832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1" name="Line 149">
            <a:extLst>
              <a:ext uri="{FF2B5EF4-FFF2-40B4-BE49-F238E27FC236}">
                <a16:creationId xmlns:a16="http://schemas.microsoft.com/office/drawing/2014/main" id="{FF6C782C-75D5-CF45-A767-EB1575EBA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2" name="Oval 150">
            <a:extLst>
              <a:ext uri="{FF2B5EF4-FFF2-40B4-BE49-F238E27FC236}">
                <a16:creationId xmlns:a16="http://schemas.microsoft.com/office/drawing/2014/main" id="{419D8F61-C038-8C4E-8275-DCAD5E2EE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063" name="Line 151">
            <a:extLst>
              <a:ext uri="{FF2B5EF4-FFF2-40B4-BE49-F238E27FC236}">
                <a16:creationId xmlns:a16="http://schemas.microsoft.com/office/drawing/2014/main" id="{C374B683-8C15-E549-B5BD-BB730AD8A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4" name="Oval 152">
            <a:extLst>
              <a:ext uri="{FF2B5EF4-FFF2-40B4-BE49-F238E27FC236}">
                <a16:creationId xmlns:a16="http://schemas.microsoft.com/office/drawing/2014/main" id="{754284F0-2D2A-4843-9DD3-FC7A28D09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065" name="Line 153">
            <a:extLst>
              <a:ext uri="{FF2B5EF4-FFF2-40B4-BE49-F238E27FC236}">
                <a16:creationId xmlns:a16="http://schemas.microsoft.com/office/drawing/2014/main" id="{AC9C497B-3962-9A4D-B2E0-5A8F89632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213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6" name="Oval 154">
            <a:extLst>
              <a:ext uri="{FF2B5EF4-FFF2-40B4-BE49-F238E27FC236}">
                <a16:creationId xmlns:a16="http://schemas.microsoft.com/office/drawing/2014/main" id="{90C1C201-3931-D94F-9F0A-B7EA0A129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365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067" name="Line 155">
            <a:extLst>
              <a:ext uri="{FF2B5EF4-FFF2-40B4-BE49-F238E27FC236}">
                <a16:creationId xmlns:a16="http://schemas.microsoft.com/office/drawing/2014/main" id="{0D1A16E7-165E-614D-AF52-8483E11CB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8" name="Line 156">
            <a:extLst>
              <a:ext uri="{FF2B5EF4-FFF2-40B4-BE49-F238E27FC236}">
                <a16:creationId xmlns:a16="http://schemas.microsoft.com/office/drawing/2014/main" id="{5D445BC5-8E9B-5042-9EC3-BA8EE468EE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69" name="Line 157">
            <a:extLst>
              <a:ext uri="{FF2B5EF4-FFF2-40B4-BE49-F238E27FC236}">
                <a16:creationId xmlns:a16="http://schemas.microsoft.com/office/drawing/2014/main" id="{C44EE0F4-571E-D84C-B146-CAC972273B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0" name="Line 158">
            <a:extLst>
              <a:ext uri="{FF2B5EF4-FFF2-40B4-BE49-F238E27FC236}">
                <a16:creationId xmlns:a16="http://schemas.microsoft.com/office/drawing/2014/main" id="{8487A1C9-3E6C-A541-ABE3-C49309EA31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1" name="Line 159">
            <a:extLst>
              <a:ext uri="{FF2B5EF4-FFF2-40B4-BE49-F238E27FC236}">
                <a16:creationId xmlns:a16="http://schemas.microsoft.com/office/drawing/2014/main" id="{320D7767-3814-7142-AD2C-187350B0F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0447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2" name="Line 160">
            <a:extLst>
              <a:ext uri="{FF2B5EF4-FFF2-40B4-BE49-F238E27FC236}">
                <a16:creationId xmlns:a16="http://schemas.microsoft.com/office/drawing/2014/main" id="{F8D09159-02A6-A549-BC32-04BB9E670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3" name="Line 161">
            <a:extLst>
              <a:ext uri="{FF2B5EF4-FFF2-40B4-BE49-F238E27FC236}">
                <a16:creationId xmlns:a16="http://schemas.microsoft.com/office/drawing/2014/main" id="{8D4BCB98-2419-F848-B13F-4E122FDFF1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4" name="Line 162">
            <a:extLst>
              <a:ext uri="{FF2B5EF4-FFF2-40B4-BE49-F238E27FC236}">
                <a16:creationId xmlns:a16="http://schemas.microsoft.com/office/drawing/2014/main" id="{6CC24FC4-6288-8A43-80D6-7557F308C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5" name="Line 163">
            <a:extLst>
              <a:ext uri="{FF2B5EF4-FFF2-40B4-BE49-F238E27FC236}">
                <a16:creationId xmlns:a16="http://schemas.microsoft.com/office/drawing/2014/main" id="{E0201FAC-50E7-3741-A5F1-B77E246BD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6" name="Line 164">
            <a:extLst>
              <a:ext uri="{FF2B5EF4-FFF2-40B4-BE49-F238E27FC236}">
                <a16:creationId xmlns:a16="http://schemas.microsoft.com/office/drawing/2014/main" id="{634ED7FC-3578-5442-8DAF-B8B6FECF9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7" name="Line 165">
            <a:extLst>
              <a:ext uri="{FF2B5EF4-FFF2-40B4-BE49-F238E27FC236}">
                <a16:creationId xmlns:a16="http://schemas.microsoft.com/office/drawing/2014/main" id="{0B733A99-8D97-FB4D-A64B-61B734B5AB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300" y="1524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8" name="Line 166">
            <a:extLst>
              <a:ext uri="{FF2B5EF4-FFF2-40B4-BE49-F238E27FC236}">
                <a16:creationId xmlns:a16="http://schemas.microsoft.com/office/drawing/2014/main" id="{B9902D6E-3306-9A43-9F06-42A36B5140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15240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79" name="Line 167">
            <a:extLst>
              <a:ext uri="{FF2B5EF4-FFF2-40B4-BE49-F238E27FC236}">
                <a16:creationId xmlns:a16="http://schemas.microsoft.com/office/drawing/2014/main" id="{A9A2DA65-B33E-2343-9AEE-4F0152065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0" name="Line 168">
            <a:extLst>
              <a:ext uri="{FF2B5EF4-FFF2-40B4-BE49-F238E27FC236}">
                <a16:creationId xmlns:a16="http://schemas.microsoft.com/office/drawing/2014/main" id="{A7F6EB10-1FAA-A944-9F67-C853A0ECC7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1524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1" name="Line 169">
            <a:extLst>
              <a:ext uri="{FF2B5EF4-FFF2-40B4-BE49-F238E27FC236}">
                <a16:creationId xmlns:a16="http://schemas.microsoft.com/office/drawing/2014/main" id="{4F9FD203-6D9F-B74E-9299-22A6AC98E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2" name="Line 170">
            <a:extLst>
              <a:ext uri="{FF2B5EF4-FFF2-40B4-BE49-F238E27FC236}">
                <a16:creationId xmlns:a16="http://schemas.microsoft.com/office/drawing/2014/main" id="{FD6D7607-3515-7242-9949-C41F3EA2ED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2700" y="1524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3" name="Line 171">
            <a:extLst>
              <a:ext uri="{FF2B5EF4-FFF2-40B4-BE49-F238E27FC236}">
                <a16:creationId xmlns:a16="http://schemas.microsoft.com/office/drawing/2014/main" id="{20BF6431-2EEE-734B-AAEC-B2D32272C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4" name="Line 172">
            <a:extLst>
              <a:ext uri="{FF2B5EF4-FFF2-40B4-BE49-F238E27FC236}">
                <a16:creationId xmlns:a16="http://schemas.microsoft.com/office/drawing/2014/main" id="{608B6BE8-9FC0-D647-94C9-8AC845ADF8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0" y="1524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5" name="Line 173">
            <a:extLst>
              <a:ext uri="{FF2B5EF4-FFF2-40B4-BE49-F238E27FC236}">
                <a16:creationId xmlns:a16="http://schemas.microsoft.com/office/drawing/2014/main" id="{77D8CA1A-8E2A-FA4C-8D0C-F34AF4301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536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6" name="Line 174">
            <a:extLst>
              <a:ext uri="{FF2B5EF4-FFF2-40B4-BE49-F238E27FC236}">
                <a16:creationId xmlns:a16="http://schemas.microsoft.com/office/drawing/2014/main" id="{CB261583-A88B-074F-B0B7-2BBC564CEE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9050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7" name="Line 175">
            <a:extLst>
              <a:ext uri="{FF2B5EF4-FFF2-40B4-BE49-F238E27FC236}">
                <a16:creationId xmlns:a16="http://schemas.microsoft.com/office/drawing/2014/main" id="{57960727-12A0-094D-9E60-06AF3AF421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500" y="1905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8" name="Line 176">
            <a:extLst>
              <a:ext uri="{FF2B5EF4-FFF2-40B4-BE49-F238E27FC236}">
                <a16:creationId xmlns:a16="http://schemas.microsoft.com/office/drawing/2014/main" id="{22385A2D-8C68-CB44-8F89-D10DC9EBD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8300" y="1905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89" name="Line 177">
            <a:extLst>
              <a:ext uri="{FF2B5EF4-FFF2-40B4-BE49-F238E27FC236}">
                <a16:creationId xmlns:a16="http://schemas.microsoft.com/office/drawing/2014/main" id="{5D81A0B3-F093-D74E-8CE6-99CD950D7C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19050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0" name="Line 178">
            <a:extLst>
              <a:ext uri="{FF2B5EF4-FFF2-40B4-BE49-F238E27FC236}">
                <a16:creationId xmlns:a16="http://schemas.microsoft.com/office/drawing/2014/main" id="{B7B9D06B-680A-6342-8BD7-A73C2A3847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12100" y="19050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1" name="Rectangle 179">
            <a:extLst>
              <a:ext uri="{FF2B5EF4-FFF2-40B4-BE49-F238E27FC236}">
                <a16:creationId xmlns:a16="http://schemas.microsoft.com/office/drawing/2014/main" id="{1D2B5DA2-7484-5C4D-AFC4-E30BAD08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6002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40092" name="Line 180">
            <a:extLst>
              <a:ext uri="{FF2B5EF4-FFF2-40B4-BE49-F238E27FC236}">
                <a16:creationId xmlns:a16="http://schemas.microsoft.com/office/drawing/2014/main" id="{F10E2491-149E-CF40-B573-F3D647E49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3" name="Line 181">
            <a:extLst>
              <a:ext uri="{FF2B5EF4-FFF2-40B4-BE49-F238E27FC236}">
                <a16:creationId xmlns:a16="http://schemas.microsoft.com/office/drawing/2014/main" id="{763A0F11-FA55-BF42-9EB1-2B885B0E2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209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4" name="Line 182">
            <a:extLst>
              <a:ext uri="{FF2B5EF4-FFF2-40B4-BE49-F238E27FC236}">
                <a16:creationId xmlns:a16="http://schemas.microsoft.com/office/drawing/2014/main" id="{635FEFEE-9732-3B41-AEF2-FF7FD8901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5" name="Line 183">
            <a:extLst>
              <a:ext uri="{FF2B5EF4-FFF2-40B4-BE49-F238E27FC236}">
                <a16:creationId xmlns:a16="http://schemas.microsoft.com/office/drawing/2014/main" id="{2BFAB517-F7FA-AD40-BDA7-208FA65FC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22098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6" name="Line 184">
            <a:extLst>
              <a:ext uri="{FF2B5EF4-FFF2-40B4-BE49-F238E27FC236}">
                <a16:creationId xmlns:a16="http://schemas.microsoft.com/office/drawing/2014/main" id="{4B2D5DC1-0F4E-C44A-9C04-B32B1D3678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7" name="Line 185">
            <a:extLst>
              <a:ext uri="{FF2B5EF4-FFF2-40B4-BE49-F238E27FC236}">
                <a16:creationId xmlns:a16="http://schemas.microsoft.com/office/drawing/2014/main" id="{4CCF1583-8D90-5C4E-9CB5-0E4E60F2B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2098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8" name="Line 186">
            <a:extLst>
              <a:ext uri="{FF2B5EF4-FFF2-40B4-BE49-F238E27FC236}">
                <a16:creationId xmlns:a16="http://schemas.microsoft.com/office/drawing/2014/main" id="{3E9A488B-CDD9-8A45-890D-624D63BFC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99" name="Line 187">
            <a:extLst>
              <a:ext uri="{FF2B5EF4-FFF2-40B4-BE49-F238E27FC236}">
                <a16:creationId xmlns:a16="http://schemas.microsoft.com/office/drawing/2014/main" id="{23B13C16-63ED-BF46-A0BC-80D924B7B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22098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100" name="Line 188">
            <a:extLst>
              <a:ext uri="{FF2B5EF4-FFF2-40B4-BE49-F238E27FC236}">
                <a16:creationId xmlns:a16="http://schemas.microsoft.com/office/drawing/2014/main" id="{E3447E6B-F3D4-B748-8FCF-403BE0E41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70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101" name="Rectangle 189">
            <a:extLst>
              <a:ext uri="{FF2B5EF4-FFF2-40B4-BE49-F238E27FC236}">
                <a16:creationId xmlns:a16="http://schemas.microsoft.com/office/drawing/2014/main" id="{F164C9E1-2A8A-7547-98A6-51ACC1B2F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1905000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Ifetch</a:t>
            </a:r>
          </a:p>
        </p:txBody>
      </p:sp>
      <p:sp>
        <p:nvSpPr>
          <p:cNvPr id="40102" name="Rectangle 190">
            <a:extLst>
              <a:ext uri="{FF2B5EF4-FFF2-40B4-BE49-F238E27FC236}">
                <a16:creationId xmlns:a16="http://schemas.microsoft.com/office/drawing/2014/main" id="{8746D338-8F1C-6F43-A5ED-6F43921E2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1905000"/>
            <a:ext cx="903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Reg/Dec</a:t>
            </a:r>
          </a:p>
        </p:txBody>
      </p:sp>
      <p:sp>
        <p:nvSpPr>
          <p:cNvPr id="40103" name="Rectangle 191">
            <a:extLst>
              <a:ext uri="{FF2B5EF4-FFF2-40B4-BE49-F238E27FC236}">
                <a16:creationId xmlns:a16="http://schemas.microsoft.com/office/drawing/2014/main" id="{DBEC5E33-1043-3542-995F-1B32A1CC7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1905000"/>
            <a:ext cx="598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Exec</a:t>
            </a:r>
          </a:p>
        </p:txBody>
      </p:sp>
      <p:sp>
        <p:nvSpPr>
          <p:cNvPr id="40104" name="Rectangle 192">
            <a:extLst>
              <a:ext uri="{FF2B5EF4-FFF2-40B4-BE49-F238E27FC236}">
                <a16:creationId xmlns:a16="http://schemas.microsoft.com/office/drawing/2014/main" id="{C04B5842-21F7-B841-9DA8-46B028E89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190500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49354" name="Group 202">
            <a:extLst>
              <a:ext uri="{FF2B5EF4-FFF2-40B4-BE49-F238E27FC236}">
                <a16:creationId xmlns:a16="http://schemas.microsoft.com/office/drawing/2014/main" id="{A21586E2-A62B-5848-8896-9760A013159B}"/>
              </a:ext>
            </a:extLst>
          </p:cNvPr>
          <p:cNvGrpSpPr>
            <a:grpSpLocks/>
          </p:cNvGrpSpPr>
          <p:nvPr/>
        </p:nvGrpSpPr>
        <p:grpSpPr bwMode="auto">
          <a:xfrm>
            <a:off x="5949950" y="1066800"/>
            <a:ext cx="1814513" cy="984250"/>
            <a:chOff x="3748" y="672"/>
            <a:chExt cx="1143" cy="620"/>
          </a:xfrm>
        </p:grpSpPr>
        <p:sp>
          <p:nvSpPr>
            <p:cNvPr id="40120" name="Oval 193">
              <a:extLst>
                <a:ext uri="{FF2B5EF4-FFF2-40B4-BE49-F238E27FC236}">
                  <a16:creationId xmlns:a16="http://schemas.microsoft.com/office/drawing/2014/main" id="{4133CBBC-1D9D-6645-BD13-1F4913A8B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" y="820"/>
              <a:ext cx="88" cy="47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0121" name="Rectangle 194">
              <a:extLst>
                <a:ext uri="{FF2B5EF4-FFF2-40B4-BE49-F238E27FC236}">
                  <a16:creationId xmlns:a16="http://schemas.microsoft.com/office/drawing/2014/main" id="{78609D7A-6B36-E14E-ABB8-0DB72C03B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672"/>
              <a:ext cx="8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You are here!</a:t>
              </a:r>
            </a:p>
          </p:txBody>
        </p:sp>
        <p:sp>
          <p:nvSpPr>
            <p:cNvPr id="40122" name="Line 195">
              <a:extLst>
                <a:ext uri="{FF2B5EF4-FFF2-40B4-BE49-F238E27FC236}">
                  <a16:creationId xmlns:a16="http://schemas.microsoft.com/office/drawing/2014/main" id="{6C90E54A-F114-4E4C-B799-927BABE655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6" y="772"/>
              <a:ext cx="248" cy="1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106" name="Rectangle 196">
            <a:extLst>
              <a:ext uri="{FF2B5EF4-FFF2-40B4-BE49-F238E27FC236}">
                <a16:creationId xmlns:a16="http://schemas.microsoft.com/office/drawing/2014/main" id="{A432A4AA-2285-B54F-9567-6002561E4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685800"/>
            <a:ext cx="8191500" cy="325438"/>
          </a:xfrm>
          <a:noFill/>
        </p:spPr>
        <p:txBody>
          <a:bodyPr/>
          <a:lstStyle/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Location 10:</a:t>
            </a:r>
            <a:r>
              <a:rPr lang="en-US" altLang="zh-CN">
                <a:ea typeface="宋体" panose="02010600030101010101" pitchFamily="2" charset="-122"/>
              </a:rPr>
              <a:t> lw  $1, 0x100($2)       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功能：</a:t>
            </a:r>
            <a:r>
              <a:rPr lang="en-US" altLang="zh-CN">
                <a:ea typeface="宋体" panose="02010600030101010101" pitchFamily="2" charset="-122"/>
              </a:rPr>
              <a:t>$1 &lt;-  Mem[($2) +  0x100]</a:t>
            </a:r>
          </a:p>
        </p:txBody>
      </p:sp>
      <p:sp>
        <p:nvSpPr>
          <p:cNvPr id="40107" name="Line 197">
            <a:extLst>
              <a:ext uri="{FF2B5EF4-FFF2-40B4-BE49-F238E27FC236}">
                <a16:creationId xmlns:a16="http://schemas.microsoft.com/office/drawing/2014/main" id="{68FC608B-C976-264C-B481-06ED36614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5963" y="5421313"/>
            <a:ext cx="263525" cy="1460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9353" name="Group 201">
            <a:extLst>
              <a:ext uri="{FF2B5EF4-FFF2-40B4-BE49-F238E27FC236}">
                <a16:creationId xmlns:a16="http://schemas.microsoft.com/office/drawing/2014/main" id="{C9AF0304-83C3-524B-AFC7-F4610B6CBD98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049338"/>
            <a:ext cx="5153025" cy="5384800"/>
            <a:chOff x="968" y="677"/>
            <a:chExt cx="3018" cy="3384"/>
          </a:xfrm>
        </p:grpSpPr>
        <p:sp>
          <p:nvSpPr>
            <p:cNvPr id="40115" name="Rectangle 34">
              <a:extLst>
                <a:ext uri="{FF2B5EF4-FFF2-40B4-BE49-F238E27FC236}">
                  <a16:creationId xmlns:a16="http://schemas.microsoft.com/office/drawing/2014/main" id="{A05A153B-4DE3-FF4A-9FF4-477AB49A8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536"/>
              <a:ext cx="647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ExtOp=</a:t>
              </a:r>
              <a:r>
                <a:rPr lang="zh-CN" altLang="en-US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？</a:t>
              </a:r>
            </a:p>
          </p:txBody>
        </p:sp>
        <p:sp>
          <p:nvSpPr>
            <p:cNvPr id="40116" name="Rectangle 43">
              <a:extLst>
                <a:ext uri="{FF2B5EF4-FFF2-40B4-BE49-F238E27FC236}">
                  <a16:creationId xmlns:a16="http://schemas.microsoft.com/office/drawing/2014/main" id="{88CF58C2-6774-064E-ABF6-ADF18756C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" y="1392"/>
              <a:ext cx="70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ALUOp=</a:t>
              </a:r>
              <a:r>
                <a:rPr lang="zh-CN" altLang="en-US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？</a:t>
              </a:r>
            </a:p>
          </p:txBody>
        </p:sp>
        <p:sp>
          <p:nvSpPr>
            <p:cNvPr id="40117" name="Rectangle 44">
              <a:extLst>
                <a:ext uri="{FF2B5EF4-FFF2-40B4-BE49-F238E27FC236}">
                  <a16:creationId xmlns:a16="http://schemas.microsoft.com/office/drawing/2014/main" id="{1DC730D2-B9D9-2242-8C08-1C3842705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3840"/>
              <a:ext cx="731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ALUSrc=</a:t>
              </a:r>
              <a:r>
                <a:rPr lang="zh-CN" altLang="en-US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？</a:t>
              </a:r>
            </a:p>
          </p:txBody>
        </p:sp>
        <p:sp>
          <p:nvSpPr>
            <p:cNvPr id="40118" name="Rectangle 86">
              <a:extLst>
                <a:ext uri="{FF2B5EF4-FFF2-40B4-BE49-F238E27FC236}">
                  <a16:creationId xmlns:a16="http://schemas.microsoft.com/office/drawing/2014/main" id="{8392BC5C-B432-5C48-AABA-97272C462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3851"/>
              <a:ext cx="65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RegDst=0</a:t>
              </a:r>
            </a:p>
          </p:txBody>
        </p:sp>
        <p:sp>
          <p:nvSpPr>
            <p:cNvPr id="40119" name="Text Box 199">
              <a:extLst>
                <a:ext uri="{FF2B5EF4-FFF2-40B4-BE49-F238E27FC236}">
                  <a16:creationId xmlns:a16="http://schemas.microsoft.com/office/drawing/2014/main" id="{9781DD94-9CC2-5E4B-9C41-956C3BFD9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" y="677"/>
              <a:ext cx="289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CC0000"/>
                  </a:solidFill>
                  <a:ea typeface="黑体" panose="02010609060101010101" pitchFamily="49" charset="-122"/>
                </a:rPr>
                <a:t>指令已被译码，可确定执行部件的控制信号！</a:t>
              </a:r>
            </a:p>
          </p:txBody>
        </p:sp>
      </p:grpSp>
      <p:grpSp>
        <p:nvGrpSpPr>
          <p:cNvPr id="49357" name="Group 205">
            <a:extLst>
              <a:ext uri="{FF2B5EF4-FFF2-40B4-BE49-F238E27FC236}">
                <a16:creationId xmlns:a16="http://schemas.microsoft.com/office/drawing/2014/main" id="{34E798A5-2873-E546-82B7-792B1F19B870}"/>
              </a:ext>
            </a:extLst>
          </p:cNvPr>
          <p:cNvGrpSpPr>
            <a:grpSpLocks/>
          </p:cNvGrpSpPr>
          <p:nvPr/>
        </p:nvGrpSpPr>
        <p:grpSpPr bwMode="auto">
          <a:xfrm>
            <a:off x="3121025" y="5038725"/>
            <a:ext cx="4179888" cy="1819275"/>
            <a:chOff x="2158" y="3163"/>
            <a:chExt cx="2633" cy="1146"/>
          </a:xfrm>
        </p:grpSpPr>
        <p:sp>
          <p:nvSpPr>
            <p:cNvPr id="40113" name="Text Box 203">
              <a:extLst>
                <a:ext uri="{FF2B5EF4-FFF2-40B4-BE49-F238E27FC236}">
                  <a16:creationId xmlns:a16="http://schemas.microsoft.com/office/drawing/2014/main" id="{9A6DF507-874C-214A-B297-BF6DBB07E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8" y="4078"/>
              <a:ext cx="26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下一目标：设计执行部件</a:t>
              </a: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(Exec Unit)</a:t>
              </a:r>
            </a:p>
          </p:txBody>
        </p:sp>
        <p:sp>
          <p:nvSpPr>
            <p:cNvPr id="40114" name="Line 204">
              <a:extLst>
                <a:ext uri="{FF2B5EF4-FFF2-40B4-BE49-F238E27FC236}">
                  <a16:creationId xmlns:a16="http://schemas.microsoft.com/office/drawing/2014/main" id="{04EE8632-10B0-AA44-818B-8BCCBDF049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19" y="3163"/>
              <a:ext cx="284" cy="95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359" name="Text Box 207">
            <a:extLst>
              <a:ext uri="{FF2B5EF4-FFF2-40B4-BE49-F238E27FC236}">
                <a16:creationId xmlns:a16="http://schemas.microsoft.com/office/drawing/2014/main" id="{9D60D085-F081-5543-8A5C-5C57F673C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588000"/>
            <a:ext cx="21050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目的寄存器</a:t>
            </a: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Rt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不传递下去会怎样？</a:t>
            </a:r>
          </a:p>
        </p:txBody>
      </p:sp>
      <p:sp>
        <p:nvSpPr>
          <p:cNvPr id="49360" name="Text Box 208">
            <a:extLst>
              <a:ext uri="{FF2B5EF4-FFF2-40B4-BE49-F238E27FC236}">
                <a16:creationId xmlns:a16="http://schemas.microsoft.com/office/drawing/2014/main" id="{36728A41-3A76-7B4D-90E4-0473A7FA7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127750"/>
            <a:ext cx="2789237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连接到错误的目的地址，指令执行错误</a:t>
            </a:r>
            <a:r>
              <a:rPr lang="zh-CN" altLang="en-US" sz="1800">
                <a:solidFill>
                  <a:schemeClr val="accent1"/>
                </a:solidFill>
                <a:ea typeface="宋体" panose="02010600030101010101" pitchFamily="2" charset="-122"/>
              </a:rPr>
              <a:t>！</a:t>
            </a:r>
          </a:p>
        </p:txBody>
      </p:sp>
      <p:sp>
        <p:nvSpPr>
          <p:cNvPr id="49361" name="Text Box 209">
            <a:extLst>
              <a:ext uri="{FF2B5EF4-FFF2-40B4-BE49-F238E27FC236}">
                <a16:creationId xmlns:a16="http://schemas.microsoft.com/office/drawing/2014/main" id="{E80FBC5B-9637-5B4F-8822-87F752D42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688" y="6489700"/>
            <a:ext cx="18875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猜有哪些部件？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9" grpId="0"/>
      <p:bldP spid="49360" grpId="0" animBg="1"/>
      <p:bldP spid="4936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D8FBC14-9260-3245-83B5-8911D0D4A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9938" y="184150"/>
            <a:ext cx="7685087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执行部件（</a:t>
            </a:r>
            <a:r>
              <a:rPr lang="en-US" altLang="zh-CN">
                <a:ea typeface="宋体" panose="02010600030101010101" pitchFamily="2" charset="-122"/>
              </a:rPr>
              <a:t>Exec Unit</a:t>
            </a:r>
            <a:r>
              <a:rPr lang="zh-CN" altLang="en-US">
                <a:ea typeface="宋体" panose="02010600030101010101" pitchFamily="2" charset="-122"/>
              </a:rPr>
              <a:t>）的设计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CCC3DF8-A590-3445-9A77-5609231DB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888" y="2441575"/>
            <a:ext cx="288925" cy="3175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8" name="Oval 4">
            <a:extLst>
              <a:ext uri="{FF2B5EF4-FFF2-40B4-BE49-F238E27FC236}">
                <a16:creationId xmlns:a16="http://schemas.microsoft.com/office/drawing/2014/main" id="{C0ED719F-0CD7-B84A-9F58-D7D00213A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2289175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A0144BE6-5C52-554C-833F-9020EAC07A3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39888" y="3744913"/>
            <a:ext cx="155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41990" name="Line 6">
            <a:extLst>
              <a:ext uri="{FF2B5EF4-FFF2-40B4-BE49-F238E27FC236}">
                <a16:creationId xmlns:a16="http://schemas.microsoft.com/office/drawing/2014/main" id="{5D522B72-823E-C443-BEE6-802E7D1D11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4113" y="213677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0DE1C813-A5D7-8046-9BC2-706F993D0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088" y="2441575"/>
            <a:ext cx="288925" cy="3176588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92" name="Oval 8">
            <a:extLst>
              <a:ext uri="{FF2B5EF4-FFF2-40B4-BE49-F238E27FC236}">
                <a16:creationId xmlns:a16="http://schemas.microsoft.com/office/drawing/2014/main" id="{7AB14FFF-07A9-264E-A210-C5F761A74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90763"/>
            <a:ext cx="136525" cy="123825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93" name="Rectangle 9">
            <a:extLst>
              <a:ext uri="{FF2B5EF4-FFF2-40B4-BE49-F238E27FC236}">
                <a16:creationId xmlns:a16="http://schemas.microsoft.com/office/drawing/2014/main" id="{B9E6C9FC-6D63-4C42-BCFA-89CB7524501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13476" y="3819525"/>
            <a:ext cx="3225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: Load’s Memory Address</a:t>
            </a:r>
          </a:p>
        </p:txBody>
      </p:sp>
      <p:sp>
        <p:nvSpPr>
          <p:cNvPr id="41994" name="Line 10">
            <a:extLst>
              <a:ext uri="{FF2B5EF4-FFF2-40B4-BE49-F238E27FC236}">
                <a16:creationId xmlns:a16="http://schemas.microsoft.com/office/drawing/2014/main" id="{80C9F2A7-636A-F245-95F6-7D7D04168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4313" y="2135188"/>
            <a:ext cx="0" cy="128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995" name="Group 14">
            <a:extLst>
              <a:ext uri="{FF2B5EF4-FFF2-40B4-BE49-F238E27FC236}">
                <a16:creationId xmlns:a16="http://schemas.microsoft.com/office/drawing/2014/main" id="{D14A4552-49A0-AA44-83A6-D0445A652E08}"/>
              </a:ext>
            </a:extLst>
          </p:cNvPr>
          <p:cNvGrpSpPr>
            <a:grpSpLocks/>
          </p:cNvGrpSpPr>
          <p:nvPr/>
        </p:nvGrpSpPr>
        <p:grpSpPr bwMode="auto">
          <a:xfrm>
            <a:off x="6070600" y="5208588"/>
            <a:ext cx="903288" cy="469900"/>
            <a:chOff x="3545" y="3335"/>
            <a:chExt cx="569" cy="296"/>
          </a:xfrm>
        </p:grpSpPr>
        <p:sp>
          <p:nvSpPr>
            <p:cNvPr id="42108" name="Rectangle 11">
              <a:extLst>
                <a:ext uri="{FF2B5EF4-FFF2-40B4-BE49-F238E27FC236}">
                  <a16:creationId xmlns:a16="http://schemas.microsoft.com/office/drawing/2014/main" id="{13290E2E-3241-F449-A57D-98040C39C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3353"/>
              <a:ext cx="501" cy="24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109" name="Rectangle 12">
              <a:extLst>
                <a:ext uri="{FF2B5EF4-FFF2-40B4-BE49-F238E27FC236}">
                  <a16:creationId xmlns:a16="http://schemas.microsoft.com/office/drawing/2014/main" id="{B1DDDD71-4391-964C-81F3-41D97A1CC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3335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42110" name="Rectangle 13">
              <a:extLst>
                <a:ext uri="{FF2B5EF4-FFF2-40B4-BE49-F238E27FC236}">
                  <a16:creationId xmlns:a16="http://schemas.microsoft.com/office/drawing/2014/main" id="{CF7F3A01-47A7-8F40-B2E6-5FEC3AB29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3421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41996" name="Line 15">
            <a:extLst>
              <a:ext uri="{FF2B5EF4-FFF2-40B4-BE49-F238E27FC236}">
                <a16:creationId xmlns:a16="http://schemas.microsoft.com/office/drawing/2014/main" id="{BF05DB40-3083-1B4A-B8C2-88F8487E7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2813" y="2581275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997" name="Group 24">
            <a:extLst>
              <a:ext uri="{FF2B5EF4-FFF2-40B4-BE49-F238E27FC236}">
                <a16:creationId xmlns:a16="http://schemas.microsoft.com/office/drawing/2014/main" id="{6791B5F7-8CB6-6446-A294-1150C8D5A596}"/>
              </a:ext>
            </a:extLst>
          </p:cNvPr>
          <p:cNvGrpSpPr>
            <a:grpSpLocks/>
          </p:cNvGrpSpPr>
          <p:nvPr/>
        </p:nvGrpSpPr>
        <p:grpSpPr bwMode="auto">
          <a:xfrm>
            <a:off x="6234113" y="3644900"/>
            <a:ext cx="457200" cy="1136650"/>
            <a:chOff x="3648" y="2350"/>
            <a:chExt cx="288" cy="716"/>
          </a:xfrm>
        </p:grpSpPr>
        <p:sp>
          <p:nvSpPr>
            <p:cNvPr id="42100" name="Line 16">
              <a:extLst>
                <a:ext uri="{FF2B5EF4-FFF2-40B4-BE49-F238E27FC236}">
                  <a16:creationId xmlns:a16="http://schemas.microsoft.com/office/drawing/2014/main" id="{4D1950F8-B070-384B-8EE0-F255BC69B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350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1" name="Line 17">
              <a:extLst>
                <a:ext uri="{FF2B5EF4-FFF2-40B4-BE49-F238E27FC236}">
                  <a16:creationId xmlns:a16="http://schemas.microsoft.com/office/drawing/2014/main" id="{850E8573-85B5-B047-9773-180F235350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2350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2" name="Line 18">
              <a:extLst>
                <a:ext uri="{FF2B5EF4-FFF2-40B4-BE49-F238E27FC236}">
                  <a16:creationId xmlns:a16="http://schemas.microsoft.com/office/drawing/2014/main" id="{ACDCD754-DE3A-C145-9621-E18829D77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2529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3" name="Line 19">
              <a:extLst>
                <a:ext uri="{FF2B5EF4-FFF2-40B4-BE49-F238E27FC236}">
                  <a16:creationId xmlns:a16="http://schemas.microsoft.com/office/drawing/2014/main" id="{2003BC35-0E04-5144-8FEC-BEAEE3D80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61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4" name="Line 20">
              <a:extLst>
                <a:ext uri="{FF2B5EF4-FFF2-40B4-BE49-F238E27FC236}">
                  <a16:creationId xmlns:a16="http://schemas.microsoft.com/office/drawing/2014/main" id="{9F254000-7939-CC44-941B-F7671384F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529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5" name="Line 21">
              <a:extLst>
                <a:ext uri="{FF2B5EF4-FFF2-40B4-BE49-F238E27FC236}">
                  <a16:creationId xmlns:a16="http://schemas.microsoft.com/office/drawing/2014/main" id="{AD2071F4-24FC-154C-86E4-BECEAE803D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6" y="2782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6" name="Line 22">
              <a:extLst>
                <a:ext uri="{FF2B5EF4-FFF2-40B4-BE49-F238E27FC236}">
                  <a16:creationId xmlns:a16="http://schemas.microsoft.com/office/drawing/2014/main" id="{639325A5-30F6-574F-8DDD-6A3E4AF65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887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07" name="Line 23">
              <a:extLst>
                <a:ext uri="{FF2B5EF4-FFF2-40B4-BE49-F238E27FC236}">
                  <a16:creationId xmlns:a16="http://schemas.microsoft.com/office/drawing/2014/main" id="{EE3FF97B-CA62-4F41-A829-686D670AF5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6" y="2871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998" name="Line 25">
            <a:extLst>
              <a:ext uri="{FF2B5EF4-FFF2-40B4-BE49-F238E27FC236}">
                <a16:creationId xmlns:a16="http://schemas.microsoft.com/office/drawing/2014/main" id="{91FC9EA9-9F77-3D4E-B0F2-B78E9FF05B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913" y="4549775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9" name="Rectangle 26">
            <a:extLst>
              <a:ext uri="{FF2B5EF4-FFF2-40B4-BE49-F238E27FC236}">
                <a16:creationId xmlns:a16="http://schemas.microsoft.com/office/drawing/2014/main" id="{CCB59EDC-326B-194D-843F-A8B37893B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0" y="4814888"/>
            <a:ext cx="1120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42000" name="Line 27">
            <a:extLst>
              <a:ext uri="{FF2B5EF4-FFF2-40B4-BE49-F238E27FC236}">
                <a16:creationId xmlns:a16="http://schemas.microsoft.com/office/drawing/2014/main" id="{83DD3467-5F14-324A-AD08-2EDB99520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3" y="3800475"/>
            <a:ext cx="3606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1" name="Line 28">
            <a:extLst>
              <a:ext uri="{FF2B5EF4-FFF2-40B4-BE49-F238E27FC236}">
                <a16:creationId xmlns:a16="http://schemas.microsoft.com/office/drawing/2014/main" id="{79BC31F2-0688-5F41-A838-53E77F84FE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0763" y="370998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2" name="Rectangle 29">
            <a:extLst>
              <a:ext uri="{FF2B5EF4-FFF2-40B4-BE49-F238E27FC236}">
                <a16:creationId xmlns:a16="http://schemas.microsoft.com/office/drawing/2014/main" id="{1417BDFE-C47F-C846-8B67-8B10A2636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376713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42003" name="Rectangle 30">
            <a:extLst>
              <a:ext uri="{FF2B5EF4-FFF2-40B4-BE49-F238E27FC236}">
                <a16:creationId xmlns:a16="http://schemas.microsoft.com/office/drawing/2014/main" id="{4524D4EA-C9E3-A640-AEE8-08456BB89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3487738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42004" name="Line 31">
            <a:extLst>
              <a:ext uri="{FF2B5EF4-FFF2-40B4-BE49-F238E27FC236}">
                <a16:creationId xmlns:a16="http://schemas.microsoft.com/office/drawing/2014/main" id="{3EB39FA4-E11F-6C48-A82E-63E3FEF84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213" y="4410075"/>
            <a:ext cx="279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5" name="Line 32">
            <a:extLst>
              <a:ext uri="{FF2B5EF4-FFF2-40B4-BE49-F238E27FC236}">
                <a16:creationId xmlns:a16="http://schemas.microsoft.com/office/drawing/2014/main" id="{D012DAA7-1E19-FB4C-8A3F-9EF23F80E4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73463" y="4327525"/>
            <a:ext cx="635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6" name="Rectangle 33">
            <a:extLst>
              <a:ext uri="{FF2B5EF4-FFF2-40B4-BE49-F238E27FC236}">
                <a16:creationId xmlns:a16="http://schemas.microsoft.com/office/drawing/2014/main" id="{CF829C37-12B1-F641-BF5F-8A113D2C7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43957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42007" name="Rectangle 34">
            <a:extLst>
              <a:ext uri="{FF2B5EF4-FFF2-40B4-BE49-F238E27FC236}">
                <a16:creationId xmlns:a16="http://schemas.microsoft.com/office/drawing/2014/main" id="{E295C1D6-C3F8-6C4E-9C19-6DDBFDFE2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4111625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grpSp>
        <p:nvGrpSpPr>
          <p:cNvPr id="42008" name="Group 39">
            <a:extLst>
              <a:ext uri="{FF2B5EF4-FFF2-40B4-BE49-F238E27FC236}">
                <a16:creationId xmlns:a16="http://schemas.microsoft.com/office/drawing/2014/main" id="{C84A51C3-AF0B-8F48-98A5-66E0C6984016}"/>
              </a:ext>
            </a:extLst>
          </p:cNvPr>
          <p:cNvGrpSpPr>
            <a:grpSpLocks/>
          </p:cNvGrpSpPr>
          <p:nvPr/>
        </p:nvGrpSpPr>
        <p:grpSpPr bwMode="auto">
          <a:xfrm>
            <a:off x="5395913" y="4194175"/>
            <a:ext cx="304800" cy="1227138"/>
            <a:chOff x="3120" y="2696"/>
            <a:chExt cx="192" cy="773"/>
          </a:xfrm>
        </p:grpSpPr>
        <p:sp>
          <p:nvSpPr>
            <p:cNvPr id="42096" name="Line 35">
              <a:extLst>
                <a:ext uri="{FF2B5EF4-FFF2-40B4-BE49-F238E27FC236}">
                  <a16:creationId xmlns:a16="http://schemas.microsoft.com/office/drawing/2014/main" id="{95229C51-98F1-DF42-9016-75F63EFEB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96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7" name="Line 36">
              <a:extLst>
                <a:ext uri="{FF2B5EF4-FFF2-40B4-BE49-F238E27FC236}">
                  <a16:creationId xmlns:a16="http://schemas.microsoft.com/office/drawing/2014/main" id="{35FE4097-4E72-7F45-B2EE-BFE608BB2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696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8" name="Line 37">
              <a:extLst>
                <a:ext uri="{FF2B5EF4-FFF2-40B4-BE49-F238E27FC236}">
                  <a16:creationId xmlns:a16="http://schemas.microsoft.com/office/drawing/2014/main" id="{2B1C3CAF-DAB4-A148-AC46-D981D4362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8" y="3351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9" name="Line 38">
              <a:extLst>
                <a:ext uri="{FF2B5EF4-FFF2-40B4-BE49-F238E27FC236}">
                  <a16:creationId xmlns:a16="http://schemas.microsoft.com/office/drawing/2014/main" id="{50B25692-FAA1-3740-A95F-F2F6DCC68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798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009" name="Rectangle 40">
            <a:extLst>
              <a:ext uri="{FF2B5EF4-FFF2-40B4-BE49-F238E27FC236}">
                <a16:creationId xmlns:a16="http://schemas.microsoft.com/office/drawing/2014/main" id="{F0C253CC-355F-D942-B5EE-B79045C98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4651375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2010" name="Rectangle 41">
            <a:extLst>
              <a:ext uri="{FF2B5EF4-FFF2-40B4-BE49-F238E27FC236}">
                <a16:creationId xmlns:a16="http://schemas.microsoft.com/office/drawing/2014/main" id="{AAA028CE-49A5-B146-974E-BDFF179137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13894" y="5015706"/>
            <a:ext cx="10493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Extender</a:t>
            </a:r>
          </a:p>
        </p:txBody>
      </p:sp>
      <p:sp>
        <p:nvSpPr>
          <p:cNvPr id="42011" name="Rectangle 42">
            <a:extLst>
              <a:ext uri="{FF2B5EF4-FFF2-40B4-BE49-F238E27FC236}">
                <a16:creationId xmlns:a16="http://schemas.microsoft.com/office/drawing/2014/main" id="{B1DAE82B-584D-0843-80A8-EA391D9B5D3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227638" y="4600575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42012" name="Line 43">
            <a:extLst>
              <a:ext uri="{FF2B5EF4-FFF2-40B4-BE49-F238E27FC236}">
                <a16:creationId xmlns:a16="http://schemas.microsoft.com/office/drawing/2014/main" id="{24366123-C2CA-6747-9697-FF85C11A3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3" y="5180013"/>
            <a:ext cx="939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3" name="Line 44">
            <a:extLst>
              <a:ext uri="{FF2B5EF4-FFF2-40B4-BE49-F238E27FC236}">
                <a16:creationId xmlns:a16="http://schemas.microsoft.com/office/drawing/2014/main" id="{22E7DDB7-4B41-3643-8B62-F67D3191CF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7363" y="51165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4" name="Rectangle 45">
            <a:extLst>
              <a:ext uri="{FF2B5EF4-FFF2-40B4-BE49-F238E27FC236}">
                <a16:creationId xmlns:a16="http://schemas.microsoft.com/office/drawing/2014/main" id="{A449E2BB-BDE2-984D-B59F-C758B2A67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517683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42015" name="Rectangle 46">
            <a:extLst>
              <a:ext uri="{FF2B5EF4-FFF2-40B4-BE49-F238E27FC236}">
                <a16:creationId xmlns:a16="http://schemas.microsoft.com/office/drawing/2014/main" id="{EAC8F885-050A-9744-A5B2-545A99B20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225" y="4806950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42016" name="Line 47">
            <a:extLst>
              <a:ext uri="{FF2B5EF4-FFF2-40B4-BE49-F238E27FC236}">
                <a16:creationId xmlns:a16="http://schemas.microsoft.com/office/drawing/2014/main" id="{2BA5A186-6250-1C48-AB62-9B955493D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3863" y="5351463"/>
            <a:ext cx="1587" cy="33496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7" name="Rectangle 48">
            <a:extLst>
              <a:ext uri="{FF2B5EF4-FFF2-40B4-BE49-F238E27FC236}">
                <a16:creationId xmlns:a16="http://schemas.microsoft.com/office/drawing/2014/main" id="{D90B3783-B142-644E-BBE5-A6C51B660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5716588"/>
            <a:ext cx="11668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ALUSrc=?</a:t>
            </a:r>
          </a:p>
        </p:txBody>
      </p:sp>
      <p:sp>
        <p:nvSpPr>
          <p:cNvPr id="42018" name="Line 49">
            <a:extLst>
              <a:ext uri="{FF2B5EF4-FFF2-40B4-BE49-F238E27FC236}">
                <a16:creationId xmlns:a16="http://schemas.microsoft.com/office/drawing/2014/main" id="{F2C3684D-4DA5-E344-88B3-833C458A1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4627563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9" name="Line 50">
            <a:extLst>
              <a:ext uri="{FF2B5EF4-FFF2-40B4-BE49-F238E27FC236}">
                <a16:creationId xmlns:a16="http://schemas.microsoft.com/office/drawing/2014/main" id="{74DA143B-8392-BD41-9C22-4A7DB6E69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5713" y="5624513"/>
            <a:ext cx="0" cy="44926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0" name="Rectangle 51">
            <a:extLst>
              <a:ext uri="{FF2B5EF4-FFF2-40B4-BE49-F238E27FC236}">
                <a16:creationId xmlns:a16="http://schemas.microsoft.com/office/drawing/2014/main" id="{5D5BDF4F-7078-054B-99F9-8C131CC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5757863"/>
            <a:ext cx="1022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ExtOp=?</a:t>
            </a:r>
          </a:p>
        </p:txBody>
      </p:sp>
      <p:sp>
        <p:nvSpPr>
          <p:cNvPr id="42021" name="Line 52">
            <a:extLst>
              <a:ext uri="{FF2B5EF4-FFF2-40B4-BE49-F238E27FC236}">
                <a16:creationId xmlns:a16="http://schemas.microsoft.com/office/drawing/2014/main" id="{EADBF81E-FDBA-9941-9E01-946178DE7E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89763" y="42640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2" name="Rectangle 53">
            <a:extLst>
              <a:ext uri="{FF2B5EF4-FFF2-40B4-BE49-F238E27FC236}">
                <a16:creationId xmlns:a16="http://schemas.microsoft.com/office/drawing/2014/main" id="{8FE09DDF-BD6E-B047-A42D-F90423FD5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825" y="4892675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2023" name="Rectangle 54">
            <a:extLst>
              <a:ext uri="{FF2B5EF4-FFF2-40B4-BE49-F238E27FC236}">
                <a16:creationId xmlns:a16="http://schemas.microsoft.com/office/drawing/2014/main" id="{CBFAB84C-EEF7-5343-B839-E0E9384F142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70626" y="4051300"/>
            <a:ext cx="596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42024" name="Line 55">
            <a:extLst>
              <a:ext uri="{FF2B5EF4-FFF2-40B4-BE49-F238E27FC236}">
                <a16:creationId xmlns:a16="http://schemas.microsoft.com/office/drawing/2014/main" id="{D2F4DA06-3FD4-F14E-B7C3-19E0F3153D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952875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5" name="Rectangle 56">
            <a:extLst>
              <a:ext uri="{FF2B5EF4-FFF2-40B4-BE49-F238E27FC236}">
                <a16:creationId xmlns:a16="http://schemas.microsoft.com/office/drawing/2014/main" id="{6C321F34-A094-A94D-B21B-96F2F9432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25" y="3648075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42026" name="Rectangle 57">
            <a:extLst>
              <a:ext uri="{FF2B5EF4-FFF2-40B4-BE49-F238E27FC236}">
                <a16:creationId xmlns:a16="http://schemas.microsoft.com/office/drawing/2014/main" id="{32FD5A45-D4F3-194D-85BD-EBFE44FC6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425767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2027" name="Rectangle 58">
            <a:extLst>
              <a:ext uri="{FF2B5EF4-FFF2-40B4-BE49-F238E27FC236}">
                <a16:creationId xmlns:a16="http://schemas.microsoft.com/office/drawing/2014/main" id="{37323405-F8AA-EB4C-AAA8-6C2D899DD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503713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2028" name="Line 59">
            <a:extLst>
              <a:ext uri="{FF2B5EF4-FFF2-40B4-BE49-F238E27FC236}">
                <a16:creationId xmlns:a16="http://schemas.microsoft.com/office/drawing/2014/main" id="{16BB052C-8132-B14E-A633-5F8945437F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6363" y="4873625"/>
            <a:ext cx="1651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9" name="Rectangle 60">
            <a:extLst>
              <a:ext uri="{FF2B5EF4-FFF2-40B4-BE49-F238E27FC236}">
                <a16:creationId xmlns:a16="http://schemas.microsoft.com/office/drawing/2014/main" id="{1963877F-6C73-684A-8F17-C814544D3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25" y="435927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42030" name="Line 61">
            <a:extLst>
              <a:ext uri="{FF2B5EF4-FFF2-40B4-BE49-F238E27FC236}">
                <a16:creationId xmlns:a16="http://schemas.microsoft.com/office/drawing/2014/main" id="{832EF8DD-87D4-F341-A9E9-C98251AF20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5913" y="4333875"/>
            <a:ext cx="1041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1" name="Rectangle 62">
            <a:extLst>
              <a:ext uri="{FF2B5EF4-FFF2-40B4-BE49-F238E27FC236}">
                <a16:creationId xmlns:a16="http://schemas.microsoft.com/office/drawing/2014/main" id="{DB47A871-EAF0-CD4E-89B1-65EE88870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025" y="4029075"/>
            <a:ext cx="9128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ALUout</a:t>
            </a:r>
          </a:p>
        </p:txBody>
      </p:sp>
      <p:sp>
        <p:nvSpPr>
          <p:cNvPr id="42032" name="Line 63">
            <a:extLst>
              <a:ext uri="{FF2B5EF4-FFF2-40B4-BE49-F238E27FC236}">
                <a16:creationId xmlns:a16="http://schemas.microsoft.com/office/drawing/2014/main" id="{915E7BC8-2918-884D-8E31-AD1C020E86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9963" y="51022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3" name="Rectangle 64">
            <a:extLst>
              <a:ext uri="{FF2B5EF4-FFF2-40B4-BE49-F238E27FC236}">
                <a16:creationId xmlns:a16="http://schemas.microsoft.com/office/drawing/2014/main" id="{BC395CF0-7EC5-DF45-8248-4A822CBD7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519747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42034" name="Line 65">
            <a:extLst>
              <a:ext uri="{FF2B5EF4-FFF2-40B4-BE49-F238E27FC236}">
                <a16:creationId xmlns:a16="http://schemas.microsoft.com/office/drawing/2014/main" id="{C641EA31-89ED-8843-88AB-D4D31A68AF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2713" y="5172075"/>
            <a:ext cx="1498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35" name="Group 76">
            <a:extLst>
              <a:ext uri="{FF2B5EF4-FFF2-40B4-BE49-F238E27FC236}">
                <a16:creationId xmlns:a16="http://schemas.microsoft.com/office/drawing/2014/main" id="{57727A0C-9748-2446-B034-2E5BEBE36CAC}"/>
              </a:ext>
            </a:extLst>
          </p:cNvPr>
          <p:cNvGrpSpPr>
            <a:grpSpLocks/>
          </p:cNvGrpSpPr>
          <p:nvPr/>
        </p:nvGrpSpPr>
        <p:grpSpPr bwMode="auto">
          <a:xfrm>
            <a:off x="5319713" y="2425700"/>
            <a:ext cx="487362" cy="1136650"/>
            <a:chOff x="3072" y="1582"/>
            <a:chExt cx="307" cy="716"/>
          </a:xfrm>
        </p:grpSpPr>
        <p:grpSp>
          <p:nvGrpSpPr>
            <p:cNvPr id="42086" name="Group 74">
              <a:extLst>
                <a:ext uri="{FF2B5EF4-FFF2-40B4-BE49-F238E27FC236}">
                  <a16:creationId xmlns:a16="http://schemas.microsoft.com/office/drawing/2014/main" id="{A40DF397-2573-0449-8F7F-4C5361BD20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1582"/>
              <a:ext cx="288" cy="716"/>
              <a:chOff x="3072" y="1582"/>
              <a:chExt cx="288" cy="716"/>
            </a:xfrm>
          </p:grpSpPr>
          <p:sp>
            <p:nvSpPr>
              <p:cNvPr id="42088" name="Line 66">
                <a:extLst>
                  <a:ext uri="{FF2B5EF4-FFF2-40B4-BE49-F238E27FC236}">
                    <a16:creationId xmlns:a16="http://schemas.microsoft.com/office/drawing/2014/main" id="{B1F4311C-047F-4340-ACC6-731DB1F3A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582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89" name="Line 67">
                <a:extLst>
                  <a:ext uri="{FF2B5EF4-FFF2-40B4-BE49-F238E27FC236}">
                    <a16:creationId xmlns:a16="http://schemas.microsoft.com/office/drawing/2014/main" id="{4B29CDBE-44F6-B14E-9DDB-2A37932FF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0" y="1582"/>
                <a:ext cx="272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0" name="Line 68">
                <a:extLst>
                  <a:ext uri="{FF2B5EF4-FFF2-40B4-BE49-F238E27FC236}">
                    <a16:creationId xmlns:a16="http://schemas.microsoft.com/office/drawing/2014/main" id="{C7F3F2F4-2AC3-724D-992F-7B499B298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0" y="1761"/>
                <a:ext cx="128" cy="7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1" name="Line 69">
                <a:extLst>
                  <a:ext uri="{FF2B5EF4-FFF2-40B4-BE49-F238E27FC236}">
                    <a16:creationId xmlns:a16="http://schemas.microsoft.com/office/drawing/2014/main" id="{FABE87DB-D2DA-0C49-AD30-B505DEB88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851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2" name="Line 70">
                <a:extLst>
                  <a:ext uri="{FF2B5EF4-FFF2-40B4-BE49-F238E27FC236}">
                    <a16:creationId xmlns:a16="http://schemas.microsoft.com/office/drawing/2014/main" id="{6077BB8C-1A9E-1F46-B1B4-17BADEA16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761"/>
                <a:ext cx="0" cy="34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3" name="Line 71">
                <a:extLst>
                  <a:ext uri="{FF2B5EF4-FFF2-40B4-BE49-F238E27FC236}">
                    <a16:creationId xmlns:a16="http://schemas.microsoft.com/office/drawing/2014/main" id="{499E04E2-B247-0E43-90D9-067244F6A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0" y="2014"/>
                <a:ext cx="128" cy="10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4" name="Line 72">
                <a:extLst>
                  <a:ext uri="{FF2B5EF4-FFF2-40B4-BE49-F238E27FC236}">
                    <a16:creationId xmlns:a16="http://schemas.microsoft.com/office/drawing/2014/main" id="{4EFF7854-6FF0-164C-8B97-06FD3326D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2119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5" name="Line 73">
                <a:extLst>
                  <a:ext uri="{FF2B5EF4-FFF2-40B4-BE49-F238E27FC236}">
                    <a16:creationId xmlns:a16="http://schemas.microsoft.com/office/drawing/2014/main" id="{F12E49FD-07B1-F14C-BE08-2B78CA22F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0" y="2103"/>
                <a:ext cx="272" cy="1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87" name="Rectangle 75">
              <a:extLst>
                <a:ext uri="{FF2B5EF4-FFF2-40B4-BE49-F238E27FC236}">
                  <a16:creationId xmlns:a16="http://schemas.microsoft.com/office/drawing/2014/main" id="{EF7CBA73-6A1C-3349-A37E-29C837D89E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32" y="1851"/>
              <a:ext cx="4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42036" name="Line 77">
            <a:extLst>
              <a:ext uri="{FF2B5EF4-FFF2-40B4-BE49-F238E27FC236}">
                <a16:creationId xmlns:a16="http://schemas.microsoft.com/office/drawing/2014/main" id="{37EC23DE-A5B8-F644-9655-685004FFC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5313" y="2746375"/>
            <a:ext cx="0" cy="241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7" name="Line 78">
            <a:extLst>
              <a:ext uri="{FF2B5EF4-FFF2-40B4-BE49-F238E27FC236}">
                <a16:creationId xmlns:a16="http://schemas.microsoft.com/office/drawing/2014/main" id="{1283B6B9-1F25-E34A-ACAF-E5D5C541BF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913" y="5616575"/>
            <a:ext cx="0" cy="635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8" name="Rectangle 79">
            <a:extLst>
              <a:ext uri="{FF2B5EF4-FFF2-40B4-BE49-F238E27FC236}">
                <a16:creationId xmlns:a16="http://schemas.microsoft.com/office/drawing/2014/main" id="{F5BDB96F-0AE5-EB49-8FAD-6B5E6B58C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565467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2039" name="Line 80">
            <a:extLst>
              <a:ext uri="{FF2B5EF4-FFF2-40B4-BE49-F238E27FC236}">
                <a16:creationId xmlns:a16="http://schemas.microsoft.com/office/drawing/2014/main" id="{CBB5961F-B284-214D-9BF2-F7471E68C9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6363" y="5940425"/>
            <a:ext cx="1651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0" name="Rectangle 81">
            <a:extLst>
              <a:ext uri="{FF2B5EF4-FFF2-40B4-BE49-F238E27FC236}">
                <a16:creationId xmlns:a16="http://schemas.microsoft.com/office/drawing/2014/main" id="{01A9C9CC-7CF2-5547-9173-13B63BDBD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5" y="5762625"/>
            <a:ext cx="14446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ALUOp=?</a:t>
            </a:r>
          </a:p>
        </p:txBody>
      </p:sp>
      <p:sp>
        <p:nvSpPr>
          <p:cNvPr id="42041" name="Rectangle 82">
            <a:extLst>
              <a:ext uri="{FF2B5EF4-FFF2-40B4-BE49-F238E27FC236}">
                <a16:creationId xmlns:a16="http://schemas.microsoft.com/office/drawing/2014/main" id="{4D931C35-3402-6E41-A2F3-E82CE1DE1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013" y="2441575"/>
            <a:ext cx="66040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2042" name="Rectangle 83">
            <a:extLst>
              <a:ext uri="{FF2B5EF4-FFF2-40B4-BE49-F238E27FC236}">
                <a16:creationId xmlns:a16="http://schemas.microsoft.com/office/drawing/2014/main" id="{FAC92E0B-C84B-9840-A204-643D56BB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2428875"/>
            <a:ext cx="588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&lt;&lt; 2</a:t>
            </a:r>
          </a:p>
        </p:txBody>
      </p:sp>
      <p:sp>
        <p:nvSpPr>
          <p:cNvPr id="42043" name="Line 84">
            <a:extLst>
              <a:ext uri="{FF2B5EF4-FFF2-40B4-BE49-F238E27FC236}">
                <a16:creationId xmlns:a16="http://schemas.microsoft.com/office/drawing/2014/main" id="{F130C919-4376-A64A-A8EC-F591D2137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213" y="3419475"/>
            <a:ext cx="271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4" name="Line 85">
            <a:extLst>
              <a:ext uri="{FF2B5EF4-FFF2-40B4-BE49-F238E27FC236}">
                <a16:creationId xmlns:a16="http://schemas.microsoft.com/office/drawing/2014/main" id="{97C0DC44-15C6-E14C-B661-F6281E539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0763" y="332898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5" name="Rectangle 86">
            <a:extLst>
              <a:ext uri="{FF2B5EF4-FFF2-40B4-BE49-F238E27FC236}">
                <a16:creationId xmlns:a16="http://schemas.microsoft.com/office/drawing/2014/main" id="{D1BD7755-EE9C-DE45-9D78-CA3249B95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338613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42046" name="Rectangle 87">
            <a:extLst>
              <a:ext uri="{FF2B5EF4-FFF2-40B4-BE49-F238E27FC236}">
                <a16:creationId xmlns:a16="http://schemas.microsoft.com/office/drawing/2014/main" id="{5206143D-0C4D-F844-BE52-711DCC25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3106738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2047" name="Line 88">
            <a:extLst>
              <a:ext uri="{FF2B5EF4-FFF2-40B4-BE49-F238E27FC236}">
                <a16:creationId xmlns:a16="http://schemas.microsoft.com/office/drawing/2014/main" id="{D6E8AD0D-8BFA-3243-875C-53AF617574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0163" y="28924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8" name="Line 89">
            <a:extLst>
              <a:ext uri="{FF2B5EF4-FFF2-40B4-BE49-F238E27FC236}">
                <a16:creationId xmlns:a16="http://schemas.microsoft.com/office/drawing/2014/main" id="{FD1A91E5-3FD9-F241-B17B-3598C05928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4213" y="2962275"/>
            <a:ext cx="193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9" name="Rectangle 90">
            <a:extLst>
              <a:ext uri="{FF2B5EF4-FFF2-40B4-BE49-F238E27FC236}">
                <a16:creationId xmlns:a16="http://schemas.microsoft.com/office/drawing/2014/main" id="{6F55A84D-572A-EF40-9458-EF40FA15A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2581275"/>
            <a:ext cx="801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Target</a:t>
            </a:r>
          </a:p>
        </p:txBody>
      </p:sp>
      <p:sp>
        <p:nvSpPr>
          <p:cNvPr id="42050" name="Rectangle 91">
            <a:extLst>
              <a:ext uri="{FF2B5EF4-FFF2-40B4-BE49-F238E27FC236}">
                <a16:creationId xmlns:a16="http://schemas.microsoft.com/office/drawing/2014/main" id="{57166A8A-6972-9A41-A65C-E2DF2EE84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25" y="298767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42051" name="Line 92">
            <a:extLst>
              <a:ext uri="{FF2B5EF4-FFF2-40B4-BE49-F238E27FC236}">
                <a16:creationId xmlns:a16="http://schemas.microsoft.com/office/drawing/2014/main" id="{7FC56173-D418-3949-9BE4-93EBC75DC4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1313" y="4613275"/>
            <a:ext cx="254000" cy="58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2" name="Line 94">
            <a:extLst>
              <a:ext uri="{FF2B5EF4-FFF2-40B4-BE49-F238E27FC236}">
                <a16:creationId xmlns:a16="http://schemas.microsoft.com/office/drawing/2014/main" id="{5286F48A-58BD-8A4A-9A6A-E7273A62F2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4113" y="150177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3" name="Line 95">
            <a:extLst>
              <a:ext uri="{FF2B5EF4-FFF2-40B4-BE49-F238E27FC236}">
                <a16:creationId xmlns:a16="http://schemas.microsoft.com/office/drawing/2014/main" id="{3CC993A2-369F-3841-A96A-CE88E78FB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4113" y="99377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4" name="Line 96">
            <a:extLst>
              <a:ext uri="{FF2B5EF4-FFF2-40B4-BE49-F238E27FC236}">
                <a16:creationId xmlns:a16="http://schemas.microsoft.com/office/drawing/2014/main" id="{86314D74-B02D-2748-9DF7-C6AD8ACCF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4313" y="99377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5" name="Line 97">
            <a:extLst>
              <a:ext uri="{FF2B5EF4-FFF2-40B4-BE49-F238E27FC236}">
                <a16:creationId xmlns:a16="http://schemas.microsoft.com/office/drawing/2014/main" id="{13731ED0-D93A-E84C-B1D9-EF927C5751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4213" y="9810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6" name="Line 98">
            <a:extLst>
              <a:ext uri="{FF2B5EF4-FFF2-40B4-BE49-F238E27FC236}">
                <a16:creationId xmlns:a16="http://schemas.microsoft.com/office/drawing/2014/main" id="{366B5808-741F-2049-8D23-17AA17EC45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3" y="981075"/>
            <a:ext cx="276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7" name="Line 99">
            <a:extLst>
              <a:ext uri="{FF2B5EF4-FFF2-40B4-BE49-F238E27FC236}">
                <a16:creationId xmlns:a16="http://schemas.microsoft.com/office/drawing/2014/main" id="{8125E27F-7728-CE43-B647-659145DCE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113" y="99377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8" name="Line 100">
            <a:extLst>
              <a:ext uri="{FF2B5EF4-FFF2-40B4-BE49-F238E27FC236}">
                <a16:creationId xmlns:a16="http://schemas.microsoft.com/office/drawing/2014/main" id="{8A8802DD-9C9F-8C44-9E70-64FDAEB6D9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413" y="1362075"/>
            <a:ext cx="269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59" name="Rectangle 101">
            <a:extLst>
              <a:ext uri="{FF2B5EF4-FFF2-40B4-BE49-F238E27FC236}">
                <a16:creationId xmlns:a16="http://schemas.microsoft.com/office/drawing/2014/main" id="{1281C445-512F-C14A-B0D1-AC6319055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1057275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42060" name="Line 102">
            <a:extLst>
              <a:ext uri="{FF2B5EF4-FFF2-40B4-BE49-F238E27FC236}">
                <a16:creationId xmlns:a16="http://schemas.microsoft.com/office/drawing/2014/main" id="{37D71584-7816-DF40-A15A-02418FF74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6513" y="152717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61" name="Line 103">
            <a:extLst>
              <a:ext uri="{FF2B5EF4-FFF2-40B4-BE49-F238E27FC236}">
                <a16:creationId xmlns:a16="http://schemas.microsoft.com/office/drawing/2014/main" id="{7B5610ED-5159-0944-86DA-526B2D6FA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213" y="1595438"/>
            <a:ext cx="226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62" name="Line 104">
            <a:extLst>
              <a:ext uri="{FF2B5EF4-FFF2-40B4-BE49-F238E27FC236}">
                <a16:creationId xmlns:a16="http://schemas.microsoft.com/office/drawing/2014/main" id="{496EB66C-D77E-9443-8B77-F668732E3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713" y="152717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63" name="Rectangle 105">
            <a:extLst>
              <a:ext uri="{FF2B5EF4-FFF2-40B4-BE49-F238E27FC236}">
                <a16:creationId xmlns:a16="http://schemas.microsoft.com/office/drawing/2014/main" id="{AE55B390-1C51-AA4C-9965-935E3C159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1443038"/>
            <a:ext cx="5984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Exec</a:t>
            </a:r>
          </a:p>
        </p:txBody>
      </p:sp>
      <p:grpSp>
        <p:nvGrpSpPr>
          <p:cNvPr id="51319" name="Group 119">
            <a:extLst>
              <a:ext uri="{FF2B5EF4-FFF2-40B4-BE49-F238E27FC236}">
                <a16:creationId xmlns:a16="http://schemas.microsoft.com/office/drawing/2014/main" id="{FB93F6E4-B508-7847-A419-DB9C11FD59A4}"/>
              </a:ext>
            </a:extLst>
          </p:cNvPr>
          <p:cNvGrpSpPr>
            <a:grpSpLocks/>
          </p:cNvGrpSpPr>
          <p:nvPr/>
        </p:nvGrpSpPr>
        <p:grpSpPr bwMode="auto">
          <a:xfrm>
            <a:off x="7667625" y="542925"/>
            <a:ext cx="1377950" cy="1041400"/>
            <a:chOff x="4830" y="396"/>
            <a:chExt cx="868" cy="656"/>
          </a:xfrm>
        </p:grpSpPr>
        <p:sp>
          <p:nvSpPr>
            <p:cNvPr id="42083" name="Oval 106">
              <a:extLst>
                <a:ext uri="{FF2B5EF4-FFF2-40B4-BE49-F238E27FC236}">
                  <a16:creationId xmlns:a16="http://schemas.microsoft.com/office/drawing/2014/main" id="{784BB237-EEE7-2E4A-9577-E272BA308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1" y="580"/>
              <a:ext cx="88" cy="47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84" name="Rectangle 107">
              <a:extLst>
                <a:ext uri="{FF2B5EF4-FFF2-40B4-BE49-F238E27FC236}">
                  <a16:creationId xmlns:a16="http://schemas.microsoft.com/office/drawing/2014/main" id="{D502C0E8-459B-A248-AC69-A573B0E03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396"/>
              <a:ext cx="8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You are here!</a:t>
              </a:r>
            </a:p>
          </p:txBody>
        </p:sp>
        <p:sp>
          <p:nvSpPr>
            <p:cNvPr id="42085" name="Line 108">
              <a:extLst>
                <a:ext uri="{FF2B5EF4-FFF2-40B4-BE49-F238E27FC236}">
                  <a16:creationId xmlns:a16="http://schemas.microsoft.com/office/drawing/2014/main" id="{49C20067-3025-FE49-9C13-D34796E22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79" y="628"/>
              <a:ext cx="248" cy="1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065" name="Line 109">
            <a:extLst>
              <a:ext uri="{FF2B5EF4-FFF2-40B4-BE49-F238E27FC236}">
                <a16:creationId xmlns:a16="http://schemas.microsoft.com/office/drawing/2014/main" id="{EABA3F96-73DF-C445-9602-6686CFBD4A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1613" y="136207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66" name="Line 110">
            <a:extLst>
              <a:ext uri="{FF2B5EF4-FFF2-40B4-BE49-F238E27FC236}">
                <a16:creationId xmlns:a16="http://schemas.microsoft.com/office/drawing/2014/main" id="{58ED7286-81A7-DF44-AEB5-6B2DC23FA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013" y="1624013"/>
            <a:ext cx="226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67" name="Line 111">
            <a:extLst>
              <a:ext uri="{FF2B5EF4-FFF2-40B4-BE49-F238E27FC236}">
                <a16:creationId xmlns:a16="http://schemas.microsoft.com/office/drawing/2014/main" id="{1B7195EC-71EA-0E46-9057-D9F1B4A8E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9413" y="162401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68" name="Rectangle 112">
            <a:extLst>
              <a:ext uri="{FF2B5EF4-FFF2-40B4-BE49-F238E27FC236}">
                <a16:creationId xmlns:a16="http://schemas.microsoft.com/office/drawing/2014/main" id="{64EC9F87-E64A-704D-9F24-01823CAA0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5825" y="1514475"/>
            <a:ext cx="633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42069" name="Line 113">
            <a:extLst>
              <a:ext uri="{FF2B5EF4-FFF2-40B4-BE49-F238E27FC236}">
                <a16:creationId xmlns:a16="http://schemas.microsoft.com/office/drawing/2014/main" id="{FA722EBE-1A53-5B47-924F-9DC0741363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4313" y="150177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70" name="Line 114">
            <a:extLst>
              <a:ext uri="{FF2B5EF4-FFF2-40B4-BE49-F238E27FC236}">
                <a16:creationId xmlns:a16="http://schemas.microsoft.com/office/drawing/2014/main" id="{E51E040E-64A4-2144-B156-CFDD4AFDE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9413" y="4333875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15" name="AutoShape 115">
            <a:extLst>
              <a:ext uri="{FF2B5EF4-FFF2-40B4-BE49-F238E27FC236}">
                <a16:creationId xmlns:a16="http://schemas.microsoft.com/office/drawing/2014/main" id="{F17B9EC8-FAAB-7B48-954F-FBE893EE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1712913"/>
            <a:ext cx="3051175" cy="730250"/>
          </a:xfrm>
          <a:prstGeom prst="cloudCallout">
            <a:avLst>
              <a:gd name="adj1" fmla="val -18056"/>
              <a:gd name="adj2" fmla="val 66741"/>
            </a:avLst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Adder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用于计算分支指令的转移地址</a:t>
            </a:r>
          </a:p>
        </p:txBody>
      </p:sp>
      <p:sp>
        <p:nvSpPr>
          <p:cNvPr id="51316" name="Rectangle 116">
            <a:extLst>
              <a:ext uri="{FF2B5EF4-FFF2-40B4-BE49-F238E27FC236}">
                <a16:creationId xmlns:a16="http://schemas.microsoft.com/office/drawing/2014/main" id="{92DA3E6E-1D63-B045-BB2A-16CD63180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5600"/>
            <a:ext cx="23860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RegDes=0,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ALUSrc=1            ALUop=addu, Extop=1</a:t>
            </a:r>
            <a:endParaRPr lang="zh-CN" altLang="en-US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17" name="Text Box 117">
            <a:extLst>
              <a:ext uri="{FF2B5EF4-FFF2-40B4-BE49-F238E27FC236}">
                <a16:creationId xmlns:a16="http://schemas.microsoft.com/office/drawing/2014/main" id="{EC61B496-D66D-4248-BCC2-0F60A54E5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2260600"/>
            <a:ext cx="1814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Load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指令的各控制信号取值？</a:t>
            </a:r>
          </a:p>
        </p:txBody>
      </p:sp>
      <p:sp>
        <p:nvSpPr>
          <p:cNvPr id="51318" name="Text Box 118">
            <a:extLst>
              <a:ext uri="{FF2B5EF4-FFF2-40B4-BE49-F238E27FC236}">
                <a16:creationId xmlns:a16="http://schemas.microsoft.com/office/drawing/2014/main" id="{6544D76D-87FC-A142-9CEF-684B05BD7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627063"/>
            <a:ext cx="2263775" cy="152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执行部件功能？</a:t>
            </a:r>
            <a:endParaRPr lang="en-US" altLang="zh-CN" sz="1800">
              <a:solidFill>
                <a:srgbClr val="008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800">
                <a:solidFill>
                  <a:srgbClr val="3399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计算内存地址</a:t>
            </a:r>
          </a:p>
          <a:p>
            <a:pPr>
              <a:lnSpc>
                <a:spcPct val="115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800">
                <a:solidFill>
                  <a:srgbClr val="3399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计算转移目标地址</a:t>
            </a:r>
          </a:p>
          <a:p>
            <a:pPr>
              <a:lnSpc>
                <a:spcPct val="115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800">
                <a:solidFill>
                  <a:srgbClr val="3399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一般</a:t>
            </a:r>
            <a:r>
              <a:rPr lang="en-US" altLang="zh-CN" sz="1800">
                <a:solidFill>
                  <a:srgbClr val="3399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r>
              <a:rPr lang="zh-CN" altLang="en-US" sz="1800">
                <a:solidFill>
                  <a:srgbClr val="3399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运算</a:t>
            </a:r>
            <a:endParaRPr lang="en-US" altLang="zh-CN" sz="1800">
              <a:solidFill>
                <a:srgbClr val="3399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1320" name="Text Box 120">
            <a:extLst>
              <a:ext uri="{FF2B5EF4-FFF2-40B4-BE49-F238E27FC236}">
                <a16:creationId xmlns:a16="http://schemas.microsoft.com/office/drawing/2014/main" id="{1BAEBBFD-069C-5140-B5DB-93ECDB383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14850"/>
            <a:ext cx="1944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Branch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指令呢？</a:t>
            </a:r>
          </a:p>
        </p:txBody>
      </p:sp>
      <p:sp>
        <p:nvSpPr>
          <p:cNvPr id="51321" name="Rectangle 121">
            <a:extLst>
              <a:ext uri="{FF2B5EF4-FFF2-40B4-BE49-F238E27FC236}">
                <a16:creationId xmlns:a16="http://schemas.microsoft.com/office/drawing/2014/main" id="{D61AA739-1CE4-894F-B4B0-10DA0F7B7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32350"/>
            <a:ext cx="25019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RegDes=x,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ALUSrc=0            ALUop=subu, Extop=1</a:t>
            </a:r>
            <a:endParaRPr lang="zh-CN" altLang="en-US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22" name="Text Box 122">
            <a:extLst>
              <a:ext uri="{FF2B5EF4-FFF2-40B4-BE49-F238E27FC236}">
                <a16:creationId xmlns:a16="http://schemas.microsoft.com/office/drawing/2014/main" id="{9E202EB7-84D3-3C4F-800C-EA8E06428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3486150"/>
            <a:ext cx="1944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Store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指令呢？</a:t>
            </a:r>
          </a:p>
        </p:txBody>
      </p:sp>
      <p:sp>
        <p:nvSpPr>
          <p:cNvPr id="51323" name="Rectangle 123">
            <a:extLst>
              <a:ext uri="{FF2B5EF4-FFF2-40B4-BE49-F238E27FC236}">
                <a16:creationId xmlns:a16="http://schemas.microsoft.com/office/drawing/2014/main" id="{A8A51E5E-0FD6-3F46-8A81-0103DEEC1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21113"/>
            <a:ext cx="24257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RegDes=x,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ALUSrc=1            ALUop=addu, Extop=1</a:t>
            </a:r>
            <a:endParaRPr lang="zh-CN" altLang="en-US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24" name="Text Box 124">
            <a:extLst>
              <a:ext uri="{FF2B5EF4-FFF2-40B4-BE49-F238E27FC236}">
                <a16:creationId xmlns:a16="http://schemas.microsoft.com/office/drawing/2014/main" id="{7CC20C3D-AD75-B34C-8A5E-AA68ABC66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48300"/>
            <a:ext cx="1944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Ori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指令呢？</a:t>
            </a:r>
          </a:p>
        </p:txBody>
      </p:sp>
      <p:sp>
        <p:nvSpPr>
          <p:cNvPr id="51325" name="Rectangle 125">
            <a:extLst>
              <a:ext uri="{FF2B5EF4-FFF2-40B4-BE49-F238E27FC236}">
                <a16:creationId xmlns:a16="http://schemas.microsoft.com/office/drawing/2014/main" id="{9EB3C6B8-CE48-6849-B7E7-053F128BC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3" y="5802313"/>
            <a:ext cx="248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RegDes=0,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ALUSrc=1            ALUop=or, Extop=0</a:t>
            </a:r>
            <a:endParaRPr lang="zh-CN" altLang="en-US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26" name="Text Box 126">
            <a:extLst>
              <a:ext uri="{FF2B5EF4-FFF2-40B4-BE49-F238E27FC236}">
                <a16:creationId xmlns:a16="http://schemas.microsoft.com/office/drawing/2014/main" id="{DFA2F883-6532-B543-8D50-F5A1DEB44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6229350"/>
            <a:ext cx="1831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型指令呢？</a:t>
            </a:r>
          </a:p>
        </p:txBody>
      </p:sp>
      <p:sp>
        <p:nvSpPr>
          <p:cNvPr id="51327" name="Rectangle 127">
            <a:extLst>
              <a:ext uri="{FF2B5EF4-FFF2-40B4-BE49-F238E27FC236}">
                <a16:creationId xmlns:a16="http://schemas.microsoft.com/office/drawing/2014/main" id="{3C9CC5B0-2CD3-3D47-9046-776F59E0C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6175375"/>
            <a:ext cx="24685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RegDes=1,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ALUSrc=0            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ALUop=‘func’,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Extop=x</a:t>
            </a:r>
            <a:endParaRPr lang="zh-CN" altLang="en-US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5" grpId="0" animBg="1"/>
      <p:bldP spid="51316" grpId="0"/>
      <p:bldP spid="51317" grpId="0"/>
      <p:bldP spid="51320" grpId="0"/>
      <p:bldP spid="51321" grpId="0"/>
      <p:bldP spid="51322" grpId="0"/>
      <p:bldP spid="51323" grpId="0"/>
      <p:bldP spid="51324" grpId="0"/>
      <p:bldP spid="51325" grpId="0"/>
      <p:bldP spid="51326" grpId="0"/>
      <p:bldP spid="513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11">
            <a:extLst>
              <a:ext uri="{FF2B5EF4-FFF2-40B4-BE49-F238E27FC236}">
                <a16:creationId xmlns:a16="http://schemas.microsoft.com/office/drawing/2014/main" id="{98372FF1-1565-DB40-9ED7-AE17B1363DAD}"/>
              </a:ext>
            </a:extLst>
          </p:cNvPr>
          <p:cNvGrpSpPr>
            <a:grpSpLocks/>
          </p:cNvGrpSpPr>
          <p:nvPr/>
        </p:nvGrpSpPr>
        <p:grpSpPr bwMode="auto">
          <a:xfrm>
            <a:off x="1333500" y="2632075"/>
            <a:ext cx="6324600" cy="915988"/>
            <a:chOff x="849" y="1667"/>
            <a:chExt cx="3984" cy="577"/>
          </a:xfrm>
        </p:grpSpPr>
        <p:sp>
          <p:nvSpPr>
            <p:cNvPr id="44236" name="Line 143">
              <a:extLst>
                <a:ext uri="{FF2B5EF4-FFF2-40B4-BE49-F238E27FC236}">
                  <a16:creationId xmlns:a16="http://schemas.microsoft.com/office/drawing/2014/main" id="{695A7481-11EE-8143-BC99-C71F78256C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9" y="1860"/>
              <a:ext cx="3232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37" name="Line 127">
              <a:extLst>
                <a:ext uri="{FF2B5EF4-FFF2-40B4-BE49-F238E27FC236}">
                  <a16:creationId xmlns:a16="http://schemas.microsoft.com/office/drawing/2014/main" id="{6E59AF46-B68B-A846-A11E-783336D78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8" y="2187"/>
              <a:ext cx="128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38" name="Line 144">
              <a:extLst>
                <a:ext uri="{FF2B5EF4-FFF2-40B4-BE49-F238E27FC236}">
                  <a16:creationId xmlns:a16="http://schemas.microsoft.com/office/drawing/2014/main" id="{B1571CDA-3853-CB4B-8412-0513D3472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4" y="1843"/>
              <a:ext cx="0" cy="35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39" name="Line 145">
              <a:extLst>
                <a:ext uri="{FF2B5EF4-FFF2-40B4-BE49-F238E27FC236}">
                  <a16:creationId xmlns:a16="http://schemas.microsoft.com/office/drawing/2014/main" id="{01467BDA-5CB4-3B4F-A100-2CD0FB6ED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2244"/>
              <a:ext cx="176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40" name="Line 146">
              <a:extLst>
                <a:ext uri="{FF2B5EF4-FFF2-40B4-BE49-F238E27FC236}">
                  <a16:creationId xmlns:a16="http://schemas.microsoft.com/office/drawing/2014/main" id="{6D33DF61-C60A-5646-8B23-312080658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668"/>
              <a:ext cx="3968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41" name="Line 147">
              <a:extLst>
                <a:ext uri="{FF2B5EF4-FFF2-40B4-BE49-F238E27FC236}">
                  <a16:creationId xmlns:a16="http://schemas.microsoft.com/office/drawing/2014/main" id="{F86D6CE1-754B-B14B-ADC9-CCF9A0F26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1667"/>
              <a:ext cx="0" cy="56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42" name="Line 148">
              <a:extLst>
                <a:ext uri="{FF2B5EF4-FFF2-40B4-BE49-F238E27FC236}">
                  <a16:creationId xmlns:a16="http://schemas.microsoft.com/office/drawing/2014/main" id="{EF7C3069-F433-7D41-9A6E-9BFE336CF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" y="1676"/>
              <a:ext cx="0" cy="8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460" name="Group 212">
            <a:extLst>
              <a:ext uri="{FF2B5EF4-FFF2-40B4-BE49-F238E27FC236}">
                <a16:creationId xmlns:a16="http://schemas.microsoft.com/office/drawing/2014/main" id="{FA0949A2-A357-7F4E-AB48-48A0319A6C43}"/>
              </a:ext>
            </a:extLst>
          </p:cNvPr>
          <p:cNvGrpSpPr>
            <a:grpSpLocks/>
          </p:cNvGrpSpPr>
          <p:nvPr/>
        </p:nvGrpSpPr>
        <p:grpSpPr bwMode="auto">
          <a:xfrm>
            <a:off x="1320800" y="2627313"/>
            <a:ext cx="6342063" cy="928687"/>
            <a:chOff x="832" y="1655"/>
            <a:chExt cx="3995" cy="585"/>
          </a:xfrm>
        </p:grpSpPr>
        <p:sp>
          <p:nvSpPr>
            <p:cNvPr id="44229" name="Line 203">
              <a:extLst>
                <a:ext uri="{FF2B5EF4-FFF2-40B4-BE49-F238E27FC236}">
                  <a16:creationId xmlns:a16="http://schemas.microsoft.com/office/drawing/2014/main" id="{F18E6535-C535-DE47-B782-E60B209D2C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9" y="1838"/>
              <a:ext cx="3236" cy="0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30" name="Line 201">
              <a:extLst>
                <a:ext uri="{FF2B5EF4-FFF2-40B4-BE49-F238E27FC236}">
                  <a16:creationId xmlns:a16="http://schemas.microsoft.com/office/drawing/2014/main" id="{B89BBF7D-D4EC-7145-8335-2E2ADB2DA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0" y="2185"/>
              <a:ext cx="155" cy="0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31" name="Line 202">
              <a:extLst>
                <a:ext uri="{FF2B5EF4-FFF2-40B4-BE49-F238E27FC236}">
                  <a16:creationId xmlns:a16="http://schemas.microsoft.com/office/drawing/2014/main" id="{A43A4151-A298-2E45-950B-DA9EF15E5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1829"/>
              <a:ext cx="0" cy="356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32" name="Line 204">
              <a:extLst>
                <a:ext uri="{FF2B5EF4-FFF2-40B4-BE49-F238E27FC236}">
                  <a16:creationId xmlns:a16="http://schemas.microsoft.com/office/drawing/2014/main" id="{A9DE1794-36CE-F941-A10C-495C7807E8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9" y="1659"/>
              <a:ext cx="3978" cy="9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33" name="Line 205">
              <a:extLst>
                <a:ext uri="{FF2B5EF4-FFF2-40B4-BE49-F238E27FC236}">
                  <a16:creationId xmlns:a16="http://schemas.microsoft.com/office/drawing/2014/main" id="{294CF0B7-6655-B948-BB93-3E800AD083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6" y="2231"/>
              <a:ext cx="201" cy="9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34" name="Line 206">
              <a:extLst>
                <a:ext uri="{FF2B5EF4-FFF2-40B4-BE49-F238E27FC236}">
                  <a16:creationId xmlns:a16="http://schemas.microsoft.com/office/drawing/2014/main" id="{651DDC9E-F1FA-2041-A888-5BCA5E45F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7" y="1655"/>
              <a:ext cx="0" cy="585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35" name="Line 207">
              <a:extLst>
                <a:ext uri="{FF2B5EF4-FFF2-40B4-BE49-F238E27FC236}">
                  <a16:creationId xmlns:a16="http://schemas.microsoft.com/office/drawing/2014/main" id="{79E21386-C3DB-9047-A985-847B2FA0B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" y="1655"/>
              <a:ext cx="0" cy="91"/>
            </a:xfrm>
            <a:prstGeom prst="line">
              <a:avLst/>
            </a:prstGeom>
            <a:noFill/>
            <a:ln w="571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6" name="Rectangle 2">
            <a:extLst>
              <a:ext uri="{FF2B5EF4-FFF2-40B4-BE49-F238E27FC236}">
                <a16:creationId xmlns:a16="http://schemas.microsoft.com/office/drawing/2014/main" id="{38599E08-FB39-2B41-A3ED-32111DB97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6035675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指令的存储器读</a:t>
            </a:r>
            <a:r>
              <a:rPr lang="en-US" altLang="zh-CN">
                <a:ea typeface="宋体" panose="02010600030101010101" pitchFamily="2" charset="-122"/>
              </a:rPr>
              <a:t>(Mem)</a:t>
            </a:r>
            <a:r>
              <a:rPr lang="zh-CN" altLang="en-US">
                <a:ea typeface="宋体" panose="02010600030101010101" pitchFamily="2" charset="-122"/>
              </a:rPr>
              <a:t>周期</a:t>
            </a:r>
          </a:p>
        </p:txBody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F49B7C8D-74B8-0D48-B129-FDF372A0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332163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38" name="Rectangle 4">
            <a:extLst>
              <a:ext uri="{FF2B5EF4-FFF2-40B4-BE49-F238E27FC236}">
                <a16:creationId xmlns:a16="http://schemas.microsoft.com/office/drawing/2014/main" id="{7326359B-F22B-B648-BD42-C7E64768F94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123281" y="3502819"/>
            <a:ext cx="6905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4039" name="Line 5">
            <a:extLst>
              <a:ext uri="{FF2B5EF4-FFF2-40B4-BE49-F238E27FC236}">
                <a16:creationId xmlns:a16="http://schemas.microsoft.com/office/drawing/2014/main" id="{0D6621F0-1675-9C4A-B247-B0D795AB5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3027363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Rectangle 6">
            <a:extLst>
              <a:ext uri="{FF2B5EF4-FFF2-40B4-BE49-F238E27FC236}">
                <a16:creationId xmlns:a16="http://schemas.microsoft.com/office/drawing/2014/main" id="{56749EC5-B0A3-B740-86A6-30F3E5FFC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3332163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41" name="Rectangle 7">
            <a:extLst>
              <a:ext uri="{FF2B5EF4-FFF2-40B4-BE49-F238E27FC236}">
                <a16:creationId xmlns:a16="http://schemas.microsoft.com/office/drawing/2014/main" id="{FE4D2A66-C6F1-2A44-ADAB-194E0F446CC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1075" y="4416425"/>
            <a:ext cx="155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44042" name="Rectangle 8">
            <a:extLst>
              <a:ext uri="{FF2B5EF4-FFF2-40B4-BE49-F238E27FC236}">
                <a16:creationId xmlns:a16="http://schemas.microsoft.com/office/drawing/2014/main" id="{D6C74718-27AB-C14C-A4A1-D46A78204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75" y="3332163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43" name="Rectangle 9">
            <a:extLst>
              <a:ext uri="{FF2B5EF4-FFF2-40B4-BE49-F238E27FC236}">
                <a16:creationId xmlns:a16="http://schemas.microsoft.com/office/drawing/2014/main" id="{368AEFD0-B2D5-0A4D-8EF9-34B9DB3003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218113" y="4414838"/>
            <a:ext cx="1812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44044" name="Rectangle 10">
            <a:extLst>
              <a:ext uri="{FF2B5EF4-FFF2-40B4-BE49-F238E27FC236}">
                <a16:creationId xmlns:a16="http://schemas.microsoft.com/office/drawing/2014/main" id="{05B2E2DF-1E8F-A247-92B8-99F116B8F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3332163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45" name="Rectangle 11">
            <a:extLst>
              <a:ext uri="{FF2B5EF4-FFF2-40B4-BE49-F238E27FC236}">
                <a16:creationId xmlns:a16="http://schemas.microsoft.com/office/drawing/2014/main" id="{18FB3EDB-E0FD-9E46-B435-EB78750EFE7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48488" y="4338637"/>
            <a:ext cx="2159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: Load’s Data</a:t>
            </a:r>
          </a:p>
        </p:txBody>
      </p:sp>
      <p:sp>
        <p:nvSpPr>
          <p:cNvPr id="44046" name="Rectangle 12">
            <a:extLst>
              <a:ext uri="{FF2B5EF4-FFF2-40B4-BE49-F238E27FC236}">
                <a16:creationId xmlns:a16="http://schemas.microsoft.com/office/drawing/2014/main" id="{515E386A-CC2B-304A-8F41-46EE03240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3332163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47" name="Rectangle 13">
            <a:extLst>
              <a:ext uri="{FF2B5EF4-FFF2-40B4-BE49-F238E27FC236}">
                <a16:creationId xmlns:a16="http://schemas.microsoft.com/office/drawing/2014/main" id="{A4C62066-D159-184D-8373-EFCAC068E2D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0407" y="3415506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44048" name="Rectangle 14">
            <a:extLst>
              <a:ext uri="{FF2B5EF4-FFF2-40B4-BE49-F238E27FC236}">
                <a16:creationId xmlns:a16="http://schemas.microsoft.com/office/drawing/2014/main" id="{7CA8D517-FE2C-3448-AE4E-45090CF6B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3775075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49" name="Rectangle 15">
            <a:extLst>
              <a:ext uri="{FF2B5EF4-FFF2-40B4-BE49-F238E27FC236}">
                <a16:creationId xmlns:a16="http://schemas.microsoft.com/office/drawing/2014/main" id="{CCAC3345-F84B-D24C-A56C-19F9B8BE3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3797300"/>
            <a:ext cx="71278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44050" name="Rectangle 16">
            <a:extLst>
              <a:ext uri="{FF2B5EF4-FFF2-40B4-BE49-F238E27FC236}">
                <a16:creationId xmlns:a16="http://schemas.microsoft.com/office/drawing/2014/main" id="{9E47E0E2-44DA-3F4D-801A-997868CD1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456247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44051" name="Rectangle 17">
            <a:extLst>
              <a:ext uri="{FF2B5EF4-FFF2-40B4-BE49-F238E27FC236}">
                <a16:creationId xmlns:a16="http://schemas.microsoft.com/office/drawing/2014/main" id="{33C71008-076C-C44B-A85D-872778145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3" y="4778375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44052" name="Rectangle 18">
            <a:extLst>
              <a:ext uri="{FF2B5EF4-FFF2-40B4-BE49-F238E27FC236}">
                <a16:creationId xmlns:a16="http://schemas.microsoft.com/office/drawing/2014/main" id="{40EDD7EE-0E28-D24A-A456-7D32853FB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550" y="4333875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44053" name="Rectangle 19">
            <a:extLst>
              <a:ext uri="{FF2B5EF4-FFF2-40B4-BE49-F238E27FC236}">
                <a16:creationId xmlns:a16="http://schemas.microsoft.com/office/drawing/2014/main" id="{EE521111-DA19-5C47-8F14-0F6161ACF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4270375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44054" name="Rectangle 20">
            <a:extLst>
              <a:ext uri="{FF2B5EF4-FFF2-40B4-BE49-F238E27FC236}">
                <a16:creationId xmlns:a16="http://schemas.microsoft.com/office/drawing/2014/main" id="{145E26AC-A734-1F41-9C84-FB8BEAB8F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3332163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55" name="Rectangle 21">
            <a:extLst>
              <a:ext uri="{FF2B5EF4-FFF2-40B4-BE49-F238E27FC236}">
                <a16:creationId xmlns:a16="http://schemas.microsoft.com/office/drawing/2014/main" id="{08E49048-51CA-3143-B038-971EC3FD4E6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88269" y="4404519"/>
            <a:ext cx="633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44056" name="Rectangle 22">
            <a:extLst>
              <a:ext uri="{FF2B5EF4-FFF2-40B4-BE49-F238E27FC236}">
                <a16:creationId xmlns:a16="http://schemas.microsoft.com/office/drawing/2014/main" id="{AF139215-47C1-D74B-BDC4-B802C2440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3952875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4057" name="Rectangle 23">
            <a:extLst>
              <a:ext uri="{FF2B5EF4-FFF2-40B4-BE49-F238E27FC236}">
                <a16:creationId xmlns:a16="http://schemas.microsoft.com/office/drawing/2014/main" id="{ED16D448-BB93-884A-A413-00B695A02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013" y="5095875"/>
            <a:ext cx="2397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4058" name="Rectangle 24">
            <a:extLst>
              <a:ext uri="{FF2B5EF4-FFF2-40B4-BE49-F238E27FC236}">
                <a16:creationId xmlns:a16="http://schemas.microsoft.com/office/drawing/2014/main" id="{4C675BF7-95B0-ED46-87FA-4C02A5CF8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3865563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59" name="Rectangle 25">
            <a:extLst>
              <a:ext uri="{FF2B5EF4-FFF2-40B4-BE49-F238E27FC236}">
                <a16:creationId xmlns:a16="http://schemas.microsoft.com/office/drawing/2014/main" id="{2A81EB00-BA5C-D74D-B3FB-B9DA65BED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4578350"/>
            <a:ext cx="6556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R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ile</a:t>
            </a:r>
          </a:p>
        </p:txBody>
      </p:sp>
      <p:sp>
        <p:nvSpPr>
          <p:cNvPr id="44060" name="Rectangle 26">
            <a:extLst>
              <a:ext uri="{FF2B5EF4-FFF2-40B4-BE49-F238E27FC236}">
                <a16:creationId xmlns:a16="http://schemas.microsoft.com/office/drawing/2014/main" id="{5AB9A7F7-71F8-4B46-9641-F1EF96B32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2813" y="4867275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44061" name="Rectangle 27">
            <a:extLst>
              <a:ext uri="{FF2B5EF4-FFF2-40B4-BE49-F238E27FC236}">
                <a16:creationId xmlns:a16="http://schemas.microsoft.com/office/drawing/2014/main" id="{5984CC94-63A2-F942-8A15-90C3EE2D4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4006850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44062" name="Rectangle 28">
            <a:extLst>
              <a:ext uri="{FF2B5EF4-FFF2-40B4-BE49-F238E27FC236}">
                <a16:creationId xmlns:a16="http://schemas.microsoft.com/office/drawing/2014/main" id="{B28C19B9-316F-F645-A5C1-C6C79DA2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43370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44063" name="Rectangle 29">
            <a:extLst>
              <a:ext uri="{FF2B5EF4-FFF2-40B4-BE49-F238E27FC236}">
                <a16:creationId xmlns:a16="http://schemas.microsoft.com/office/drawing/2014/main" id="{4CD9BA33-9A7A-144F-8EF5-1C75B88C3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860925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44064" name="Line 30">
            <a:extLst>
              <a:ext uri="{FF2B5EF4-FFF2-40B4-BE49-F238E27FC236}">
                <a16:creationId xmlns:a16="http://schemas.microsoft.com/office/drawing/2014/main" id="{EF029011-7AF3-F148-B616-F32DE441C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0900" y="5084763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79" name="Rectangle 31">
            <a:extLst>
              <a:ext uri="{FF2B5EF4-FFF2-40B4-BE49-F238E27FC236}">
                <a16:creationId xmlns:a16="http://schemas.microsoft.com/office/drawing/2014/main" id="{746DFCFB-2E96-1F46-AAAE-F29D8FDC2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5" y="5927725"/>
            <a:ext cx="1212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44066" name="Rectangle 32">
            <a:extLst>
              <a:ext uri="{FF2B5EF4-FFF2-40B4-BE49-F238E27FC236}">
                <a16:creationId xmlns:a16="http://schemas.microsoft.com/office/drawing/2014/main" id="{D6699851-BF48-474F-B4C9-65E349439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2193925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44067" name="Line 33">
            <a:extLst>
              <a:ext uri="{FF2B5EF4-FFF2-40B4-BE49-F238E27FC236}">
                <a16:creationId xmlns:a16="http://schemas.microsoft.com/office/drawing/2014/main" id="{C00E6FC2-B68D-BD4A-92A7-9CB097E92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5900" y="4856163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8" name="Rectangle 34">
            <a:extLst>
              <a:ext uri="{FF2B5EF4-FFF2-40B4-BE49-F238E27FC236}">
                <a16:creationId xmlns:a16="http://schemas.microsoft.com/office/drawing/2014/main" id="{5E71FE06-6638-2E42-916D-EFBF14EE7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413" y="2176463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44069" name="Line 35">
            <a:extLst>
              <a:ext uri="{FF2B5EF4-FFF2-40B4-BE49-F238E27FC236}">
                <a16:creationId xmlns:a16="http://schemas.microsoft.com/office/drawing/2014/main" id="{3E7EC363-22AD-0549-81B9-4A169DB71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400" y="44624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0" name="Rectangle 36">
            <a:extLst>
              <a:ext uri="{FF2B5EF4-FFF2-40B4-BE49-F238E27FC236}">
                <a16:creationId xmlns:a16="http://schemas.microsoft.com/office/drawing/2014/main" id="{C0A459E7-6CBD-2041-AC8D-F0CE7D5C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938" y="4273550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44071" name="Rectangle 37">
            <a:extLst>
              <a:ext uri="{FF2B5EF4-FFF2-40B4-BE49-F238E27FC236}">
                <a16:creationId xmlns:a16="http://schemas.microsoft.com/office/drawing/2014/main" id="{19093E41-CEB2-844C-AB9E-70ECB02D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332163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72" name="Rectangle 38">
            <a:extLst>
              <a:ext uri="{FF2B5EF4-FFF2-40B4-BE49-F238E27FC236}">
                <a16:creationId xmlns:a16="http://schemas.microsoft.com/office/drawing/2014/main" id="{67E5617F-5DD3-CC4B-ABCA-7DE6AA613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3854450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44073" name="Rectangle 39">
            <a:extLst>
              <a:ext uri="{FF2B5EF4-FFF2-40B4-BE49-F238E27FC236}">
                <a16:creationId xmlns:a16="http://schemas.microsoft.com/office/drawing/2014/main" id="{438D20E1-DBCD-AE4C-89A9-4A0A8EEF8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4108450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44074" name="Line 40">
            <a:extLst>
              <a:ext uri="{FF2B5EF4-FFF2-40B4-BE49-F238E27FC236}">
                <a16:creationId xmlns:a16="http://schemas.microsoft.com/office/drawing/2014/main" id="{DC6A3EF8-867A-C44F-ADA1-33393C9A7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2493963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5" name="Rectangle 41">
            <a:extLst>
              <a:ext uri="{FF2B5EF4-FFF2-40B4-BE49-F238E27FC236}">
                <a16:creationId xmlns:a16="http://schemas.microsoft.com/office/drawing/2014/main" id="{61418473-7257-3942-BF3D-75270FE8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3603625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44076" name="Line 42">
            <a:extLst>
              <a:ext uri="{FF2B5EF4-FFF2-40B4-BE49-F238E27FC236}">
                <a16:creationId xmlns:a16="http://schemas.microsoft.com/office/drawing/2014/main" id="{679AD462-257B-A947-9CF9-2A8B9E304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2493963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7" name="Rectangle 43">
            <a:extLst>
              <a:ext uri="{FF2B5EF4-FFF2-40B4-BE49-F238E27FC236}">
                <a16:creationId xmlns:a16="http://schemas.microsoft.com/office/drawing/2014/main" id="{EE58BCA8-9622-9E43-8ABC-F72372A40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2176463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44078" name="Rectangle 44">
            <a:extLst>
              <a:ext uri="{FF2B5EF4-FFF2-40B4-BE49-F238E27FC236}">
                <a16:creationId xmlns:a16="http://schemas.microsoft.com/office/drawing/2014/main" id="{17393E18-B891-8F42-B5CF-8ACD57350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5910263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44079" name="Line 45">
            <a:extLst>
              <a:ext uri="{FF2B5EF4-FFF2-40B4-BE49-F238E27FC236}">
                <a16:creationId xmlns:a16="http://schemas.microsoft.com/office/drawing/2014/main" id="{6E6EDBBD-736D-3E49-967A-7C57E96EC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4600" y="40052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0" name="Line 46">
            <a:extLst>
              <a:ext uri="{FF2B5EF4-FFF2-40B4-BE49-F238E27FC236}">
                <a16:creationId xmlns:a16="http://schemas.microsoft.com/office/drawing/2014/main" id="{5A001AFC-85B9-B544-94F7-9FFC38239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377666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1" name="Line 47">
            <a:extLst>
              <a:ext uri="{FF2B5EF4-FFF2-40B4-BE49-F238E27FC236}">
                <a16:creationId xmlns:a16="http://schemas.microsoft.com/office/drawing/2014/main" id="{91D9728E-7F19-BF4E-AB77-51E7E19B3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431006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2" name="Line 48">
            <a:extLst>
              <a:ext uri="{FF2B5EF4-FFF2-40B4-BE49-F238E27FC236}">
                <a16:creationId xmlns:a16="http://schemas.microsoft.com/office/drawing/2014/main" id="{D718BD09-6E37-9743-B4B7-46A1C2D51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400526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3" name="Line 49">
            <a:extLst>
              <a:ext uri="{FF2B5EF4-FFF2-40B4-BE49-F238E27FC236}">
                <a16:creationId xmlns:a16="http://schemas.microsoft.com/office/drawing/2014/main" id="{0B8CA336-5647-DB4B-9357-16D0BD16ED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4600" y="43100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4" name="Line 50">
            <a:extLst>
              <a:ext uri="{FF2B5EF4-FFF2-40B4-BE49-F238E27FC236}">
                <a16:creationId xmlns:a16="http://schemas.microsoft.com/office/drawing/2014/main" id="{CD362F59-45D7-3644-854C-933676215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41576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5" name="Line 51">
            <a:extLst>
              <a:ext uri="{FF2B5EF4-FFF2-40B4-BE49-F238E27FC236}">
                <a16:creationId xmlns:a16="http://schemas.microsoft.com/office/drawing/2014/main" id="{8709D902-B7A3-1745-8C7B-AC0C3FED1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44624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6" name="Line 52">
            <a:extLst>
              <a:ext uri="{FF2B5EF4-FFF2-40B4-BE49-F238E27FC236}">
                <a16:creationId xmlns:a16="http://schemas.microsoft.com/office/drawing/2014/main" id="{FBE21515-830B-0245-BD77-6093F4031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4462463"/>
            <a:ext cx="5588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7" name="Line 53">
            <a:extLst>
              <a:ext uri="{FF2B5EF4-FFF2-40B4-BE49-F238E27FC236}">
                <a16:creationId xmlns:a16="http://schemas.microsoft.com/office/drawing/2014/main" id="{EBA405C6-95E5-7D49-83E6-032E805E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0100" y="4322763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8" name="Line 54">
            <a:extLst>
              <a:ext uri="{FF2B5EF4-FFF2-40B4-BE49-F238E27FC236}">
                <a16:creationId xmlns:a16="http://schemas.microsoft.com/office/drawing/2014/main" id="{0F50D819-6500-C648-B67E-2D920A84B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800" y="4995863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89" name="Line 55">
            <a:extLst>
              <a:ext uri="{FF2B5EF4-FFF2-40B4-BE49-F238E27FC236}">
                <a16:creationId xmlns:a16="http://schemas.microsoft.com/office/drawing/2014/main" id="{B028F847-5C5A-D047-AB89-791EB8FC5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9200" y="499586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0" name="Line 56">
            <a:extLst>
              <a:ext uri="{FF2B5EF4-FFF2-40B4-BE49-F238E27FC236}">
                <a16:creationId xmlns:a16="http://schemas.microsoft.com/office/drawing/2014/main" id="{834C1596-3FA1-EA47-83F8-678480CCA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46910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1" name="Line 57">
            <a:extLst>
              <a:ext uri="{FF2B5EF4-FFF2-40B4-BE49-F238E27FC236}">
                <a16:creationId xmlns:a16="http://schemas.microsoft.com/office/drawing/2014/main" id="{1DE7177F-41DC-B34C-85FD-D002E01C4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100" y="4475163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2" name="Line 58">
            <a:extLst>
              <a:ext uri="{FF2B5EF4-FFF2-40B4-BE49-F238E27FC236}">
                <a16:creationId xmlns:a16="http://schemas.microsoft.com/office/drawing/2014/main" id="{A405A0CE-3BA9-B74F-9E4E-E0438D6AB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4538663"/>
            <a:ext cx="3302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3" name="Line 59">
            <a:extLst>
              <a:ext uri="{FF2B5EF4-FFF2-40B4-BE49-F238E27FC236}">
                <a16:creationId xmlns:a16="http://schemas.microsoft.com/office/drawing/2014/main" id="{0EBB1928-E8A6-F64F-8FAF-8C972C00D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5148263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094" name="Group 67">
            <a:extLst>
              <a:ext uri="{FF2B5EF4-FFF2-40B4-BE49-F238E27FC236}">
                <a16:creationId xmlns:a16="http://schemas.microsoft.com/office/drawing/2014/main" id="{A6F97930-534E-B344-9EF1-C66D29075F72}"/>
              </a:ext>
            </a:extLst>
          </p:cNvPr>
          <p:cNvGrpSpPr>
            <a:grpSpLocks/>
          </p:cNvGrpSpPr>
          <p:nvPr/>
        </p:nvGrpSpPr>
        <p:grpSpPr bwMode="auto">
          <a:xfrm>
            <a:off x="8512175" y="4398963"/>
            <a:ext cx="333375" cy="946150"/>
            <a:chOff x="5290" y="2888"/>
            <a:chExt cx="210" cy="596"/>
          </a:xfrm>
        </p:grpSpPr>
        <p:sp>
          <p:nvSpPr>
            <p:cNvPr id="44222" name="Line 60">
              <a:extLst>
                <a:ext uri="{FF2B5EF4-FFF2-40B4-BE49-F238E27FC236}">
                  <a16:creationId xmlns:a16="http://schemas.microsoft.com/office/drawing/2014/main" id="{8FD0A184-0F56-5D4D-9C06-28437AF31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8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23" name="Line 61">
              <a:extLst>
                <a:ext uri="{FF2B5EF4-FFF2-40B4-BE49-F238E27FC236}">
                  <a16:creationId xmlns:a16="http://schemas.microsoft.com/office/drawing/2014/main" id="{82452B2D-ED7B-604C-A039-AA6B487B5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8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24" name="Line 62">
              <a:extLst>
                <a:ext uri="{FF2B5EF4-FFF2-40B4-BE49-F238E27FC236}">
                  <a16:creationId xmlns:a16="http://schemas.microsoft.com/office/drawing/2014/main" id="{59282F29-8DDA-6E45-99B9-E2E8D73B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3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25" name="Line 63">
              <a:extLst>
                <a:ext uri="{FF2B5EF4-FFF2-40B4-BE49-F238E27FC236}">
                  <a16:creationId xmlns:a16="http://schemas.microsoft.com/office/drawing/2014/main" id="{3D936F41-9A53-E645-B164-B5B46710A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26" name="Rectangle 64">
              <a:extLst>
                <a:ext uri="{FF2B5EF4-FFF2-40B4-BE49-F238E27FC236}">
                  <a16:creationId xmlns:a16="http://schemas.microsoft.com/office/drawing/2014/main" id="{A46D88C8-B5A9-874E-A280-67A8064751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30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44227" name="Rectangle 65">
              <a:extLst>
                <a:ext uri="{FF2B5EF4-FFF2-40B4-BE49-F238E27FC236}">
                  <a16:creationId xmlns:a16="http://schemas.microsoft.com/office/drawing/2014/main" id="{828FA01B-978C-AB4A-8D2E-371F68BEC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9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228" name="Rectangle 66">
              <a:extLst>
                <a:ext uri="{FF2B5EF4-FFF2-40B4-BE49-F238E27FC236}">
                  <a16:creationId xmlns:a16="http://schemas.microsoft.com/office/drawing/2014/main" id="{B902BA7C-30FF-7A4F-BEA3-97F139DD7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2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44095" name="Line 68">
            <a:extLst>
              <a:ext uri="{FF2B5EF4-FFF2-40B4-BE49-F238E27FC236}">
                <a16:creationId xmlns:a16="http://schemas.microsoft.com/office/drawing/2014/main" id="{27384D1E-111A-A843-BE4B-AC8F1A780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4200" y="45386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6" name="Line 69">
            <a:extLst>
              <a:ext uri="{FF2B5EF4-FFF2-40B4-BE49-F238E27FC236}">
                <a16:creationId xmlns:a16="http://schemas.microsoft.com/office/drawing/2014/main" id="{2E1C6C76-6565-A448-81CC-03B9EE4C4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4200" y="51482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7" name="Line 70">
            <a:extLst>
              <a:ext uri="{FF2B5EF4-FFF2-40B4-BE49-F238E27FC236}">
                <a16:creationId xmlns:a16="http://schemas.microsoft.com/office/drawing/2014/main" id="{1EC4810E-33AE-CA40-957B-39C905DB4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493963"/>
            <a:ext cx="0" cy="1346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8" name="Line 71">
            <a:extLst>
              <a:ext uri="{FF2B5EF4-FFF2-40B4-BE49-F238E27FC236}">
                <a16:creationId xmlns:a16="http://schemas.microsoft.com/office/drawing/2014/main" id="{71D347B3-D50B-6444-B381-38B0D909C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3776663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9" name="Line 72">
            <a:extLst>
              <a:ext uri="{FF2B5EF4-FFF2-40B4-BE49-F238E27FC236}">
                <a16:creationId xmlns:a16="http://schemas.microsoft.com/office/drawing/2014/main" id="{319830B8-57DD-0640-AF97-F90BB9B0C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5529263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00" name="Line 73">
            <a:extLst>
              <a:ext uri="{FF2B5EF4-FFF2-40B4-BE49-F238E27FC236}">
                <a16:creationId xmlns:a16="http://schemas.microsoft.com/office/drawing/2014/main" id="{2114A0BB-B94D-AB45-9767-904487FCB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5224463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01" name="Line 74">
            <a:extLst>
              <a:ext uri="{FF2B5EF4-FFF2-40B4-BE49-F238E27FC236}">
                <a16:creationId xmlns:a16="http://schemas.microsoft.com/office/drawing/2014/main" id="{6ECC74DF-8C91-ED4E-BAAC-0CFF83515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400" y="34718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02" name="Line 75">
            <a:extLst>
              <a:ext uri="{FF2B5EF4-FFF2-40B4-BE49-F238E27FC236}">
                <a16:creationId xmlns:a16="http://schemas.microsoft.com/office/drawing/2014/main" id="{8DA0D043-4BE6-B346-BE57-B2E744CCD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7600" y="5376863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03" name="Line 76">
            <a:extLst>
              <a:ext uri="{FF2B5EF4-FFF2-40B4-BE49-F238E27FC236}">
                <a16:creationId xmlns:a16="http://schemas.microsoft.com/office/drawing/2014/main" id="{A4210977-5BB8-494E-9131-194AC0192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8700" y="5313363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04" name="Rectangle 77">
            <a:extLst>
              <a:ext uri="{FF2B5EF4-FFF2-40B4-BE49-F238E27FC236}">
                <a16:creationId xmlns:a16="http://schemas.microsoft.com/office/drawing/2014/main" id="{1918E6B9-DD3B-DC41-A75E-293FFF305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5927725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44105" name="Group 82">
            <a:extLst>
              <a:ext uri="{FF2B5EF4-FFF2-40B4-BE49-F238E27FC236}">
                <a16:creationId xmlns:a16="http://schemas.microsoft.com/office/drawing/2014/main" id="{7E25166B-51A0-2D4D-A720-A5029C9DC5C1}"/>
              </a:ext>
            </a:extLst>
          </p:cNvPr>
          <p:cNvGrpSpPr>
            <a:grpSpLocks/>
          </p:cNvGrpSpPr>
          <p:nvPr/>
        </p:nvGrpSpPr>
        <p:grpSpPr bwMode="auto">
          <a:xfrm>
            <a:off x="4686300" y="5084763"/>
            <a:ext cx="228600" cy="533400"/>
            <a:chOff x="2880" y="3320"/>
            <a:chExt cx="144" cy="336"/>
          </a:xfrm>
        </p:grpSpPr>
        <p:sp>
          <p:nvSpPr>
            <p:cNvPr id="44218" name="Line 78">
              <a:extLst>
                <a:ext uri="{FF2B5EF4-FFF2-40B4-BE49-F238E27FC236}">
                  <a16:creationId xmlns:a16="http://schemas.microsoft.com/office/drawing/2014/main" id="{BBA6D4A5-CAB9-364D-93E9-5DE66E077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2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9" name="Line 79">
              <a:extLst>
                <a:ext uri="{FF2B5EF4-FFF2-40B4-BE49-F238E27FC236}">
                  <a16:creationId xmlns:a16="http://schemas.microsoft.com/office/drawing/2014/main" id="{7F49CE73-A2C7-0C4C-A500-335A61102B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320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20" name="Line 80">
              <a:extLst>
                <a:ext uri="{FF2B5EF4-FFF2-40B4-BE49-F238E27FC236}">
                  <a16:creationId xmlns:a16="http://schemas.microsoft.com/office/drawing/2014/main" id="{F483B2E3-329E-654E-9013-3A11E6070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99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21" name="Line 81">
              <a:extLst>
                <a:ext uri="{FF2B5EF4-FFF2-40B4-BE49-F238E27FC236}">
                  <a16:creationId xmlns:a16="http://schemas.microsoft.com/office/drawing/2014/main" id="{A953FAB7-FA16-1447-8BDB-B6D07D5E0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5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106" name="Rectangle 83">
            <a:extLst>
              <a:ext uri="{FF2B5EF4-FFF2-40B4-BE49-F238E27FC236}">
                <a16:creationId xmlns:a16="http://schemas.microsoft.com/office/drawing/2014/main" id="{6512F166-216D-2946-BC32-4F0AD0B81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3" y="5332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4107" name="Rectangle 84">
            <a:extLst>
              <a:ext uri="{FF2B5EF4-FFF2-40B4-BE49-F238E27FC236}">
                <a16:creationId xmlns:a16="http://schemas.microsoft.com/office/drawing/2014/main" id="{30BEA15B-332C-CA4D-A45C-7E401BB61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613" y="504348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4108" name="Line 85">
            <a:extLst>
              <a:ext uri="{FF2B5EF4-FFF2-40B4-BE49-F238E27FC236}">
                <a16:creationId xmlns:a16="http://schemas.microsoft.com/office/drawing/2014/main" id="{0D9843A2-975B-A442-B7D5-A31888C7D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0" y="5618163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09" name="Rectangle 86">
            <a:extLst>
              <a:ext uri="{FF2B5EF4-FFF2-40B4-BE49-F238E27FC236}">
                <a16:creationId xmlns:a16="http://schemas.microsoft.com/office/drawing/2014/main" id="{3F68AB51-78AA-2945-BC4A-26AD6119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338" y="5927725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44110" name="Rectangle 87">
            <a:extLst>
              <a:ext uri="{FF2B5EF4-FFF2-40B4-BE49-F238E27FC236}">
                <a16:creationId xmlns:a16="http://schemas.microsoft.com/office/drawing/2014/main" id="{EFBFD0FC-82EB-3944-A8C1-FB3526D9B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013" y="4943475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44111" name="Rectangle 88">
            <a:extLst>
              <a:ext uri="{FF2B5EF4-FFF2-40B4-BE49-F238E27FC236}">
                <a16:creationId xmlns:a16="http://schemas.microsoft.com/office/drawing/2014/main" id="{01B2A282-A04D-0E48-BF45-FC2274853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013" y="5248275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44112" name="Rectangle 89">
            <a:extLst>
              <a:ext uri="{FF2B5EF4-FFF2-40B4-BE49-F238E27FC236}">
                <a16:creationId xmlns:a16="http://schemas.microsoft.com/office/drawing/2014/main" id="{02F75D81-D343-154B-BDC8-E3946145A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3495675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44113" name="Line 90">
            <a:extLst>
              <a:ext uri="{FF2B5EF4-FFF2-40B4-BE49-F238E27FC236}">
                <a16:creationId xmlns:a16="http://schemas.microsoft.com/office/drawing/2014/main" id="{157824A4-9233-5547-87AD-E47FF5EA1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2300" y="5224463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14" name="Line 91">
            <a:extLst>
              <a:ext uri="{FF2B5EF4-FFF2-40B4-BE49-F238E27FC236}">
                <a16:creationId xmlns:a16="http://schemas.microsoft.com/office/drawing/2014/main" id="{D799C4DF-A402-934C-A5ED-1B6A3E3D6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0" y="3471863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15" name="Rectangle 92">
            <a:extLst>
              <a:ext uri="{FF2B5EF4-FFF2-40B4-BE49-F238E27FC236}">
                <a16:creationId xmlns:a16="http://schemas.microsoft.com/office/drawing/2014/main" id="{5D5155AD-977E-0E46-891D-7889B5940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3190875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4116" name="Line 93">
            <a:extLst>
              <a:ext uri="{FF2B5EF4-FFF2-40B4-BE49-F238E27FC236}">
                <a16:creationId xmlns:a16="http://schemas.microsoft.com/office/drawing/2014/main" id="{3F9BABA8-0FDE-524F-9512-963EF4F4E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347186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17" name="Rectangle 94">
            <a:extLst>
              <a:ext uri="{FF2B5EF4-FFF2-40B4-BE49-F238E27FC236}">
                <a16:creationId xmlns:a16="http://schemas.microsoft.com/office/drawing/2014/main" id="{C29FB973-1194-FC45-A1E7-0BA5E9566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3298825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4118" name="Rectangle 95">
            <a:extLst>
              <a:ext uri="{FF2B5EF4-FFF2-40B4-BE49-F238E27FC236}">
                <a16:creationId xmlns:a16="http://schemas.microsoft.com/office/drawing/2014/main" id="{9FF8F0C0-57AC-A543-99D8-BA70E53ED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013" y="3800475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44119" name="Rectangle 96">
            <a:extLst>
              <a:ext uri="{FF2B5EF4-FFF2-40B4-BE49-F238E27FC236}">
                <a16:creationId xmlns:a16="http://schemas.microsoft.com/office/drawing/2014/main" id="{B0F437B2-729A-F544-80DB-E44602DF9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013" y="4486275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44120" name="Line 97">
            <a:extLst>
              <a:ext uri="{FF2B5EF4-FFF2-40B4-BE49-F238E27FC236}">
                <a16:creationId xmlns:a16="http://schemas.microsoft.com/office/drawing/2014/main" id="{DE6A9C25-7E31-884E-8376-5F0E43E372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1300" y="3763963"/>
            <a:ext cx="0" cy="177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1" name="Line 98">
            <a:extLst>
              <a:ext uri="{FF2B5EF4-FFF2-40B4-BE49-F238E27FC236}">
                <a16:creationId xmlns:a16="http://schemas.microsoft.com/office/drawing/2014/main" id="{1460D780-1B92-504B-9CD1-22CD0F693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5529263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2" name="Line 99">
            <a:extLst>
              <a:ext uri="{FF2B5EF4-FFF2-40B4-BE49-F238E27FC236}">
                <a16:creationId xmlns:a16="http://schemas.microsoft.com/office/drawing/2014/main" id="{DDAA45C5-4130-3945-BE81-07C07A06E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5224463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3" name="Line 100">
            <a:extLst>
              <a:ext uri="{FF2B5EF4-FFF2-40B4-BE49-F238E27FC236}">
                <a16:creationId xmlns:a16="http://schemas.microsoft.com/office/drawing/2014/main" id="{BC49D56A-A7E6-ED40-9F0D-29641AE5F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5376863"/>
            <a:ext cx="15494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4" name="Line 101">
            <a:extLst>
              <a:ext uri="{FF2B5EF4-FFF2-40B4-BE49-F238E27FC236}">
                <a16:creationId xmlns:a16="http://schemas.microsoft.com/office/drawing/2014/main" id="{34BBF045-092C-4F4C-BC49-7092E65C5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4200" y="5376863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5" name="Line 102">
            <a:extLst>
              <a:ext uri="{FF2B5EF4-FFF2-40B4-BE49-F238E27FC236}">
                <a16:creationId xmlns:a16="http://schemas.microsoft.com/office/drawing/2014/main" id="{C92D2878-8A0F-A441-8A3B-91E9C5DB2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0100" y="53895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6" name="Line 103">
            <a:extLst>
              <a:ext uri="{FF2B5EF4-FFF2-40B4-BE49-F238E27FC236}">
                <a16:creationId xmlns:a16="http://schemas.microsoft.com/office/drawing/2014/main" id="{493054BE-0EBD-2644-92C0-7A8C1D66F2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2000" y="5757863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7" name="Line 104">
            <a:extLst>
              <a:ext uri="{FF2B5EF4-FFF2-40B4-BE49-F238E27FC236}">
                <a16:creationId xmlns:a16="http://schemas.microsoft.com/office/drawing/2014/main" id="{D3C97D08-4788-B849-A4F6-5B206798D0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0" y="5135563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8" name="Line 105">
            <a:extLst>
              <a:ext uri="{FF2B5EF4-FFF2-40B4-BE49-F238E27FC236}">
                <a16:creationId xmlns:a16="http://schemas.microsoft.com/office/drawing/2014/main" id="{4BA828AE-C1FD-5141-9BB9-672C90623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3800" y="4919663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9" name="Line 106">
            <a:extLst>
              <a:ext uri="{FF2B5EF4-FFF2-40B4-BE49-F238E27FC236}">
                <a16:creationId xmlns:a16="http://schemas.microsoft.com/office/drawing/2014/main" id="{3F537D28-9D40-0642-BB7F-D929C8ADB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3500" y="4932363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0" name="Line 107">
            <a:extLst>
              <a:ext uri="{FF2B5EF4-FFF2-40B4-BE49-F238E27FC236}">
                <a16:creationId xmlns:a16="http://schemas.microsoft.com/office/drawing/2014/main" id="{D17887A7-2691-5E49-A5CC-AD8B9F675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6800" y="5910263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1" name="Line 108">
            <a:extLst>
              <a:ext uri="{FF2B5EF4-FFF2-40B4-BE49-F238E27FC236}">
                <a16:creationId xmlns:a16="http://schemas.microsoft.com/office/drawing/2014/main" id="{387CE301-F531-7549-A8A8-6DB90D1F3E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9500" y="5135563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2" name="Line 109">
            <a:extLst>
              <a:ext uri="{FF2B5EF4-FFF2-40B4-BE49-F238E27FC236}">
                <a16:creationId xmlns:a16="http://schemas.microsoft.com/office/drawing/2014/main" id="{B4B8B14B-8284-6346-98C1-3DD83997F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0" y="5224463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3" name="Line 110">
            <a:extLst>
              <a:ext uri="{FF2B5EF4-FFF2-40B4-BE49-F238E27FC236}">
                <a16:creationId xmlns:a16="http://schemas.microsoft.com/office/drawing/2014/main" id="{405D9926-DF0D-124B-BC95-E55C2D708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9600" y="347186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4" name="Rectangle 111">
            <a:extLst>
              <a:ext uri="{FF2B5EF4-FFF2-40B4-BE49-F238E27FC236}">
                <a16:creationId xmlns:a16="http://schemas.microsoft.com/office/drawing/2014/main" id="{A5B44176-FF88-1C4F-AC14-C9B9CD0AC96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24769" y="3531394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4135" name="Line 112">
            <a:extLst>
              <a:ext uri="{FF2B5EF4-FFF2-40B4-BE49-F238E27FC236}">
                <a16:creationId xmlns:a16="http://schemas.microsoft.com/office/drawing/2014/main" id="{52FC639A-397D-CB44-83FF-3966722B3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7600" y="40814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6" name="Line 113">
            <a:extLst>
              <a:ext uri="{FF2B5EF4-FFF2-40B4-BE49-F238E27FC236}">
                <a16:creationId xmlns:a16="http://schemas.microsoft.com/office/drawing/2014/main" id="{429ACC76-7EB1-BD48-A4EF-5278C08EB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400" y="40814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7" name="Line 114">
            <a:extLst>
              <a:ext uri="{FF2B5EF4-FFF2-40B4-BE49-F238E27FC236}">
                <a16:creationId xmlns:a16="http://schemas.microsoft.com/office/drawing/2014/main" id="{941DB074-2BD8-934C-8E10-7241D3FAB5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0" y="3471863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8" name="Line 115">
            <a:extLst>
              <a:ext uri="{FF2B5EF4-FFF2-40B4-BE49-F238E27FC236}">
                <a16:creationId xmlns:a16="http://schemas.microsoft.com/office/drawing/2014/main" id="{398470A9-BBC8-C747-9DCE-E1B51FD2EE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0" y="3624263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139" name="Group 121">
            <a:extLst>
              <a:ext uri="{FF2B5EF4-FFF2-40B4-BE49-F238E27FC236}">
                <a16:creationId xmlns:a16="http://schemas.microsoft.com/office/drawing/2014/main" id="{7C892B94-FEA7-DA46-B6C1-2B03CBC288F5}"/>
              </a:ext>
            </a:extLst>
          </p:cNvPr>
          <p:cNvGrpSpPr>
            <a:grpSpLocks/>
          </p:cNvGrpSpPr>
          <p:nvPr/>
        </p:nvGrpSpPr>
        <p:grpSpPr bwMode="auto">
          <a:xfrm>
            <a:off x="6962775" y="3395663"/>
            <a:ext cx="395288" cy="306387"/>
            <a:chOff x="4314" y="2256"/>
            <a:chExt cx="249" cy="193"/>
          </a:xfrm>
        </p:grpSpPr>
        <p:sp>
          <p:nvSpPr>
            <p:cNvPr id="44213" name="Arc 116">
              <a:extLst>
                <a:ext uri="{FF2B5EF4-FFF2-40B4-BE49-F238E27FC236}">
                  <a16:creationId xmlns:a16="http://schemas.microsoft.com/office/drawing/2014/main" id="{8BB3BBE0-6BAC-CC4B-97F6-C47A0DDE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2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4" name="Arc 117">
              <a:extLst>
                <a:ext uri="{FF2B5EF4-FFF2-40B4-BE49-F238E27FC236}">
                  <a16:creationId xmlns:a16="http://schemas.microsoft.com/office/drawing/2014/main" id="{1C3B3CF8-BD48-A64A-826F-CC4CEC6B257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3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5" name="Line 118">
              <a:extLst>
                <a:ext uri="{FF2B5EF4-FFF2-40B4-BE49-F238E27FC236}">
                  <a16:creationId xmlns:a16="http://schemas.microsoft.com/office/drawing/2014/main" id="{1FAC4C16-AABA-4C44-8EF3-894DF5479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25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6" name="Line 119">
              <a:extLst>
                <a:ext uri="{FF2B5EF4-FFF2-40B4-BE49-F238E27FC236}">
                  <a16:creationId xmlns:a16="http://schemas.microsoft.com/office/drawing/2014/main" id="{2BA6786A-F94D-3F4A-B007-EA407D60D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44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7" name="Line 120">
              <a:extLst>
                <a:ext uri="{FF2B5EF4-FFF2-40B4-BE49-F238E27FC236}">
                  <a16:creationId xmlns:a16="http://schemas.microsoft.com/office/drawing/2014/main" id="{31E4A04C-9AE3-7F43-B808-AC8A68190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140" name="Rectangle 122">
            <a:extLst>
              <a:ext uri="{FF2B5EF4-FFF2-40B4-BE49-F238E27FC236}">
                <a16:creationId xmlns:a16="http://schemas.microsoft.com/office/drawing/2014/main" id="{2775BF8D-E500-6D4A-B87F-7F07CFF3541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99188" y="3794125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53371" name="Rectangle 123">
            <a:extLst>
              <a:ext uri="{FF2B5EF4-FFF2-40B4-BE49-F238E27FC236}">
                <a16:creationId xmlns:a16="http://schemas.microsoft.com/office/drawing/2014/main" id="{E26A8129-2451-554A-A334-7919FF7B038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23050" y="2176463"/>
            <a:ext cx="1111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Branch=0</a:t>
            </a:r>
          </a:p>
        </p:txBody>
      </p:sp>
      <p:sp>
        <p:nvSpPr>
          <p:cNvPr id="44142" name="Line 124">
            <a:extLst>
              <a:ext uri="{FF2B5EF4-FFF2-40B4-BE49-F238E27FC236}">
                <a16:creationId xmlns:a16="http://schemas.microsoft.com/office/drawing/2014/main" id="{C112F9FF-D8A8-C346-94B5-FFD61B7566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43700" y="3611563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3" name="Line 125">
            <a:extLst>
              <a:ext uri="{FF2B5EF4-FFF2-40B4-BE49-F238E27FC236}">
                <a16:creationId xmlns:a16="http://schemas.microsoft.com/office/drawing/2014/main" id="{A08862BF-464F-6F45-9560-FDE629FD7E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9888" y="2468563"/>
            <a:ext cx="11112" cy="1003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4" name="Line 126">
            <a:extLst>
              <a:ext uri="{FF2B5EF4-FFF2-40B4-BE49-F238E27FC236}">
                <a16:creationId xmlns:a16="http://schemas.microsoft.com/office/drawing/2014/main" id="{D9135A1F-2624-A640-8B77-3FAD3E816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9200" y="408146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145" name="Group 132">
            <a:extLst>
              <a:ext uri="{FF2B5EF4-FFF2-40B4-BE49-F238E27FC236}">
                <a16:creationId xmlns:a16="http://schemas.microsoft.com/office/drawing/2014/main" id="{CD99ACF0-C0BB-9C47-985A-10E847680798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2798763"/>
            <a:ext cx="254000" cy="533400"/>
            <a:chOff x="688" y="1880"/>
            <a:chExt cx="160" cy="336"/>
          </a:xfrm>
        </p:grpSpPr>
        <p:sp>
          <p:nvSpPr>
            <p:cNvPr id="44209" name="Line 128">
              <a:extLst>
                <a:ext uri="{FF2B5EF4-FFF2-40B4-BE49-F238E27FC236}">
                  <a16:creationId xmlns:a16="http://schemas.microsoft.com/office/drawing/2014/main" id="{1C0408B4-162B-8048-B8E4-BC978E0E0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0" name="Line 129">
              <a:extLst>
                <a:ext uri="{FF2B5EF4-FFF2-40B4-BE49-F238E27FC236}">
                  <a16:creationId xmlns:a16="http://schemas.microsoft.com/office/drawing/2014/main" id="{395E69A5-DC9E-5146-9093-DCF44BA83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1" name="Line 130">
              <a:extLst>
                <a:ext uri="{FF2B5EF4-FFF2-40B4-BE49-F238E27FC236}">
                  <a16:creationId xmlns:a16="http://schemas.microsoft.com/office/drawing/2014/main" id="{972DD8A3-739F-1349-8643-A415ACD54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12" name="Line 131">
              <a:extLst>
                <a:ext uri="{FF2B5EF4-FFF2-40B4-BE49-F238E27FC236}">
                  <a16:creationId xmlns:a16="http://schemas.microsoft.com/office/drawing/2014/main" id="{07F552AA-3B29-1349-9DFC-792F5274C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146" name="Rectangle 133">
            <a:extLst>
              <a:ext uri="{FF2B5EF4-FFF2-40B4-BE49-F238E27FC236}">
                <a16:creationId xmlns:a16="http://schemas.microsoft.com/office/drawing/2014/main" id="{1D2C2055-F149-F344-B31D-670F1D43BB9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17613" y="2817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4147" name="Rectangle 134">
            <a:extLst>
              <a:ext uri="{FF2B5EF4-FFF2-40B4-BE49-F238E27FC236}">
                <a16:creationId xmlns:a16="http://schemas.microsoft.com/office/drawing/2014/main" id="{DE9EC4C7-C11E-EB4A-B9A9-3EB17989B2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17613" y="298608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4148" name="Line 135">
            <a:extLst>
              <a:ext uri="{FF2B5EF4-FFF2-40B4-BE49-F238E27FC236}">
                <a16:creationId xmlns:a16="http://schemas.microsoft.com/office/drawing/2014/main" id="{FB0048D4-A51B-644A-9199-FAC8C47CB6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2400" y="316706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49" name="Line 136">
            <a:extLst>
              <a:ext uri="{FF2B5EF4-FFF2-40B4-BE49-F238E27FC236}">
                <a16:creationId xmlns:a16="http://schemas.microsoft.com/office/drawing/2014/main" id="{2A790238-2F9F-B04E-8BF1-2DB415D84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9300" y="317976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0" name="Oval 137">
            <a:extLst>
              <a:ext uri="{FF2B5EF4-FFF2-40B4-BE49-F238E27FC236}">
                <a16:creationId xmlns:a16="http://schemas.microsoft.com/office/drawing/2014/main" id="{489A6D74-7D4E-FF4D-A9AB-D7F880A3E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3179763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151" name="Line 138">
            <a:extLst>
              <a:ext uri="{FF2B5EF4-FFF2-40B4-BE49-F238E27FC236}">
                <a16:creationId xmlns:a16="http://schemas.microsoft.com/office/drawing/2014/main" id="{7F28CA83-52FF-0E47-A7C8-6D46A01E3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" y="3027363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2" name="Oval 139">
            <a:extLst>
              <a:ext uri="{FF2B5EF4-FFF2-40B4-BE49-F238E27FC236}">
                <a16:creationId xmlns:a16="http://schemas.microsoft.com/office/drawing/2014/main" id="{0454401B-CBD2-1343-8484-2A2F51E9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3179763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153" name="Line 140">
            <a:extLst>
              <a:ext uri="{FF2B5EF4-FFF2-40B4-BE49-F238E27FC236}">
                <a16:creationId xmlns:a16="http://schemas.microsoft.com/office/drawing/2014/main" id="{CDC23786-D877-984A-B5FD-5310C10D28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400" y="2938463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4" name="Line 141">
            <a:extLst>
              <a:ext uri="{FF2B5EF4-FFF2-40B4-BE49-F238E27FC236}">
                <a16:creationId xmlns:a16="http://schemas.microsoft.com/office/drawing/2014/main" id="{B663BDFD-2F1A-D34E-A1D7-136888378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" y="4081463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5" name="Line 142">
            <a:extLst>
              <a:ext uri="{FF2B5EF4-FFF2-40B4-BE49-F238E27FC236}">
                <a16:creationId xmlns:a16="http://schemas.microsoft.com/office/drawing/2014/main" id="{45AC6DA3-54EF-8E49-B372-4EF4606AB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" y="2951163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6" name="Line 149">
            <a:extLst>
              <a:ext uri="{FF2B5EF4-FFF2-40B4-BE49-F238E27FC236}">
                <a16:creationId xmlns:a16="http://schemas.microsoft.com/office/drawing/2014/main" id="{4E9EF184-EA78-B94D-9C2C-1AA489BAF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3027363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7" name="Oval 150">
            <a:extLst>
              <a:ext uri="{FF2B5EF4-FFF2-40B4-BE49-F238E27FC236}">
                <a16:creationId xmlns:a16="http://schemas.microsoft.com/office/drawing/2014/main" id="{2DEEA108-65CF-8F45-BF2E-A32C1A955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3179763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158" name="Line 151">
            <a:extLst>
              <a:ext uri="{FF2B5EF4-FFF2-40B4-BE49-F238E27FC236}">
                <a16:creationId xmlns:a16="http://schemas.microsoft.com/office/drawing/2014/main" id="{4949CC10-5780-DB45-A9BD-A8DA8980F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3027363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9" name="Oval 152">
            <a:extLst>
              <a:ext uri="{FF2B5EF4-FFF2-40B4-BE49-F238E27FC236}">
                <a16:creationId xmlns:a16="http://schemas.microsoft.com/office/drawing/2014/main" id="{AB45B46F-34C1-8049-8D7E-170697E3A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3179763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160" name="Line 153">
            <a:extLst>
              <a:ext uri="{FF2B5EF4-FFF2-40B4-BE49-F238E27FC236}">
                <a16:creationId xmlns:a16="http://schemas.microsoft.com/office/drawing/2014/main" id="{DE8363D0-1ED0-3B41-B477-63B8339E20C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9100" y="3027363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1" name="Oval 154">
            <a:extLst>
              <a:ext uri="{FF2B5EF4-FFF2-40B4-BE49-F238E27FC236}">
                <a16:creationId xmlns:a16="http://schemas.microsoft.com/office/drawing/2014/main" id="{E2BB259F-42C6-8E45-BE48-EA34299DA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600" y="3179763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162" name="Line 155">
            <a:extLst>
              <a:ext uri="{FF2B5EF4-FFF2-40B4-BE49-F238E27FC236}">
                <a16:creationId xmlns:a16="http://schemas.microsoft.com/office/drawing/2014/main" id="{976E1C2A-C743-5D4F-B4FF-FE66A97090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2500" y="1858963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3" name="Line 156">
            <a:extLst>
              <a:ext uri="{FF2B5EF4-FFF2-40B4-BE49-F238E27FC236}">
                <a16:creationId xmlns:a16="http://schemas.microsoft.com/office/drawing/2014/main" id="{0A12F7BB-5918-9E4C-8363-C33D5789CE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6500" y="1858963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4" name="Line 157">
            <a:extLst>
              <a:ext uri="{FF2B5EF4-FFF2-40B4-BE49-F238E27FC236}">
                <a16:creationId xmlns:a16="http://schemas.microsoft.com/office/drawing/2014/main" id="{EEFE52E1-8650-E342-A266-251319A55F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5300" y="1858963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5" name="Line 158">
            <a:extLst>
              <a:ext uri="{FF2B5EF4-FFF2-40B4-BE49-F238E27FC236}">
                <a16:creationId xmlns:a16="http://schemas.microsoft.com/office/drawing/2014/main" id="{A976F952-946A-2340-A53E-6C9582F5A9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4100" y="1858963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6" name="Line 159">
            <a:extLst>
              <a:ext uri="{FF2B5EF4-FFF2-40B4-BE49-F238E27FC236}">
                <a16:creationId xmlns:a16="http://schemas.microsoft.com/office/drawing/2014/main" id="{FB524053-C12D-8942-8983-4B67782645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39100" y="1858963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7" name="Line 160">
            <a:extLst>
              <a:ext uri="{FF2B5EF4-FFF2-40B4-BE49-F238E27FC236}">
                <a16:creationId xmlns:a16="http://schemas.microsoft.com/office/drawing/2014/main" id="{74F7A357-56D8-544B-BB92-6B075BD12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8" name="Line 161">
            <a:extLst>
              <a:ext uri="{FF2B5EF4-FFF2-40B4-BE49-F238E27FC236}">
                <a16:creationId xmlns:a16="http://schemas.microsoft.com/office/drawing/2014/main" id="{8585BE0C-EE34-0646-BCEB-F2687D137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69" name="Line 162">
            <a:extLst>
              <a:ext uri="{FF2B5EF4-FFF2-40B4-BE49-F238E27FC236}">
                <a16:creationId xmlns:a16="http://schemas.microsoft.com/office/drawing/2014/main" id="{3AF2C476-E067-A748-9BBD-9A9FCF091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0" name="Line 163">
            <a:extLst>
              <a:ext uri="{FF2B5EF4-FFF2-40B4-BE49-F238E27FC236}">
                <a16:creationId xmlns:a16="http://schemas.microsoft.com/office/drawing/2014/main" id="{0D645F87-C73B-8145-A49C-C98F6B2B0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1" name="Line 164">
            <a:extLst>
              <a:ext uri="{FF2B5EF4-FFF2-40B4-BE49-F238E27FC236}">
                <a16:creationId xmlns:a16="http://schemas.microsoft.com/office/drawing/2014/main" id="{F6F38D08-5902-464D-BF0D-A8AF9281B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91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2" name="Line 165">
            <a:extLst>
              <a:ext uri="{FF2B5EF4-FFF2-40B4-BE49-F238E27FC236}">
                <a16:creationId xmlns:a16="http://schemas.microsoft.com/office/drawing/2014/main" id="{E79611A7-9B41-EC43-9EB4-D9EB29ABEB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2600" y="133826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3" name="Line 166">
            <a:extLst>
              <a:ext uri="{FF2B5EF4-FFF2-40B4-BE49-F238E27FC236}">
                <a16:creationId xmlns:a16="http://schemas.microsoft.com/office/drawing/2014/main" id="{27640D8D-21FC-484D-9AAC-9851632EC7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01800" y="1338263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4" name="Line 167">
            <a:extLst>
              <a:ext uri="{FF2B5EF4-FFF2-40B4-BE49-F238E27FC236}">
                <a16:creationId xmlns:a16="http://schemas.microsoft.com/office/drawing/2014/main" id="{6168B29A-A060-5E4F-B81E-A7C26E779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5" name="Line 168">
            <a:extLst>
              <a:ext uri="{FF2B5EF4-FFF2-40B4-BE49-F238E27FC236}">
                <a16:creationId xmlns:a16="http://schemas.microsoft.com/office/drawing/2014/main" id="{24E011E5-4716-074C-9079-0C02BAECA9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8200" y="1338263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6" name="Line 169">
            <a:extLst>
              <a:ext uri="{FF2B5EF4-FFF2-40B4-BE49-F238E27FC236}">
                <a16:creationId xmlns:a16="http://schemas.microsoft.com/office/drawing/2014/main" id="{4E48D7F7-BE30-C24E-8CFE-2A1FF263A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09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7" name="Line 170">
            <a:extLst>
              <a:ext uri="{FF2B5EF4-FFF2-40B4-BE49-F238E27FC236}">
                <a16:creationId xmlns:a16="http://schemas.microsoft.com/office/drawing/2014/main" id="{DE7107DB-CD2E-BA4E-AEFD-21E26BA423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0" y="1338263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8" name="Line 171">
            <a:extLst>
              <a:ext uri="{FF2B5EF4-FFF2-40B4-BE49-F238E27FC236}">
                <a16:creationId xmlns:a16="http://schemas.microsoft.com/office/drawing/2014/main" id="{A839BD7D-51F2-3B4A-BDCE-E2B119E6C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79" name="Line 172">
            <a:extLst>
              <a:ext uri="{FF2B5EF4-FFF2-40B4-BE49-F238E27FC236}">
                <a16:creationId xmlns:a16="http://schemas.microsoft.com/office/drawing/2014/main" id="{D37BA15E-F3AA-0F4D-A29B-D37B68F764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12000" y="1338263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0" name="Line 173">
            <a:extLst>
              <a:ext uri="{FF2B5EF4-FFF2-40B4-BE49-F238E27FC236}">
                <a16:creationId xmlns:a16="http://schemas.microsoft.com/office/drawing/2014/main" id="{7DF36880-15F0-C948-BC35-191E477FA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4700" y="135096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1" name="Line 174">
            <a:extLst>
              <a:ext uri="{FF2B5EF4-FFF2-40B4-BE49-F238E27FC236}">
                <a16:creationId xmlns:a16="http://schemas.microsoft.com/office/drawing/2014/main" id="{4CF05B12-A9B4-4644-AD13-708279BCFF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9800" y="1719263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2" name="Line 175">
            <a:extLst>
              <a:ext uri="{FF2B5EF4-FFF2-40B4-BE49-F238E27FC236}">
                <a16:creationId xmlns:a16="http://schemas.microsoft.com/office/drawing/2014/main" id="{6E928330-676E-0849-AB95-168631D132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3800" y="1719263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3" name="Line 176">
            <a:extLst>
              <a:ext uri="{FF2B5EF4-FFF2-40B4-BE49-F238E27FC236}">
                <a16:creationId xmlns:a16="http://schemas.microsoft.com/office/drawing/2014/main" id="{D3BC1D9E-ACAF-B44A-903F-4A0AD503E6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2600" y="1719263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4" name="Line 177">
            <a:extLst>
              <a:ext uri="{FF2B5EF4-FFF2-40B4-BE49-F238E27FC236}">
                <a16:creationId xmlns:a16="http://schemas.microsoft.com/office/drawing/2014/main" id="{A03957F1-98FF-D344-A20E-FC0F03F1AE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1400" y="1719263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5" name="Line 178">
            <a:extLst>
              <a:ext uri="{FF2B5EF4-FFF2-40B4-BE49-F238E27FC236}">
                <a16:creationId xmlns:a16="http://schemas.microsoft.com/office/drawing/2014/main" id="{19C6A213-34E4-F74C-A265-798342ECD8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6400" y="1719263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6" name="Rectangle 179">
            <a:extLst>
              <a:ext uri="{FF2B5EF4-FFF2-40B4-BE49-F238E27FC236}">
                <a16:creationId xmlns:a16="http://schemas.microsoft.com/office/drawing/2014/main" id="{F3765F67-A36E-CA4E-B03F-08EA9EBB5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4144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44187" name="Line 180">
            <a:extLst>
              <a:ext uri="{FF2B5EF4-FFF2-40B4-BE49-F238E27FC236}">
                <a16:creationId xmlns:a16="http://schemas.microsoft.com/office/drawing/2014/main" id="{89E19AB7-071F-CC4C-A5BB-76CF37D57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4900" y="188436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8" name="Line 181">
            <a:extLst>
              <a:ext uri="{FF2B5EF4-FFF2-40B4-BE49-F238E27FC236}">
                <a16:creationId xmlns:a16="http://schemas.microsoft.com/office/drawing/2014/main" id="{1F2BBC0E-250B-F24E-8D0D-F7603E1E2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7600" y="2024063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89" name="Line 182">
            <a:extLst>
              <a:ext uri="{FF2B5EF4-FFF2-40B4-BE49-F238E27FC236}">
                <a16:creationId xmlns:a16="http://schemas.microsoft.com/office/drawing/2014/main" id="{93C96A28-ABD5-4D49-A448-790D96F2F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8900" y="188436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90" name="Line 183">
            <a:extLst>
              <a:ext uri="{FF2B5EF4-FFF2-40B4-BE49-F238E27FC236}">
                <a16:creationId xmlns:a16="http://schemas.microsoft.com/office/drawing/2014/main" id="{959624EF-89B4-B943-A554-CAFC8172B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0" y="2024063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91" name="Line 184">
            <a:extLst>
              <a:ext uri="{FF2B5EF4-FFF2-40B4-BE49-F238E27FC236}">
                <a16:creationId xmlns:a16="http://schemas.microsoft.com/office/drawing/2014/main" id="{90FE427A-D2F2-0147-A1F4-3EB2125D1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188436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92" name="Line 185">
            <a:extLst>
              <a:ext uri="{FF2B5EF4-FFF2-40B4-BE49-F238E27FC236}">
                <a16:creationId xmlns:a16="http://schemas.microsoft.com/office/drawing/2014/main" id="{9C456BFE-AD64-7541-B67D-149AB08E2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2024063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93" name="Line 186">
            <a:extLst>
              <a:ext uri="{FF2B5EF4-FFF2-40B4-BE49-F238E27FC236}">
                <a16:creationId xmlns:a16="http://schemas.microsoft.com/office/drawing/2014/main" id="{9010DD58-775F-564E-A551-ABC445BB7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6500" y="188436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94" name="Line 187">
            <a:extLst>
              <a:ext uri="{FF2B5EF4-FFF2-40B4-BE49-F238E27FC236}">
                <a16:creationId xmlns:a16="http://schemas.microsoft.com/office/drawing/2014/main" id="{52770B65-72FF-1044-8C71-5FBD91786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9200" y="2024063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95" name="Line 188">
            <a:extLst>
              <a:ext uri="{FF2B5EF4-FFF2-40B4-BE49-F238E27FC236}">
                <a16:creationId xmlns:a16="http://schemas.microsoft.com/office/drawing/2014/main" id="{9D72DCED-5FAA-E24D-97BC-1339018ED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1500" y="188436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96" name="Rectangle 189">
            <a:extLst>
              <a:ext uri="{FF2B5EF4-FFF2-40B4-BE49-F238E27FC236}">
                <a16:creationId xmlns:a16="http://schemas.microsoft.com/office/drawing/2014/main" id="{AC90DB20-21B9-A045-A103-6E79E87F7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1719263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Ifetch</a:t>
            </a:r>
          </a:p>
        </p:txBody>
      </p:sp>
      <p:sp>
        <p:nvSpPr>
          <p:cNvPr id="44197" name="Rectangle 190">
            <a:extLst>
              <a:ext uri="{FF2B5EF4-FFF2-40B4-BE49-F238E27FC236}">
                <a16:creationId xmlns:a16="http://schemas.microsoft.com/office/drawing/2014/main" id="{45051101-B3F2-284B-BC03-6C34373AF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1719263"/>
            <a:ext cx="903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Reg/Dec</a:t>
            </a:r>
          </a:p>
        </p:txBody>
      </p:sp>
      <p:sp>
        <p:nvSpPr>
          <p:cNvPr id="44198" name="Rectangle 191">
            <a:extLst>
              <a:ext uri="{FF2B5EF4-FFF2-40B4-BE49-F238E27FC236}">
                <a16:creationId xmlns:a16="http://schemas.microsoft.com/office/drawing/2014/main" id="{81C56D33-DCD3-A34D-9822-AA1246C54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613" y="1719263"/>
            <a:ext cx="598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Exec</a:t>
            </a:r>
          </a:p>
        </p:txBody>
      </p:sp>
      <p:sp>
        <p:nvSpPr>
          <p:cNvPr id="44199" name="Rectangle 192">
            <a:extLst>
              <a:ext uri="{FF2B5EF4-FFF2-40B4-BE49-F238E27FC236}">
                <a16:creationId xmlns:a16="http://schemas.microsoft.com/office/drawing/2014/main" id="{87BBCBC2-B58C-4346-AEB6-48848262F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613" y="1719263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53458" name="Group 210">
            <a:extLst>
              <a:ext uri="{FF2B5EF4-FFF2-40B4-BE49-F238E27FC236}">
                <a16:creationId xmlns:a16="http://schemas.microsoft.com/office/drawing/2014/main" id="{93CE17E7-A08D-E348-A39E-03465470D068}"/>
              </a:ext>
            </a:extLst>
          </p:cNvPr>
          <p:cNvGrpSpPr>
            <a:grpSpLocks/>
          </p:cNvGrpSpPr>
          <p:nvPr/>
        </p:nvGrpSpPr>
        <p:grpSpPr bwMode="auto">
          <a:xfrm>
            <a:off x="6272213" y="876300"/>
            <a:ext cx="1836737" cy="989013"/>
            <a:chOff x="3951" y="552"/>
            <a:chExt cx="1157" cy="623"/>
          </a:xfrm>
        </p:grpSpPr>
        <p:sp>
          <p:nvSpPr>
            <p:cNvPr id="44206" name="Oval 193">
              <a:extLst>
                <a:ext uri="{FF2B5EF4-FFF2-40B4-BE49-F238E27FC236}">
                  <a16:creationId xmlns:a16="http://schemas.microsoft.com/office/drawing/2014/main" id="{52AB3D48-973A-264E-84D8-1F8DB135F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0" y="703"/>
              <a:ext cx="88" cy="47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4207" name="Rectangle 194">
              <a:extLst>
                <a:ext uri="{FF2B5EF4-FFF2-40B4-BE49-F238E27FC236}">
                  <a16:creationId xmlns:a16="http://schemas.microsoft.com/office/drawing/2014/main" id="{893C2B49-E514-C443-ADCA-3EBF03783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" y="552"/>
              <a:ext cx="8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You are here!</a:t>
              </a:r>
            </a:p>
          </p:txBody>
        </p:sp>
        <p:sp>
          <p:nvSpPr>
            <p:cNvPr id="44208" name="Line 195">
              <a:extLst>
                <a:ext uri="{FF2B5EF4-FFF2-40B4-BE49-F238E27FC236}">
                  <a16:creationId xmlns:a16="http://schemas.microsoft.com/office/drawing/2014/main" id="{A163F304-0017-614A-A0E6-B363B4439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0" y="607"/>
              <a:ext cx="232" cy="1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201" name="Rectangle 196">
            <a:extLst>
              <a:ext uri="{FF2B5EF4-FFF2-40B4-BE49-F238E27FC236}">
                <a16:creationId xmlns:a16="http://schemas.microsoft.com/office/drawing/2014/main" id="{81D98855-6ACB-FB4C-AF18-310004A39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788" y="628650"/>
            <a:ext cx="8191500" cy="325438"/>
          </a:xfrm>
          <a:noFill/>
        </p:spPr>
        <p:txBody>
          <a:bodyPr/>
          <a:lstStyle/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Location 10:</a:t>
            </a:r>
            <a:r>
              <a:rPr lang="en-US" altLang="zh-CN">
                <a:ea typeface="宋体" panose="02010600030101010101" pitchFamily="2" charset="-122"/>
              </a:rPr>
              <a:t> lw  $1, 0x100($2)       </a:t>
            </a:r>
            <a:r>
              <a:rPr lang="zh-CN" altLang="en-US">
                <a:solidFill>
                  <a:srgbClr val="CC0000"/>
                </a:solidFill>
                <a:ea typeface="宋体" panose="02010600030101010101" pitchFamily="2" charset="-122"/>
              </a:rPr>
              <a:t>功能：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$1 &lt;-  Mem[($2) +  0x100]</a:t>
            </a:r>
          </a:p>
        </p:txBody>
      </p:sp>
      <p:sp>
        <p:nvSpPr>
          <p:cNvPr id="53445" name="Rectangle 197">
            <a:extLst>
              <a:ext uri="{FF2B5EF4-FFF2-40B4-BE49-F238E27FC236}">
                <a16:creationId xmlns:a16="http://schemas.microsoft.com/office/drawing/2014/main" id="{011CFF73-BF73-3649-AE4A-08292604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0" y="6334125"/>
            <a:ext cx="412908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周期以最长操作为准设计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Cycle &gt; T</a:t>
            </a:r>
            <a:r>
              <a:rPr lang="en-US" altLang="zh-CN" sz="1700" baseline="-25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read</a:t>
            </a:r>
            <a:endParaRPr lang="zh-CN" altLang="en-US" sz="1700" baseline="-25000">
              <a:solidFill>
                <a:srgbClr val="CC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3446" name="Text Box 198">
            <a:extLst>
              <a:ext uri="{FF2B5EF4-FFF2-40B4-BE49-F238E27FC236}">
                <a16:creationId xmlns:a16="http://schemas.microsoft.com/office/drawing/2014/main" id="{44091DAA-EF59-3047-8BE7-B5D18CBD1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5300663"/>
            <a:ext cx="23209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ea typeface="黑体" panose="02010609060101010101" pitchFamily="49" charset="-122"/>
              </a:rPr>
              <a:t>比较洗衣流水线，指令流水有什么不同？</a:t>
            </a:r>
          </a:p>
        </p:txBody>
      </p:sp>
      <p:sp>
        <p:nvSpPr>
          <p:cNvPr id="53447" name="Text Box 199">
            <a:extLst>
              <a:ext uri="{FF2B5EF4-FFF2-40B4-BE49-F238E27FC236}">
                <a16:creationId xmlns:a16="http://schemas.microsoft.com/office/drawing/2014/main" id="{2BD163FE-B05F-1B4E-B07C-8448B0B5F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5832475"/>
            <a:ext cx="298926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ea typeface="黑体" panose="02010609060101010101" pitchFamily="49" charset="-122"/>
              </a:rPr>
              <a:t>洗衣流程不能反向进行，但</a:t>
            </a:r>
          </a:p>
        </p:txBody>
      </p:sp>
      <p:sp>
        <p:nvSpPr>
          <p:cNvPr id="53448" name="Text Box 200">
            <a:extLst>
              <a:ext uri="{FF2B5EF4-FFF2-40B4-BE49-F238E27FC236}">
                <a16:creationId xmlns:a16="http://schemas.microsoft.com/office/drawing/2014/main" id="{3ADDEFC1-B73E-8947-9FA0-CF1BF5B96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6099175"/>
            <a:ext cx="28876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该阶段有反向数据流，可能会引起冒险！以后介绍。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5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9" grpId="0"/>
      <p:bldP spid="53371" grpId="0"/>
      <p:bldP spid="53445" grpId="0"/>
      <p:bldP spid="53446" grpId="0"/>
      <p:bldP spid="53447" grpId="0"/>
      <p:bldP spid="534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07">
            <a:extLst>
              <a:ext uri="{FF2B5EF4-FFF2-40B4-BE49-F238E27FC236}">
                <a16:creationId xmlns:a16="http://schemas.microsoft.com/office/drawing/2014/main" id="{BD1452A8-701D-FF40-93E8-D73E7644FA5D}"/>
              </a:ext>
            </a:extLst>
          </p:cNvPr>
          <p:cNvGrpSpPr>
            <a:grpSpLocks/>
          </p:cNvGrpSpPr>
          <p:nvPr/>
        </p:nvGrpSpPr>
        <p:grpSpPr bwMode="auto">
          <a:xfrm>
            <a:off x="3176588" y="4586288"/>
            <a:ext cx="5689600" cy="1322387"/>
            <a:chOff x="2000" y="2843"/>
            <a:chExt cx="3584" cy="833"/>
          </a:xfrm>
        </p:grpSpPr>
        <p:sp>
          <p:nvSpPr>
            <p:cNvPr id="46283" name="Line 208">
              <a:extLst>
                <a:ext uri="{FF2B5EF4-FFF2-40B4-BE49-F238E27FC236}">
                  <a16:creationId xmlns:a16="http://schemas.microsoft.com/office/drawing/2014/main" id="{2B9F8E1D-FA45-5E45-B0CC-093553B3F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2844"/>
              <a:ext cx="20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84" name="Line 209">
              <a:extLst>
                <a:ext uri="{FF2B5EF4-FFF2-40B4-BE49-F238E27FC236}">
                  <a16:creationId xmlns:a16="http://schemas.microsoft.com/office/drawing/2014/main" id="{707FBB9F-D1B4-BB4C-A792-BCA040F96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3324"/>
              <a:ext cx="138" cy="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85" name="Line 210">
              <a:extLst>
                <a:ext uri="{FF2B5EF4-FFF2-40B4-BE49-F238E27FC236}">
                  <a16:creationId xmlns:a16="http://schemas.microsoft.com/office/drawing/2014/main" id="{F8B4493D-421F-D443-B265-E5C887BD3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340"/>
              <a:ext cx="0" cy="208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86" name="Line 211">
              <a:extLst>
                <a:ext uri="{FF2B5EF4-FFF2-40B4-BE49-F238E27FC236}">
                  <a16:creationId xmlns:a16="http://schemas.microsoft.com/office/drawing/2014/main" id="{EA13A0CA-ADF9-794A-A04C-F7FB33062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3564"/>
              <a:ext cx="324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87" name="Line 212">
              <a:extLst>
                <a:ext uri="{FF2B5EF4-FFF2-40B4-BE49-F238E27FC236}">
                  <a16:creationId xmlns:a16="http://schemas.microsoft.com/office/drawing/2014/main" id="{8BB837B8-D1BF-2A46-A259-0CCDC5A41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164"/>
              <a:ext cx="0" cy="41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88" name="Line 213">
              <a:extLst>
                <a:ext uri="{FF2B5EF4-FFF2-40B4-BE49-F238E27FC236}">
                  <a16:creationId xmlns:a16="http://schemas.microsoft.com/office/drawing/2014/main" id="{4F796041-578F-704E-AF3C-B6F413EDD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" y="3044"/>
              <a:ext cx="98" cy="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89" name="Line 214">
              <a:extLst>
                <a:ext uri="{FF2B5EF4-FFF2-40B4-BE49-F238E27FC236}">
                  <a16:creationId xmlns:a16="http://schemas.microsoft.com/office/drawing/2014/main" id="{7DC26422-285F-5842-8B7A-DBC16C314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3052"/>
              <a:ext cx="0" cy="59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90" name="Line 215">
              <a:extLst>
                <a:ext uri="{FF2B5EF4-FFF2-40B4-BE49-F238E27FC236}">
                  <a16:creationId xmlns:a16="http://schemas.microsoft.com/office/drawing/2014/main" id="{0FACC6C4-52A6-D040-99D7-13FCBD5F2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2" y="3660"/>
              <a:ext cx="33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91" name="Line 216">
              <a:extLst>
                <a:ext uri="{FF2B5EF4-FFF2-40B4-BE49-F238E27FC236}">
                  <a16:creationId xmlns:a16="http://schemas.microsoft.com/office/drawing/2014/main" id="{E62A0E3E-9F69-6748-95DD-844E09DA6F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164"/>
              <a:ext cx="0" cy="51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92" name="Line 217">
              <a:extLst>
                <a:ext uri="{FF2B5EF4-FFF2-40B4-BE49-F238E27FC236}">
                  <a16:creationId xmlns:a16="http://schemas.microsoft.com/office/drawing/2014/main" id="{3A66030F-41F9-2641-A725-E149AAE9C0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1" y="2843"/>
              <a:ext cx="162" cy="211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42A476D-1C48-2A40-9156-0E475EC20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6335713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指令的回写（</a:t>
            </a:r>
            <a:r>
              <a:rPr lang="en-US" altLang="zh-CN">
                <a:ea typeface="宋体" panose="02010600030101010101" pitchFamily="2" charset="-122"/>
              </a:rPr>
              <a:t>Write Back</a:t>
            </a:r>
            <a:r>
              <a:rPr lang="zh-CN" altLang="en-US">
                <a:ea typeface="宋体" panose="02010600030101010101" pitchFamily="2" charset="-122"/>
              </a:rPr>
              <a:t>）阶段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98C228F-E656-614A-BD6C-6830E0AE1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23215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044CDFB0-B130-7143-9767-619D24C6A9C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08982" y="3402806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6086" name="Line 5">
            <a:extLst>
              <a:ext uri="{FF2B5EF4-FFF2-40B4-BE49-F238E27FC236}">
                <a16:creationId xmlns:a16="http://schemas.microsoft.com/office/drawing/2014/main" id="{744215F4-86D3-3F41-A4A2-7EFB95EA48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9273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0B48D8EA-E4E3-934F-9A16-A3DE175EF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323215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597A5F70-9517-FF4B-B372-DC098400AFB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06775" y="4316413"/>
            <a:ext cx="155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46089" name="Rectangle 8">
            <a:extLst>
              <a:ext uri="{FF2B5EF4-FFF2-40B4-BE49-F238E27FC236}">
                <a16:creationId xmlns:a16="http://schemas.microsoft.com/office/drawing/2014/main" id="{3A4165BE-F045-E14B-8604-260E3AF70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23215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90" name="Rectangle 9">
            <a:extLst>
              <a:ext uri="{FF2B5EF4-FFF2-40B4-BE49-F238E27FC236}">
                <a16:creationId xmlns:a16="http://schemas.microsoft.com/office/drawing/2014/main" id="{EFC5E4BB-0132-BA4D-835E-CB542915C93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03813" y="4314825"/>
            <a:ext cx="1812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46091" name="Rectangle 10">
            <a:extLst>
              <a:ext uri="{FF2B5EF4-FFF2-40B4-BE49-F238E27FC236}">
                <a16:creationId xmlns:a16="http://schemas.microsoft.com/office/drawing/2014/main" id="{F4D8064E-BF11-054B-8846-9474172F1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323215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92" name="Rectangle 11">
            <a:extLst>
              <a:ext uri="{FF2B5EF4-FFF2-40B4-BE49-F238E27FC236}">
                <a16:creationId xmlns:a16="http://schemas.microsoft.com/office/drawing/2014/main" id="{1F4CA3E2-6865-3544-B6DA-66B42AB19E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96907" y="4314031"/>
            <a:ext cx="1836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46093" name="Rectangle 12">
            <a:extLst>
              <a:ext uri="{FF2B5EF4-FFF2-40B4-BE49-F238E27FC236}">
                <a16:creationId xmlns:a16="http://schemas.microsoft.com/office/drawing/2014/main" id="{4436A0F9-5E66-CE42-B9CD-E4ED1FFF4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23215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94" name="Rectangle 13">
            <a:extLst>
              <a:ext uri="{FF2B5EF4-FFF2-40B4-BE49-F238E27FC236}">
                <a16:creationId xmlns:a16="http://schemas.microsoft.com/office/drawing/2014/main" id="{6483713A-E70B-BD43-9FFB-CA9C5B0C6C7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6106" y="3315494"/>
            <a:ext cx="461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46095" name="Rectangle 14">
            <a:extLst>
              <a:ext uri="{FF2B5EF4-FFF2-40B4-BE49-F238E27FC236}">
                <a16:creationId xmlns:a16="http://schemas.microsoft.com/office/drawing/2014/main" id="{B2A83D42-0E2E-1046-8B64-1160C6774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68935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96" name="Rectangle 15">
            <a:extLst>
              <a:ext uri="{FF2B5EF4-FFF2-40B4-BE49-F238E27FC236}">
                <a16:creationId xmlns:a16="http://schemas.microsoft.com/office/drawing/2014/main" id="{EADD5D61-3FB1-5F46-9BC4-9C62E8047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697288"/>
            <a:ext cx="6858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46097" name="Rectangle 16">
            <a:extLst>
              <a:ext uri="{FF2B5EF4-FFF2-40B4-BE49-F238E27FC236}">
                <a16:creationId xmlns:a16="http://schemas.microsoft.com/office/drawing/2014/main" id="{28F1CB73-8BBB-D941-B67C-BA63D022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13" y="44624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46098" name="Rectangle 17">
            <a:extLst>
              <a:ext uri="{FF2B5EF4-FFF2-40B4-BE49-F238E27FC236}">
                <a16:creationId xmlns:a16="http://schemas.microsoft.com/office/drawing/2014/main" id="{AA71D080-FD44-A243-AFE5-A6591F461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4813" y="469106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46099" name="Rectangle 18">
            <a:extLst>
              <a:ext uri="{FF2B5EF4-FFF2-40B4-BE49-F238E27FC236}">
                <a16:creationId xmlns:a16="http://schemas.microsoft.com/office/drawing/2014/main" id="{A422E649-6EAF-AC4A-B409-47D3F2CD0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6713" y="4233863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46100" name="Rectangle 19">
            <a:extLst>
              <a:ext uri="{FF2B5EF4-FFF2-40B4-BE49-F238E27FC236}">
                <a16:creationId xmlns:a16="http://schemas.microsoft.com/office/drawing/2014/main" id="{54EC7362-25C9-FF4E-8937-DDDEC93E4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420846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46101" name="Rectangle 20">
            <a:extLst>
              <a:ext uri="{FF2B5EF4-FFF2-40B4-BE49-F238E27FC236}">
                <a16:creationId xmlns:a16="http://schemas.microsoft.com/office/drawing/2014/main" id="{E891875C-D6A3-4B40-B563-53725075B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323215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102" name="Rectangle 21">
            <a:extLst>
              <a:ext uri="{FF2B5EF4-FFF2-40B4-BE49-F238E27FC236}">
                <a16:creationId xmlns:a16="http://schemas.microsoft.com/office/drawing/2014/main" id="{8A46910F-E427-BD4D-B792-1DB02A603D3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430450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46103" name="Rectangle 22">
            <a:extLst>
              <a:ext uri="{FF2B5EF4-FFF2-40B4-BE49-F238E27FC236}">
                <a16:creationId xmlns:a16="http://schemas.microsoft.com/office/drawing/2014/main" id="{49360C23-00E5-A34C-948E-649C9B8E9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85286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6104" name="Rectangle 23">
            <a:extLst>
              <a:ext uri="{FF2B5EF4-FFF2-40B4-BE49-F238E27FC236}">
                <a16:creationId xmlns:a16="http://schemas.microsoft.com/office/drawing/2014/main" id="{BE9CFE74-AE20-9345-804B-B40345F54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4995863"/>
            <a:ext cx="2397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 b="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6105" name="Rectangle 24">
            <a:extLst>
              <a:ext uri="{FF2B5EF4-FFF2-40B4-BE49-F238E27FC236}">
                <a16:creationId xmlns:a16="http://schemas.microsoft.com/office/drawing/2014/main" id="{206DE9D1-DB83-5045-BDCA-6871D004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376555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106" name="Rectangle 25">
            <a:extLst>
              <a:ext uri="{FF2B5EF4-FFF2-40B4-BE49-F238E27FC236}">
                <a16:creationId xmlns:a16="http://schemas.microsoft.com/office/drawing/2014/main" id="{D52E8417-D5BF-9746-873B-BCB705E17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47833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46107" name="Rectangle 26">
            <a:extLst>
              <a:ext uri="{FF2B5EF4-FFF2-40B4-BE49-F238E27FC236}">
                <a16:creationId xmlns:a16="http://schemas.microsoft.com/office/drawing/2014/main" id="{5921A76B-A40F-F241-88F0-46B63B26B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476726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46108" name="Rectangle 27">
            <a:extLst>
              <a:ext uri="{FF2B5EF4-FFF2-40B4-BE49-F238E27FC236}">
                <a16:creationId xmlns:a16="http://schemas.microsoft.com/office/drawing/2014/main" id="{97A7C9A6-1446-DF49-A306-0C62C5B7F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3906838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46109" name="Rectangle 28">
            <a:extLst>
              <a:ext uri="{FF2B5EF4-FFF2-40B4-BE49-F238E27FC236}">
                <a16:creationId xmlns:a16="http://schemas.microsoft.com/office/drawing/2014/main" id="{AF73114E-8551-9747-91AA-C76FE0410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23703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46110" name="Rectangle 29">
            <a:extLst>
              <a:ext uri="{FF2B5EF4-FFF2-40B4-BE49-F238E27FC236}">
                <a16:creationId xmlns:a16="http://schemas.microsoft.com/office/drawing/2014/main" id="{E5D04234-EA8D-654F-80DA-E0C5EC51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47609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46111" name="Line 30">
            <a:extLst>
              <a:ext uri="{FF2B5EF4-FFF2-40B4-BE49-F238E27FC236}">
                <a16:creationId xmlns:a16="http://schemas.microsoft.com/office/drawing/2014/main" id="{C24D1190-3C1C-674D-B039-EC44B57F4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984750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12" name="Rectangle 31">
            <a:extLst>
              <a:ext uri="{FF2B5EF4-FFF2-40B4-BE49-F238E27FC236}">
                <a16:creationId xmlns:a16="http://schemas.microsoft.com/office/drawing/2014/main" id="{C691BACD-9E02-CB4E-B419-6C0E85198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5827713"/>
            <a:ext cx="1085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55328" name="Rectangle 32">
            <a:extLst>
              <a:ext uri="{FF2B5EF4-FFF2-40B4-BE49-F238E27FC236}">
                <a16:creationId xmlns:a16="http://schemas.microsoft.com/office/drawing/2014/main" id="{7D0F30EE-918A-B04F-B2DF-A0197303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209391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RegWr=1</a:t>
            </a:r>
          </a:p>
        </p:txBody>
      </p:sp>
      <p:sp>
        <p:nvSpPr>
          <p:cNvPr id="46114" name="Line 33">
            <a:extLst>
              <a:ext uri="{FF2B5EF4-FFF2-40B4-BE49-F238E27FC236}">
                <a16:creationId xmlns:a16="http://schemas.microsoft.com/office/drawing/2014/main" id="{C66D9B90-39A0-B949-BB76-B1E704CF1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75615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15" name="Rectangle 34">
            <a:extLst>
              <a:ext uri="{FF2B5EF4-FFF2-40B4-BE49-F238E27FC236}">
                <a16:creationId xmlns:a16="http://schemas.microsoft.com/office/drawing/2014/main" id="{DEB75EBE-680A-A14F-B8B3-953E17C01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207645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46116" name="Line 35">
            <a:extLst>
              <a:ext uri="{FF2B5EF4-FFF2-40B4-BE49-F238E27FC236}">
                <a16:creationId xmlns:a16="http://schemas.microsoft.com/office/drawing/2014/main" id="{A92D7952-C5B7-484B-8CB0-4F56A5E47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3624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17" name="Rectangle 36">
            <a:extLst>
              <a:ext uri="{FF2B5EF4-FFF2-40B4-BE49-F238E27FC236}">
                <a16:creationId xmlns:a16="http://schemas.microsoft.com/office/drawing/2014/main" id="{3D5A9777-89E8-C54C-992D-4C040B0AB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17353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46118" name="Rectangle 37">
            <a:extLst>
              <a:ext uri="{FF2B5EF4-FFF2-40B4-BE49-F238E27FC236}">
                <a16:creationId xmlns:a16="http://schemas.microsoft.com/office/drawing/2014/main" id="{EE8575A4-8D7E-8A47-836B-7DD6CBAAD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23215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119" name="Rectangle 38">
            <a:extLst>
              <a:ext uri="{FF2B5EF4-FFF2-40B4-BE49-F238E27FC236}">
                <a16:creationId xmlns:a16="http://schemas.microsoft.com/office/drawing/2014/main" id="{CDE69086-2798-2648-A5E9-6CC2DD43C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75443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46120" name="Rectangle 39">
            <a:extLst>
              <a:ext uri="{FF2B5EF4-FFF2-40B4-BE49-F238E27FC236}">
                <a16:creationId xmlns:a16="http://schemas.microsoft.com/office/drawing/2014/main" id="{A63DF215-7598-2F47-BE1B-946D7C8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00843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46121" name="Line 40">
            <a:extLst>
              <a:ext uri="{FF2B5EF4-FFF2-40B4-BE49-F238E27FC236}">
                <a16:creationId xmlns:a16="http://schemas.microsoft.com/office/drawing/2014/main" id="{DEB1B6C4-FBCA-1F40-9470-70EC7351F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39395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22" name="Rectangle 41">
            <a:extLst>
              <a:ext uri="{FF2B5EF4-FFF2-40B4-BE49-F238E27FC236}">
                <a16:creationId xmlns:a16="http://schemas.microsoft.com/office/drawing/2014/main" id="{155021CE-DC9C-E548-8F2C-CF07C7789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5036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46123" name="Line 42">
            <a:extLst>
              <a:ext uri="{FF2B5EF4-FFF2-40B4-BE49-F238E27FC236}">
                <a16:creationId xmlns:a16="http://schemas.microsoft.com/office/drawing/2014/main" id="{68C7E7FC-CFDF-324E-8DBA-FE5CC1AB5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39395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24" name="Rectangle 43">
            <a:extLst>
              <a:ext uri="{FF2B5EF4-FFF2-40B4-BE49-F238E27FC236}">
                <a16:creationId xmlns:a16="http://schemas.microsoft.com/office/drawing/2014/main" id="{080CA1F8-869D-5643-8A09-D1F02F922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207645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46125" name="Rectangle 44">
            <a:extLst>
              <a:ext uri="{FF2B5EF4-FFF2-40B4-BE49-F238E27FC236}">
                <a16:creationId xmlns:a16="http://schemas.microsoft.com/office/drawing/2014/main" id="{4E48D2C5-F510-7140-92FF-0B7D9D9B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5810250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46126" name="Line 45">
            <a:extLst>
              <a:ext uri="{FF2B5EF4-FFF2-40B4-BE49-F238E27FC236}">
                <a16:creationId xmlns:a16="http://schemas.microsoft.com/office/drawing/2014/main" id="{56230D23-B47B-4845-BA0D-1EA033091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39052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27" name="Line 46">
            <a:extLst>
              <a:ext uri="{FF2B5EF4-FFF2-40B4-BE49-F238E27FC236}">
                <a16:creationId xmlns:a16="http://schemas.microsoft.com/office/drawing/2014/main" id="{EA8A2ED6-C04E-8344-9313-5632FED17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6766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28" name="Line 47">
            <a:extLst>
              <a:ext uri="{FF2B5EF4-FFF2-40B4-BE49-F238E27FC236}">
                <a16:creationId xmlns:a16="http://schemas.microsoft.com/office/drawing/2014/main" id="{663966CD-3601-254F-BFC6-120004E54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2100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29" name="Line 48">
            <a:extLst>
              <a:ext uri="{FF2B5EF4-FFF2-40B4-BE49-F238E27FC236}">
                <a16:creationId xmlns:a16="http://schemas.microsoft.com/office/drawing/2014/main" id="{B8D21EEE-C10B-CE46-B6F6-225AFFEBE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9052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0" name="Line 49">
            <a:extLst>
              <a:ext uri="{FF2B5EF4-FFF2-40B4-BE49-F238E27FC236}">
                <a16:creationId xmlns:a16="http://schemas.microsoft.com/office/drawing/2014/main" id="{73F976CE-FABC-EC4F-9A71-D59B53666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2100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1" name="Line 50">
            <a:extLst>
              <a:ext uri="{FF2B5EF4-FFF2-40B4-BE49-F238E27FC236}">
                <a16:creationId xmlns:a16="http://schemas.microsoft.com/office/drawing/2014/main" id="{97646A55-C702-0F48-973B-E5BDFFDF5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0576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2" name="Line 51">
            <a:extLst>
              <a:ext uri="{FF2B5EF4-FFF2-40B4-BE49-F238E27FC236}">
                <a16:creationId xmlns:a16="http://schemas.microsoft.com/office/drawing/2014/main" id="{FCDD81C1-E53A-1D40-B00E-F239084DB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3624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3" name="Line 52">
            <a:extLst>
              <a:ext uri="{FF2B5EF4-FFF2-40B4-BE49-F238E27FC236}">
                <a16:creationId xmlns:a16="http://schemas.microsoft.com/office/drawing/2014/main" id="{DF011076-5B45-8D45-B009-A13C6338B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36245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4" name="Line 53">
            <a:extLst>
              <a:ext uri="{FF2B5EF4-FFF2-40B4-BE49-F238E27FC236}">
                <a16:creationId xmlns:a16="http://schemas.microsoft.com/office/drawing/2014/main" id="{6A2DEE39-ADD7-924A-9748-7B7C68823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22275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5" name="Line 54">
            <a:extLst>
              <a:ext uri="{FF2B5EF4-FFF2-40B4-BE49-F238E27FC236}">
                <a16:creationId xmlns:a16="http://schemas.microsoft.com/office/drawing/2014/main" id="{14E1CA08-5259-1A47-9BE0-13511BD45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8958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6" name="Line 55">
            <a:extLst>
              <a:ext uri="{FF2B5EF4-FFF2-40B4-BE49-F238E27FC236}">
                <a16:creationId xmlns:a16="http://schemas.microsoft.com/office/drawing/2014/main" id="{F2777F47-8A2E-9C47-91A2-494E102AC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89585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7" name="Line 56">
            <a:extLst>
              <a:ext uri="{FF2B5EF4-FFF2-40B4-BE49-F238E27FC236}">
                <a16:creationId xmlns:a16="http://schemas.microsoft.com/office/drawing/2014/main" id="{EE126B7D-B125-EA48-AA37-3EDC78452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5910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8" name="Line 57">
            <a:extLst>
              <a:ext uri="{FF2B5EF4-FFF2-40B4-BE49-F238E27FC236}">
                <a16:creationId xmlns:a16="http://schemas.microsoft.com/office/drawing/2014/main" id="{CA2ED331-F32A-8A47-8348-2BC9108FB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37515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9" name="Line 58">
            <a:extLst>
              <a:ext uri="{FF2B5EF4-FFF2-40B4-BE49-F238E27FC236}">
                <a16:creationId xmlns:a16="http://schemas.microsoft.com/office/drawing/2014/main" id="{B7F86D13-E268-2B4C-991A-33E318256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4386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0" name="Line 59">
            <a:extLst>
              <a:ext uri="{FF2B5EF4-FFF2-40B4-BE49-F238E27FC236}">
                <a16:creationId xmlns:a16="http://schemas.microsoft.com/office/drawing/2014/main" id="{6E22211E-6A90-3D40-B4FA-A7975EAF74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0482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141" name="Group 67">
            <a:extLst>
              <a:ext uri="{FF2B5EF4-FFF2-40B4-BE49-F238E27FC236}">
                <a16:creationId xmlns:a16="http://schemas.microsoft.com/office/drawing/2014/main" id="{494E78F7-9BBE-B44E-ADE4-539205CEDF72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4298950"/>
            <a:ext cx="333375" cy="946150"/>
            <a:chOff x="5290" y="2888"/>
            <a:chExt cx="210" cy="596"/>
          </a:xfrm>
        </p:grpSpPr>
        <p:sp>
          <p:nvSpPr>
            <p:cNvPr id="46276" name="Line 60">
              <a:extLst>
                <a:ext uri="{FF2B5EF4-FFF2-40B4-BE49-F238E27FC236}">
                  <a16:creationId xmlns:a16="http://schemas.microsoft.com/office/drawing/2014/main" id="{CC51B30D-C7FD-544C-8CFB-38F1D9C18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8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7" name="Line 61">
              <a:extLst>
                <a:ext uri="{FF2B5EF4-FFF2-40B4-BE49-F238E27FC236}">
                  <a16:creationId xmlns:a16="http://schemas.microsoft.com/office/drawing/2014/main" id="{E6E2FC4C-ADF6-384D-B068-5A53C79FA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8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8" name="Line 62">
              <a:extLst>
                <a:ext uri="{FF2B5EF4-FFF2-40B4-BE49-F238E27FC236}">
                  <a16:creationId xmlns:a16="http://schemas.microsoft.com/office/drawing/2014/main" id="{C935C768-A180-8C4A-AF27-BEB5E6BF2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3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9" name="Line 63">
              <a:extLst>
                <a:ext uri="{FF2B5EF4-FFF2-40B4-BE49-F238E27FC236}">
                  <a16:creationId xmlns:a16="http://schemas.microsoft.com/office/drawing/2014/main" id="{C5071157-D990-4840-B4C8-BDA3041FD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80" name="Rectangle 64">
              <a:extLst>
                <a:ext uri="{FF2B5EF4-FFF2-40B4-BE49-F238E27FC236}">
                  <a16:creationId xmlns:a16="http://schemas.microsoft.com/office/drawing/2014/main" id="{7CDC324C-1891-6C48-ACAC-9D8701D925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30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46281" name="Rectangle 65">
              <a:extLst>
                <a:ext uri="{FF2B5EF4-FFF2-40B4-BE49-F238E27FC236}">
                  <a16:creationId xmlns:a16="http://schemas.microsoft.com/office/drawing/2014/main" id="{648A14AF-0215-984B-824E-A15DF6D77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9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6282" name="Rectangle 66">
              <a:extLst>
                <a:ext uri="{FF2B5EF4-FFF2-40B4-BE49-F238E27FC236}">
                  <a16:creationId xmlns:a16="http://schemas.microsoft.com/office/drawing/2014/main" id="{D59AF97E-909D-E34C-9811-6BB64A061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2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46142" name="Line 68">
            <a:extLst>
              <a:ext uri="{FF2B5EF4-FFF2-40B4-BE49-F238E27FC236}">
                <a16:creationId xmlns:a16="http://schemas.microsoft.com/office/drawing/2014/main" id="{BA488FC0-4F46-6F4D-841D-EFB5CB960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0482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3" name="Line 70">
            <a:extLst>
              <a:ext uri="{FF2B5EF4-FFF2-40B4-BE49-F238E27FC236}">
                <a16:creationId xmlns:a16="http://schemas.microsoft.com/office/drawing/2014/main" id="{B7A06E46-81D5-CC45-A609-364BCEBEC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393950"/>
            <a:ext cx="0" cy="1346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4" name="Line 71">
            <a:extLst>
              <a:ext uri="{FF2B5EF4-FFF2-40B4-BE49-F238E27FC236}">
                <a16:creationId xmlns:a16="http://schemas.microsoft.com/office/drawing/2014/main" id="{709D9549-9915-0B4A-BE4D-927EE610D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36766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5" name="Line 72">
            <a:extLst>
              <a:ext uri="{FF2B5EF4-FFF2-40B4-BE49-F238E27FC236}">
                <a16:creationId xmlns:a16="http://schemas.microsoft.com/office/drawing/2014/main" id="{DFCF78FD-7022-EF47-936D-C114D98BF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4292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6" name="Line 73">
            <a:extLst>
              <a:ext uri="{FF2B5EF4-FFF2-40B4-BE49-F238E27FC236}">
                <a16:creationId xmlns:a16="http://schemas.microsoft.com/office/drawing/2014/main" id="{40C99B68-CC31-EB42-8622-A0B6E3B45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1244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7" name="Line 74">
            <a:extLst>
              <a:ext uri="{FF2B5EF4-FFF2-40B4-BE49-F238E27FC236}">
                <a16:creationId xmlns:a16="http://schemas.microsoft.com/office/drawing/2014/main" id="{861DAB6C-0D5B-7F43-A5C6-60BE009812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3718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8" name="Line 75">
            <a:extLst>
              <a:ext uri="{FF2B5EF4-FFF2-40B4-BE49-F238E27FC236}">
                <a16:creationId xmlns:a16="http://schemas.microsoft.com/office/drawing/2014/main" id="{95A53DF1-6A20-4B4A-8983-1A88C5EF0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5276850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49" name="Line 76">
            <a:extLst>
              <a:ext uri="{FF2B5EF4-FFF2-40B4-BE49-F238E27FC236}">
                <a16:creationId xmlns:a16="http://schemas.microsoft.com/office/drawing/2014/main" id="{D9A29093-6148-3F4F-B905-129DAC1EB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21335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73" name="Rectangle 77">
            <a:extLst>
              <a:ext uri="{FF2B5EF4-FFF2-40B4-BE49-F238E27FC236}">
                <a16:creationId xmlns:a16="http://schemas.microsoft.com/office/drawing/2014/main" id="{E467F7AB-6C78-6746-811F-A168E20A8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5827713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MemtoReg=1</a:t>
            </a:r>
          </a:p>
        </p:txBody>
      </p:sp>
      <p:grpSp>
        <p:nvGrpSpPr>
          <p:cNvPr id="46151" name="Group 82">
            <a:extLst>
              <a:ext uri="{FF2B5EF4-FFF2-40B4-BE49-F238E27FC236}">
                <a16:creationId xmlns:a16="http://schemas.microsoft.com/office/drawing/2014/main" id="{A4256A34-BE5F-5B48-B31A-9273ED19081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984750"/>
            <a:ext cx="228600" cy="533400"/>
            <a:chOff x="2880" y="3320"/>
            <a:chExt cx="144" cy="336"/>
          </a:xfrm>
        </p:grpSpPr>
        <p:sp>
          <p:nvSpPr>
            <p:cNvPr id="46272" name="Line 78">
              <a:extLst>
                <a:ext uri="{FF2B5EF4-FFF2-40B4-BE49-F238E27FC236}">
                  <a16:creationId xmlns:a16="http://schemas.microsoft.com/office/drawing/2014/main" id="{1F35731C-4165-6E45-8E49-4BD615412B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2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3" name="Line 79">
              <a:extLst>
                <a:ext uri="{FF2B5EF4-FFF2-40B4-BE49-F238E27FC236}">
                  <a16:creationId xmlns:a16="http://schemas.microsoft.com/office/drawing/2014/main" id="{39D293F1-271D-F34F-AE3C-1D66AEBCC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320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4" name="Line 80">
              <a:extLst>
                <a:ext uri="{FF2B5EF4-FFF2-40B4-BE49-F238E27FC236}">
                  <a16:creationId xmlns:a16="http://schemas.microsoft.com/office/drawing/2014/main" id="{B0C49227-EE16-7049-BF01-C8CD386DE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99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5" name="Line 81">
              <a:extLst>
                <a:ext uri="{FF2B5EF4-FFF2-40B4-BE49-F238E27FC236}">
                  <a16:creationId xmlns:a16="http://schemas.microsoft.com/office/drawing/2014/main" id="{A443CCFD-820C-D840-9E1D-572B59D51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5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152" name="Rectangle 83">
            <a:extLst>
              <a:ext uri="{FF2B5EF4-FFF2-40B4-BE49-F238E27FC236}">
                <a16:creationId xmlns:a16="http://schemas.microsoft.com/office/drawing/2014/main" id="{28FF6B1E-2DA5-E349-9B39-9BE836F6F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2324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6153" name="Rectangle 84">
            <a:extLst>
              <a:ext uri="{FF2B5EF4-FFF2-40B4-BE49-F238E27FC236}">
                <a16:creationId xmlns:a16="http://schemas.microsoft.com/office/drawing/2014/main" id="{D9DDCBE1-8750-E145-A615-14E81E3CB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4943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6154" name="Line 85">
            <a:extLst>
              <a:ext uri="{FF2B5EF4-FFF2-40B4-BE49-F238E27FC236}">
                <a16:creationId xmlns:a16="http://schemas.microsoft.com/office/drawing/2014/main" id="{7CB4E364-C3F8-FC49-945E-D87E8E4AF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51815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55" name="Rectangle 86">
            <a:extLst>
              <a:ext uri="{FF2B5EF4-FFF2-40B4-BE49-F238E27FC236}">
                <a16:creationId xmlns:a16="http://schemas.microsoft.com/office/drawing/2014/main" id="{A163E4C0-FC77-3846-AE0D-794E6F9BA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5827713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46156" name="Rectangle 87">
            <a:extLst>
              <a:ext uri="{FF2B5EF4-FFF2-40B4-BE49-F238E27FC236}">
                <a16:creationId xmlns:a16="http://schemas.microsoft.com/office/drawing/2014/main" id="{DAAB5EC6-1699-AF4C-BB9C-93B2E1EF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84346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46157" name="Rectangle 88">
            <a:extLst>
              <a:ext uri="{FF2B5EF4-FFF2-40B4-BE49-F238E27FC236}">
                <a16:creationId xmlns:a16="http://schemas.microsoft.com/office/drawing/2014/main" id="{4AE3C670-BD00-5B48-AAEA-56F01C83F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14826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46158" name="Rectangle 89">
            <a:extLst>
              <a:ext uri="{FF2B5EF4-FFF2-40B4-BE49-F238E27FC236}">
                <a16:creationId xmlns:a16="http://schemas.microsoft.com/office/drawing/2014/main" id="{4F92D680-00DD-7948-BADA-460D6ABA8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3956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46159" name="Line 90">
            <a:extLst>
              <a:ext uri="{FF2B5EF4-FFF2-40B4-BE49-F238E27FC236}">
                <a16:creationId xmlns:a16="http://schemas.microsoft.com/office/drawing/2014/main" id="{89C18F4E-E77F-E143-B574-3E2BFE0DF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512445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60" name="Line 91">
            <a:extLst>
              <a:ext uri="{FF2B5EF4-FFF2-40B4-BE49-F238E27FC236}">
                <a16:creationId xmlns:a16="http://schemas.microsoft.com/office/drawing/2014/main" id="{BD65A5AF-FDFD-234A-832B-90C54F43A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37185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61" name="Rectangle 92">
            <a:extLst>
              <a:ext uri="{FF2B5EF4-FFF2-40B4-BE49-F238E27FC236}">
                <a16:creationId xmlns:a16="http://schemas.microsoft.com/office/drawing/2014/main" id="{C468FA09-5F33-7A44-9551-FF046D1F3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9086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6162" name="Line 93">
            <a:extLst>
              <a:ext uri="{FF2B5EF4-FFF2-40B4-BE49-F238E27FC236}">
                <a16:creationId xmlns:a16="http://schemas.microsoft.com/office/drawing/2014/main" id="{88A89B4D-19F0-CC4C-B8B8-3147EB06E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3718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63" name="Rectangle 94">
            <a:extLst>
              <a:ext uri="{FF2B5EF4-FFF2-40B4-BE49-F238E27FC236}">
                <a16:creationId xmlns:a16="http://schemas.microsoft.com/office/drawing/2014/main" id="{3715A286-5EAC-A340-8D56-A6C418ABD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19881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6164" name="Rectangle 95">
            <a:extLst>
              <a:ext uri="{FF2B5EF4-FFF2-40B4-BE49-F238E27FC236}">
                <a16:creationId xmlns:a16="http://schemas.microsoft.com/office/drawing/2014/main" id="{2F48DE08-8F91-4549-8261-06E33EC87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70046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46165" name="Rectangle 96">
            <a:extLst>
              <a:ext uri="{FF2B5EF4-FFF2-40B4-BE49-F238E27FC236}">
                <a16:creationId xmlns:a16="http://schemas.microsoft.com/office/drawing/2014/main" id="{CF215586-CCA2-404E-A1F3-496426CA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38626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46166" name="Line 97">
            <a:extLst>
              <a:ext uri="{FF2B5EF4-FFF2-40B4-BE49-F238E27FC236}">
                <a16:creationId xmlns:a16="http://schemas.microsoft.com/office/drawing/2014/main" id="{2DCE4FB6-6FEB-5E4D-900C-30ACA385EF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663950"/>
            <a:ext cx="0" cy="177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67" name="Line 98">
            <a:extLst>
              <a:ext uri="{FF2B5EF4-FFF2-40B4-BE49-F238E27FC236}">
                <a16:creationId xmlns:a16="http://schemas.microsoft.com/office/drawing/2014/main" id="{E50C8E09-DB04-DE4C-9406-FA1528B24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42925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68" name="Line 99">
            <a:extLst>
              <a:ext uri="{FF2B5EF4-FFF2-40B4-BE49-F238E27FC236}">
                <a16:creationId xmlns:a16="http://schemas.microsoft.com/office/drawing/2014/main" id="{A8D5E754-469F-5D4D-B20B-D6561B3FF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12445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69" name="Line 100">
            <a:extLst>
              <a:ext uri="{FF2B5EF4-FFF2-40B4-BE49-F238E27FC236}">
                <a16:creationId xmlns:a16="http://schemas.microsoft.com/office/drawing/2014/main" id="{37D05E65-8DF5-DA42-A7CA-F0BE6AE08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27685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70" name="Line 109">
            <a:extLst>
              <a:ext uri="{FF2B5EF4-FFF2-40B4-BE49-F238E27FC236}">
                <a16:creationId xmlns:a16="http://schemas.microsoft.com/office/drawing/2014/main" id="{4BE1E444-AE76-5548-8F47-E7B894349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512445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71" name="Line 110">
            <a:extLst>
              <a:ext uri="{FF2B5EF4-FFF2-40B4-BE49-F238E27FC236}">
                <a16:creationId xmlns:a16="http://schemas.microsoft.com/office/drawing/2014/main" id="{25A55B75-3BBA-654F-A180-24BE0683C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33718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72" name="Rectangle 111">
            <a:extLst>
              <a:ext uri="{FF2B5EF4-FFF2-40B4-BE49-F238E27FC236}">
                <a16:creationId xmlns:a16="http://schemas.microsoft.com/office/drawing/2014/main" id="{8AE8A52A-48FD-0E4C-93D9-44800BFF4A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10469" y="3431381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46173" name="Line 112">
            <a:extLst>
              <a:ext uri="{FF2B5EF4-FFF2-40B4-BE49-F238E27FC236}">
                <a16:creationId xmlns:a16="http://schemas.microsoft.com/office/drawing/2014/main" id="{4BF7BD51-F640-ED48-B97B-339775A8C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39814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74" name="Line 113">
            <a:extLst>
              <a:ext uri="{FF2B5EF4-FFF2-40B4-BE49-F238E27FC236}">
                <a16:creationId xmlns:a16="http://schemas.microsoft.com/office/drawing/2014/main" id="{EAEB6BAC-62EB-D14E-8A79-1B3C2EF61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9814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75" name="Line 114">
            <a:extLst>
              <a:ext uri="{FF2B5EF4-FFF2-40B4-BE49-F238E27FC236}">
                <a16:creationId xmlns:a16="http://schemas.microsoft.com/office/drawing/2014/main" id="{8591E16F-3BAB-3041-8F6A-A864BE229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37185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76" name="Line 115">
            <a:extLst>
              <a:ext uri="{FF2B5EF4-FFF2-40B4-BE49-F238E27FC236}">
                <a16:creationId xmlns:a16="http://schemas.microsoft.com/office/drawing/2014/main" id="{17E4C4D1-32EC-574B-A791-64AB3AD111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52425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177" name="Group 121">
            <a:extLst>
              <a:ext uri="{FF2B5EF4-FFF2-40B4-BE49-F238E27FC236}">
                <a16:creationId xmlns:a16="http://schemas.microsoft.com/office/drawing/2014/main" id="{B5A1A832-62C0-384D-BBDE-DB77CBCF9AA0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295650"/>
            <a:ext cx="395288" cy="306388"/>
            <a:chOff x="4314" y="2256"/>
            <a:chExt cx="249" cy="193"/>
          </a:xfrm>
        </p:grpSpPr>
        <p:sp>
          <p:nvSpPr>
            <p:cNvPr id="46267" name="Arc 116">
              <a:extLst>
                <a:ext uri="{FF2B5EF4-FFF2-40B4-BE49-F238E27FC236}">
                  <a16:creationId xmlns:a16="http://schemas.microsoft.com/office/drawing/2014/main" id="{377D6096-04F1-1B49-B682-B4FC1494C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2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8" name="Arc 117">
              <a:extLst>
                <a:ext uri="{FF2B5EF4-FFF2-40B4-BE49-F238E27FC236}">
                  <a16:creationId xmlns:a16="http://schemas.microsoft.com/office/drawing/2014/main" id="{F6813A2E-56C8-304F-A5BA-E7D07D42867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3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9" name="Line 118">
              <a:extLst>
                <a:ext uri="{FF2B5EF4-FFF2-40B4-BE49-F238E27FC236}">
                  <a16:creationId xmlns:a16="http://schemas.microsoft.com/office/drawing/2014/main" id="{8F6C98A5-3208-5A4B-AFA4-79EFC5A44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25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0" name="Line 119">
              <a:extLst>
                <a:ext uri="{FF2B5EF4-FFF2-40B4-BE49-F238E27FC236}">
                  <a16:creationId xmlns:a16="http://schemas.microsoft.com/office/drawing/2014/main" id="{EC093CA6-19DC-BA48-8CC8-5C26425314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44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71" name="Line 120">
              <a:extLst>
                <a:ext uri="{FF2B5EF4-FFF2-40B4-BE49-F238E27FC236}">
                  <a16:creationId xmlns:a16="http://schemas.microsoft.com/office/drawing/2014/main" id="{E0F2776D-3CCC-484E-A230-BE7157F52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178" name="Rectangle 122">
            <a:extLst>
              <a:ext uri="{FF2B5EF4-FFF2-40B4-BE49-F238E27FC236}">
                <a16:creationId xmlns:a16="http://schemas.microsoft.com/office/drawing/2014/main" id="{43F18168-1907-CD4F-B6CC-528BF1E0397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97588" y="368141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46179" name="Rectangle 123">
            <a:extLst>
              <a:ext uri="{FF2B5EF4-FFF2-40B4-BE49-F238E27FC236}">
                <a16:creationId xmlns:a16="http://schemas.microsoft.com/office/drawing/2014/main" id="{98BB9723-795A-B446-9DB4-A13751D7573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207645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46180" name="Line 124">
            <a:extLst>
              <a:ext uri="{FF2B5EF4-FFF2-40B4-BE49-F238E27FC236}">
                <a16:creationId xmlns:a16="http://schemas.microsoft.com/office/drawing/2014/main" id="{A65BF3AA-27D5-714D-B111-249F52D0F0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51155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1" name="Line 125">
            <a:extLst>
              <a:ext uri="{FF2B5EF4-FFF2-40B4-BE49-F238E27FC236}">
                <a16:creationId xmlns:a16="http://schemas.microsoft.com/office/drawing/2014/main" id="{433C8402-B456-9C48-88AB-CB1A4CD347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16700" y="2368550"/>
            <a:ext cx="1588" cy="1003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2" name="Line 126">
            <a:extLst>
              <a:ext uri="{FF2B5EF4-FFF2-40B4-BE49-F238E27FC236}">
                <a16:creationId xmlns:a16="http://schemas.microsoft.com/office/drawing/2014/main" id="{30EB0A4A-177C-3A40-B3B4-347C70BC0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9814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3" name="Line 127">
            <a:extLst>
              <a:ext uri="{FF2B5EF4-FFF2-40B4-BE49-F238E27FC236}">
                <a16:creationId xmlns:a16="http://schemas.microsoft.com/office/drawing/2014/main" id="{E6F3C55A-9FCC-6C4C-ABF7-FBC5EB76C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37185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184" name="Group 132">
            <a:extLst>
              <a:ext uri="{FF2B5EF4-FFF2-40B4-BE49-F238E27FC236}">
                <a16:creationId xmlns:a16="http://schemas.microsoft.com/office/drawing/2014/main" id="{A01CB9F3-EFCD-BE45-B282-41565ECD8C47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698750"/>
            <a:ext cx="254000" cy="533400"/>
            <a:chOff x="688" y="1880"/>
            <a:chExt cx="160" cy="336"/>
          </a:xfrm>
        </p:grpSpPr>
        <p:sp>
          <p:nvSpPr>
            <p:cNvPr id="46263" name="Line 128">
              <a:extLst>
                <a:ext uri="{FF2B5EF4-FFF2-40B4-BE49-F238E27FC236}">
                  <a16:creationId xmlns:a16="http://schemas.microsoft.com/office/drawing/2014/main" id="{3B19C3F9-06E5-384D-B758-F2D21720F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4" name="Line 129">
              <a:extLst>
                <a:ext uri="{FF2B5EF4-FFF2-40B4-BE49-F238E27FC236}">
                  <a16:creationId xmlns:a16="http://schemas.microsoft.com/office/drawing/2014/main" id="{225B1BEC-8C04-CF4A-A2D2-EBE71FD6D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5" name="Line 130">
              <a:extLst>
                <a:ext uri="{FF2B5EF4-FFF2-40B4-BE49-F238E27FC236}">
                  <a16:creationId xmlns:a16="http://schemas.microsoft.com/office/drawing/2014/main" id="{12BA8132-2CAB-BC42-AE57-0D62E89DC5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6" name="Line 131">
              <a:extLst>
                <a:ext uri="{FF2B5EF4-FFF2-40B4-BE49-F238E27FC236}">
                  <a16:creationId xmlns:a16="http://schemas.microsoft.com/office/drawing/2014/main" id="{EED3833B-325A-2F40-B160-AA2B690F9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185" name="Rectangle 133">
            <a:extLst>
              <a:ext uri="{FF2B5EF4-FFF2-40B4-BE49-F238E27FC236}">
                <a16:creationId xmlns:a16="http://schemas.microsoft.com/office/drawing/2014/main" id="{F440E284-68C6-F847-A72F-AB208CDBFFD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7178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6186" name="Rectangle 134">
            <a:extLst>
              <a:ext uri="{FF2B5EF4-FFF2-40B4-BE49-F238E27FC236}">
                <a16:creationId xmlns:a16="http://schemas.microsoft.com/office/drawing/2014/main" id="{0FBE1053-ECA9-9148-91AE-6248FC7C0FE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886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6187" name="Line 135">
            <a:extLst>
              <a:ext uri="{FF2B5EF4-FFF2-40B4-BE49-F238E27FC236}">
                <a16:creationId xmlns:a16="http://schemas.microsoft.com/office/drawing/2014/main" id="{6BDD3B72-4469-0945-95B9-80179F50C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306705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8" name="Line 136">
            <a:extLst>
              <a:ext uri="{FF2B5EF4-FFF2-40B4-BE49-F238E27FC236}">
                <a16:creationId xmlns:a16="http://schemas.microsoft.com/office/drawing/2014/main" id="{264657F1-33D1-7746-BC07-EE983D28A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0797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89" name="Oval 137">
            <a:extLst>
              <a:ext uri="{FF2B5EF4-FFF2-40B4-BE49-F238E27FC236}">
                <a16:creationId xmlns:a16="http://schemas.microsoft.com/office/drawing/2014/main" id="{DCF69BC9-AD57-0541-8856-C18B1295F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0797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190" name="Line 138">
            <a:extLst>
              <a:ext uri="{FF2B5EF4-FFF2-40B4-BE49-F238E27FC236}">
                <a16:creationId xmlns:a16="http://schemas.microsoft.com/office/drawing/2014/main" id="{9ABD6DF5-D774-E84C-971B-D81A6049E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273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1" name="Oval 139">
            <a:extLst>
              <a:ext uri="{FF2B5EF4-FFF2-40B4-BE49-F238E27FC236}">
                <a16:creationId xmlns:a16="http://schemas.microsoft.com/office/drawing/2014/main" id="{F0E8620B-18BC-3948-970F-058754C9A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0797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192" name="Line 140">
            <a:extLst>
              <a:ext uri="{FF2B5EF4-FFF2-40B4-BE49-F238E27FC236}">
                <a16:creationId xmlns:a16="http://schemas.microsoft.com/office/drawing/2014/main" id="{175A36BE-FB29-6F4C-8901-807926D97B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100" y="283845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3" name="Line 141">
            <a:extLst>
              <a:ext uri="{FF2B5EF4-FFF2-40B4-BE49-F238E27FC236}">
                <a16:creationId xmlns:a16="http://schemas.microsoft.com/office/drawing/2014/main" id="{4C3F3C7E-0DF8-9A46-AAEF-F9905853C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" y="398145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4" name="Line 142">
            <a:extLst>
              <a:ext uri="{FF2B5EF4-FFF2-40B4-BE49-F238E27FC236}">
                <a16:creationId xmlns:a16="http://schemas.microsoft.com/office/drawing/2014/main" id="{18636EB3-1FEB-D04C-9769-149D4A8AD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51150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5" name="Line 143">
            <a:extLst>
              <a:ext uri="{FF2B5EF4-FFF2-40B4-BE49-F238E27FC236}">
                <a16:creationId xmlns:a16="http://schemas.microsoft.com/office/drawing/2014/main" id="{0B2A70D2-A131-4A4F-8779-280D000BD2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283845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6" name="Line 144">
            <a:extLst>
              <a:ext uri="{FF2B5EF4-FFF2-40B4-BE49-F238E27FC236}">
                <a16:creationId xmlns:a16="http://schemas.microsoft.com/office/drawing/2014/main" id="{4B55CA7B-91C8-484B-BB53-AA8BF6626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82575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7" name="Line 145">
            <a:extLst>
              <a:ext uri="{FF2B5EF4-FFF2-40B4-BE49-F238E27FC236}">
                <a16:creationId xmlns:a16="http://schemas.microsoft.com/office/drawing/2014/main" id="{C04A857F-0A36-3B40-9AA7-5BBEEA916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44805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8" name="Line 146">
            <a:extLst>
              <a:ext uri="{FF2B5EF4-FFF2-40B4-BE49-F238E27FC236}">
                <a16:creationId xmlns:a16="http://schemas.microsoft.com/office/drawing/2014/main" id="{751153BB-CEA4-844D-A3EF-8B574699A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53365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99" name="Line 147">
            <a:extLst>
              <a:ext uri="{FF2B5EF4-FFF2-40B4-BE49-F238E27FC236}">
                <a16:creationId xmlns:a16="http://schemas.microsoft.com/office/drawing/2014/main" id="{432B2FBC-D4B9-414B-95FD-21185042A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54635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00" name="Line 148">
            <a:extLst>
              <a:ext uri="{FF2B5EF4-FFF2-40B4-BE49-F238E27FC236}">
                <a16:creationId xmlns:a16="http://schemas.microsoft.com/office/drawing/2014/main" id="{B22DAC9C-50CF-D449-88EB-53D02B0D7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5463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01" name="Line 149">
            <a:extLst>
              <a:ext uri="{FF2B5EF4-FFF2-40B4-BE49-F238E27FC236}">
                <a16:creationId xmlns:a16="http://schemas.microsoft.com/office/drawing/2014/main" id="{6EAB9C4E-BCDC-9941-B26C-52F8172E0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9273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02" name="Oval 150">
            <a:extLst>
              <a:ext uri="{FF2B5EF4-FFF2-40B4-BE49-F238E27FC236}">
                <a16:creationId xmlns:a16="http://schemas.microsoft.com/office/drawing/2014/main" id="{B388E9EB-FFBD-0041-917E-323AD17ED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30797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203" name="Line 151">
            <a:extLst>
              <a:ext uri="{FF2B5EF4-FFF2-40B4-BE49-F238E27FC236}">
                <a16:creationId xmlns:a16="http://schemas.microsoft.com/office/drawing/2014/main" id="{6E5968CB-1890-4343-A427-738A472C8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9273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04" name="Oval 152">
            <a:extLst>
              <a:ext uri="{FF2B5EF4-FFF2-40B4-BE49-F238E27FC236}">
                <a16:creationId xmlns:a16="http://schemas.microsoft.com/office/drawing/2014/main" id="{87FEA131-44DC-D245-88B8-C469DC7EA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0797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205" name="Line 153">
            <a:extLst>
              <a:ext uri="{FF2B5EF4-FFF2-40B4-BE49-F238E27FC236}">
                <a16:creationId xmlns:a16="http://schemas.microsoft.com/office/drawing/2014/main" id="{FE528E40-4336-8344-B50C-A1C86A4C9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9273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06" name="Oval 154">
            <a:extLst>
              <a:ext uri="{FF2B5EF4-FFF2-40B4-BE49-F238E27FC236}">
                <a16:creationId xmlns:a16="http://schemas.microsoft.com/office/drawing/2014/main" id="{D2F9558A-117C-9044-A903-C6BC4143F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97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207" name="Line 155">
            <a:extLst>
              <a:ext uri="{FF2B5EF4-FFF2-40B4-BE49-F238E27FC236}">
                <a16:creationId xmlns:a16="http://schemas.microsoft.com/office/drawing/2014/main" id="{18B20ECD-AC8A-0946-A56B-89C840FD74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75895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08" name="Line 156">
            <a:extLst>
              <a:ext uri="{FF2B5EF4-FFF2-40B4-BE49-F238E27FC236}">
                <a16:creationId xmlns:a16="http://schemas.microsoft.com/office/drawing/2014/main" id="{709466E0-057E-B84C-83C5-EE985E66F6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75895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09" name="Line 157">
            <a:extLst>
              <a:ext uri="{FF2B5EF4-FFF2-40B4-BE49-F238E27FC236}">
                <a16:creationId xmlns:a16="http://schemas.microsoft.com/office/drawing/2014/main" id="{47C5E2DD-D2A4-5846-9FE0-CEE648B501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75895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0" name="Line 158">
            <a:extLst>
              <a:ext uri="{FF2B5EF4-FFF2-40B4-BE49-F238E27FC236}">
                <a16:creationId xmlns:a16="http://schemas.microsoft.com/office/drawing/2014/main" id="{D50B48F8-5868-4F4C-B9E3-C3263E3E8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75895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1" name="Line 159">
            <a:extLst>
              <a:ext uri="{FF2B5EF4-FFF2-40B4-BE49-F238E27FC236}">
                <a16:creationId xmlns:a16="http://schemas.microsoft.com/office/drawing/2014/main" id="{7199CAB0-78B4-594C-91CE-5161EB0ABB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75895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2" name="Line 160">
            <a:extLst>
              <a:ext uri="{FF2B5EF4-FFF2-40B4-BE49-F238E27FC236}">
                <a16:creationId xmlns:a16="http://schemas.microsoft.com/office/drawing/2014/main" id="{F1CD9627-1243-CE4A-B780-57DA81CEA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3" name="Line 161">
            <a:extLst>
              <a:ext uri="{FF2B5EF4-FFF2-40B4-BE49-F238E27FC236}">
                <a16:creationId xmlns:a16="http://schemas.microsoft.com/office/drawing/2014/main" id="{5EC5BA10-C8EA-7B4E-8016-6FD7972EB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4" name="Line 162">
            <a:extLst>
              <a:ext uri="{FF2B5EF4-FFF2-40B4-BE49-F238E27FC236}">
                <a16:creationId xmlns:a16="http://schemas.microsoft.com/office/drawing/2014/main" id="{BF7051A9-3908-AF4F-9209-DF79DA7627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5" name="Line 163">
            <a:extLst>
              <a:ext uri="{FF2B5EF4-FFF2-40B4-BE49-F238E27FC236}">
                <a16:creationId xmlns:a16="http://schemas.microsoft.com/office/drawing/2014/main" id="{4EEFB009-2D07-2D46-9E1E-B093A253A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6" name="Line 164">
            <a:extLst>
              <a:ext uri="{FF2B5EF4-FFF2-40B4-BE49-F238E27FC236}">
                <a16:creationId xmlns:a16="http://schemas.microsoft.com/office/drawing/2014/main" id="{C2E42A30-A250-B144-AECF-AAAA240A2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7" name="Line 165">
            <a:extLst>
              <a:ext uri="{FF2B5EF4-FFF2-40B4-BE49-F238E27FC236}">
                <a16:creationId xmlns:a16="http://schemas.microsoft.com/office/drawing/2014/main" id="{F55E012B-B5D3-E845-B933-76AE63F01E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300" y="12382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8" name="Line 166">
            <a:extLst>
              <a:ext uri="{FF2B5EF4-FFF2-40B4-BE49-F238E27FC236}">
                <a16:creationId xmlns:a16="http://schemas.microsoft.com/office/drawing/2014/main" id="{B874C610-510D-7245-9FC1-4977730E99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123825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19" name="Line 167">
            <a:extLst>
              <a:ext uri="{FF2B5EF4-FFF2-40B4-BE49-F238E27FC236}">
                <a16:creationId xmlns:a16="http://schemas.microsoft.com/office/drawing/2014/main" id="{BB3ED4DA-F034-E44F-826B-4C6E78D27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0" name="Line 168">
            <a:extLst>
              <a:ext uri="{FF2B5EF4-FFF2-40B4-BE49-F238E27FC236}">
                <a16:creationId xmlns:a16="http://schemas.microsoft.com/office/drawing/2014/main" id="{922FA225-46E1-D444-87DF-C964F4F1FC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12382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1" name="Line 169">
            <a:extLst>
              <a:ext uri="{FF2B5EF4-FFF2-40B4-BE49-F238E27FC236}">
                <a16:creationId xmlns:a16="http://schemas.microsoft.com/office/drawing/2014/main" id="{8DCF9863-2663-6745-86CE-8ACC1C00E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2" name="Line 170">
            <a:extLst>
              <a:ext uri="{FF2B5EF4-FFF2-40B4-BE49-F238E27FC236}">
                <a16:creationId xmlns:a16="http://schemas.microsoft.com/office/drawing/2014/main" id="{F7C65A6B-C445-414E-B750-EA79CE806A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2700" y="12382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3" name="Line 171">
            <a:extLst>
              <a:ext uri="{FF2B5EF4-FFF2-40B4-BE49-F238E27FC236}">
                <a16:creationId xmlns:a16="http://schemas.microsoft.com/office/drawing/2014/main" id="{34C65539-52D7-214B-A67E-1B15906F5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4" name="Line 172">
            <a:extLst>
              <a:ext uri="{FF2B5EF4-FFF2-40B4-BE49-F238E27FC236}">
                <a16:creationId xmlns:a16="http://schemas.microsoft.com/office/drawing/2014/main" id="{49F87E76-5028-BF42-8FC8-19BCC3CEA1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0" y="12382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5" name="Line 173">
            <a:extLst>
              <a:ext uri="{FF2B5EF4-FFF2-40B4-BE49-F238E27FC236}">
                <a16:creationId xmlns:a16="http://schemas.microsoft.com/office/drawing/2014/main" id="{B48763F8-5D9F-5445-97DC-B95ED2003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25095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6" name="Line 174">
            <a:extLst>
              <a:ext uri="{FF2B5EF4-FFF2-40B4-BE49-F238E27FC236}">
                <a16:creationId xmlns:a16="http://schemas.microsoft.com/office/drawing/2014/main" id="{57A2838C-0B6F-064D-891D-888CA817D5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61925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7" name="Line 175">
            <a:extLst>
              <a:ext uri="{FF2B5EF4-FFF2-40B4-BE49-F238E27FC236}">
                <a16:creationId xmlns:a16="http://schemas.microsoft.com/office/drawing/2014/main" id="{B7259872-EA6B-5C4E-9246-21BC34B893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500" y="16192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8" name="Line 176">
            <a:extLst>
              <a:ext uri="{FF2B5EF4-FFF2-40B4-BE49-F238E27FC236}">
                <a16:creationId xmlns:a16="http://schemas.microsoft.com/office/drawing/2014/main" id="{C6B9A567-94AC-D94B-9A97-D81DBA523C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8300" y="16192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29" name="Line 177">
            <a:extLst>
              <a:ext uri="{FF2B5EF4-FFF2-40B4-BE49-F238E27FC236}">
                <a16:creationId xmlns:a16="http://schemas.microsoft.com/office/drawing/2014/main" id="{87ED09A9-90C6-6547-A63F-8E6A365D04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161925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0" name="Line 178">
            <a:extLst>
              <a:ext uri="{FF2B5EF4-FFF2-40B4-BE49-F238E27FC236}">
                <a16:creationId xmlns:a16="http://schemas.microsoft.com/office/drawing/2014/main" id="{ABCDBFA5-17C3-E446-8650-8CB93A93A4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12100" y="161925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1" name="Rectangle 179">
            <a:extLst>
              <a:ext uri="{FF2B5EF4-FFF2-40B4-BE49-F238E27FC236}">
                <a16:creationId xmlns:a16="http://schemas.microsoft.com/office/drawing/2014/main" id="{3D5BF8F1-8246-7945-814B-AF8A2D381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31445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46232" name="Line 180">
            <a:extLst>
              <a:ext uri="{FF2B5EF4-FFF2-40B4-BE49-F238E27FC236}">
                <a16:creationId xmlns:a16="http://schemas.microsoft.com/office/drawing/2014/main" id="{1C8A7E59-180C-E444-B523-49CFDEAB0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7843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3" name="Line 181">
            <a:extLst>
              <a:ext uri="{FF2B5EF4-FFF2-40B4-BE49-F238E27FC236}">
                <a16:creationId xmlns:a16="http://schemas.microsoft.com/office/drawing/2014/main" id="{D09071F2-27DE-CA4A-9DB6-58165F015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192405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4" name="Line 182">
            <a:extLst>
              <a:ext uri="{FF2B5EF4-FFF2-40B4-BE49-F238E27FC236}">
                <a16:creationId xmlns:a16="http://schemas.microsoft.com/office/drawing/2014/main" id="{64FAAFD8-295C-DA4D-8732-9B1AF9D94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7843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5" name="Line 183">
            <a:extLst>
              <a:ext uri="{FF2B5EF4-FFF2-40B4-BE49-F238E27FC236}">
                <a16:creationId xmlns:a16="http://schemas.microsoft.com/office/drawing/2014/main" id="{871E4CFA-21EB-4941-9B41-1C5CA3E98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192405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6" name="Line 184">
            <a:extLst>
              <a:ext uri="{FF2B5EF4-FFF2-40B4-BE49-F238E27FC236}">
                <a16:creationId xmlns:a16="http://schemas.microsoft.com/office/drawing/2014/main" id="{075F2AE5-5DC0-554D-B80C-52D000C83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7843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7" name="Line 185">
            <a:extLst>
              <a:ext uri="{FF2B5EF4-FFF2-40B4-BE49-F238E27FC236}">
                <a16:creationId xmlns:a16="http://schemas.microsoft.com/office/drawing/2014/main" id="{1C99C857-5B7F-E049-B15E-1AC684EA42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192405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8" name="Line 186">
            <a:extLst>
              <a:ext uri="{FF2B5EF4-FFF2-40B4-BE49-F238E27FC236}">
                <a16:creationId xmlns:a16="http://schemas.microsoft.com/office/drawing/2014/main" id="{7442223B-4E5D-8746-8789-1879922E05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7843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39" name="Line 187">
            <a:extLst>
              <a:ext uri="{FF2B5EF4-FFF2-40B4-BE49-F238E27FC236}">
                <a16:creationId xmlns:a16="http://schemas.microsoft.com/office/drawing/2014/main" id="{003C9E4A-56A3-0048-B6C9-8818315CC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192405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40" name="Line 188">
            <a:extLst>
              <a:ext uri="{FF2B5EF4-FFF2-40B4-BE49-F238E27FC236}">
                <a16:creationId xmlns:a16="http://schemas.microsoft.com/office/drawing/2014/main" id="{448B37D2-6C33-4042-B3E5-F3E8F27E9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7843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41" name="Rectangle 189">
            <a:extLst>
              <a:ext uri="{FF2B5EF4-FFF2-40B4-BE49-F238E27FC236}">
                <a16:creationId xmlns:a16="http://schemas.microsoft.com/office/drawing/2014/main" id="{240CD252-BD22-1241-BA2B-D24F79353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1619250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Ifetch</a:t>
            </a:r>
          </a:p>
        </p:txBody>
      </p:sp>
      <p:sp>
        <p:nvSpPr>
          <p:cNvPr id="46242" name="Rectangle 190">
            <a:extLst>
              <a:ext uri="{FF2B5EF4-FFF2-40B4-BE49-F238E27FC236}">
                <a16:creationId xmlns:a16="http://schemas.microsoft.com/office/drawing/2014/main" id="{0469936E-80DB-3F40-9664-5C516A9F3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1619250"/>
            <a:ext cx="903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Reg/Dec</a:t>
            </a:r>
          </a:p>
        </p:txBody>
      </p:sp>
      <p:sp>
        <p:nvSpPr>
          <p:cNvPr id="46243" name="Rectangle 191">
            <a:extLst>
              <a:ext uri="{FF2B5EF4-FFF2-40B4-BE49-F238E27FC236}">
                <a16:creationId xmlns:a16="http://schemas.microsoft.com/office/drawing/2014/main" id="{67941B41-598A-6748-842A-D6DDC081F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1619250"/>
            <a:ext cx="598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Exec</a:t>
            </a:r>
          </a:p>
        </p:txBody>
      </p:sp>
      <p:sp>
        <p:nvSpPr>
          <p:cNvPr id="46244" name="Rectangle 192">
            <a:extLst>
              <a:ext uri="{FF2B5EF4-FFF2-40B4-BE49-F238E27FC236}">
                <a16:creationId xmlns:a16="http://schemas.microsoft.com/office/drawing/2014/main" id="{32C031F9-DA44-424B-BFE3-02C349F34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161925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46245" name="Oval 193">
            <a:extLst>
              <a:ext uri="{FF2B5EF4-FFF2-40B4-BE49-F238E27FC236}">
                <a16:creationId xmlns:a16="http://schemas.microsoft.com/office/drawing/2014/main" id="{63046EC1-3C15-9342-BB9D-B596FB608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9350" y="1092200"/>
            <a:ext cx="139700" cy="749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246" name="Line 195">
            <a:extLst>
              <a:ext uri="{FF2B5EF4-FFF2-40B4-BE49-F238E27FC236}">
                <a16:creationId xmlns:a16="http://schemas.microsoft.com/office/drawing/2014/main" id="{6D1D8F84-084D-3B4E-8513-06B442722D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8350" y="1016000"/>
            <a:ext cx="3683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47" name="Rectangle 196">
            <a:extLst>
              <a:ext uri="{FF2B5EF4-FFF2-40B4-BE49-F238E27FC236}">
                <a16:creationId xmlns:a16="http://schemas.microsoft.com/office/drawing/2014/main" id="{A5C79D53-B0F5-534F-BC3C-5A9DA5C63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685800"/>
            <a:ext cx="8191500" cy="325438"/>
          </a:xfrm>
          <a:noFill/>
        </p:spPr>
        <p:txBody>
          <a:bodyPr/>
          <a:lstStyle/>
          <a:p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Location 10:</a:t>
            </a:r>
            <a:r>
              <a:rPr lang="en-US" altLang="zh-CN">
                <a:ea typeface="黑体" panose="02010609060101010101" pitchFamily="49" charset="-122"/>
              </a:rPr>
              <a:t> lw  $1, 0x100($2)       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功能：</a:t>
            </a:r>
            <a:r>
              <a:rPr lang="en-US" altLang="zh-CN">
                <a:ea typeface="宋体" panose="02010600030101010101" pitchFamily="2" charset="-122"/>
              </a:rPr>
              <a:t>$1 &lt;-  Mem[($2) +  0x100]</a:t>
            </a:r>
          </a:p>
        </p:txBody>
      </p:sp>
      <p:grpSp>
        <p:nvGrpSpPr>
          <p:cNvPr id="55502" name="Group 206">
            <a:extLst>
              <a:ext uri="{FF2B5EF4-FFF2-40B4-BE49-F238E27FC236}">
                <a16:creationId xmlns:a16="http://schemas.microsoft.com/office/drawing/2014/main" id="{A1C998CB-9FF1-224D-AF71-707F9DF58194}"/>
              </a:ext>
            </a:extLst>
          </p:cNvPr>
          <p:cNvGrpSpPr>
            <a:grpSpLocks/>
          </p:cNvGrpSpPr>
          <p:nvPr/>
        </p:nvGrpSpPr>
        <p:grpSpPr bwMode="auto">
          <a:xfrm>
            <a:off x="3175000" y="4584700"/>
            <a:ext cx="5689600" cy="1322388"/>
            <a:chOff x="2000" y="2843"/>
            <a:chExt cx="3584" cy="833"/>
          </a:xfrm>
        </p:grpSpPr>
        <p:sp>
          <p:nvSpPr>
            <p:cNvPr id="46253" name="Line 69">
              <a:extLst>
                <a:ext uri="{FF2B5EF4-FFF2-40B4-BE49-F238E27FC236}">
                  <a16:creationId xmlns:a16="http://schemas.microsoft.com/office/drawing/2014/main" id="{8EEB63F2-9935-F844-91E6-2E6E12A12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2844"/>
              <a:ext cx="208" cy="0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54" name="Line 101">
              <a:extLst>
                <a:ext uri="{FF2B5EF4-FFF2-40B4-BE49-F238E27FC236}">
                  <a16:creationId xmlns:a16="http://schemas.microsoft.com/office/drawing/2014/main" id="{24AC1D94-68F5-7940-A1CF-7B151024A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3324"/>
              <a:ext cx="138" cy="9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55" name="Line 102">
              <a:extLst>
                <a:ext uri="{FF2B5EF4-FFF2-40B4-BE49-F238E27FC236}">
                  <a16:creationId xmlns:a16="http://schemas.microsoft.com/office/drawing/2014/main" id="{577E8595-CD80-6A4B-A0A9-CA83EECC2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340"/>
              <a:ext cx="0" cy="208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56" name="Line 103">
              <a:extLst>
                <a:ext uri="{FF2B5EF4-FFF2-40B4-BE49-F238E27FC236}">
                  <a16:creationId xmlns:a16="http://schemas.microsoft.com/office/drawing/2014/main" id="{6DB860F7-7432-BF43-BCA6-B601B8B37E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3564"/>
              <a:ext cx="3248" cy="0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57" name="Line 104">
              <a:extLst>
                <a:ext uri="{FF2B5EF4-FFF2-40B4-BE49-F238E27FC236}">
                  <a16:creationId xmlns:a16="http://schemas.microsoft.com/office/drawing/2014/main" id="{6E910E55-D4B9-BB40-A9DB-FC4C980FE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164"/>
              <a:ext cx="0" cy="416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58" name="Line 105">
              <a:extLst>
                <a:ext uri="{FF2B5EF4-FFF2-40B4-BE49-F238E27FC236}">
                  <a16:creationId xmlns:a16="http://schemas.microsoft.com/office/drawing/2014/main" id="{B6DABE56-AD74-E147-991A-88B30DFB7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" y="3044"/>
              <a:ext cx="98" cy="9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59" name="Line 106">
              <a:extLst>
                <a:ext uri="{FF2B5EF4-FFF2-40B4-BE49-F238E27FC236}">
                  <a16:creationId xmlns:a16="http://schemas.microsoft.com/office/drawing/2014/main" id="{721EFA98-4DB4-3742-9B8A-3155D543D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3052"/>
              <a:ext cx="0" cy="592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0" name="Line 107">
              <a:extLst>
                <a:ext uri="{FF2B5EF4-FFF2-40B4-BE49-F238E27FC236}">
                  <a16:creationId xmlns:a16="http://schemas.microsoft.com/office/drawing/2014/main" id="{5397A2F0-6DFE-814B-B464-F448FC016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2" y="3660"/>
              <a:ext cx="3392" cy="0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1" name="Line 108">
              <a:extLst>
                <a:ext uri="{FF2B5EF4-FFF2-40B4-BE49-F238E27FC236}">
                  <a16:creationId xmlns:a16="http://schemas.microsoft.com/office/drawing/2014/main" id="{40F16378-BBBF-C244-A666-24FE5C4E2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164"/>
              <a:ext cx="0" cy="512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62" name="Line 197">
              <a:extLst>
                <a:ext uri="{FF2B5EF4-FFF2-40B4-BE49-F238E27FC236}">
                  <a16:creationId xmlns:a16="http://schemas.microsoft.com/office/drawing/2014/main" id="{06DB8859-42EB-4A4E-A4E8-2088607F2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1" y="2843"/>
              <a:ext cx="162" cy="211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249" name="Line 198">
            <a:extLst>
              <a:ext uri="{FF2B5EF4-FFF2-40B4-BE49-F238E27FC236}">
                <a16:creationId xmlns:a16="http://schemas.microsoft.com/office/drawing/2014/main" id="{86EA1F76-C199-A849-92EB-10D00C174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19240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250" name="Rectangle 199">
            <a:extLst>
              <a:ext uri="{FF2B5EF4-FFF2-40B4-BE49-F238E27FC236}">
                <a16:creationId xmlns:a16="http://schemas.microsoft.com/office/drawing/2014/main" id="{46008D10-0F92-AA4A-86D4-E2CF58346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1619250"/>
            <a:ext cx="4746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Wr</a:t>
            </a:r>
          </a:p>
        </p:txBody>
      </p:sp>
      <p:sp>
        <p:nvSpPr>
          <p:cNvPr id="55498" name="Rectangle 202">
            <a:extLst>
              <a:ext uri="{FF2B5EF4-FFF2-40B4-BE49-F238E27FC236}">
                <a16:creationId xmlns:a16="http://schemas.microsoft.com/office/drawing/2014/main" id="{012E3BCA-A053-2E4D-912B-9BCC65082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6240463"/>
            <a:ext cx="50879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各阶段所经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DataPath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已有，控制信号如何得到？</a:t>
            </a:r>
          </a:p>
        </p:txBody>
      </p:sp>
      <p:sp>
        <p:nvSpPr>
          <p:cNvPr id="55501" name="Text Box 205">
            <a:extLst>
              <a:ext uri="{FF2B5EF4-FFF2-40B4-BE49-F238E27FC236}">
                <a16:creationId xmlns:a16="http://schemas.microsoft.com/office/drawing/2014/main" id="{B26C66DD-9711-8E45-B683-76B116341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5811838"/>
            <a:ext cx="30178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该阶段有反向数据流，可能会引起冒险！以后介绍。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55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8" grpId="0"/>
      <p:bldP spid="55373" grpId="0"/>
      <p:bldP spid="55498" grpId="0"/>
      <p:bldP spid="5550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2D11429-1CF3-8D48-80D5-C42F98793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6626225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流水线中的</a:t>
            </a:r>
            <a:r>
              <a:rPr lang="en-US" altLang="zh-CN">
                <a:ea typeface="宋体" panose="02010600030101010101" pitchFamily="2" charset="-122"/>
              </a:rPr>
              <a:t>Control Signals</a:t>
            </a:r>
            <a:r>
              <a:rPr lang="zh-CN" altLang="en-US">
                <a:ea typeface="宋体" panose="02010600030101010101" pitchFamily="2" charset="-122"/>
              </a:rPr>
              <a:t>如何获得</a:t>
            </a:r>
            <a:r>
              <a:rPr lang="en-US" altLang="zh-CN"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57517" name="Rectangle 173">
            <a:extLst>
              <a:ext uri="{FF2B5EF4-FFF2-40B4-BE49-F238E27FC236}">
                <a16:creationId xmlns:a16="http://schemas.microsoft.com/office/drawing/2014/main" id="{5F00AF94-E381-134B-9BB5-DB13E7F01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913" y="685800"/>
            <a:ext cx="8421687" cy="928688"/>
          </a:xfrm>
          <a:noFill/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主要考察</a:t>
            </a:r>
            <a:r>
              <a:rPr lang="en-US" altLang="zh-CN">
                <a:ea typeface="黑体" panose="02010609060101010101" pitchFamily="49" charset="-122"/>
              </a:rPr>
              <a:t>: </a:t>
            </a:r>
            <a:r>
              <a:rPr lang="zh-CN" altLang="en-US">
                <a:ea typeface="黑体" panose="02010609060101010101" pitchFamily="49" charset="-122"/>
              </a:rPr>
              <a:t>第</a:t>
            </a:r>
            <a:r>
              <a:rPr lang="en-US" altLang="zh-CN">
                <a:ea typeface="黑体" panose="02010609060101010101" pitchFamily="49" charset="-122"/>
              </a:rPr>
              <a:t>N</a:t>
            </a:r>
            <a:r>
              <a:rPr lang="zh-CN" altLang="en-US">
                <a:ea typeface="黑体" panose="02010609060101010101" pitchFamily="49" charset="-122"/>
              </a:rPr>
              <a:t>阶段的控制信号，它取决于是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某条指令的某个阶段</a:t>
            </a:r>
            <a:r>
              <a:rPr lang="zh-CN" altLang="en-US">
                <a:ea typeface="黑体" panose="02010609060101010101" pitchFamily="49" charset="-122"/>
              </a:rPr>
              <a:t>。</a:t>
            </a:r>
            <a:endParaRPr lang="en-US" altLang="zh-CN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altLang="zh-CN">
                <a:ea typeface="黑体" panose="02010609060101010101" pitchFamily="49" charset="-122"/>
              </a:rPr>
              <a:t>N  =  Exec, Mem,  Wr 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(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只有这三个阶段有控制信号）</a:t>
            </a:r>
            <a:endParaRPr lang="en-US" altLang="zh-CN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例</a:t>
            </a:r>
            <a:r>
              <a:rPr lang="en-US" altLang="zh-CN">
                <a:ea typeface="黑体" panose="02010609060101010101" pitchFamily="49" charset="-122"/>
              </a:rPr>
              <a:t>: Load</a:t>
            </a:r>
            <a:r>
              <a:rPr lang="zh-CN" altLang="en-US">
                <a:ea typeface="黑体" panose="02010609060101010101" pitchFamily="49" charset="-122"/>
              </a:rPr>
              <a:t>的</a:t>
            </a:r>
            <a:r>
              <a:rPr lang="en-US" altLang="zh-CN">
                <a:ea typeface="黑体" panose="02010609060101010101" pitchFamily="49" charset="-122"/>
              </a:rPr>
              <a:t>Exec</a:t>
            </a:r>
            <a:r>
              <a:rPr lang="zh-CN" altLang="en-US">
                <a:ea typeface="黑体" panose="02010609060101010101" pitchFamily="49" charset="-122"/>
              </a:rPr>
              <a:t>段的控制信号 </a:t>
            </a:r>
            <a:r>
              <a:rPr lang="en-US" altLang="zh-CN">
                <a:ea typeface="黑体" panose="02010609060101010101" pitchFamily="49" charset="-122"/>
              </a:rPr>
              <a:t>= Func (Load’s Exec)</a:t>
            </a:r>
          </a:p>
        </p:txBody>
      </p:sp>
      <p:grpSp>
        <p:nvGrpSpPr>
          <p:cNvPr id="57523" name="Group 179">
            <a:extLst>
              <a:ext uri="{FF2B5EF4-FFF2-40B4-BE49-F238E27FC236}">
                <a16:creationId xmlns:a16="http://schemas.microsoft.com/office/drawing/2014/main" id="{C3DC4E1D-25B9-7F46-BBDD-57F33DD30A80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1590675"/>
            <a:ext cx="8648700" cy="4541838"/>
            <a:chOff x="184" y="1002"/>
            <a:chExt cx="5392" cy="2861"/>
          </a:xfrm>
        </p:grpSpPr>
        <p:sp>
          <p:nvSpPr>
            <p:cNvPr id="48135" name="Rectangle 31">
              <a:extLst>
                <a:ext uri="{FF2B5EF4-FFF2-40B4-BE49-F238E27FC236}">
                  <a16:creationId xmlns:a16="http://schemas.microsoft.com/office/drawing/2014/main" id="{3868EA9C-F587-0F4E-ACA5-462B749D1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" y="3653"/>
              <a:ext cx="65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48136" name="Rectangle 77">
              <a:extLst>
                <a:ext uri="{FF2B5EF4-FFF2-40B4-BE49-F238E27FC236}">
                  <a16:creationId xmlns:a16="http://schemas.microsoft.com/office/drawing/2014/main" id="{8EC6145C-5E35-604C-8438-D94657734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3653"/>
              <a:ext cx="76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48137" name="Rectangle 86">
              <a:extLst>
                <a:ext uri="{FF2B5EF4-FFF2-40B4-BE49-F238E27FC236}">
                  <a16:creationId xmlns:a16="http://schemas.microsoft.com/office/drawing/2014/main" id="{ADEBBFD1-78D4-224C-90EB-939B97E02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3653"/>
              <a:ext cx="6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RegDst=0</a:t>
              </a:r>
            </a:p>
          </p:txBody>
        </p:sp>
        <p:grpSp>
          <p:nvGrpSpPr>
            <p:cNvPr id="48138" name="Group 178">
              <a:extLst>
                <a:ext uri="{FF2B5EF4-FFF2-40B4-BE49-F238E27FC236}">
                  <a16:creationId xmlns:a16="http://schemas.microsoft.com/office/drawing/2014/main" id="{F4E8CB1C-B30E-9F48-BD2C-6B4298D8C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" y="1002"/>
              <a:ext cx="5392" cy="2850"/>
              <a:chOff x="184" y="1002"/>
              <a:chExt cx="5392" cy="2850"/>
            </a:xfrm>
          </p:grpSpPr>
          <p:sp>
            <p:nvSpPr>
              <p:cNvPr id="48139" name="Rectangle 3">
                <a:extLst>
                  <a:ext uri="{FF2B5EF4-FFF2-40B4-BE49-F238E27FC236}">
                    <a16:creationId xmlns:a16="http://schemas.microsoft.com/office/drawing/2014/main" id="{EC849A3D-DD71-1B41-B3BF-4272E447D2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4" y="2018"/>
                <a:ext cx="182" cy="14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40" name="Rectangle 4">
                <a:extLst>
                  <a:ext uri="{FF2B5EF4-FFF2-40B4-BE49-F238E27FC236}">
                    <a16:creationId xmlns:a16="http://schemas.microsoft.com/office/drawing/2014/main" id="{7CA4478A-8027-6E43-8CD5-2557B92B8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267" y="2128"/>
                <a:ext cx="435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IF/ID</a:t>
                </a:r>
                <a:r>
                  <a:rPr lang="en-US" altLang="zh-CN"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48141" name="Line 5">
                <a:extLst>
                  <a:ext uri="{FF2B5EF4-FFF2-40B4-BE49-F238E27FC236}">
                    <a16:creationId xmlns:a16="http://schemas.microsoft.com/office/drawing/2014/main" id="{E96C561B-BE42-7648-8942-5C1359346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826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42" name="Rectangle 6">
                <a:extLst>
                  <a:ext uri="{FF2B5EF4-FFF2-40B4-BE49-F238E27FC236}">
                    <a16:creationId xmlns:a16="http://schemas.microsoft.com/office/drawing/2014/main" id="{DD1CF54F-26BD-C94C-8DB6-BB71395CD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6" y="2018"/>
                <a:ext cx="182" cy="14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43" name="Rectangle 7">
                <a:extLst>
                  <a:ext uri="{FF2B5EF4-FFF2-40B4-BE49-F238E27FC236}">
                    <a16:creationId xmlns:a16="http://schemas.microsoft.com/office/drawing/2014/main" id="{6D89A213-B51D-694B-A741-76BDE4150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148" y="2702"/>
                <a:ext cx="978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ID/Ex</a:t>
                </a:r>
                <a:r>
                  <a:rPr lang="en-US" altLang="zh-CN">
                    <a:ea typeface="宋体" panose="02010600030101010101" pitchFamily="2" charset="-122"/>
                  </a:rPr>
                  <a:t> </a:t>
                </a:r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Register</a:t>
                </a:r>
              </a:p>
            </p:txBody>
          </p:sp>
          <p:sp>
            <p:nvSpPr>
              <p:cNvPr id="48144" name="Rectangle 8">
                <a:extLst>
                  <a:ext uri="{FF2B5EF4-FFF2-40B4-BE49-F238E27FC236}">
                    <a16:creationId xmlns:a16="http://schemas.microsoft.com/office/drawing/2014/main" id="{10A8C62E-0FE6-5B49-9589-55B66C3B0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8" y="2018"/>
                <a:ext cx="182" cy="14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45" name="Rectangle 9">
                <a:extLst>
                  <a:ext uri="{FF2B5EF4-FFF2-40B4-BE49-F238E27FC236}">
                    <a16:creationId xmlns:a16="http://schemas.microsoft.com/office/drawing/2014/main" id="{EEA2C07C-1514-A840-A4B5-071BFF6E8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24" y="2653"/>
                <a:ext cx="153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Ex/Mem</a:t>
                </a:r>
                <a:r>
                  <a:rPr lang="en-US" altLang="zh-CN">
                    <a:ea typeface="宋体" panose="02010600030101010101" pitchFamily="2" charset="-122"/>
                  </a:rPr>
                  <a:t>: Load’s Address</a:t>
                </a:r>
              </a:p>
            </p:txBody>
          </p:sp>
          <p:sp>
            <p:nvSpPr>
              <p:cNvPr id="48146" name="Rectangle 10">
                <a:extLst>
                  <a:ext uri="{FF2B5EF4-FFF2-40B4-BE49-F238E27FC236}">
                    <a16:creationId xmlns:a16="http://schemas.microsoft.com/office/drawing/2014/main" id="{4F7DA80E-EC09-AA4B-9094-ACFB84F09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8" y="2018"/>
                <a:ext cx="182" cy="14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47" name="Rectangle 11">
                <a:extLst>
                  <a:ext uri="{FF2B5EF4-FFF2-40B4-BE49-F238E27FC236}">
                    <a16:creationId xmlns:a16="http://schemas.microsoft.com/office/drawing/2014/main" id="{FF373442-D660-E84F-AE96-FA37ACBA2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408" y="2702"/>
                <a:ext cx="1157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Mem/Wr</a:t>
                </a:r>
                <a:r>
                  <a:rPr lang="en-US" altLang="zh-CN">
                    <a:ea typeface="宋体" panose="02010600030101010101" pitchFamily="2" charset="-122"/>
                  </a:rPr>
                  <a:t> </a:t>
                </a:r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Register</a:t>
                </a:r>
              </a:p>
            </p:txBody>
          </p:sp>
          <p:sp>
            <p:nvSpPr>
              <p:cNvPr id="48148" name="Rectangle 12">
                <a:extLst>
                  <a:ext uri="{FF2B5EF4-FFF2-40B4-BE49-F238E27FC236}">
                    <a16:creationId xmlns:a16="http://schemas.microsoft.com/office/drawing/2014/main" id="{21B5BB50-0200-354F-AAF2-A95C4B0FF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" y="2018"/>
                <a:ext cx="182" cy="70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49" name="Rectangle 13">
                <a:extLst>
                  <a:ext uri="{FF2B5EF4-FFF2-40B4-BE49-F238E27FC236}">
                    <a16:creationId xmlns:a16="http://schemas.microsoft.com/office/drawing/2014/main" id="{FBF43AD7-E0CF-CB43-A498-14CA0785F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77" y="2217"/>
                <a:ext cx="291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48150" name="Rectangle 14">
                <a:extLst>
                  <a:ext uri="{FF2B5EF4-FFF2-40B4-BE49-F238E27FC236}">
                    <a16:creationId xmlns:a16="http://schemas.microsoft.com/office/drawing/2014/main" id="{7C499497-C662-8645-A06D-600A903D0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4" y="2306"/>
                <a:ext cx="374" cy="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51" name="Rectangle 15">
                <a:extLst>
                  <a:ext uri="{FF2B5EF4-FFF2-40B4-BE49-F238E27FC236}">
                    <a16:creationId xmlns:a16="http://schemas.microsoft.com/office/drawing/2014/main" id="{E14C2A36-E913-D149-90FB-7DB090454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9" y="2311"/>
                <a:ext cx="423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Data</a:t>
                </a:r>
              </a:p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Mem</a:t>
                </a:r>
              </a:p>
            </p:txBody>
          </p:sp>
          <p:sp>
            <p:nvSpPr>
              <p:cNvPr id="48152" name="Rectangle 16">
                <a:extLst>
                  <a:ext uri="{FF2B5EF4-FFF2-40B4-BE49-F238E27FC236}">
                    <a16:creationId xmlns:a16="http://schemas.microsoft.com/office/drawing/2014/main" id="{15189D04-487F-8F49-B419-C4F8258E9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3" y="2793"/>
                <a:ext cx="32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WA</a:t>
                </a:r>
              </a:p>
            </p:txBody>
          </p:sp>
          <p:sp>
            <p:nvSpPr>
              <p:cNvPr id="48153" name="Rectangle 17">
                <a:extLst>
                  <a:ext uri="{FF2B5EF4-FFF2-40B4-BE49-F238E27FC236}">
                    <a16:creationId xmlns:a16="http://schemas.microsoft.com/office/drawing/2014/main" id="{35A9B3E5-2396-604D-B42D-11FEC4F56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3" y="2937"/>
                <a:ext cx="23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1400" b="0">
                    <a:ea typeface="宋体" panose="02010600030101010101" pitchFamily="2" charset="-122"/>
                  </a:rPr>
                  <a:t>i</a:t>
                </a:r>
              </a:p>
            </p:txBody>
          </p:sp>
          <p:sp>
            <p:nvSpPr>
              <p:cNvPr id="48154" name="Rectangle 18">
                <a:extLst>
                  <a:ext uri="{FF2B5EF4-FFF2-40B4-BE49-F238E27FC236}">
                    <a16:creationId xmlns:a16="http://schemas.microsoft.com/office/drawing/2014/main" id="{C696D0FA-791D-CD46-9F56-515255243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3" y="2649"/>
                <a:ext cx="29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RA</a:t>
                </a:r>
              </a:p>
            </p:txBody>
          </p:sp>
          <p:sp>
            <p:nvSpPr>
              <p:cNvPr id="48155" name="Rectangle 19">
                <a:extLst>
                  <a:ext uri="{FF2B5EF4-FFF2-40B4-BE49-F238E27FC236}">
                    <a16:creationId xmlns:a16="http://schemas.microsoft.com/office/drawing/2014/main" id="{67B3C981-57F1-4A40-8459-7AADC97AD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5" y="2649"/>
                <a:ext cx="28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Do</a:t>
                </a:r>
              </a:p>
            </p:txBody>
          </p:sp>
          <p:sp>
            <p:nvSpPr>
              <p:cNvPr id="48156" name="Rectangle 20">
                <a:extLst>
                  <a:ext uri="{FF2B5EF4-FFF2-40B4-BE49-F238E27FC236}">
                    <a16:creationId xmlns:a16="http://schemas.microsoft.com/office/drawing/2014/main" id="{3D53A320-859A-CE4B-A1DA-DF0CC6BFA9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" y="2018"/>
                <a:ext cx="230" cy="12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57" name="Rectangle 21">
                <a:extLst>
                  <a:ext uri="{FF2B5EF4-FFF2-40B4-BE49-F238E27FC236}">
                    <a16:creationId xmlns:a16="http://schemas.microsoft.com/office/drawing/2014/main" id="{345460FB-D94F-4049-AB44-935E9D6EB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04" y="2696"/>
                <a:ext cx="399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IUnit</a:t>
                </a:r>
              </a:p>
            </p:txBody>
          </p:sp>
          <p:sp>
            <p:nvSpPr>
              <p:cNvPr id="48158" name="Rectangle 22">
                <a:extLst>
                  <a:ext uri="{FF2B5EF4-FFF2-40B4-BE49-F238E27FC236}">
                    <a16:creationId xmlns:a16="http://schemas.microsoft.com/office/drawing/2014/main" id="{B7219F76-C96B-694A-9870-2A04773BF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" y="2409"/>
                <a:ext cx="20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48159" name="Rectangle 23">
                <a:extLst>
                  <a:ext uri="{FF2B5EF4-FFF2-40B4-BE49-F238E27FC236}">
                    <a16:creationId xmlns:a16="http://schemas.microsoft.com/office/drawing/2014/main" id="{B5D6ACBC-42FC-7E43-924E-31D73DCC0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1" y="3129"/>
                <a:ext cx="149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400" b="0">
                    <a:ea typeface="宋体" panose="02010600030101010101" pitchFamily="2" charset="-122"/>
                  </a:rPr>
                  <a:t>I</a:t>
                </a:r>
              </a:p>
            </p:txBody>
          </p:sp>
          <p:sp>
            <p:nvSpPr>
              <p:cNvPr id="48160" name="Rectangle 24">
                <a:extLst>
                  <a:ext uri="{FF2B5EF4-FFF2-40B4-BE49-F238E27FC236}">
                    <a16:creationId xmlns:a16="http://schemas.microsoft.com/office/drawing/2014/main" id="{76D07AD2-3B0A-3340-8BF0-237F58B95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2" y="2354"/>
                <a:ext cx="374" cy="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61" name="Rectangle 25">
                <a:extLst>
                  <a:ext uri="{FF2B5EF4-FFF2-40B4-BE49-F238E27FC236}">
                    <a16:creationId xmlns:a16="http://schemas.microsoft.com/office/drawing/2014/main" id="{5BD2495C-AE7A-5940-90FE-D2859C129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5" y="2803"/>
                <a:ext cx="42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RFile</a:t>
                </a:r>
              </a:p>
            </p:txBody>
          </p:sp>
          <p:sp>
            <p:nvSpPr>
              <p:cNvPr id="48162" name="Rectangle 26">
                <a:extLst>
                  <a:ext uri="{FF2B5EF4-FFF2-40B4-BE49-F238E27FC236}">
                    <a16:creationId xmlns:a16="http://schemas.microsoft.com/office/drawing/2014/main" id="{8523B17A-6AA1-9341-ABC4-9272B318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3017"/>
                <a:ext cx="24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Di</a:t>
                </a:r>
              </a:p>
            </p:txBody>
          </p:sp>
          <p:sp>
            <p:nvSpPr>
              <p:cNvPr id="48163" name="Rectangle 27">
                <a:extLst>
                  <a:ext uri="{FF2B5EF4-FFF2-40B4-BE49-F238E27FC236}">
                    <a16:creationId xmlns:a16="http://schemas.microsoft.com/office/drawing/2014/main" id="{AC0B6D31-F84A-B44C-8725-780F0CDFD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2443"/>
                <a:ext cx="27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Ra</a:t>
                </a:r>
              </a:p>
            </p:txBody>
          </p:sp>
          <p:sp>
            <p:nvSpPr>
              <p:cNvPr id="48164" name="Rectangle 28">
                <a:extLst>
                  <a:ext uri="{FF2B5EF4-FFF2-40B4-BE49-F238E27FC236}">
                    <a16:creationId xmlns:a16="http://schemas.microsoft.com/office/drawing/2014/main" id="{9A8561E0-18A6-6645-93CD-0E1F070E8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2651"/>
                <a:ext cx="28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Rb</a:t>
                </a:r>
              </a:p>
            </p:txBody>
          </p:sp>
          <p:sp>
            <p:nvSpPr>
              <p:cNvPr id="48165" name="Rectangle 29">
                <a:extLst>
                  <a:ext uri="{FF2B5EF4-FFF2-40B4-BE49-F238E27FC236}">
                    <a16:creationId xmlns:a16="http://schemas.microsoft.com/office/drawing/2014/main" id="{A6F73C08-74AB-8A47-9830-DA75C5BCB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3005"/>
                <a:ext cx="30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Rw</a:t>
                </a:r>
              </a:p>
            </p:txBody>
          </p:sp>
          <p:sp>
            <p:nvSpPr>
              <p:cNvPr id="48166" name="Line 30">
                <a:extLst>
                  <a:ext uri="{FF2B5EF4-FFF2-40B4-BE49-F238E27FC236}">
                    <a16:creationId xmlns:a16="http://schemas.microsoft.com/office/drawing/2014/main" id="{A8DA6E9D-AF6D-E44A-9DB8-A1438BA9CC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122"/>
                <a:ext cx="0" cy="608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7" name="Rectangle 32">
                <a:extLst>
                  <a:ext uri="{FF2B5EF4-FFF2-40B4-BE49-F238E27FC236}">
                    <a16:creationId xmlns:a16="http://schemas.microsoft.com/office/drawing/2014/main" id="{A10689A4-175A-6A4C-9895-EEFA10719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1301"/>
                <a:ext cx="52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u="sng">
                    <a:solidFill>
                      <a:schemeClr val="accent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RegWr</a:t>
                </a:r>
              </a:p>
            </p:txBody>
          </p:sp>
          <p:sp>
            <p:nvSpPr>
              <p:cNvPr id="48168" name="Line 33">
                <a:extLst>
                  <a:ext uri="{FF2B5EF4-FFF2-40B4-BE49-F238E27FC236}">
                    <a16:creationId xmlns:a16="http://schemas.microsoft.com/office/drawing/2014/main" id="{73F3A176-FD69-7444-A780-401532137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978"/>
                <a:ext cx="0" cy="752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9" name="Rectangle 34">
                <a:extLst>
                  <a:ext uri="{FF2B5EF4-FFF2-40B4-BE49-F238E27FC236}">
                    <a16:creationId xmlns:a16="http://schemas.microsoft.com/office/drawing/2014/main" id="{AAD1D021-1B59-8D4D-90BD-6A2579E11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1" y="1338"/>
                <a:ext cx="63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u="sng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ExtOp=1</a:t>
                </a:r>
              </a:p>
            </p:txBody>
          </p:sp>
          <p:sp>
            <p:nvSpPr>
              <p:cNvPr id="48170" name="Line 35">
                <a:extLst>
                  <a:ext uri="{FF2B5EF4-FFF2-40B4-BE49-F238E27FC236}">
                    <a16:creationId xmlns:a16="http://schemas.microsoft.com/office/drawing/2014/main" id="{20316C13-1121-6846-BBAE-2FFD71CB9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2" y="2730"/>
                <a:ext cx="208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71" name="Rectangle 36">
                <a:extLst>
                  <a:ext uri="{FF2B5EF4-FFF2-40B4-BE49-F238E27FC236}">
                    <a16:creationId xmlns:a16="http://schemas.microsoft.com/office/drawing/2014/main" id="{E3223FDC-4CCB-DA47-9DB3-4B0178D4D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" y="2611"/>
                <a:ext cx="408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Exec</a:t>
                </a:r>
              </a:p>
              <a:p>
                <a:pPr algn="ctr"/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Unit</a:t>
                </a:r>
              </a:p>
            </p:txBody>
          </p:sp>
          <p:sp>
            <p:nvSpPr>
              <p:cNvPr id="48172" name="Rectangle 37">
                <a:extLst>
                  <a:ext uri="{FF2B5EF4-FFF2-40B4-BE49-F238E27FC236}">
                    <a16:creationId xmlns:a16="http://schemas.microsoft.com/office/drawing/2014/main" id="{F2085818-2621-2248-985E-A7E6FF1E1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2018"/>
                <a:ext cx="368" cy="9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173" name="Rectangle 38">
                <a:extLst>
                  <a:ext uri="{FF2B5EF4-FFF2-40B4-BE49-F238E27FC236}">
                    <a16:creationId xmlns:a16="http://schemas.microsoft.com/office/drawing/2014/main" id="{715ECF02-BC57-FA47-BEC6-518B0EAB8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2347"/>
                <a:ext cx="42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busA</a:t>
                </a:r>
              </a:p>
            </p:txBody>
          </p:sp>
          <p:sp>
            <p:nvSpPr>
              <p:cNvPr id="48174" name="Rectangle 39">
                <a:extLst>
                  <a:ext uri="{FF2B5EF4-FFF2-40B4-BE49-F238E27FC236}">
                    <a16:creationId xmlns:a16="http://schemas.microsoft.com/office/drawing/2014/main" id="{CE25633A-715D-B548-BE5E-DCD3B310A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2507"/>
                <a:ext cx="42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busB</a:t>
                </a:r>
              </a:p>
            </p:txBody>
          </p:sp>
          <p:sp>
            <p:nvSpPr>
              <p:cNvPr id="48175" name="Line 40">
                <a:extLst>
                  <a:ext uri="{FF2B5EF4-FFF2-40B4-BE49-F238E27FC236}">
                    <a16:creationId xmlns:a16="http://schemas.microsoft.com/office/drawing/2014/main" id="{3599EC63-F560-B747-B4F4-DFA5CB6EC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538"/>
                <a:ext cx="0" cy="464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76" name="Rectangle 41">
                <a:extLst>
                  <a:ext uri="{FF2B5EF4-FFF2-40B4-BE49-F238E27FC236}">
                    <a16:creationId xmlns:a16="http://schemas.microsoft.com/office/drawing/2014/main" id="{E5C24258-D5FE-CC43-BC58-C529FED80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2189"/>
                <a:ext cx="37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Imm</a:t>
                </a:r>
              </a:p>
            </p:txBody>
          </p:sp>
          <p:sp>
            <p:nvSpPr>
              <p:cNvPr id="48177" name="Line 42">
                <a:extLst>
                  <a:ext uri="{FF2B5EF4-FFF2-40B4-BE49-F238E27FC236}">
                    <a16:creationId xmlns:a16="http://schemas.microsoft.com/office/drawing/2014/main" id="{2D296128-6D94-DD44-9553-0BC78A136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394"/>
                <a:ext cx="0" cy="608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78" name="Rectangle 43">
                <a:extLst>
                  <a:ext uri="{FF2B5EF4-FFF2-40B4-BE49-F238E27FC236}">
                    <a16:creationId xmlns:a16="http://schemas.microsoft.com/office/drawing/2014/main" id="{6A922C12-4EEB-A14E-B06A-C6CD5BAFC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194"/>
                <a:ext cx="86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u="sng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ALUOp=Add</a:t>
                </a:r>
              </a:p>
            </p:txBody>
          </p:sp>
          <p:sp>
            <p:nvSpPr>
              <p:cNvPr id="48179" name="Rectangle 44">
                <a:extLst>
                  <a:ext uri="{FF2B5EF4-FFF2-40B4-BE49-F238E27FC236}">
                    <a16:creationId xmlns:a16="http://schemas.microsoft.com/office/drawing/2014/main" id="{EEBC21F8-BED2-5F40-91D0-6BAA71600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3642"/>
                <a:ext cx="72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u="sng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ALUSrc=1</a:t>
                </a:r>
              </a:p>
            </p:txBody>
          </p:sp>
          <p:sp>
            <p:nvSpPr>
              <p:cNvPr id="48180" name="Line 45">
                <a:extLst>
                  <a:ext uri="{FF2B5EF4-FFF2-40B4-BE49-F238E27FC236}">
                    <a16:creationId xmlns:a16="http://schemas.microsoft.com/office/drawing/2014/main" id="{029F2808-ECF6-B943-9DD9-8E44F62F0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44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1" name="Line 46">
                <a:extLst>
                  <a:ext uri="{FF2B5EF4-FFF2-40B4-BE49-F238E27FC236}">
                    <a16:creationId xmlns:a16="http://schemas.microsoft.com/office/drawing/2014/main" id="{9920F7EA-9B48-4D4C-8581-A73E870D7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2298"/>
                <a:ext cx="304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2" name="Line 47">
                <a:extLst>
                  <a:ext uri="{FF2B5EF4-FFF2-40B4-BE49-F238E27FC236}">
                    <a16:creationId xmlns:a16="http://schemas.microsoft.com/office/drawing/2014/main" id="{F5825812-5E10-B94C-AD0E-E2EE824E7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2634"/>
                <a:ext cx="3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3" name="Line 48">
                <a:extLst>
                  <a:ext uri="{FF2B5EF4-FFF2-40B4-BE49-F238E27FC236}">
                    <a16:creationId xmlns:a16="http://schemas.microsoft.com/office/drawing/2014/main" id="{A229D8A8-5666-9943-9365-208ADCC6FC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2442"/>
                <a:ext cx="304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4" name="Line 49">
                <a:extLst>
                  <a:ext uri="{FF2B5EF4-FFF2-40B4-BE49-F238E27FC236}">
                    <a16:creationId xmlns:a16="http://schemas.microsoft.com/office/drawing/2014/main" id="{154D0657-AC67-8A4D-987C-7C52CCD5E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634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5" name="Line 50">
                <a:extLst>
                  <a:ext uri="{FF2B5EF4-FFF2-40B4-BE49-F238E27FC236}">
                    <a16:creationId xmlns:a16="http://schemas.microsoft.com/office/drawing/2014/main" id="{09906438-A3CC-5749-B22C-59CE78F54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253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6" name="Line 51">
                <a:extLst>
                  <a:ext uri="{FF2B5EF4-FFF2-40B4-BE49-F238E27FC236}">
                    <a16:creationId xmlns:a16="http://schemas.microsoft.com/office/drawing/2014/main" id="{7B915017-BFC1-0E44-90DD-8D1BCC163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273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7" name="Line 52">
                <a:extLst>
                  <a:ext uri="{FF2B5EF4-FFF2-40B4-BE49-F238E27FC236}">
                    <a16:creationId xmlns:a16="http://schemas.microsoft.com/office/drawing/2014/main" id="{BC2D62F3-C632-7A47-A91C-FE4E89D36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2730"/>
                <a:ext cx="3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8" name="Line 53">
                <a:extLst>
                  <a:ext uri="{FF2B5EF4-FFF2-40B4-BE49-F238E27FC236}">
                    <a16:creationId xmlns:a16="http://schemas.microsoft.com/office/drawing/2014/main" id="{322D69BB-BF5C-8C4C-86A9-CA3E54B85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642"/>
                <a:ext cx="0" cy="4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9" name="Line 54">
                <a:extLst>
                  <a:ext uri="{FF2B5EF4-FFF2-40B4-BE49-F238E27FC236}">
                    <a16:creationId xmlns:a16="http://schemas.microsoft.com/office/drawing/2014/main" id="{4E91FF0B-36A7-CC49-8081-FE2F05997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0" y="3066"/>
                <a:ext cx="8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0" name="Line 55">
                <a:extLst>
                  <a:ext uri="{FF2B5EF4-FFF2-40B4-BE49-F238E27FC236}">
                    <a16:creationId xmlns:a16="http://schemas.microsoft.com/office/drawing/2014/main" id="{4C2E7170-C538-FC46-9890-13AE23B5C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3066"/>
                <a:ext cx="3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1" name="Line 56">
                <a:extLst>
                  <a:ext uri="{FF2B5EF4-FFF2-40B4-BE49-F238E27FC236}">
                    <a16:creationId xmlns:a16="http://schemas.microsoft.com/office/drawing/2014/main" id="{45C66E2C-F74F-7D44-A033-A6C60DBF5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0" y="2874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2" name="Line 57">
                <a:extLst>
                  <a:ext uri="{FF2B5EF4-FFF2-40B4-BE49-F238E27FC236}">
                    <a16:creationId xmlns:a16="http://schemas.microsoft.com/office/drawing/2014/main" id="{39FD9B01-212E-1747-9699-86E12602B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738"/>
                <a:ext cx="0" cy="4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3" name="Line 58">
                <a:extLst>
                  <a:ext uri="{FF2B5EF4-FFF2-40B4-BE49-F238E27FC236}">
                    <a16:creationId xmlns:a16="http://schemas.microsoft.com/office/drawing/2014/main" id="{7954D309-5DAD-0246-A8F9-55D750292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4" y="277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4" name="Line 59">
                <a:extLst>
                  <a:ext uri="{FF2B5EF4-FFF2-40B4-BE49-F238E27FC236}">
                    <a16:creationId xmlns:a16="http://schemas.microsoft.com/office/drawing/2014/main" id="{A41FA054-D3F7-964D-895A-69DE28DCD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0" y="3162"/>
                <a:ext cx="8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195" name="Group 67">
                <a:extLst>
                  <a:ext uri="{FF2B5EF4-FFF2-40B4-BE49-F238E27FC236}">
                    <a16:creationId xmlns:a16="http://schemas.microsoft.com/office/drawing/2014/main" id="{E41A4371-0DB4-1540-ABE1-51331A9C10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92" y="2690"/>
                <a:ext cx="208" cy="596"/>
                <a:chOff x="5292" y="2888"/>
                <a:chExt cx="208" cy="596"/>
              </a:xfrm>
            </p:grpSpPr>
            <p:sp>
              <p:nvSpPr>
                <p:cNvPr id="48301" name="Line 60">
                  <a:extLst>
                    <a:ext uri="{FF2B5EF4-FFF2-40B4-BE49-F238E27FC236}">
                      <a16:creationId xmlns:a16="http://schemas.microsoft.com/office/drawing/2014/main" id="{D94D77B8-F68E-E94E-BECD-A7BB9114BE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8" y="2888"/>
                  <a:ext cx="0" cy="56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302" name="Line 61">
                  <a:extLst>
                    <a:ext uri="{FF2B5EF4-FFF2-40B4-BE49-F238E27FC236}">
                      <a16:creationId xmlns:a16="http://schemas.microsoft.com/office/drawing/2014/main" id="{3DAFFFDC-1A42-264D-86BD-E9F3799330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36" y="2888"/>
                  <a:ext cx="128" cy="3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303" name="Line 62">
                  <a:extLst>
                    <a:ext uri="{FF2B5EF4-FFF2-40B4-BE49-F238E27FC236}">
                      <a16:creationId xmlns:a16="http://schemas.microsoft.com/office/drawing/2014/main" id="{BEFDE839-115E-AD41-855A-B0606DD8D6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36" y="3379"/>
                  <a:ext cx="128" cy="8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304" name="Line 63">
                  <a:extLst>
                    <a:ext uri="{FF2B5EF4-FFF2-40B4-BE49-F238E27FC236}">
                      <a16:creationId xmlns:a16="http://schemas.microsoft.com/office/drawing/2014/main" id="{79B48D4E-4AF9-2D4F-A946-85D44E1F2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72" y="2940"/>
                  <a:ext cx="0" cy="43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305" name="Rectangle 64">
                  <a:extLst>
                    <a:ext uri="{FF2B5EF4-FFF2-40B4-BE49-F238E27FC236}">
                      <a16:creationId xmlns:a16="http://schemas.microsoft.com/office/drawing/2014/main" id="{FC3F994A-4929-324A-8283-9198FF98D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5211" y="3073"/>
                  <a:ext cx="370" cy="2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solidFill>
                        <a:schemeClr val="accent2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Mux</a:t>
                  </a:r>
                </a:p>
              </p:txBody>
            </p:sp>
            <p:sp>
              <p:nvSpPr>
                <p:cNvPr id="48306" name="Rectangle 65">
                  <a:extLst>
                    <a:ext uri="{FF2B5EF4-FFF2-40B4-BE49-F238E27FC236}">
                      <a16:creationId xmlns:a16="http://schemas.microsoft.com/office/drawing/2014/main" id="{C9D90A0F-8B73-054B-B8E2-5DA4C4A485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03" y="2900"/>
                  <a:ext cx="168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zh-CN" altLang="en-US" sz="1400" b="0"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8307" name="Rectangle 66">
                  <a:extLst>
                    <a:ext uri="{FF2B5EF4-FFF2-40B4-BE49-F238E27FC236}">
                      <a16:creationId xmlns:a16="http://schemas.microsoft.com/office/drawing/2014/main" id="{3E8D9FC6-6481-0946-93C8-8C69A6CCC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03" y="3294"/>
                  <a:ext cx="168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zh-CN" altLang="en-US" sz="1400" b="0"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  <p:sp>
            <p:nvSpPr>
              <p:cNvPr id="48196" name="Line 68">
                <a:extLst>
                  <a:ext uri="{FF2B5EF4-FFF2-40B4-BE49-F238E27FC236}">
                    <a16:creationId xmlns:a16="http://schemas.microsoft.com/office/drawing/2014/main" id="{E23DB91D-9571-B543-A2D1-4E053275B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6" y="277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7" name="Line 69">
                <a:extLst>
                  <a:ext uri="{FF2B5EF4-FFF2-40B4-BE49-F238E27FC236}">
                    <a16:creationId xmlns:a16="http://schemas.microsoft.com/office/drawing/2014/main" id="{A7ED7DC2-EF07-004E-B00D-985FFADA0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6" y="316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8" name="Line 70">
                <a:extLst>
                  <a:ext uri="{FF2B5EF4-FFF2-40B4-BE49-F238E27FC236}">
                    <a16:creationId xmlns:a16="http://schemas.microsoft.com/office/drawing/2014/main" id="{8A627275-8B14-CE47-A2B6-2AFA79236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490"/>
                <a:ext cx="0" cy="848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9" name="Line 71">
                <a:extLst>
                  <a:ext uri="{FF2B5EF4-FFF2-40B4-BE49-F238E27FC236}">
                    <a16:creationId xmlns:a16="http://schemas.microsoft.com/office/drawing/2014/main" id="{A9C2A879-FC6B-6C4A-89C0-C2FD84FB2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2298"/>
                <a:ext cx="8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00" name="Line 72">
                <a:extLst>
                  <a:ext uri="{FF2B5EF4-FFF2-40B4-BE49-F238E27FC236}">
                    <a16:creationId xmlns:a16="http://schemas.microsoft.com/office/drawing/2014/main" id="{232B90DB-9128-9845-B69E-6D5EAF80D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3402"/>
                <a:ext cx="8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01" name="Line 73">
                <a:extLst>
                  <a:ext uri="{FF2B5EF4-FFF2-40B4-BE49-F238E27FC236}">
                    <a16:creationId xmlns:a16="http://schemas.microsoft.com/office/drawing/2014/main" id="{08F33145-B593-2C48-B420-C451758745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3210"/>
                <a:ext cx="8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02" name="Line 74">
                <a:extLst>
                  <a:ext uri="{FF2B5EF4-FFF2-40B4-BE49-F238E27FC236}">
                    <a16:creationId xmlns:a16="http://schemas.microsoft.com/office/drawing/2014/main" id="{3D21EC2D-E1C7-504A-BF23-6B35F0A01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" y="210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03" name="Line 75">
                <a:extLst>
                  <a:ext uri="{FF2B5EF4-FFF2-40B4-BE49-F238E27FC236}">
                    <a16:creationId xmlns:a16="http://schemas.microsoft.com/office/drawing/2014/main" id="{477300DC-1C22-8744-A411-B33ED86B2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0" y="3306"/>
                <a:ext cx="640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04" name="Line 76">
                <a:extLst>
                  <a:ext uri="{FF2B5EF4-FFF2-40B4-BE49-F238E27FC236}">
                    <a16:creationId xmlns:a16="http://schemas.microsoft.com/office/drawing/2014/main" id="{EF6C32A3-B877-0C4C-9FEC-E9DD7644A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3266"/>
                <a:ext cx="0" cy="464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205" name="Group 82">
                <a:extLst>
                  <a:ext uri="{FF2B5EF4-FFF2-40B4-BE49-F238E27FC236}">
                    <a16:creationId xmlns:a16="http://schemas.microsoft.com/office/drawing/2014/main" id="{48731FFF-7FA1-634E-93E3-CD5D3B3500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3122"/>
                <a:ext cx="144" cy="336"/>
                <a:chOff x="2880" y="3320"/>
                <a:chExt cx="144" cy="336"/>
              </a:xfrm>
            </p:grpSpPr>
            <p:sp>
              <p:nvSpPr>
                <p:cNvPr id="48297" name="Line 78">
                  <a:extLst>
                    <a:ext uri="{FF2B5EF4-FFF2-40B4-BE49-F238E27FC236}">
                      <a16:creationId xmlns:a16="http://schemas.microsoft.com/office/drawing/2014/main" id="{7BA30920-0216-C045-94F6-F3D441745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3320"/>
                  <a:ext cx="0" cy="32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8" name="Line 79">
                  <a:extLst>
                    <a:ext uri="{FF2B5EF4-FFF2-40B4-BE49-F238E27FC236}">
                      <a16:creationId xmlns:a16="http://schemas.microsoft.com/office/drawing/2014/main" id="{EDE43EB1-564C-A546-95CA-34A310A12C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8" y="3320"/>
                  <a:ext cx="128" cy="1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9" name="Line 80">
                  <a:extLst>
                    <a:ext uri="{FF2B5EF4-FFF2-40B4-BE49-F238E27FC236}">
                      <a16:creationId xmlns:a16="http://schemas.microsoft.com/office/drawing/2014/main" id="{38163628-F990-284D-85DA-C86178FCCE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8" y="3599"/>
                  <a:ext cx="128" cy="5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300" name="Line 81">
                  <a:extLst>
                    <a:ext uri="{FF2B5EF4-FFF2-40B4-BE49-F238E27FC236}">
                      <a16:creationId xmlns:a16="http://schemas.microsoft.com/office/drawing/2014/main" id="{F8DCF829-2BBB-D94D-BD60-EE6C8A498F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24" y="3351"/>
                  <a:ext cx="0" cy="2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206" name="Rectangle 83">
                <a:extLst>
                  <a:ext uri="{FF2B5EF4-FFF2-40B4-BE49-F238E27FC236}">
                    <a16:creationId xmlns:a16="http://schemas.microsoft.com/office/drawing/2014/main" id="{DE33BFEA-9E49-0D4E-B234-5B41635FB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5" y="3278"/>
                <a:ext cx="169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400" b="0"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8207" name="Rectangle 84">
                <a:extLst>
                  <a:ext uri="{FF2B5EF4-FFF2-40B4-BE49-F238E27FC236}">
                    <a16:creationId xmlns:a16="http://schemas.microsoft.com/office/drawing/2014/main" id="{FE5B4351-F57A-7040-B336-4BAD77A0D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5" y="3096"/>
                <a:ext cx="169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400" b="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8208" name="Line 85">
                <a:extLst>
                  <a:ext uri="{FF2B5EF4-FFF2-40B4-BE49-F238E27FC236}">
                    <a16:creationId xmlns:a16="http://schemas.microsoft.com/office/drawing/2014/main" id="{00AB431C-54D1-6C47-81B7-FD9F59645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458"/>
                <a:ext cx="0" cy="272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09" name="Rectangle 87">
                <a:extLst>
                  <a:ext uri="{FF2B5EF4-FFF2-40B4-BE49-F238E27FC236}">
                    <a16:creationId xmlns:a16="http://schemas.microsoft.com/office/drawing/2014/main" id="{7B43C60E-522B-FC48-97D0-772893610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3033"/>
                <a:ext cx="24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Rt</a:t>
                </a:r>
              </a:p>
            </p:txBody>
          </p:sp>
          <p:sp>
            <p:nvSpPr>
              <p:cNvPr id="48210" name="Rectangle 88">
                <a:extLst>
                  <a:ext uri="{FF2B5EF4-FFF2-40B4-BE49-F238E27FC236}">
                    <a16:creationId xmlns:a16="http://schemas.microsoft.com/office/drawing/2014/main" id="{2E7B461F-543F-9148-B0A9-0343AF149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3225"/>
                <a:ext cx="28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48211" name="Rectangle 89">
                <a:extLst>
                  <a:ext uri="{FF2B5EF4-FFF2-40B4-BE49-F238E27FC236}">
                    <a16:creationId xmlns:a16="http://schemas.microsoft.com/office/drawing/2014/main" id="{3B4098FF-1705-FC4A-91A0-502727584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" y="2121"/>
                <a:ext cx="28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I16</a:t>
                </a:r>
              </a:p>
            </p:txBody>
          </p:sp>
          <p:sp>
            <p:nvSpPr>
              <p:cNvPr id="48212" name="Line 90">
                <a:extLst>
                  <a:ext uri="{FF2B5EF4-FFF2-40B4-BE49-F238E27FC236}">
                    <a16:creationId xmlns:a16="http://schemas.microsoft.com/office/drawing/2014/main" id="{75C47563-907A-6E4A-8AA9-1F1C60AB4E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0" y="3210"/>
                <a:ext cx="2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13" name="Line 91">
                <a:extLst>
                  <a:ext uri="{FF2B5EF4-FFF2-40B4-BE49-F238E27FC236}">
                    <a16:creationId xmlns:a16="http://schemas.microsoft.com/office/drawing/2014/main" id="{A276EC8C-38FF-3F4C-A958-63A4305B6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2" y="2106"/>
                <a:ext cx="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14" name="Rectangle 92">
                <a:extLst>
                  <a:ext uri="{FF2B5EF4-FFF2-40B4-BE49-F238E27FC236}">
                    <a16:creationId xmlns:a16="http://schemas.microsoft.com/office/drawing/2014/main" id="{7340D028-1AC8-7D4E-A1A8-337463381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" y="1929"/>
                <a:ext cx="43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PC+4</a:t>
                </a:r>
              </a:p>
            </p:txBody>
          </p:sp>
          <p:sp>
            <p:nvSpPr>
              <p:cNvPr id="48215" name="Line 93">
                <a:extLst>
                  <a:ext uri="{FF2B5EF4-FFF2-40B4-BE49-F238E27FC236}">
                    <a16:creationId xmlns:a16="http://schemas.microsoft.com/office/drawing/2014/main" id="{6EC6AA72-C16B-8148-A0D2-38EB8B15C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2106"/>
                <a:ext cx="3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16" name="Rectangle 94">
                <a:extLst>
                  <a:ext uri="{FF2B5EF4-FFF2-40B4-BE49-F238E27FC236}">
                    <a16:creationId xmlns:a16="http://schemas.microsoft.com/office/drawing/2014/main" id="{E6FA52CC-DC5E-C041-B815-DD310A800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1997"/>
                <a:ext cx="43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PC+4</a:t>
                </a:r>
              </a:p>
            </p:txBody>
          </p:sp>
          <p:sp>
            <p:nvSpPr>
              <p:cNvPr id="48217" name="Rectangle 95">
                <a:extLst>
                  <a:ext uri="{FF2B5EF4-FFF2-40B4-BE49-F238E27FC236}">
                    <a16:creationId xmlns:a16="http://schemas.microsoft.com/office/drawing/2014/main" id="{80FA82ED-A500-D742-8CE3-0CE419138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2313"/>
                <a:ext cx="27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Rs</a:t>
                </a:r>
              </a:p>
            </p:txBody>
          </p:sp>
          <p:sp>
            <p:nvSpPr>
              <p:cNvPr id="48218" name="Rectangle 96">
                <a:extLst>
                  <a:ext uri="{FF2B5EF4-FFF2-40B4-BE49-F238E27FC236}">
                    <a16:creationId xmlns:a16="http://schemas.microsoft.com/office/drawing/2014/main" id="{975164D3-D56E-754C-AB85-AA8567774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2745"/>
                <a:ext cx="24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Rt</a:t>
                </a:r>
              </a:p>
            </p:txBody>
          </p:sp>
          <p:sp>
            <p:nvSpPr>
              <p:cNvPr id="48219" name="Line 97">
                <a:extLst>
                  <a:ext uri="{FF2B5EF4-FFF2-40B4-BE49-F238E27FC236}">
                    <a16:creationId xmlns:a16="http://schemas.microsoft.com/office/drawing/2014/main" id="{36D5358C-03EB-8046-A24A-805BD7CC2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2290"/>
                <a:ext cx="0" cy="11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0" name="Line 98">
                <a:extLst>
                  <a:ext uri="{FF2B5EF4-FFF2-40B4-BE49-F238E27FC236}">
                    <a16:creationId xmlns:a16="http://schemas.microsoft.com/office/drawing/2014/main" id="{30488583-D126-7847-B911-0C659D43F3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3210"/>
                <a:ext cx="112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1" name="Line 99">
                <a:extLst>
                  <a:ext uri="{FF2B5EF4-FFF2-40B4-BE49-F238E27FC236}">
                    <a16:creationId xmlns:a16="http://schemas.microsoft.com/office/drawing/2014/main" id="{38B0022C-1B44-DA45-8391-239B749A6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3402"/>
                <a:ext cx="1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2" name="Line 100">
                <a:extLst>
                  <a:ext uri="{FF2B5EF4-FFF2-40B4-BE49-F238E27FC236}">
                    <a16:creationId xmlns:a16="http://schemas.microsoft.com/office/drawing/2014/main" id="{729D2DB7-B9F8-A04D-BE93-E1EC6BBD9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3306"/>
                <a:ext cx="9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3" name="Line 101">
                <a:extLst>
                  <a:ext uri="{FF2B5EF4-FFF2-40B4-BE49-F238E27FC236}">
                    <a16:creationId xmlns:a16="http://schemas.microsoft.com/office/drawing/2014/main" id="{F2660D63-A5A8-8348-9432-F5A51C21B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6" y="3306"/>
                <a:ext cx="1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4" name="Line 102">
                <a:extLst>
                  <a:ext uri="{FF2B5EF4-FFF2-40B4-BE49-F238E27FC236}">
                    <a16:creationId xmlns:a16="http://schemas.microsoft.com/office/drawing/2014/main" id="{792B54C5-D378-EB48-A2A8-D4C397A24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2" y="3314"/>
                <a:ext cx="0" cy="22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5" name="Line 103">
                <a:extLst>
                  <a:ext uri="{FF2B5EF4-FFF2-40B4-BE49-F238E27FC236}">
                    <a16:creationId xmlns:a16="http://schemas.microsoft.com/office/drawing/2014/main" id="{53634481-1D22-1949-ADAD-07B7DA1CA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08" y="3546"/>
                <a:ext cx="32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6" name="Line 104">
                <a:extLst>
                  <a:ext uri="{FF2B5EF4-FFF2-40B4-BE49-F238E27FC236}">
                    <a16:creationId xmlns:a16="http://schemas.microsoft.com/office/drawing/2014/main" id="{FCD38A6F-09ED-A544-A768-9EDB46DB3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3154"/>
                <a:ext cx="0" cy="4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7" name="Line 105">
                <a:extLst>
                  <a:ext uri="{FF2B5EF4-FFF2-40B4-BE49-F238E27FC236}">
                    <a16:creationId xmlns:a16="http://schemas.microsoft.com/office/drawing/2014/main" id="{2B287867-33CD-5244-9105-AB01A5D5D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0" y="3018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8" name="Line 106">
                <a:extLst>
                  <a:ext uri="{FF2B5EF4-FFF2-40B4-BE49-F238E27FC236}">
                    <a16:creationId xmlns:a16="http://schemas.microsoft.com/office/drawing/2014/main" id="{CD538146-ADA8-6346-89BE-6DF0F9BCA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8" y="3026"/>
                <a:ext cx="0" cy="6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29" name="Line 107">
                <a:extLst>
                  <a:ext uri="{FF2B5EF4-FFF2-40B4-BE49-F238E27FC236}">
                    <a16:creationId xmlns:a16="http://schemas.microsoft.com/office/drawing/2014/main" id="{160EFC59-DC4E-A04E-ADFE-A9769D6B4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0" y="3642"/>
                <a:ext cx="33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30" name="Line 108">
                <a:extLst>
                  <a:ext uri="{FF2B5EF4-FFF2-40B4-BE49-F238E27FC236}">
                    <a16:creationId xmlns:a16="http://schemas.microsoft.com/office/drawing/2014/main" id="{73B16C63-6201-AA49-A36E-FAECA6017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8" y="3154"/>
                <a:ext cx="0" cy="4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31" name="Line 109">
                <a:extLst>
                  <a:ext uri="{FF2B5EF4-FFF2-40B4-BE49-F238E27FC236}">
                    <a16:creationId xmlns:a16="http://schemas.microsoft.com/office/drawing/2014/main" id="{2183AE8A-D60C-7B45-BFD5-C90B894D3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2" y="3210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32" name="Line 110">
                <a:extLst>
                  <a:ext uri="{FF2B5EF4-FFF2-40B4-BE49-F238E27FC236}">
                    <a16:creationId xmlns:a16="http://schemas.microsoft.com/office/drawing/2014/main" id="{A5168172-3D8F-7140-AFA2-FF8769CFA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2" y="210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33" name="Rectangle 111">
                <a:extLst>
                  <a:ext uri="{FF2B5EF4-FFF2-40B4-BE49-F238E27FC236}">
                    <a16:creationId xmlns:a16="http://schemas.microsoft.com/office/drawing/2014/main" id="{121764E4-AB34-4B42-ADDD-DC027966C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763" y="2146"/>
                <a:ext cx="437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PC+4</a:t>
                </a:r>
              </a:p>
            </p:txBody>
          </p:sp>
          <p:sp>
            <p:nvSpPr>
              <p:cNvPr id="48234" name="Line 112">
                <a:extLst>
                  <a:ext uri="{FF2B5EF4-FFF2-40B4-BE49-F238E27FC236}">
                    <a16:creationId xmlns:a16="http://schemas.microsoft.com/office/drawing/2014/main" id="{07F666A0-BE53-2049-8236-E8C31F62F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" y="249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35" name="Line 113">
                <a:extLst>
                  <a:ext uri="{FF2B5EF4-FFF2-40B4-BE49-F238E27FC236}">
                    <a16:creationId xmlns:a16="http://schemas.microsoft.com/office/drawing/2014/main" id="{11B3A154-25DB-0740-B981-C10E74A3E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" y="249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36" name="Line 114">
                <a:extLst>
                  <a:ext uri="{FF2B5EF4-FFF2-40B4-BE49-F238E27FC236}">
                    <a16:creationId xmlns:a16="http://schemas.microsoft.com/office/drawing/2014/main" id="{960B4639-81A7-874A-9791-A46976B43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68" y="2106"/>
                <a:ext cx="162" cy="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37" name="Line 115">
                <a:extLst>
                  <a:ext uri="{FF2B5EF4-FFF2-40B4-BE49-F238E27FC236}">
                    <a16:creationId xmlns:a16="http://schemas.microsoft.com/office/drawing/2014/main" id="{36CB6158-FDEA-1140-8E37-C9081BD5D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68" y="2202"/>
                <a:ext cx="1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238" name="Group 121">
                <a:extLst>
                  <a:ext uri="{FF2B5EF4-FFF2-40B4-BE49-F238E27FC236}">
                    <a16:creationId xmlns:a16="http://schemas.microsoft.com/office/drawing/2014/main" id="{082C1346-332F-DD4B-8031-EECD0D2262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4" y="2058"/>
                <a:ext cx="249" cy="193"/>
                <a:chOff x="4314" y="2256"/>
                <a:chExt cx="249" cy="193"/>
              </a:xfrm>
            </p:grpSpPr>
            <p:sp>
              <p:nvSpPr>
                <p:cNvPr id="48292" name="Arc 116">
                  <a:extLst>
                    <a:ext uri="{FF2B5EF4-FFF2-40B4-BE49-F238E27FC236}">
                      <a16:creationId xmlns:a16="http://schemas.microsoft.com/office/drawing/2014/main" id="{F172C3FA-7FA2-9849-B94D-FC06FD9429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66" y="2265"/>
                  <a:ext cx="89" cy="88"/>
                </a:xfrm>
                <a:custGeom>
                  <a:avLst/>
                  <a:gdLst>
                    <a:gd name="T0" fmla="*/ 0 w 21845"/>
                    <a:gd name="T1" fmla="*/ 0 h 21600"/>
                    <a:gd name="T2" fmla="*/ 0 w 21845"/>
                    <a:gd name="T3" fmla="*/ 0 h 21600"/>
                    <a:gd name="T4" fmla="*/ 0 w 21845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845" h="21600" fill="none" extrusionOk="0">
                      <a:moveTo>
                        <a:pt x="0" y="1"/>
                      </a:moveTo>
                      <a:cubicBezTo>
                        <a:pt x="81" y="0"/>
                        <a:pt x="163" y="-1"/>
                        <a:pt x="245" y="0"/>
                      </a:cubicBezTo>
                      <a:cubicBezTo>
                        <a:pt x="12174" y="0"/>
                        <a:pt x="21845" y="9670"/>
                        <a:pt x="21845" y="21600"/>
                      </a:cubicBezTo>
                    </a:path>
                    <a:path w="21845" h="21600" stroke="0" extrusionOk="0">
                      <a:moveTo>
                        <a:pt x="0" y="1"/>
                      </a:moveTo>
                      <a:cubicBezTo>
                        <a:pt x="81" y="0"/>
                        <a:pt x="163" y="-1"/>
                        <a:pt x="245" y="0"/>
                      </a:cubicBezTo>
                      <a:cubicBezTo>
                        <a:pt x="12174" y="0"/>
                        <a:pt x="21845" y="9670"/>
                        <a:pt x="21845" y="21600"/>
                      </a:cubicBezTo>
                      <a:lnTo>
                        <a:pt x="245" y="2160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3" name="Arc 117">
                  <a:extLst>
                    <a:ext uri="{FF2B5EF4-FFF2-40B4-BE49-F238E27FC236}">
                      <a16:creationId xmlns:a16="http://schemas.microsoft.com/office/drawing/2014/main" id="{26C49A4A-A111-0643-87A9-4E2947E3DE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4475" y="2361"/>
                  <a:ext cx="88" cy="88"/>
                </a:xfrm>
                <a:custGeom>
                  <a:avLst/>
                  <a:gdLst>
                    <a:gd name="T0" fmla="*/ 0 w 21600"/>
                    <a:gd name="T1" fmla="*/ 0 h 21599"/>
                    <a:gd name="T2" fmla="*/ 0 w 21600"/>
                    <a:gd name="T3" fmla="*/ 0 h 21599"/>
                    <a:gd name="T4" fmla="*/ 0 w 21600"/>
                    <a:gd name="T5" fmla="*/ 0 h 2159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8"/>
                      </a:moveTo>
                      <a:cubicBezTo>
                        <a:pt x="0" y="9765"/>
                        <a:pt x="9521" y="134"/>
                        <a:pt x="21355" y="0"/>
                      </a:cubicBezTo>
                    </a:path>
                    <a:path w="21600" h="21599" stroke="0" extrusionOk="0">
                      <a:moveTo>
                        <a:pt x="0" y="21598"/>
                      </a:moveTo>
                      <a:cubicBezTo>
                        <a:pt x="0" y="9765"/>
                        <a:pt x="9521" y="134"/>
                        <a:pt x="21355" y="0"/>
                      </a:cubicBezTo>
                      <a:lnTo>
                        <a:pt x="21600" y="21599"/>
                      </a:lnTo>
                      <a:lnTo>
                        <a:pt x="0" y="21598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4" name="Line 118">
                  <a:extLst>
                    <a:ext uri="{FF2B5EF4-FFF2-40B4-BE49-F238E27FC236}">
                      <a16:creationId xmlns:a16="http://schemas.microsoft.com/office/drawing/2014/main" id="{8B4A67BA-E4E2-0C42-B862-0FD32571AB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14" y="2256"/>
                  <a:ext cx="16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5" name="Line 119">
                  <a:extLst>
                    <a:ext uri="{FF2B5EF4-FFF2-40B4-BE49-F238E27FC236}">
                      <a16:creationId xmlns:a16="http://schemas.microsoft.com/office/drawing/2014/main" id="{5D747190-EDD3-BE46-8471-B601FEBB6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14" y="2448"/>
                  <a:ext cx="16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6" name="Line 120">
                  <a:extLst>
                    <a:ext uri="{FF2B5EF4-FFF2-40B4-BE49-F238E27FC236}">
                      <a16:creationId xmlns:a16="http://schemas.microsoft.com/office/drawing/2014/main" id="{0971F70E-20D5-314C-9D9B-3AEE1F3B42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2" y="2264"/>
                  <a:ext cx="0" cy="1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239" name="Rectangle 122">
                <a:extLst>
                  <a:ext uri="{FF2B5EF4-FFF2-40B4-BE49-F238E27FC236}">
                    <a16:creationId xmlns:a16="http://schemas.microsoft.com/office/drawing/2014/main" id="{9417DFFC-B4F7-4449-B2B1-CF3C1DB6F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890" y="2309"/>
                <a:ext cx="39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Zero</a:t>
                </a:r>
              </a:p>
            </p:txBody>
          </p:sp>
          <p:sp>
            <p:nvSpPr>
              <p:cNvPr id="48240" name="Rectangle 123">
                <a:extLst>
                  <a:ext uri="{FF2B5EF4-FFF2-40B4-BE49-F238E27FC236}">
                    <a16:creationId xmlns:a16="http://schemas.microsoft.com/office/drawing/2014/main" id="{6C6A1152-F801-C54F-9AEB-B83BD506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101" y="1290"/>
                <a:ext cx="54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u="sng">
                    <a:solidFill>
                      <a:schemeClr val="accent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Branch</a:t>
                </a:r>
              </a:p>
            </p:txBody>
          </p:sp>
          <p:sp>
            <p:nvSpPr>
              <p:cNvPr id="48241" name="Line 124">
                <a:extLst>
                  <a:ext uri="{FF2B5EF4-FFF2-40B4-BE49-F238E27FC236}">
                    <a16:creationId xmlns:a16="http://schemas.microsoft.com/office/drawing/2014/main" id="{E5E3CF14-CC44-FE41-AD16-554A7C9E6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6" y="2194"/>
                <a:ext cx="0" cy="3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42" name="Line 125">
                <a:extLst>
                  <a:ext uri="{FF2B5EF4-FFF2-40B4-BE49-F238E27FC236}">
                    <a16:creationId xmlns:a16="http://schemas.microsoft.com/office/drawing/2014/main" id="{B4B7626A-7FA6-9C4A-8BE6-84699A9F70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168" y="1474"/>
                <a:ext cx="1" cy="64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43" name="Line 126">
                <a:extLst>
                  <a:ext uri="{FF2B5EF4-FFF2-40B4-BE49-F238E27FC236}">
                    <a16:creationId xmlns:a16="http://schemas.microsoft.com/office/drawing/2014/main" id="{2EE8203A-36E7-D84E-BCC6-DF668C467B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2490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44" name="Line 127">
                <a:extLst>
                  <a:ext uri="{FF2B5EF4-FFF2-40B4-BE49-F238E27FC236}">
                    <a16:creationId xmlns:a16="http://schemas.microsoft.com/office/drawing/2014/main" id="{EE02DBAA-00A2-C64C-955C-F0D302538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2106"/>
                <a:ext cx="1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245" name="Group 132">
                <a:extLst>
                  <a:ext uri="{FF2B5EF4-FFF2-40B4-BE49-F238E27FC236}">
                    <a16:creationId xmlns:a16="http://schemas.microsoft.com/office/drawing/2014/main" id="{DBCEDE59-4880-1646-AFA0-F6FC10C8EF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8" y="1682"/>
                <a:ext cx="160" cy="336"/>
                <a:chOff x="688" y="1880"/>
                <a:chExt cx="160" cy="336"/>
              </a:xfrm>
            </p:grpSpPr>
            <p:sp>
              <p:nvSpPr>
                <p:cNvPr id="48288" name="Line 128">
                  <a:extLst>
                    <a:ext uri="{FF2B5EF4-FFF2-40B4-BE49-F238E27FC236}">
                      <a16:creationId xmlns:a16="http://schemas.microsoft.com/office/drawing/2014/main" id="{E0FF85BE-2823-DF42-84FB-9FD0BA3AC5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0" y="1880"/>
                  <a:ext cx="0" cy="32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89" name="Line 129">
                  <a:extLst>
                    <a:ext uri="{FF2B5EF4-FFF2-40B4-BE49-F238E27FC236}">
                      <a16:creationId xmlns:a16="http://schemas.microsoft.com/office/drawing/2014/main" id="{4305A8B5-97A3-E545-977D-A335BF443E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88" y="1880"/>
                  <a:ext cx="160" cy="1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0" name="Line 130">
                  <a:extLst>
                    <a:ext uri="{FF2B5EF4-FFF2-40B4-BE49-F238E27FC236}">
                      <a16:creationId xmlns:a16="http://schemas.microsoft.com/office/drawing/2014/main" id="{A0F4F31C-F334-FA47-83AD-1DF894A1D8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688" y="2159"/>
                  <a:ext cx="160" cy="5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291" name="Line 131">
                  <a:extLst>
                    <a:ext uri="{FF2B5EF4-FFF2-40B4-BE49-F238E27FC236}">
                      <a16:creationId xmlns:a16="http://schemas.microsoft.com/office/drawing/2014/main" id="{412FD141-9AC4-3947-B6AF-5BD79D6BE6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96" y="1911"/>
                  <a:ext cx="0" cy="2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246" name="Rectangle 133">
                <a:extLst>
                  <a:ext uri="{FF2B5EF4-FFF2-40B4-BE49-F238E27FC236}">
                    <a16:creationId xmlns:a16="http://schemas.microsoft.com/office/drawing/2014/main" id="{C487CF4B-905E-FF49-AE3A-F63BBBB4D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695" y="1694"/>
                <a:ext cx="168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400" b="0"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8247" name="Rectangle 134">
                <a:extLst>
                  <a:ext uri="{FF2B5EF4-FFF2-40B4-BE49-F238E27FC236}">
                    <a16:creationId xmlns:a16="http://schemas.microsoft.com/office/drawing/2014/main" id="{B93AD13C-E405-274B-A788-765FA479F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695" y="1800"/>
                <a:ext cx="168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sz="1400" b="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8248" name="Line 135">
                <a:extLst>
                  <a:ext uri="{FF2B5EF4-FFF2-40B4-BE49-F238E27FC236}">
                    <a16:creationId xmlns:a16="http://schemas.microsoft.com/office/drawing/2014/main" id="{A720591C-A107-8A4E-89F7-B1269E87F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4" y="1914"/>
                <a:ext cx="3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49" name="Line 136">
                <a:extLst>
                  <a:ext uri="{FF2B5EF4-FFF2-40B4-BE49-F238E27FC236}">
                    <a16:creationId xmlns:a16="http://schemas.microsoft.com/office/drawing/2014/main" id="{F71836D1-74D7-A143-B5D8-216EF4AA9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922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0" name="Oval 137">
                <a:extLst>
                  <a:ext uri="{FF2B5EF4-FFF2-40B4-BE49-F238E27FC236}">
                    <a16:creationId xmlns:a16="http://schemas.microsoft.com/office/drawing/2014/main" id="{7E26FFE1-2B08-7442-89EA-E2FB36BC0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8" y="1922"/>
                <a:ext cx="80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251" name="Line 138">
                <a:extLst>
                  <a:ext uri="{FF2B5EF4-FFF2-40B4-BE49-F238E27FC236}">
                    <a16:creationId xmlns:a16="http://schemas.microsoft.com/office/drawing/2014/main" id="{0851F4A8-AA79-5A49-8A89-886C5F6566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826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2" name="Oval 139">
                <a:extLst>
                  <a:ext uri="{FF2B5EF4-FFF2-40B4-BE49-F238E27FC236}">
                    <a16:creationId xmlns:a16="http://schemas.microsoft.com/office/drawing/2014/main" id="{4373F0EF-2170-574C-B3F0-8500F44E6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922"/>
                <a:ext cx="80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253" name="Line 140">
                <a:extLst>
                  <a:ext uri="{FF2B5EF4-FFF2-40B4-BE49-F238E27FC236}">
                    <a16:creationId xmlns:a16="http://schemas.microsoft.com/office/drawing/2014/main" id="{1D75C657-3E79-BF41-8ADC-9ED5559E7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" y="1770"/>
                <a:ext cx="4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4" name="Line 141">
                <a:extLst>
                  <a:ext uri="{FF2B5EF4-FFF2-40B4-BE49-F238E27FC236}">
                    <a16:creationId xmlns:a16="http://schemas.microsoft.com/office/drawing/2014/main" id="{EDBF2459-485A-D64D-A185-2EC63D77E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" y="249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5" name="Line 142">
                <a:extLst>
                  <a:ext uri="{FF2B5EF4-FFF2-40B4-BE49-F238E27FC236}">
                    <a16:creationId xmlns:a16="http://schemas.microsoft.com/office/drawing/2014/main" id="{ADB4F22E-2026-E240-971F-10519BCDF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778"/>
                <a:ext cx="0" cy="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6" name="Line 143">
                <a:extLst>
                  <a:ext uri="{FF2B5EF4-FFF2-40B4-BE49-F238E27FC236}">
                    <a16:creationId xmlns:a16="http://schemas.microsoft.com/office/drawing/2014/main" id="{D9B13685-92B9-1E43-8C03-BFEB0033D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08" y="1770"/>
                <a:ext cx="32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7" name="Line 144">
                <a:extLst>
                  <a:ext uri="{FF2B5EF4-FFF2-40B4-BE49-F238E27FC236}">
                    <a16:creationId xmlns:a16="http://schemas.microsoft.com/office/drawing/2014/main" id="{07E0101E-3DAA-6947-900D-5E994ADA7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1762"/>
                <a:ext cx="0" cy="3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8" name="Line 145">
                <a:extLst>
                  <a:ext uri="{FF2B5EF4-FFF2-40B4-BE49-F238E27FC236}">
                    <a16:creationId xmlns:a16="http://schemas.microsoft.com/office/drawing/2014/main" id="{FA560E4F-4E9C-BC4A-84BD-A8B8EBDE30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8" y="2154"/>
                <a:ext cx="1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59" name="Line 146">
                <a:extLst>
                  <a:ext uri="{FF2B5EF4-FFF2-40B4-BE49-F238E27FC236}">
                    <a16:creationId xmlns:a16="http://schemas.microsoft.com/office/drawing/2014/main" id="{DBEDB924-401A-B84F-9BDD-FF5278B69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6" y="1578"/>
                <a:ext cx="3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60" name="Line 147">
                <a:extLst>
                  <a:ext uri="{FF2B5EF4-FFF2-40B4-BE49-F238E27FC236}">
                    <a16:creationId xmlns:a16="http://schemas.microsoft.com/office/drawing/2014/main" id="{05F75C38-6689-AA45-B3E3-5DC44ECBC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1586"/>
                <a:ext cx="0" cy="5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61" name="Line 148">
                <a:extLst>
                  <a:ext uri="{FF2B5EF4-FFF2-40B4-BE49-F238E27FC236}">
                    <a16:creationId xmlns:a16="http://schemas.microsoft.com/office/drawing/2014/main" id="{68EF0A03-798D-5D42-8B01-6D86FCF0B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586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62" name="Line 149">
                <a:extLst>
                  <a:ext uri="{FF2B5EF4-FFF2-40B4-BE49-F238E27FC236}">
                    <a16:creationId xmlns:a16="http://schemas.microsoft.com/office/drawing/2014/main" id="{19F8F7A6-C39D-8646-856A-6B0E28962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826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63" name="Oval 150">
                <a:extLst>
                  <a:ext uri="{FF2B5EF4-FFF2-40B4-BE49-F238E27FC236}">
                    <a16:creationId xmlns:a16="http://schemas.microsoft.com/office/drawing/2014/main" id="{9998D684-5BA9-194E-B832-3F6742E5D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0" y="1922"/>
                <a:ext cx="80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264" name="Line 151">
                <a:extLst>
                  <a:ext uri="{FF2B5EF4-FFF2-40B4-BE49-F238E27FC236}">
                    <a16:creationId xmlns:a16="http://schemas.microsoft.com/office/drawing/2014/main" id="{88457035-6860-C64C-8999-3D1C3A55C0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1826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65" name="Oval 152">
                <a:extLst>
                  <a:ext uri="{FF2B5EF4-FFF2-40B4-BE49-F238E27FC236}">
                    <a16:creationId xmlns:a16="http://schemas.microsoft.com/office/drawing/2014/main" id="{FAC789AE-512B-4E43-AE52-16A9A92A3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2" y="1922"/>
                <a:ext cx="80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266" name="Line 153">
                <a:extLst>
                  <a:ext uri="{FF2B5EF4-FFF2-40B4-BE49-F238E27FC236}">
                    <a16:creationId xmlns:a16="http://schemas.microsoft.com/office/drawing/2014/main" id="{F055AFC1-5AE6-484A-BB40-1143960C9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826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67" name="Oval 154">
                <a:extLst>
                  <a:ext uri="{FF2B5EF4-FFF2-40B4-BE49-F238E27FC236}">
                    <a16:creationId xmlns:a16="http://schemas.microsoft.com/office/drawing/2014/main" id="{F9C899BD-C8F9-F04C-914C-636795880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2" y="1922"/>
                <a:ext cx="80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8268" name="Line 155">
                <a:extLst>
                  <a:ext uri="{FF2B5EF4-FFF2-40B4-BE49-F238E27FC236}">
                    <a16:creationId xmlns:a16="http://schemas.microsoft.com/office/drawing/2014/main" id="{EEB2E105-0030-2D46-AF2E-E058297FC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" y="1090"/>
                <a:ext cx="0" cy="6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69" name="Line 156">
                <a:extLst>
                  <a:ext uri="{FF2B5EF4-FFF2-40B4-BE49-F238E27FC236}">
                    <a16:creationId xmlns:a16="http://schemas.microsoft.com/office/drawing/2014/main" id="{5915FA0A-B57D-BB47-8766-CCBD5A100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1090"/>
                <a:ext cx="0" cy="6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0" name="Line 157">
                <a:extLst>
                  <a:ext uri="{FF2B5EF4-FFF2-40B4-BE49-F238E27FC236}">
                    <a16:creationId xmlns:a16="http://schemas.microsoft.com/office/drawing/2014/main" id="{57A17388-B906-D547-963F-7E3699318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0" y="1090"/>
                <a:ext cx="0" cy="6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1" name="Line 158">
                <a:extLst>
                  <a:ext uri="{FF2B5EF4-FFF2-40B4-BE49-F238E27FC236}">
                    <a16:creationId xmlns:a16="http://schemas.microsoft.com/office/drawing/2014/main" id="{037FA7D8-2046-B04D-8AFF-F73718217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2" y="1090"/>
                <a:ext cx="0" cy="6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2" name="Line 159">
                <a:extLst>
                  <a:ext uri="{FF2B5EF4-FFF2-40B4-BE49-F238E27FC236}">
                    <a16:creationId xmlns:a16="http://schemas.microsoft.com/office/drawing/2014/main" id="{8C000A80-B349-274A-8FAF-5E2A34FA50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1090"/>
                <a:ext cx="0" cy="6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3" name="Line 160">
                <a:extLst>
                  <a:ext uri="{FF2B5EF4-FFF2-40B4-BE49-F238E27FC236}">
                    <a16:creationId xmlns:a16="http://schemas.microsoft.com/office/drawing/2014/main" id="{B6F36506-F2C1-2A4C-AEAC-7E05B38517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106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4" name="Line 161">
                <a:extLst>
                  <a:ext uri="{FF2B5EF4-FFF2-40B4-BE49-F238E27FC236}">
                    <a16:creationId xmlns:a16="http://schemas.microsoft.com/office/drawing/2014/main" id="{670DF076-1A08-E840-99AA-6B646E554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" y="1194"/>
                <a:ext cx="8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5" name="Line 162">
                <a:extLst>
                  <a:ext uri="{FF2B5EF4-FFF2-40B4-BE49-F238E27FC236}">
                    <a16:creationId xmlns:a16="http://schemas.microsoft.com/office/drawing/2014/main" id="{57142660-981E-E049-ABEF-AA6E1882B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1106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6" name="Line 163">
                <a:extLst>
                  <a:ext uri="{FF2B5EF4-FFF2-40B4-BE49-F238E27FC236}">
                    <a16:creationId xmlns:a16="http://schemas.microsoft.com/office/drawing/2014/main" id="{24387154-1249-5043-BEEE-68A9BA04D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2" y="1194"/>
                <a:ext cx="9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7" name="Line 164">
                <a:extLst>
                  <a:ext uri="{FF2B5EF4-FFF2-40B4-BE49-F238E27FC236}">
                    <a16:creationId xmlns:a16="http://schemas.microsoft.com/office/drawing/2014/main" id="{6296B65E-8CB8-614F-BAC8-7495BEA9F0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106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8" name="Line 165">
                <a:extLst>
                  <a:ext uri="{FF2B5EF4-FFF2-40B4-BE49-F238E27FC236}">
                    <a16:creationId xmlns:a16="http://schemas.microsoft.com/office/drawing/2014/main" id="{0669101A-8E5E-7245-8597-25D82427A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1194"/>
                <a:ext cx="10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79" name="Line 166">
                <a:extLst>
                  <a:ext uri="{FF2B5EF4-FFF2-40B4-BE49-F238E27FC236}">
                    <a16:creationId xmlns:a16="http://schemas.microsoft.com/office/drawing/2014/main" id="{6E701A54-3A28-6F42-AA70-A417C29BB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106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80" name="Line 167">
                <a:extLst>
                  <a:ext uri="{FF2B5EF4-FFF2-40B4-BE49-F238E27FC236}">
                    <a16:creationId xmlns:a16="http://schemas.microsoft.com/office/drawing/2014/main" id="{19758514-AB4F-DA4D-8A53-D1AA0FAB5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1194"/>
                <a:ext cx="10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81" name="Line 168">
                <a:extLst>
                  <a:ext uri="{FF2B5EF4-FFF2-40B4-BE49-F238E27FC236}">
                    <a16:creationId xmlns:a16="http://schemas.microsoft.com/office/drawing/2014/main" id="{E4549972-A16A-B648-A5B2-A9CC786184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1106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82" name="Rectangle 169">
                <a:extLst>
                  <a:ext uri="{FF2B5EF4-FFF2-40B4-BE49-F238E27FC236}">
                    <a16:creationId xmlns:a16="http://schemas.microsoft.com/office/drawing/2014/main" id="{9257B4F6-D07D-3A49-971F-4441DB423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" y="1002"/>
                <a:ext cx="43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  <p:sp>
            <p:nvSpPr>
              <p:cNvPr id="48283" name="Rectangle 170">
                <a:extLst>
                  <a:ext uri="{FF2B5EF4-FFF2-40B4-BE49-F238E27FC236}">
                    <a16:creationId xmlns:a16="http://schemas.microsoft.com/office/drawing/2014/main" id="{86F4557A-8FA9-1942-925B-905315D6A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02"/>
                <a:ext cx="56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  <p:sp>
            <p:nvSpPr>
              <p:cNvPr id="48284" name="Rectangle 171">
                <a:extLst>
                  <a:ext uri="{FF2B5EF4-FFF2-40B4-BE49-F238E27FC236}">
                    <a16:creationId xmlns:a16="http://schemas.microsoft.com/office/drawing/2014/main" id="{5D793353-9E8A-9F47-A911-610FA3FDF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5" y="1002"/>
                <a:ext cx="37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  <p:sp>
            <p:nvSpPr>
              <p:cNvPr id="48285" name="Rectangle 172">
                <a:extLst>
                  <a:ext uri="{FF2B5EF4-FFF2-40B4-BE49-F238E27FC236}">
                    <a16:creationId xmlns:a16="http://schemas.microsoft.com/office/drawing/2014/main" id="{87B41156-C14D-8C47-B6DC-76D053791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002"/>
                <a:ext cx="39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  <p:sp>
            <p:nvSpPr>
              <p:cNvPr id="48286" name="Line 174">
                <a:extLst>
                  <a:ext uri="{FF2B5EF4-FFF2-40B4-BE49-F238E27FC236}">
                    <a16:creationId xmlns:a16="http://schemas.microsoft.com/office/drawing/2014/main" id="{3D94D418-5A91-9941-A74F-8BE551FE6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4" y="3209"/>
                <a:ext cx="196" cy="98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287" name="Rectangle 175">
                <a:extLst>
                  <a:ext uri="{FF2B5EF4-FFF2-40B4-BE49-F238E27FC236}">
                    <a16:creationId xmlns:a16="http://schemas.microsoft.com/office/drawing/2014/main" id="{FB47DC00-1729-DD42-B3FB-9A6913912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" y="1194"/>
                <a:ext cx="29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57520" name="AutoShape 176">
            <a:extLst>
              <a:ext uri="{FF2B5EF4-FFF2-40B4-BE49-F238E27FC236}">
                <a16:creationId xmlns:a16="http://schemas.microsoft.com/office/drawing/2014/main" id="{6CAEDF7D-ECB0-9444-9DBF-0C829EF64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8" y="5649913"/>
            <a:ext cx="3011487" cy="1208087"/>
          </a:xfrm>
          <a:prstGeom prst="cloudCallout">
            <a:avLst>
              <a:gd name="adj1" fmla="val 5134"/>
              <a:gd name="adj2" fmla="val -70764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为什么 第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阶段没有控制信号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57521" name="Rectangle 177">
            <a:extLst>
              <a:ext uri="{FF2B5EF4-FFF2-40B4-BE49-F238E27FC236}">
                <a16:creationId xmlns:a16="http://schemas.microsoft.com/office/drawing/2014/main" id="{D1D94ED4-2484-1E47-B562-21891A755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6257925"/>
            <a:ext cx="500538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</a:t>
            </a: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ID</a:t>
            </a: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阶段的功能对每条指令来说都一样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7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20" grpId="0" animBg="1"/>
      <p:bldP spid="575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5646556-087A-7B4F-9557-3DDE4B704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330825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zh-CN" altLang="en-US">
                <a:ea typeface="宋体" panose="02010600030101010101" pitchFamily="2" charset="-122"/>
              </a:rPr>
              <a:t>流水线中的控制信号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56AF39B-DCDE-6342-BF99-2AB4594F4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3700" y="679450"/>
            <a:ext cx="8262938" cy="1377950"/>
          </a:xfrm>
          <a:noFill/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1900">
                <a:ea typeface="黑体" panose="02010609060101010101" pitchFamily="49" charset="-122"/>
              </a:rPr>
              <a:t>在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取数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译码（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Reg/Dec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）阶段</a:t>
            </a:r>
            <a:r>
              <a:rPr lang="zh-CN" altLang="en-US" sz="1900">
                <a:ea typeface="黑体" panose="02010609060101010101" pitchFamily="49" charset="-122"/>
              </a:rPr>
              <a:t>产生本指令每个阶段的所有控制信号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900">
                <a:ea typeface="黑体" panose="02010609060101010101" pitchFamily="49" charset="-122"/>
              </a:rPr>
              <a:t>Exec</a:t>
            </a:r>
            <a:r>
              <a:rPr lang="zh-CN" altLang="en-US" sz="1900">
                <a:ea typeface="黑体" panose="02010609060101010101" pitchFamily="49" charset="-122"/>
              </a:rPr>
              <a:t>信号 </a:t>
            </a:r>
            <a:r>
              <a:rPr lang="en-US" altLang="zh-CN" sz="1900">
                <a:ea typeface="黑体" panose="02010609060101010101" pitchFamily="49" charset="-122"/>
              </a:rPr>
              <a:t>(ExtOp, ALUSrc, ...) </a:t>
            </a:r>
            <a:r>
              <a:rPr lang="zh-CN" altLang="en-US" sz="1900">
                <a:ea typeface="黑体" panose="02010609060101010101" pitchFamily="49" charset="-122"/>
              </a:rPr>
              <a:t>在</a:t>
            </a:r>
            <a:r>
              <a:rPr lang="en-US" altLang="zh-CN" sz="1900">
                <a:ea typeface="黑体" panose="02010609060101010101" pitchFamily="49" charset="-122"/>
              </a:rPr>
              <a:t>1</a:t>
            </a:r>
            <a:r>
              <a:rPr lang="zh-CN" altLang="en-US" sz="1900">
                <a:ea typeface="黑体" panose="02010609060101010101" pitchFamily="49" charset="-122"/>
              </a:rPr>
              <a:t>个周期后使用</a:t>
            </a:r>
            <a:endParaRPr lang="en-US" altLang="zh-CN" sz="1900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900">
                <a:ea typeface="黑体" panose="02010609060101010101" pitchFamily="49" charset="-122"/>
              </a:rPr>
              <a:t>Mem</a:t>
            </a:r>
            <a:r>
              <a:rPr lang="zh-CN" altLang="en-US" sz="1900">
                <a:ea typeface="黑体" panose="02010609060101010101" pitchFamily="49" charset="-122"/>
              </a:rPr>
              <a:t>信号 </a:t>
            </a:r>
            <a:r>
              <a:rPr lang="en-US" altLang="zh-CN" sz="1900">
                <a:ea typeface="黑体" panose="02010609060101010101" pitchFamily="49" charset="-122"/>
              </a:rPr>
              <a:t>(MemWr,</a:t>
            </a:r>
            <a:r>
              <a:rPr lang="zh-CN" altLang="en-US" sz="1900">
                <a:ea typeface="黑体" panose="02010609060101010101" pitchFamily="49" charset="-122"/>
              </a:rPr>
              <a:t> </a:t>
            </a:r>
            <a:r>
              <a:rPr lang="en-US" altLang="zh-CN" sz="1900">
                <a:ea typeface="黑体" panose="02010609060101010101" pitchFamily="49" charset="-122"/>
              </a:rPr>
              <a:t>Branch) </a:t>
            </a:r>
            <a:r>
              <a:rPr lang="zh-CN" altLang="en-US" sz="1900">
                <a:ea typeface="黑体" panose="02010609060101010101" pitchFamily="49" charset="-122"/>
              </a:rPr>
              <a:t>在</a:t>
            </a:r>
            <a:r>
              <a:rPr lang="en-US" altLang="zh-CN" sz="1900">
                <a:ea typeface="黑体" panose="02010609060101010101" pitchFamily="49" charset="-122"/>
              </a:rPr>
              <a:t>2</a:t>
            </a:r>
            <a:r>
              <a:rPr lang="zh-CN" altLang="en-US" sz="1900">
                <a:ea typeface="黑体" panose="02010609060101010101" pitchFamily="49" charset="-122"/>
              </a:rPr>
              <a:t>个周期后使用</a:t>
            </a:r>
            <a:endParaRPr lang="en-US" altLang="zh-CN" sz="1900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zh-CN" sz="1900">
                <a:ea typeface="黑体" panose="02010609060101010101" pitchFamily="49" charset="-122"/>
              </a:rPr>
              <a:t>Wr</a:t>
            </a:r>
            <a:r>
              <a:rPr lang="zh-CN" altLang="en-US" sz="1900">
                <a:ea typeface="黑体" panose="02010609060101010101" pitchFamily="49" charset="-122"/>
              </a:rPr>
              <a:t>信号 </a:t>
            </a:r>
            <a:r>
              <a:rPr lang="en-US" altLang="zh-CN" sz="1900">
                <a:ea typeface="黑体" panose="02010609060101010101" pitchFamily="49" charset="-122"/>
              </a:rPr>
              <a:t>(MemtoReg, RegWr) </a:t>
            </a:r>
            <a:r>
              <a:rPr lang="zh-CN" altLang="en-US" sz="1900">
                <a:ea typeface="黑体" panose="02010609060101010101" pitchFamily="49" charset="-122"/>
              </a:rPr>
              <a:t>在</a:t>
            </a:r>
            <a:r>
              <a:rPr lang="en-US" altLang="zh-CN" sz="1900">
                <a:ea typeface="黑体" panose="02010609060101010101" pitchFamily="49" charset="-122"/>
              </a:rPr>
              <a:t>3</a:t>
            </a:r>
            <a:r>
              <a:rPr lang="zh-CN" altLang="en-US" sz="1900">
                <a:ea typeface="黑体" panose="02010609060101010101" pitchFamily="49" charset="-122"/>
              </a:rPr>
              <a:t>个周期后使用</a:t>
            </a:r>
            <a:endParaRPr lang="en-US" altLang="zh-CN" sz="1900">
              <a:ea typeface="黑体" panose="02010609060101010101" pitchFamily="49" charset="-122"/>
            </a:endParaRPr>
          </a:p>
        </p:txBody>
      </p:sp>
      <p:grpSp>
        <p:nvGrpSpPr>
          <p:cNvPr id="59476" name="Group 84">
            <a:extLst>
              <a:ext uri="{FF2B5EF4-FFF2-40B4-BE49-F238E27FC236}">
                <a16:creationId xmlns:a16="http://schemas.microsoft.com/office/drawing/2014/main" id="{B82D2792-32F3-E241-9E04-922CACEE84DF}"/>
              </a:ext>
            </a:extLst>
          </p:cNvPr>
          <p:cNvGrpSpPr>
            <a:grpSpLocks/>
          </p:cNvGrpSpPr>
          <p:nvPr/>
        </p:nvGrpSpPr>
        <p:grpSpPr bwMode="auto">
          <a:xfrm>
            <a:off x="509588" y="2111375"/>
            <a:ext cx="8418512" cy="3429000"/>
            <a:chOff x="321" y="1672"/>
            <a:chExt cx="5303" cy="2160"/>
          </a:xfrm>
        </p:grpSpPr>
        <p:sp>
          <p:nvSpPr>
            <p:cNvPr id="50184" name="Rectangle 4">
              <a:extLst>
                <a:ext uri="{FF2B5EF4-FFF2-40B4-BE49-F238E27FC236}">
                  <a16:creationId xmlns:a16="http://schemas.microsoft.com/office/drawing/2014/main" id="{2CC1D13D-0844-9642-B3DE-72D47DA71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85" name="Rectangle 5">
              <a:extLst>
                <a:ext uri="{FF2B5EF4-FFF2-40B4-BE49-F238E27FC236}">
                  <a16:creationId xmlns:a16="http://schemas.microsoft.com/office/drawing/2014/main" id="{F4CF3FF7-31F8-8B43-97B4-82F36330D7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28" y="2898"/>
              <a:ext cx="90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IF/ID Register</a:t>
              </a:r>
            </a:p>
          </p:txBody>
        </p:sp>
        <p:sp>
          <p:nvSpPr>
            <p:cNvPr id="50186" name="Line 6">
              <a:extLst>
                <a:ext uri="{FF2B5EF4-FFF2-40B4-BE49-F238E27FC236}">
                  <a16:creationId xmlns:a16="http://schemas.microsoft.com/office/drawing/2014/main" id="{E1D4A555-871D-8548-BFEE-A3B1C80D6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7" name="Rectangle 7">
              <a:extLst>
                <a:ext uri="{FF2B5EF4-FFF2-40B4-BE49-F238E27FC236}">
                  <a16:creationId xmlns:a16="http://schemas.microsoft.com/office/drawing/2014/main" id="{FE2C8321-E098-5D4F-A878-C1B6D585D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88" name="Rectangle 8">
              <a:extLst>
                <a:ext uri="{FF2B5EF4-FFF2-40B4-BE49-F238E27FC236}">
                  <a16:creationId xmlns:a16="http://schemas.microsoft.com/office/drawing/2014/main" id="{097AE1C1-9C28-6642-8D5C-5B52DD9612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38" y="2899"/>
              <a:ext cx="92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ID/Ex Register</a:t>
              </a:r>
            </a:p>
          </p:txBody>
        </p:sp>
        <p:sp>
          <p:nvSpPr>
            <p:cNvPr id="50189" name="Rectangle 9">
              <a:extLst>
                <a:ext uri="{FF2B5EF4-FFF2-40B4-BE49-F238E27FC236}">
                  <a16:creationId xmlns:a16="http://schemas.microsoft.com/office/drawing/2014/main" id="{D7C7F675-ADB3-974C-8CD8-F32D8650C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90" name="Rectangle 10">
              <a:extLst>
                <a:ext uri="{FF2B5EF4-FFF2-40B4-BE49-F238E27FC236}">
                  <a16:creationId xmlns:a16="http://schemas.microsoft.com/office/drawing/2014/main" id="{210596BD-F8CC-EE45-AA9A-E05169C985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14" y="2850"/>
              <a:ext cx="107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Ex/Mem Register</a:t>
              </a:r>
            </a:p>
          </p:txBody>
        </p:sp>
        <p:sp>
          <p:nvSpPr>
            <p:cNvPr id="50191" name="Rectangle 11">
              <a:extLst>
                <a:ext uri="{FF2B5EF4-FFF2-40B4-BE49-F238E27FC236}">
                  <a16:creationId xmlns:a16="http://schemas.microsoft.com/office/drawing/2014/main" id="{D6BD9AC0-5280-544A-9F4D-18E932679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92" name="Rectangle 12">
              <a:extLst>
                <a:ext uri="{FF2B5EF4-FFF2-40B4-BE49-F238E27FC236}">
                  <a16:creationId xmlns:a16="http://schemas.microsoft.com/office/drawing/2014/main" id="{3ACB2EE1-BE6A-C444-B0EC-1B583ECB82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92" y="2898"/>
              <a:ext cx="110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Mem/Wr Register</a:t>
              </a:r>
            </a:p>
          </p:txBody>
        </p:sp>
        <p:sp>
          <p:nvSpPr>
            <p:cNvPr id="50193" name="Oval 13">
              <a:extLst>
                <a:ext uri="{FF2B5EF4-FFF2-40B4-BE49-F238E27FC236}">
                  <a16:creationId xmlns:a16="http://schemas.microsoft.com/office/drawing/2014/main" id="{39047BBE-B395-FB48-8607-0762DE74F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94" name="Line 14">
              <a:extLst>
                <a:ext uri="{FF2B5EF4-FFF2-40B4-BE49-F238E27FC236}">
                  <a16:creationId xmlns:a16="http://schemas.microsoft.com/office/drawing/2014/main" id="{EF446F8D-272D-0745-8AD0-E7173F724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5" name="Oval 15">
              <a:extLst>
                <a:ext uri="{FF2B5EF4-FFF2-40B4-BE49-F238E27FC236}">
                  <a16:creationId xmlns:a16="http://schemas.microsoft.com/office/drawing/2014/main" id="{61861F16-6CF8-8E46-BAFF-BBCA36687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96" name="Line 16">
              <a:extLst>
                <a:ext uri="{FF2B5EF4-FFF2-40B4-BE49-F238E27FC236}">
                  <a16:creationId xmlns:a16="http://schemas.microsoft.com/office/drawing/2014/main" id="{E5BBFF36-AF7B-984B-B4E5-084430A8C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7" name="Oval 17">
              <a:extLst>
                <a:ext uri="{FF2B5EF4-FFF2-40B4-BE49-F238E27FC236}">
                  <a16:creationId xmlns:a16="http://schemas.microsoft.com/office/drawing/2014/main" id="{157464F4-2AEB-FB4E-BEE0-46506D1FD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198" name="Line 18">
              <a:extLst>
                <a:ext uri="{FF2B5EF4-FFF2-40B4-BE49-F238E27FC236}">
                  <a16:creationId xmlns:a16="http://schemas.microsoft.com/office/drawing/2014/main" id="{4561158C-BBDD-D944-837F-49EC2DDF3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9" name="Oval 19">
              <a:extLst>
                <a:ext uri="{FF2B5EF4-FFF2-40B4-BE49-F238E27FC236}">
                  <a16:creationId xmlns:a16="http://schemas.microsoft.com/office/drawing/2014/main" id="{6857C9B2-EDF1-A54C-A9F6-094679D4B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200" name="Line 20">
              <a:extLst>
                <a:ext uri="{FF2B5EF4-FFF2-40B4-BE49-F238E27FC236}">
                  <a16:creationId xmlns:a16="http://schemas.microsoft.com/office/drawing/2014/main" id="{B0E8FF89-B6CA-2345-BD16-7AAF85B96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1" name="Line 21">
              <a:extLst>
                <a:ext uri="{FF2B5EF4-FFF2-40B4-BE49-F238E27FC236}">
                  <a16:creationId xmlns:a16="http://schemas.microsoft.com/office/drawing/2014/main" id="{24AC1C94-3546-B340-9B5F-A7A1F34F2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2" name="Line 22">
              <a:extLst>
                <a:ext uri="{FF2B5EF4-FFF2-40B4-BE49-F238E27FC236}">
                  <a16:creationId xmlns:a16="http://schemas.microsoft.com/office/drawing/2014/main" id="{EE531049-AF03-8842-B372-77ECF04EC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872"/>
              <a:ext cx="16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3" name="Line 23">
              <a:extLst>
                <a:ext uri="{FF2B5EF4-FFF2-40B4-BE49-F238E27FC236}">
                  <a16:creationId xmlns:a16="http://schemas.microsoft.com/office/drawing/2014/main" id="{1D294D45-B218-5A4C-AC2F-6B28F5876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4" name="Line 24">
              <a:extLst>
                <a:ext uri="{FF2B5EF4-FFF2-40B4-BE49-F238E27FC236}">
                  <a16:creationId xmlns:a16="http://schemas.microsoft.com/office/drawing/2014/main" id="{EB51EECC-40C4-704C-8BE0-4892B59B2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1872"/>
              <a:ext cx="1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5" name="Line 25">
              <a:extLst>
                <a:ext uri="{FF2B5EF4-FFF2-40B4-BE49-F238E27FC236}">
                  <a16:creationId xmlns:a16="http://schemas.microsoft.com/office/drawing/2014/main" id="{3A855806-7E2D-B047-9E38-3AFDF552C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6" name="Line 26">
              <a:extLst>
                <a:ext uri="{FF2B5EF4-FFF2-40B4-BE49-F238E27FC236}">
                  <a16:creationId xmlns:a16="http://schemas.microsoft.com/office/drawing/2014/main" id="{6EDFCFD2-350D-2847-AB56-52FC2B54F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872"/>
              <a:ext cx="11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7" name="Line 27">
              <a:extLst>
                <a:ext uri="{FF2B5EF4-FFF2-40B4-BE49-F238E27FC236}">
                  <a16:creationId xmlns:a16="http://schemas.microsoft.com/office/drawing/2014/main" id="{22A8C363-6F0D-B048-B6D1-15CD83443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8" name="Rectangle 28">
              <a:extLst>
                <a:ext uri="{FF2B5EF4-FFF2-40B4-BE49-F238E27FC236}">
                  <a16:creationId xmlns:a16="http://schemas.microsoft.com/office/drawing/2014/main" id="{1FD20C0B-426C-8C46-9B31-E688DF8F7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" y="1680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  <p:sp>
          <p:nvSpPr>
            <p:cNvPr id="50209" name="Rectangle 29">
              <a:extLst>
                <a:ext uri="{FF2B5EF4-FFF2-40B4-BE49-F238E27FC236}">
                  <a16:creationId xmlns:a16="http://schemas.microsoft.com/office/drawing/2014/main" id="{08E82A05-861A-C341-A147-C66FE1C81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680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  <p:sp>
          <p:nvSpPr>
            <p:cNvPr id="50210" name="Rectangle 30">
              <a:extLst>
                <a:ext uri="{FF2B5EF4-FFF2-40B4-BE49-F238E27FC236}">
                  <a16:creationId xmlns:a16="http://schemas.microsoft.com/office/drawing/2014/main" id="{CB949181-75DF-954C-8EF4-0F5C10E0C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1680"/>
              <a:ext cx="3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sp>
          <p:nvSpPr>
            <p:cNvPr id="50211" name="Rectangle 31">
              <a:extLst>
                <a:ext uri="{FF2B5EF4-FFF2-40B4-BE49-F238E27FC236}">
                  <a16:creationId xmlns:a16="http://schemas.microsoft.com/office/drawing/2014/main" id="{0BB81E5A-1C43-7D43-AE1E-3B80775F5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112"/>
              <a:ext cx="49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ExtOp</a:t>
              </a:r>
            </a:p>
          </p:txBody>
        </p:sp>
        <p:sp>
          <p:nvSpPr>
            <p:cNvPr id="50212" name="Rectangle 32">
              <a:extLst>
                <a:ext uri="{FF2B5EF4-FFF2-40B4-BE49-F238E27FC236}">
                  <a16:creationId xmlns:a16="http://schemas.microsoft.com/office/drawing/2014/main" id="{FB84E858-C8B0-6A48-BD54-2B22EBE0E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96"/>
              <a:ext cx="55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ALUOp</a:t>
              </a:r>
            </a:p>
          </p:txBody>
        </p:sp>
        <p:sp>
          <p:nvSpPr>
            <p:cNvPr id="50213" name="Rectangle 33">
              <a:extLst>
                <a:ext uri="{FF2B5EF4-FFF2-40B4-BE49-F238E27FC236}">
                  <a16:creationId xmlns:a16="http://schemas.microsoft.com/office/drawing/2014/main" id="{8D6F09EA-9EF3-6E47-82FA-FAB7AE6B9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" y="2699"/>
              <a:ext cx="56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RegDst</a:t>
              </a:r>
            </a:p>
          </p:txBody>
        </p:sp>
        <p:sp>
          <p:nvSpPr>
            <p:cNvPr id="50214" name="Rectangle 34">
              <a:extLst>
                <a:ext uri="{FF2B5EF4-FFF2-40B4-BE49-F238E27FC236}">
                  <a16:creationId xmlns:a16="http://schemas.microsoft.com/office/drawing/2014/main" id="{02262360-383A-2D49-8E3E-5CABCF47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304"/>
              <a:ext cx="58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ALUSrc</a:t>
              </a:r>
            </a:p>
          </p:txBody>
        </p:sp>
        <p:sp>
          <p:nvSpPr>
            <p:cNvPr id="50215" name="Rectangle 35">
              <a:extLst>
                <a:ext uri="{FF2B5EF4-FFF2-40B4-BE49-F238E27FC236}">
                  <a16:creationId xmlns:a16="http://schemas.microsoft.com/office/drawing/2014/main" id="{A1CFAC20-6F99-7D45-A83A-FF11717EB68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64" y="3120"/>
              <a:ext cx="55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50216" name="Rectangle 36">
              <a:extLst>
                <a:ext uri="{FF2B5EF4-FFF2-40B4-BE49-F238E27FC236}">
                  <a16:creationId xmlns:a16="http://schemas.microsoft.com/office/drawing/2014/main" id="{E40A1E0C-CF8C-C34B-A526-B8B22DC74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" y="2939"/>
              <a:ext cx="62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50217" name="Rectangle 37">
              <a:extLst>
                <a:ext uri="{FF2B5EF4-FFF2-40B4-BE49-F238E27FC236}">
                  <a16:creationId xmlns:a16="http://schemas.microsoft.com/office/drawing/2014/main" id="{2BC26D35-C8E2-494C-9974-189CDDA43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5" y="3371"/>
              <a:ext cx="7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0218" name="Rectangle 38">
              <a:extLst>
                <a:ext uri="{FF2B5EF4-FFF2-40B4-BE49-F238E27FC236}">
                  <a16:creationId xmlns:a16="http://schemas.microsoft.com/office/drawing/2014/main" id="{9FF215F0-341B-334F-87ED-E255397C1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1" y="3563"/>
              <a:ext cx="5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0219" name="Line 39">
              <a:extLst>
                <a:ext uri="{FF2B5EF4-FFF2-40B4-BE49-F238E27FC236}">
                  <a16:creationId xmlns:a16="http://schemas.microsoft.com/office/drawing/2014/main" id="{3434AF25-FD04-A241-A7CC-8FD2AEF57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552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0" name="Line 40">
              <a:extLst>
                <a:ext uri="{FF2B5EF4-FFF2-40B4-BE49-F238E27FC236}">
                  <a16:creationId xmlns:a16="http://schemas.microsoft.com/office/drawing/2014/main" id="{71DA0050-8C6D-A540-AB3B-6959270BB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304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41">
              <a:extLst>
                <a:ext uri="{FF2B5EF4-FFF2-40B4-BE49-F238E27FC236}">
                  <a16:creationId xmlns:a16="http://schemas.microsoft.com/office/drawing/2014/main" id="{9224B755-818A-DC4B-9EEA-9248EB6472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496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42">
              <a:extLst>
                <a:ext uri="{FF2B5EF4-FFF2-40B4-BE49-F238E27FC236}">
                  <a16:creationId xmlns:a16="http://schemas.microsoft.com/office/drawing/2014/main" id="{8EA5EE4C-A25B-F448-861E-66A0292C9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688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3" name="Line 43">
              <a:extLst>
                <a:ext uri="{FF2B5EF4-FFF2-40B4-BE49-F238E27FC236}">
                  <a16:creationId xmlns:a16="http://schemas.microsoft.com/office/drawing/2014/main" id="{39C7081A-A352-A74A-9F8A-E16D166793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880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4" name="Line 44">
              <a:extLst>
                <a:ext uri="{FF2B5EF4-FFF2-40B4-BE49-F238E27FC236}">
                  <a16:creationId xmlns:a16="http://schemas.microsoft.com/office/drawing/2014/main" id="{0CC42446-1E85-1A46-BF58-0213BEB03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120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5" name="Line 45">
              <a:extLst>
                <a:ext uri="{FF2B5EF4-FFF2-40B4-BE49-F238E27FC236}">
                  <a16:creationId xmlns:a16="http://schemas.microsoft.com/office/drawing/2014/main" id="{36B59EFE-B1CD-D64B-ABA6-31823A8815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312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6" name="Line 46">
              <a:extLst>
                <a:ext uri="{FF2B5EF4-FFF2-40B4-BE49-F238E27FC236}">
                  <a16:creationId xmlns:a16="http://schemas.microsoft.com/office/drawing/2014/main" id="{E1F800D2-F92E-FA45-A6FA-64D46436D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744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7" name="Rectangle 47">
              <a:extLst>
                <a:ext uri="{FF2B5EF4-FFF2-40B4-BE49-F238E27FC236}">
                  <a16:creationId xmlns:a16="http://schemas.microsoft.com/office/drawing/2014/main" id="{A9217210-5908-8B4E-A357-6E1AB8A3A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2216"/>
              <a:ext cx="560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0228" name="Rectangle 48">
              <a:extLst>
                <a:ext uri="{FF2B5EF4-FFF2-40B4-BE49-F238E27FC236}">
                  <a16:creationId xmlns:a16="http://schemas.microsoft.com/office/drawing/2014/main" id="{9B61C907-39B8-2645-92EE-80EE79AC1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640"/>
              <a:ext cx="541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  <p:sp>
          <p:nvSpPr>
            <p:cNvPr id="50229" name="Line 49">
              <a:extLst>
                <a:ext uri="{FF2B5EF4-FFF2-40B4-BE49-F238E27FC236}">
                  <a16:creationId xmlns:a16="http://schemas.microsoft.com/office/drawing/2014/main" id="{6DC9B41B-9009-F04E-97B3-257DC6CCB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2976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0" name="Rectangle 50">
              <a:extLst>
                <a:ext uri="{FF2B5EF4-FFF2-40B4-BE49-F238E27FC236}">
                  <a16:creationId xmlns:a16="http://schemas.microsoft.com/office/drawing/2014/main" id="{486929E4-19C1-D842-A7B3-7F6C0ED78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2112"/>
              <a:ext cx="49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ExtOp</a:t>
              </a:r>
            </a:p>
          </p:txBody>
        </p:sp>
        <p:sp>
          <p:nvSpPr>
            <p:cNvPr id="50231" name="Rectangle 51">
              <a:extLst>
                <a:ext uri="{FF2B5EF4-FFF2-40B4-BE49-F238E27FC236}">
                  <a16:creationId xmlns:a16="http://schemas.microsoft.com/office/drawing/2014/main" id="{F4FD80FF-F560-114F-AE9A-5C82989D2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2496"/>
              <a:ext cx="55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ALUOp</a:t>
              </a:r>
            </a:p>
          </p:txBody>
        </p:sp>
        <p:sp>
          <p:nvSpPr>
            <p:cNvPr id="50232" name="Rectangle 52">
              <a:extLst>
                <a:ext uri="{FF2B5EF4-FFF2-40B4-BE49-F238E27FC236}">
                  <a16:creationId xmlns:a16="http://schemas.microsoft.com/office/drawing/2014/main" id="{EF9B1AD4-F04A-3548-97A5-3563AC4CB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2699"/>
              <a:ext cx="56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RegDst</a:t>
              </a:r>
            </a:p>
          </p:txBody>
        </p:sp>
        <p:sp>
          <p:nvSpPr>
            <p:cNvPr id="50233" name="Rectangle 53">
              <a:extLst>
                <a:ext uri="{FF2B5EF4-FFF2-40B4-BE49-F238E27FC236}">
                  <a16:creationId xmlns:a16="http://schemas.microsoft.com/office/drawing/2014/main" id="{8B1068FF-8DF7-684B-BC1C-7659A4E7E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2304"/>
              <a:ext cx="58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ALUSrc</a:t>
              </a:r>
            </a:p>
          </p:txBody>
        </p:sp>
        <p:sp>
          <p:nvSpPr>
            <p:cNvPr id="50234" name="Line 54">
              <a:extLst>
                <a:ext uri="{FF2B5EF4-FFF2-40B4-BE49-F238E27FC236}">
                  <a16:creationId xmlns:a16="http://schemas.microsoft.com/office/drawing/2014/main" id="{D05FF6C8-15EE-C84B-ADB2-2D625BB69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304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5" name="Line 55">
              <a:extLst>
                <a:ext uri="{FF2B5EF4-FFF2-40B4-BE49-F238E27FC236}">
                  <a16:creationId xmlns:a16="http://schemas.microsoft.com/office/drawing/2014/main" id="{EEAF3CF4-E363-3742-B763-7F491547ED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496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6" name="Line 56">
              <a:extLst>
                <a:ext uri="{FF2B5EF4-FFF2-40B4-BE49-F238E27FC236}">
                  <a16:creationId xmlns:a16="http://schemas.microsoft.com/office/drawing/2014/main" id="{D3961423-4703-F945-A774-5189DC6AB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688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7" name="Line 57">
              <a:extLst>
                <a:ext uri="{FF2B5EF4-FFF2-40B4-BE49-F238E27FC236}">
                  <a16:creationId xmlns:a16="http://schemas.microsoft.com/office/drawing/2014/main" id="{600499B7-80B3-5B46-9D71-97A98B5D3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880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8" name="Rectangle 58">
              <a:extLst>
                <a:ext uri="{FF2B5EF4-FFF2-40B4-BE49-F238E27FC236}">
                  <a16:creationId xmlns:a16="http://schemas.microsoft.com/office/drawing/2014/main" id="{2D0C0EA1-EB1F-A848-BB62-381E8763E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3371"/>
              <a:ext cx="7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0239" name="Rectangle 59">
              <a:extLst>
                <a:ext uri="{FF2B5EF4-FFF2-40B4-BE49-F238E27FC236}">
                  <a16:creationId xmlns:a16="http://schemas.microsoft.com/office/drawing/2014/main" id="{0DFD8B77-94B5-1B4D-ADB2-F6B19C0A4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5" y="3563"/>
              <a:ext cx="5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0240" name="Line 60">
              <a:extLst>
                <a:ext uri="{FF2B5EF4-FFF2-40B4-BE49-F238E27FC236}">
                  <a16:creationId xmlns:a16="http://schemas.microsoft.com/office/drawing/2014/main" id="{135DF150-73FF-6449-ABFF-044C12745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0" y="3552"/>
              <a:ext cx="78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1" name="Line 61">
              <a:extLst>
                <a:ext uri="{FF2B5EF4-FFF2-40B4-BE49-F238E27FC236}">
                  <a16:creationId xmlns:a16="http://schemas.microsoft.com/office/drawing/2014/main" id="{B32AAA54-2B85-BF47-B210-A42FCFAD8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0" y="3744"/>
              <a:ext cx="78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2" name="Rectangle 62">
              <a:extLst>
                <a:ext uri="{FF2B5EF4-FFF2-40B4-BE49-F238E27FC236}">
                  <a16:creationId xmlns:a16="http://schemas.microsoft.com/office/drawing/2014/main" id="{D06D2240-BE1B-7646-96CF-C595AAD19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3371"/>
              <a:ext cx="7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0243" name="Rectangle 63">
              <a:extLst>
                <a:ext uri="{FF2B5EF4-FFF2-40B4-BE49-F238E27FC236}">
                  <a16:creationId xmlns:a16="http://schemas.microsoft.com/office/drawing/2014/main" id="{8A314F05-1AF3-F042-B81F-CCCB665BD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3563"/>
              <a:ext cx="5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0244" name="Line 64">
              <a:extLst>
                <a:ext uri="{FF2B5EF4-FFF2-40B4-BE49-F238E27FC236}">
                  <a16:creationId xmlns:a16="http://schemas.microsoft.com/office/drawing/2014/main" id="{81C272FD-DB78-104A-A8F3-4BB147AB6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552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5" name="Line 65">
              <a:extLst>
                <a:ext uri="{FF2B5EF4-FFF2-40B4-BE49-F238E27FC236}">
                  <a16:creationId xmlns:a16="http://schemas.microsoft.com/office/drawing/2014/main" id="{8F400E6D-9CD5-E347-8292-70054FBF1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744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6" name="Rectangle 66">
              <a:extLst>
                <a:ext uri="{FF2B5EF4-FFF2-40B4-BE49-F238E27FC236}">
                  <a16:creationId xmlns:a16="http://schemas.microsoft.com/office/drawing/2014/main" id="{FC620006-814E-174D-B2B5-4F618F242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5" y="3371"/>
              <a:ext cx="7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0247" name="Rectangle 67">
              <a:extLst>
                <a:ext uri="{FF2B5EF4-FFF2-40B4-BE49-F238E27FC236}">
                  <a16:creationId xmlns:a16="http://schemas.microsoft.com/office/drawing/2014/main" id="{853201F7-EBCD-4C43-95BF-760BD105B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563"/>
              <a:ext cx="5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0248" name="Line 68">
              <a:extLst>
                <a:ext uri="{FF2B5EF4-FFF2-40B4-BE49-F238E27FC236}">
                  <a16:creationId xmlns:a16="http://schemas.microsoft.com/office/drawing/2014/main" id="{DD7429A3-5114-3B4C-ADFA-6FE501213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552"/>
              <a:ext cx="1120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9" name="Line 69">
              <a:extLst>
                <a:ext uri="{FF2B5EF4-FFF2-40B4-BE49-F238E27FC236}">
                  <a16:creationId xmlns:a16="http://schemas.microsoft.com/office/drawing/2014/main" id="{D0A5FF0B-52A0-7A4F-BEF5-2F8614662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744"/>
              <a:ext cx="1120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0" name="Rectangle 70">
              <a:extLst>
                <a:ext uri="{FF2B5EF4-FFF2-40B4-BE49-F238E27FC236}">
                  <a16:creationId xmlns:a16="http://schemas.microsoft.com/office/drawing/2014/main" id="{FE1651B1-DC5D-F64D-B363-8AE7AF4EA63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420" y="3120"/>
              <a:ext cx="55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50251" name="Rectangle 71">
              <a:extLst>
                <a:ext uri="{FF2B5EF4-FFF2-40B4-BE49-F238E27FC236}">
                  <a16:creationId xmlns:a16="http://schemas.microsoft.com/office/drawing/2014/main" id="{88B44E2E-4567-B846-A0CD-B2A26141B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2939"/>
              <a:ext cx="6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50252" name="Line 72">
              <a:extLst>
                <a:ext uri="{FF2B5EF4-FFF2-40B4-BE49-F238E27FC236}">
                  <a16:creationId xmlns:a16="http://schemas.microsoft.com/office/drawing/2014/main" id="{68A3CF77-D34D-8F42-A9A0-FAD299436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120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3" name="Line 73">
              <a:extLst>
                <a:ext uri="{FF2B5EF4-FFF2-40B4-BE49-F238E27FC236}">
                  <a16:creationId xmlns:a16="http://schemas.microsoft.com/office/drawing/2014/main" id="{67764D59-0697-6740-9E2F-9C3F9249A5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312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4" name="Rectangle 74">
              <a:extLst>
                <a:ext uri="{FF2B5EF4-FFF2-40B4-BE49-F238E27FC236}">
                  <a16:creationId xmlns:a16="http://schemas.microsoft.com/office/drawing/2014/main" id="{77728D4C-EC69-4841-B2D4-3852D3C833A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20" y="3120"/>
              <a:ext cx="55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50255" name="Rectangle 75">
              <a:extLst>
                <a:ext uri="{FF2B5EF4-FFF2-40B4-BE49-F238E27FC236}">
                  <a16:creationId xmlns:a16="http://schemas.microsoft.com/office/drawing/2014/main" id="{C8144A86-BA8E-9544-91DB-C082B125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93"/>
              <a:ext cx="63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50256" name="Line 76">
              <a:extLst>
                <a:ext uri="{FF2B5EF4-FFF2-40B4-BE49-F238E27FC236}">
                  <a16:creationId xmlns:a16="http://schemas.microsoft.com/office/drawing/2014/main" id="{627C969C-DAD2-7F49-A0DD-D4EFC3A98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120"/>
              <a:ext cx="78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7" name="Line 77">
              <a:extLst>
                <a:ext uri="{FF2B5EF4-FFF2-40B4-BE49-F238E27FC236}">
                  <a16:creationId xmlns:a16="http://schemas.microsoft.com/office/drawing/2014/main" id="{0B7CC58A-22D7-A040-AA6B-69FAAC83CF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312"/>
              <a:ext cx="78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8" name="Line 78">
              <a:extLst>
                <a:ext uri="{FF2B5EF4-FFF2-40B4-BE49-F238E27FC236}">
                  <a16:creationId xmlns:a16="http://schemas.microsoft.com/office/drawing/2014/main" id="{7DC976AB-FA52-9A4F-9DA4-3BF5383C5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59" name="Line 79">
              <a:extLst>
                <a:ext uri="{FF2B5EF4-FFF2-40B4-BE49-F238E27FC236}">
                  <a16:creationId xmlns:a16="http://schemas.microsoft.com/office/drawing/2014/main" id="{FC8014AA-525A-8441-B61C-4DBFF1857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0" name="Line 80">
              <a:extLst>
                <a:ext uri="{FF2B5EF4-FFF2-40B4-BE49-F238E27FC236}">
                  <a16:creationId xmlns:a16="http://schemas.microsoft.com/office/drawing/2014/main" id="{C9AE8D0B-58FE-BD49-BF58-8DBFF21B8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61" name="Rectangle 81">
              <a:extLst>
                <a:ext uri="{FF2B5EF4-FFF2-40B4-BE49-F238E27FC236}">
                  <a16:creationId xmlns:a16="http://schemas.microsoft.com/office/drawing/2014/main" id="{80E3F03B-4C5D-204D-9213-0BB25A3DC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1680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  <p:sp>
          <p:nvSpPr>
            <p:cNvPr id="50262" name="Line 82">
              <a:extLst>
                <a:ext uri="{FF2B5EF4-FFF2-40B4-BE49-F238E27FC236}">
                  <a16:creationId xmlns:a16="http://schemas.microsoft.com/office/drawing/2014/main" id="{23AC44F9-6475-AD42-84FA-1862D1692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1872"/>
              <a:ext cx="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9475" name="Text Box 83">
            <a:extLst>
              <a:ext uri="{FF2B5EF4-FFF2-40B4-BE49-F238E27FC236}">
                <a16:creationId xmlns:a16="http://schemas.microsoft.com/office/drawing/2014/main" id="{F98D3D41-D635-704B-AFD7-DA032809E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5592763"/>
            <a:ext cx="7953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sz="18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各流水段部件在一个时钟内完成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某条指令的某个阶段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的工作！</a:t>
            </a:r>
          </a:p>
        </p:txBody>
      </p:sp>
      <p:sp>
        <p:nvSpPr>
          <p:cNvPr id="59477" name="Rectangle 85">
            <a:extLst>
              <a:ext uri="{FF2B5EF4-FFF2-40B4-BE49-F238E27FC236}">
                <a16:creationId xmlns:a16="http://schemas.microsoft.com/office/drawing/2014/main" id="{F879AE06-D330-A143-922D-A74C8691F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1042988"/>
            <a:ext cx="21669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所以，控制信号也要保存在流水段寄存器中！</a:t>
            </a:r>
          </a:p>
        </p:txBody>
      </p:sp>
      <p:sp>
        <p:nvSpPr>
          <p:cNvPr id="59489" name="Text Box 97">
            <a:extLst>
              <a:ext uri="{FF2B5EF4-FFF2-40B4-BE49-F238E27FC236}">
                <a16:creationId xmlns:a16="http://schemas.microsoft.com/office/drawing/2014/main" id="{7F356A80-30CA-C249-90CC-33EF0CA7B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5948363"/>
            <a:ext cx="8467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在下个时钟到达时，把</a:t>
            </a:r>
            <a:r>
              <a:rPr lang="zh-CN" altLang="en-US" sz="1800">
                <a:solidFill>
                  <a:schemeClr val="accent1"/>
                </a:solidFill>
                <a:ea typeface="黑体" panose="02010609060101010101" pitchFamily="49" charset="-122"/>
              </a:rPr>
              <a:t>执行结果</a:t>
            </a:r>
            <a:r>
              <a:rPr lang="zh-CN" altLang="en-US" sz="1800">
                <a:ea typeface="黑体" panose="02010609060101010101" pitchFamily="49" charset="-122"/>
              </a:rPr>
              <a:t>以及</a:t>
            </a:r>
            <a:r>
              <a:rPr lang="zh-CN" altLang="en-US" sz="1800">
                <a:solidFill>
                  <a:schemeClr val="accent1"/>
                </a:solidFill>
                <a:ea typeface="黑体" panose="02010609060101010101" pitchFamily="49" charset="-122"/>
              </a:rPr>
              <a:t>前面传递来的后面各阶段要用到的所有数据</a:t>
            </a:r>
            <a:r>
              <a:rPr lang="zh-CN" altLang="en-US" sz="1800">
                <a:ea typeface="黑体" panose="02010609060101010101" pitchFamily="49" charset="-122"/>
              </a:rPr>
              <a:t>（如：指令、立即数、目的寄存器等）和</a:t>
            </a:r>
            <a:r>
              <a:rPr lang="zh-CN" altLang="en-US" sz="1800">
                <a:solidFill>
                  <a:schemeClr val="accent1"/>
                </a:solidFill>
                <a:ea typeface="黑体" panose="02010609060101010101" pitchFamily="49" charset="-122"/>
              </a:rPr>
              <a:t>控制信号</a:t>
            </a:r>
            <a:r>
              <a:rPr lang="zh-CN" altLang="en-US" sz="1800">
                <a:ea typeface="黑体" panose="02010609060101010101" pitchFamily="49" charset="-122"/>
              </a:rPr>
              <a:t>保存到流水线寄存器中！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75" grpId="0"/>
      <p:bldP spid="59477" grpId="0"/>
      <p:bldP spid="5948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1593A3E-4CF9-A549-AF36-E0C9CA5BD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6626225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流水线中的</a:t>
            </a:r>
            <a:r>
              <a:rPr lang="en-US" altLang="zh-CN">
                <a:ea typeface="宋体" panose="02010600030101010101" pitchFamily="2" charset="-122"/>
              </a:rPr>
              <a:t>Control Signals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9168D5A3-B8DB-AC47-A15E-C165F42F2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5738" y="685800"/>
            <a:ext cx="8931275" cy="5842000"/>
          </a:xfrm>
          <a:noFill/>
        </p:spPr>
        <p:txBody>
          <a:bodyPr/>
          <a:lstStyle/>
          <a:p>
            <a:pPr>
              <a:lnSpc>
                <a:spcPct val="120000"/>
              </a:lnSpc>
              <a:spcBef>
                <a:spcPct val="1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通过对前面流水线数据通路的分析，得知：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ea typeface="黑体" panose="02010609060101010101" pitchFamily="49" charset="-122"/>
              </a:rPr>
              <a:t>PC</a:t>
            </a:r>
            <a:r>
              <a:rPr lang="zh-CN" altLang="en-US" sz="1900">
                <a:ea typeface="黑体" panose="02010609060101010101" pitchFamily="49" charset="-122"/>
              </a:rPr>
              <a:t>需要写使能吗？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流水段寄存器需要写使能吗？</a:t>
            </a:r>
            <a:endParaRPr lang="en-US" altLang="zh-CN" sz="1900"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ea typeface="黑体" panose="02010609060101010101" pitchFamily="49" charset="-122"/>
              </a:rPr>
              <a:t>Ifecth</a:t>
            </a:r>
            <a:r>
              <a:rPr lang="zh-CN" altLang="en-US" sz="1900">
                <a:ea typeface="黑体" panose="02010609060101010101" pitchFamily="49" charset="-122"/>
              </a:rPr>
              <a:t>阶段和</a:t>
            </a:r>
            <a:r>
              <a:rPr lang="en-US" altLang="zh-CN" sz="1900">
                <a:ea typeface="黑体" panose="02010609060101010101" pitchFamily="49" charset="-122"/>
              </a:rPr>
              <a:t>Dec/Reg</a:t>
            </a:r>
            <a:r>
              <a:rPr lang="zh-CN" altLang="en-US" sz="1900">
                <a:ea typeface="黑体" panose="02010609060101010101" pitchFamily="49" charset="-122"/>
              </a:rPr>
              <a:t>阶段都没有控制信号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ea typeface="黑体" panose="02010609060101010101" pitchFamily="49" charset="-122"/>
              </a:rPr>
              <a:t>Exec</a:t>
            </a:r>
            <a:r>
              <a:rPr lang="zh-CN" altLang="en-US" sz="1900">
                <a:ea typeface="黑体" panose="02010609060101010101" pitchFamily="49" charset="-122"/>
              </a:rPr>
              <a:t>阶段的控制信号有四个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ExtOp (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扩展器操作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1- 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符号扩展；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0- 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零扩展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ALUSrc (ALU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的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B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口来源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1- 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来源于扩展器；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0- 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来源于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BusB</a:t>
            </a:r>
            <a:endParaRPr lang="zh-CN" altLang="en-US" sz="1900">
              <a:solidFill>
                <a:srgbClr val="CC0000"/>
              </a:solidFill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ALUOp 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主控制器输出，用于辅助局部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ALU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控制逻辑来决定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ALUCtrl)</a:t>
            </a:r>
            <a:endParaRPr lang="zh-CN" altLang="en-US" sz="1900">
              <a:solidFill>
                <a:srgbClr val="CC0000"/>
              </a:solidFill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RegDst (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指定目的寄存器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1- Rd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；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0- Rt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ea typeface="黑体" panose="02010609060101010101" pitchFamily="49" charset="-122"/>
              </a:rPr>
              <a:t>Mem</a:t>
            </a:r>
            <a:r>
              <a:rPr lang="zh-CN" altLang="en-US" sz="1900">
                <a:ea typeface="黑体" panose="02010609060101010101" pitchFamily="49" charset="-122"/>
              </a:rPr>
              <a:t>阶段的控制信号有两个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MemWr (DM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的写信号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Store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指令时为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，其他指令为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0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Branch (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是否为分支指令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分支指令时为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，其他指令为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0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ea typeface="黑体" panose="02010609060101010101" pitchFamily="49" charset="-122"/>
              </a:rPr>
              <a:t>Wr</a:t>
            </a:r>
            <a:r>
              <a:rPr lang="zh-CN" altLang="en-US" sz="1900">
                <a:ea typeface="黑体" panose="02010609060101010101" pitchFamily="49" charset="-122"/>
              </a:rPr>
              <a:t>阶段的控制信号有两个</a:t>
            </a:r>
            <a:endParaRPr lang="en-US" altLang="zh-CN" sz="1900" b="0" u="sng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MemtoReg (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寄存器的写入源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1- DM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输出；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0- ALU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输出</a:t>
            </a:r>
            <a:endParaRPr lang="zh-CN" altLang="en-US" sz="1900">
              <a:solidFill>
                <a:srgbClr val="008000"/>
              </a:solidFill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spcBef>
                <a:spcPct val="15000"/>
              </a:spcBef>
            </a:pP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RegWr (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寄存器堆写信号</a:t>
            </a:r>
            <a:r>
              <a:rPr lang="en-US" altLang="zh-CN" sz="19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结果写寄存器的指令都为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，其他指令为</a:t>
            </a:r>
            <a:r>
              <a:rPr lang="en-US" altLang="zh-CN" sz="1900">
                <a:solidFill>
                  <a:srgbClr val="CC0000"/>
                </a:solidFill>
                <a:ea typeface="黑体" panose="02010609060101010101" pitchFamily="49" charset="-122"/>
              </a:rPr>
              <a:t>0</a:t>
            </a:r>
            <a:endParaRPr lang="zh-CN" altLang="en-US" sz="190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190645" name="Rectangle 181">
            <a:extLst>
              <a:ext uri="{FF2B5EF4-FFF2-40B4-BE49-F238E27FC236}">
                <a16:creationId xmlns:a16="http://schemas.microsoft.com/office/drawing/2014/main" id="{E7298EF4-DA73-F74E-BC25-102965782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438" y="1058863"/>
            <a:ext cx="4027487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lnSpc>
                <a:spcPct val="120000"/>
              </a:lnSpc>
              <a:spcBef>
                <a:spcPct val="15000"/>
              </a:spcBef>
              <a:buSzPct val="100000"/>
            </a:pPr>
            <a:r>
              <a:rPr lang="zh-CN" altLang="en-US" sz="18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每个时钟都会改变</a:t>
            </a:r>
            <a:r>
              <a:rPr lang="en-US" altLang="zh-CN" sz="18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PC</a:t>
            </a:r>
            <a:r>
              <a:rPr lang="zh-CN" altLang="en-US" sz="18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，故不需要</a:t>
            </a:r>
            <a:r>
              <a:rPr lang="en-US" altLang="zh-CN" sz="18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190646" name="Rectangle 182">
            <a:extLst>
              <a:ext uri="{FF2B5EF4-FFF2-40B4-BE49-F238E27FC236}">
                <a16:creationId xmlns:a16="http://schemas.microsoft.com/office/drawing/2014/main" id="{D41A6E77-8C63-3F42-96FB-650AA8BB2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1463675"/>
            <a:ext cx="5091113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lnSpc>
                <a:spcPct val="120000"/>
              </a:lnSpc>
              <a:spcBef>
                <a:spcPct val="15000"/>
              </a:spcBef>
              <a:buSzPct val="100000"/>
            </a:pPr>
            <a:r>
              <a:rPr lang="zh-CN" altLang="en-US" sz="18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每个时钟都会改变流水段寄存器，故不需要</a:t>
            </a:r>
            <a:r>
              <a:rPr lang="en-US" altLang="zh-CN" sz="18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0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0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0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0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0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0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0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0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90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7188A3B-D40E-B646-BCEC-91038E017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控制逻辑</a:t>
            </a:r>
            <a:r>
              <a:rPr lang="en-US" altLang="zh-CN">
                <a:ea typeface="宋体" panose="02010600030101010101" pitchFamily="2" charset="-122"/>
              </a:rPr>
              <a:t> Control)</a:t>
            </a:r>
            <a:r>
              <a:rPr lang="zh-CN" altLang="en-US">
                <a:ea typeface="宋体" panose="02010600030101010101" pitchFamily="2" charset="-122"/>
              </a:rPr>
              <a:t>的设计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E699EC5D-C392-F349-A439-4EBFFC395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863" y="690563"/>
            <a:ext cx="8775700" cy="5657850"/>
          </a:xfrm>
        </p:spPr>
        <p:txBody>
          <a:bodyPr/>
          <a:lstStyle/>
          <a:p>
            <a:pPr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流水线控制逻辑的设计</a:t>
            </a:r>
          </a:p>
          <a:p>
            <a:pPr lvl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每条指令的控制信号在该指令执行期间变不变？</a:t>
            </a:r>
            <a:endParaRPr lang="en-US" altLang="zh-CN" sz="1900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35000"/>
              </a:spcBef>
              <a:buFontTx/>
              <a:buNone/>
            </a:pP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（谁记得单周期和多周期时各是怎样的情况？）</a:t>
            </a:r>
          </a:p>
          <a:p>
            <a:pPr lvl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与单周期还是多周期的控制逻辑设计类似？</a:t>
            </a:r>
          </a:p>
          <a:p>
            <a:pPr lvl="1">
              <a:lnSpc>
                <a:spcPct val="100000"/>
              </a:lnSpc>
              <a:spcBef>
                <a:spcPct val="35000"/>
              </a:spcBef>
              <a:buFontTx/>
              <a:buNone/>
            </a:pPr>
            <a:r>
              <a:rPr lang="zh-CN" altLang="en-US" sz="1900">
                <a:solidFill>
                  <a:srgbClr val="008000"/>
                </a:solidFill>
                <a:ea typeface="黑体" panose="02010609060101010101" pitchFamily="49" charset="-122"/>
              </a:rPr>
              <a:t>（谁记得单周期和多周期控制逻辑各是怎样设计的？）</a:t>
            </a:r>
          </a:p>
          <a:p>
            <a:pPr lvl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设计过程</a:t>
            </a:r>
          </a:p>
          <a:p>
            <a:pPr lvl="2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控制逻辑分成两部分</a:t>
            </a:r>
          </a:p>
          <a:p>
            <a:pPr lvl="3">
              <a:spcBef>
                <a:spcPct val="35000"/>
              </a:spcBef>
            </a:pPr>
            <a:r>
              <a:rPr lang="zh-CN" altLang="en-US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主控制逻辑：生成</a:t>
            </a:r>
            <a:r>
              <a:rPr lang="en-US" altLang="zh-CN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ALUop</a:t>
            </a:r>
            <a:r>
              <a:rPr lang="zh-CN" altLang="en-US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和其他控制信号</a:t>
            </a:r>
          </a:p>
          <a:p>
            <a:pPr lvl="3">
              <a:spcBef>
                <a:spcPct val="35000"/>
              </a:spcBef>
            </a:pPr>
            <a:r>
              <a:rPr lang="zh-CN" altLang="en-US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局部</a:t>
            </a:r>
            <a:r>
              <a:rPr lang="en-US" altLang="zh-CN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r>
              <a:rPr lang="zh-CN" altLang="en-US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控制逻辑：根据</a:t>
            </a:r>
            <a:r>
              <a:rPr lang="en-US" altLang="zh-CN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ALUop</a:t>
            </a:r>
            <a:r>
              <a:rPr lang="zh-CN" altLang="en-US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func</a:t>
            </a:r>
            <a:r>
              <a:rPr lang="zh-CN" altLang="en-US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字段生成</a:t>
            </a:r>
            <a:r>
              <a:rPr lang="en-US" altLang="zh-CN" sz="1900" b="1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ALUCtrl</a:t>
            </a:r>
            <a:endParaRPr lang="zh-CN" altLang="en-US" sz="1900" b="1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用真值表建立指令和控制信号之间的关系</a:t>
            </a:r>
          </a:p>
          <a:p>
            <a:pPr lvl="2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写出每个控制信号的逻辑表达式</a:t>
            </a:r>
          </a:p>
          <a:p>
            <a:pPr lvl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控制逻辑的输出（控制信号）在</a:t>
            </a:r>
            <a:r>
              <a:rPr lang="en-US" altLang="zh-CN" sz="1900">
                <a:ea typeface="黑体" panose="02010609060101010101" pitchFamily="49" charset="-122"/>
              </a:rPr>
              <a:t>ID</a:t>
            </a:r>
            <a:r>
              <a:rPr lang="zh-CN" altLang="en-US" sz="1900">
                <a:ea typeface="黑体" panose="02010609060101010101" pitchFamily="49" charset="-122"/>
              </a:rPr>
              <a:t>阶段生成，并存放在</a:t>
            </a:r>
            <a:r>
              <a:rPr lang="en-US" altLang="zh-CN" sz="1900">
                <a:ea typeface="黑体" panose="02010609060101010101" pitchFamily="49" charset="-122"/>
              </a:rPr>
              <a:t>ID/EX</a:t>
            </a:r>
            <a:r>
              <a:rPr lang="zh-CN" altLang="en-US" sz="1900">
                <a:ea typeface="黑体" panose="02010609060101010101" pitchFamily="49" charset="-122"/>
              </a:rPr>
              <a:t>流水段寄存器中，然后每来一个时钟跟着指令传送到下一级流水段寄存器</a:t>
            </a:r>
          </a:p>
          <a:p>
            <a:pPr lvl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某时刻在不同阶段同时执行不同指令，不同的指令得到不同控制信号</a:t>
            </a:r>
          </a:p>
          <a:p>
            <a:pPr lvl="2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6372" name="Text Box 4">
            <a:extLst>
              <a:ext uri="{FF2B5EF4-FFF2-40B4-BE49-F238E27FC236}">
                <a16:creationId xmlns:a16="http://schemas.microsoft.com/office/drawing/2014/main" id="{4B3518F8-9190-034B-B577-465C0CB9A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6080125"/>
            <a:ext cx="7188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latin typeface="Arial" panose="020B0604020202020204" pitchFamily="34" charset="0"/>
                <a:ea typeface="黑体" panose="02010609060101010101" pitchFamily="49" charset="-122"/>
              </a:rPr>
              <a:t>忘记单周期和多周期控制器设计的同学，复习一下第六章！</a:t>
            </a:r>
          </a:p>
        </p:txBody>
      </p:sp>
      <p:sp>
        <p:nvSpPr>
          <p:cNvPr id="186374" name="Text Box 6">
            <a:extLst>
              <a:ext uri="{FF2B5EF4-FFF2-40B4-BE49-F238E27FC236}">
                <a16:creationId xmlns:a16="http://schemas.microsoft.com/office/drawing/2014/main" id="{9DB958CD-3202-A049-8E54-07F92CFA2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513" y="1058863"/>
            <a:ext cx="127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不变！</a:t>
            </a:r>
          </a:p>
        </p:txBody>
      </p:sp>
      <p:sp>
        <p:nvSpPr>
          <p:cNvPr id="186375" name="Text Box 7">
            <a:extLst>
              <a:ext uri="{FF2B5EF4-FFF2-40B4-BE49-F238E27FC236}">
                <a16:creationId xmlns:a16="http://schemas.microsoft.com/office/drawing/2014/main" id="{304EF89C-6F1D-E140-817B-38F74C224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925" y="1839913"/>
            <a:ext cx="127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单周期！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6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6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6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6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/>
      <p:bldP spid="186374" grpId="0"/>
      <p:bldP spid="18637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4">
            <a:extLst>
              <a:ext uri="{FF2B5EF4-FFF2-40B4-BE49-F238E27FC236}">
                <a16:creationId xmlns:a16="http://schemas.microsoft.com/office/drawing/2014/main" id="{2F808656-FD27-B647-AE9B-3DF2C434E7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400" y="295275"/>
            <a:ext cx="8662988" cy="635158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55299" name="Text Box 7">
            <a:extLst>
              <a:ext uri="{FF2B5EF4-FFF2-40B4-BE49-F238E27FC236}">
                <a16:creationId xmlns:a16="http://schemas.microsoft.com/office/drawing/2014/main" id="{A6BBE268-352A-2042-8EC7-2D060813D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5372100"/>
            <a:ext cx="2219325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1"/>
                </a:solidFill>
                <a:ea typeface="黑体" panose="02010609060101010101" pitchFamily="49" charset="-122"/>
              </a:rPr>
              <a:t>蓝色部分是控制信号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526C5421-0678-734F-8A79-4542DDCB2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330825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zh-CN" altLang="en-US">
                <a:ea typeface="宋体" panose="02010600030101010101" pitchFamily="2" charset="-122"/>
              </a:rPr>
              <a:t>流水线中的控制信号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AE0145B-E120-7E41-A9DE-5CDC1F55D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730250"/>
            <a:ext cx="8262938" cy="1477963"/>
          </a:xfrm>
          <a:noFill/>
        </p:spPr>
        <p:txBody>
          <a:bodyPr/>
          <a:lstStyle/>
          <a:p>
            <a:r>
              <a:rPr lang="zh-CN" altLang="en-US">
                <a:ea typeface="黑体" panose="02010609060101010101" pitchFamily="49" charset="-122"/>
              </a:rPr>
              <a:t>在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取数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/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译码（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Reg/Dec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）阶段</a:t>
            </a:r>
            <a:r>
              <a:rPr lang="zh-CN" altLang="en-US">
                <a:ea typeface="黑体" panose="02010609060101010101" pitchFamily="49" charset="-122"/>
              </a:rPr>
              <a:t>产生本指令每个阶段的所有控制信号</a:t>
            </a:r>
          </a:p>
          <a:p>
            <a:pPr lvl="1">
              <a:lnSpc>
                <a:spcPct val="100000"/>
              </a:lnSpc>
            </a:pPr>
            <a:r>
              <a:rPr lang="en-US" altLang="zh-CN">
                <a:ea typeface="黑体" panose="02010609060101010101" pitchFamily="49" charset="-122"/>
              </a:rPr>
              <a:t>Exec</a:t>
            </a:r>
            <a:r>
              <a:rPr lang="zh-CN" altLang="en-US">
                <a:ea typeface="黑体" panose="02010609060101010101" pitchFamily="49" charset="-122"/>
              </a:rPr>
              <a:t>信号 </a:t>
            </a:r>
            <a:r>
              <a:rPr lang="en-US" altLang="zh-CN">
                <a:ea typeface="黑体" panose="02010609060101010101" pitchFamily="49" charset="-122"/>
              </a:rPr>
              <a:t>(ExtOp, ALUSrc, ...) </a:t>
            </a:r>
            <a:r>
              <a:rPr lang="zh-CN" altLang="en-US">
                <a:ea typeface="黑体" panose="02010609060101010101" pitchFamily="49" charset="-122"/>
              </a:rPr>
              <a:t>在</a:t>
            </a:r>
            <a:r>
              <a:rPr lang="en-US" altLang="zh-CN">
                <a:ea typeface="黑体" panose="02010609060101010101" pitchFamily="49" charset="-122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个周期后使用</a:t>
            </a:r>
            <a:endParaRPr lang="en-US" altLang="zh-CN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>
                <a:ea typeface="黑体" panose="02010609060101010101" pitchFamily="49" charset="-122"/>
              </a:rPr>
              <a:t>Mem</a:t>
            </a:r>
            <a:r>
              <a:rPr lang="zh-CN" altLang="en-US">
                <a:ea typeface="黑体" panose="02010609060101010101" pitchFamily="49" charset="-122"/>
              </a:rPr>
              <a:t>信号 </a:t>
            </a:r>
            <a:r>
              <a:rPr lang="en-US" altLang="zh-CN">
                <a:ea typeface="黑体" panose="02010609060101010101" pitchFamily="49" charset="-122"/>
              </a:rPr>
              <a:t>(MemWr,</a:t>
            </a:r>
            <a:r>
              <a:rPr lang="zh-CN" altLang="en-US">
                <a:ea typeface="黑体" panose="02010609060101010101" pitchFamily="49" charset="-122"/>
              </a:rPr>
              <a:t> </a:t>
            </a:r>
            <a:r>
              <a:rPr lang="en-US" altLang="zh-CN">
                <a:ea typeface="黑体" panose="02010609060101010101" pitchFamily="49" charset="-122"/>
              </a:rPr>
              <a:t>Branch) </a:t>
            </a:r>
            <a:r>
              <a:rPr lang="zh-CN" altLang="en-US">
                <a:ea typeface="黑体" panose="02010609060101010101" pitchFamily="49" charset="-122"/>
              </a:rPr>
              <a:t>在</a:t>
            </a:r>
            <a:r>
              <a:rPr lang="en-US" altLang="zh-CN">
                <a:ea typeface="黑体" panose="02010609060101010101" pitchFamily="49" charset="-122"/>
              </a:rPr>
              <a:t>2</a:t>
            </a:r>
            <a:r>
              <a:rPr lang="zh-CN" altLang="en-US">
                <a:ea typeface="黑体" panose="02010609060101010101" pitchFamily="49" charset="-122"/>
              </a:rPr>
              <a:t>个周期后使用</a:t>
            </a:r>
            <a:endParaRPr lang="en-US" altLang="zh-CN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>
                <a:ea typeface="黑体" panose="02010609060101010101" pitchFamily="49" charset="-122"/>
              </a:rPr>
              <a:t>Wr</a:t>
            </a:r>
            <a:r>
              <a:rPr lang="zh-CN" altLang="en-US">
                <a:ea typeface="黑体" panose="02010609060101010101" pitchFamily="49" charset="-122"/>
              </a:rPr>
              <a:t>信号 </a:t>
            </a:r>
            <a:r>
              <a:rPr lang="en-US" altLang="zh-CN">
                <a:ea typeface="黑体" panose="02010609060101010101" pitchFamily="49" charset="-122"/>
              </a:rPr>
              <a:t>(MemtoReg, RegWr) </a:t>
            </a:r>
            <a:r>
              <a:rPr lang="zh-CN" altLang="en-US">
                <a:ea typeface="黑体" panose="02010609060101010101" pitchFamily="49" charset="-122"/>
              </a:rPr>
              <a:t>在</a:t>
            </a:r>
            <a:r>
              <a:rPr lang="en-US" altLang="zh-CN">
                <a:ea typeface="黑体" panose="02010609060101010101" pitchFamily="49" charset="-122"/>
              </a:rPr>
              <a:t>3</a:t>
            </a:r>
            <a:r>
              <a:rPr lang="zh-CN" altLang="en-US">
                <a:ea typeface="黑体" panose="02010609060101010101" pitchFamily="49" charset="-122"/>
              </a:rPr>
              <a:t>个周期后使用</a:t>
            </a:r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56324" name="Group 4">
            <a:extLst>
              <a:ext uri="{FF2B5EF4-FFF2-40B4-BE49-F238E27FC236}">
                <a16:creationId xmlns:a16="http://schemas.microsoft.com/office/drawing/2014/main" id="{CB51BF03-103A-B643-A620-3DD70005683C}"/>
              </a:ext>
            </a:extLst>
          </p:cNvPr>
          <p:cNvGrpSpPr>
            <a:grpSpLocks/>
          </p:cNvGrpSpPr>
          <p:nvPr/>
        </p:nvGrpSpPr>
        <p:grpSpPr bwMode="auto">
          <a:xfrm>
            <a:off x="509588" y="2611438"/>
            <a:ext cx="8418512" cy="3109912"/>
            <a:chOff x="321" y="1672"/>
            <a:chExt cx="5303" cy="2160"/>
          </a:xfrm>
        </p:grpSpPr>
        <p:sp>
          <p:nvSpPr>
            <p:cNvPr id="56341" name="Rectangle 5">
              <a:extLst>
                <a:ext uri="{FF2B5EF4-FFF2-40B4-BE49-F238E27FC236}">
                  <a16:creationId xmlns:a16="http://schemas.microsoft.com/office/drawing/2014/main" id="{C496874B-4548-784A-8AE4-8CD9D6138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42" name="Rectangle 6">
              <a:extLst>
                <a:ext uri="{FF2B5EF4-FFF2-40B4-BE49-F238E27FC236}">
                  <a16:creationId xmlns:a16="http://schemas.microsoft.com/office/drawing/2014/main" id="{3587D54C-4DDA-3F44-857F-CD07150CD9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-75" y="2898"/>
              <a:ext cx="100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IF/ID Register</a:t>
              </a:r>
            </a:p>
          </p:txBody>
        </p:sp>
        <p:sp>
          <p:nvSpPr>
            <p:cNvPr id="56343" name="Line 7">
              <a:extLst>
                <a:ext uri="{FF2B5EF4-FFF2-40B4-BE49-F238E27FC236}">
                  <a16:creationId xmlns:a16="http://schemas.microsoft.com/office/drawing/2014/main" id="{F2931DAA-CC08-094A-8AB9-53595C737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4" name="Rectangle 8">
              <a:extLst>
                <a:ext uri="{FF2B5EF4-FFF2-40B4-BE49-F238E27FC236}">
                  <a16:creationId xmlns:a16="http://schemas.microsoft.com/office/drawing/2014/main" id="{DBFAD213-A795-AF4F-BA47-10C0976D5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45" name="Rectangle 9">
              <a:extLst>
                <a:ext uri="{FF2B5EF4-FFF2-40B4-BE49-F238E27FC236}">
                  <a16:creationId xmlns:a16="http://schemas.microsoft.com/office/drawing/2014/main" id="{30059BF3-63C2-3A4A-B789-7BD113852A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0" y="2900"/>
              <a:ext cx="102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ID/Ex Register</a:t>
              </a:r>
            </a:p>
          </p:txBody>
        </p:sp>
        <p:sp>
          <p:nvSpPr>
            <p:cNvPr id="56346" name="Rectangle 10">
              <a:extLst>
                <a:ext uri="{FF2B5EF4-FFF2-40B4-BE49-F238E27FC236}">
                  <a16:creationId xmlns:a16="http://schemas.microsoft.com/office/drawing/2014/main" id="{19D1DA22-7E10-6144-AEE4-7734C91D6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47" name="Rectangle 11">
              <a:extLst>
                <a:ext uri="{FF2B5EF4-FFF2-40B4-BE49-F238E27FC236}">
                  <a16:creationId xmlns:a16="http://schemas.microsoft.com/office/drawing/2014/main" id="{1349D24E-A973-FA46-9ED4-C9E0D0825D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59" y="2852"/>
              <a:ext cx="118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Ex/Mem Register</a:t>
              </a:r>
            </a:p>
          </p:txBody>
        </p:sp>
        <p:sp>
          <p:nvSpPr>
            <p:cNvPr id="56348" name="Rectangle 12">
              <a:extLst>
                <a:ext uri="{FF2B5EF4-FFF2-40B4-BE49-F238E27FC236}">
                  <a16:creationId xmlns:a16="http://schemas.microsoft.com/office/drawing/2014/main" id="{212FF19D-6FC5-4C40-91F9-41F75F2AE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216"/>
              <a:ext cx="182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49" name="Rectangle 13">
              <a:extLst>
                <a:ext uri="{FF2B5EF4-FFF2-40B4-BE49-F238E27FC236}">
                  <a16:creationId xmlns:a16="http://schemas.microsoft.com/office/drawing/2014/main" id="{92B8572E-3392-5D41-AAC6-7DAA54656C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35" y="2900"/>
              <a:ext cx="122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Mem/Wr Register</a:t>
              </a:r>
            </a:p>
          </p:txBody>
        </p:sp>
        <p:sp>
          <p:nvSpPr>
            <p:cNvPr id="56350" name="Oval 14">
              <a:extLst>
                <a:ext uri="{FF2B5EF4-FFF2-40B4-BE49-F238E27FC236}">
                  <a16:creationId xmlns:a16="http://schemas.microsoft.com/office/drawing/2014/main" id="{925F383D-BFEF-214E-9A8B-C94E5D0D6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51" name="Line 15">
              <a:extLst>
                <a:ext uri="{FF2B5EF4-FFF2-40B4-BE49-F238E27FC236}">
                  <a16:creationId xmlns:a16="http://schemas.microsoft.com/office/drawing/2014/main" id="{9F5D6C34-A74D-4E4F-9215-7EF77960B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2" name="Oval 16">
              <a:extLst>
                <a:ext uri="{FF2B5EF4-FFF2-40B4-BE49-F238E27FC236}">
                  <a16:creationId xmlns:a16="http://schemas.microsoft.com/office/drawing/2014/main" id="{47DAEFDA-D521-8E43-AC42-62CEB89D9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53" name="Line 17">
              <a:extLst>
                <a:ext uri="{FF2B5EF4-FFF2-40B4-BE49-F238E27FC236}">
                  <a16:creationId xmlns:a16="http://schemas.microsoft.com/office/drawing/2014/main" id="{7E9EEC49-FC79-C645-85DC-F1A7E33E6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4" name="Oval 18">
              <a:extLst>
                <a:ext uri="{FF2B5EF4-FFF2-40B4-BE49-F238E27FC236}">
                  <a16:creationId xmlns:a16="http://schemas.microsoft.com/office/drawing/2014/main" id="{DA885C66-A14E-C34B-B817-5C322A1B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55" name="Line 19">
              <a:extLst>
                <a:ext uri="{FF2B5EF4-FFF2-40B4-BE49-F238E27FC236}">
                  <a16:creationId xmlns:a16="http://schemas.microsoft.com/office/drawing/2014/main" id="{CD26D36D-C309-CC44-835E-A6E6DDEAF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02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6" name="Oval 20">
              <a:extLst>
                <a:ext uri="{FF2B5EF4-FFF2-40B4-BE49-F238E27FC236}">
                  <a16:creationId xmlns:a16="http://schemas.microsoft.com/office/drawing/2014/main" id="{BCAB206D-6C63-0E49-8334-0ABA64FD1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120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57" name="Line 21">
              <a:extLst>
                <a:ext uri="{FF2B5EF4-FFF2-40B4-BE49-F238E27FC236}">
                  <a16:creationId xmlns:a16="http://schemas.microsoft.com/office/drawing/2014/main" id="{0B9A1E73-1D0C-A644-B760-508D68B0B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8" name="Line 22">
              <a:extLst>
                <a:ext uri="{FF2B5EF4-FFF2-40B4-BE49-F238E27FC236}">
                  <a16:creationId xmlns:a16="http://schemas.microsoft.com/office/drawing/2014/main" id="{5570EFEB-7142-284F-AEE6-DBF12C7BC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9" name="Line 23">
              <a:extLst>
                <a:ext uri="{FF2B5EF4-FFF2-40B4-BE49-F238E27FC236}">
                  <a16:creationId xmlns:a16="http://schemas.microsoft.com/office/drawing/2014/main" id="{49F7BA00-B32B-3948-AB40-81399DF48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872"/>
              <a:ext cx="16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60" name="Line 24">
              <a:extLst>
                <a:ext uri="{FF2B5EF4-FFF2-40B4-BE49-F238E27FC236}">
                  <a16:creationId xmlns:a16="http://schemas.microsoft.com/office/drawing/2014/main" id="{816B77F2-CA94-ED40-9470-A7945C4FE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61" name="Line 25">
              <a:extLst>
                <a:ext uri="{FF2B5EF4-FFF2-40B4-BE49-F238E27FC236}">
                  <a16:creationId xmlns:a16="http://schemas.microsoft.com/office/drawing/2014/main" id="{38078B84-3D9A-CE42-A171-F9B17A37D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1872"/>
              <a:ext cx="1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62" name="Line 26">
              <a:extLst>
                <a:ext uri="{FF2B5EF4-FFF2-40B4-BE49-F238E27FC236}">
                  <a16:creationId xmlns:a16="http://schemas.microsoft.com/office/drawing/2014/main" id="{046437BD-2D2E-6A40-A9CA-D6B7A12A0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63" name="Line 27">
              <a:extLst>
                <a:ext uri="{FF2B5EF4-FFF2-40B4-BE49-F238E27FC236}">
                  <a16:creationId xmlns:a16="http://schemas.microsoft.com/office/drawing/2014/main" id="{BAF542C7-A76B-CE4F-9ABD-49BA0AB38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872"/>
              <a:ext cx="11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64" name="Line 28">
              <a:extLst>
                <a:ext uri="{FF2B5EF4-FFF2-40B4-BE49-F238E27FC236}">
                  <a16:creationId xmlns:a16="http://schemas.microsoft.com/office/drawing/2014/main" id="{EEC2C92E-37A7-6B49-8716-0EBB5061A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78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65" name="Rectangle 29">
              <a:extLst>
                <a:ext uri="{FF2B5EF4-FFF2-40B4-BE49-F238E27FC236}">
                  <a16:creationId xmlns:a16="http://schemas.microsoft.com/office/drawing/2014/main" id="{04E0D392-F374-EF46-A511-004FA4383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" y="1680"/>
              <a:ext cx="5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  <p:sp>
          <p:nvSpPr>
            <p:cNvPr id="56366" name="Rectangle 30">
              <a:extLst>
                <a:ext uri="{FF2B5EF4-FFF2-40B4-BE49-F238E27FC236}">
                  <a16:creationId xmlns:a16="http://schemas.microsoft.com/office/drawing/2014/main" id="{54B97618-7677-C04D-865E-60203556D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680"/>
              <a:ext cx="3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  <p:sp>
          <p:nvSpPr>
            <p:cNvPr id="56367" name="Rectangle 31">
              <a:extLst>
                <a:ext uri="{FF2B5EF4-FFF2-40B4-BE49-F238E27FC236}">
                  <a16:creationId xmlns:a16="http://schemas.microsoft.com/office/drawing/2014/main" id="{944A1246-9852-2E41-AF02-B9849615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1680"/>
              <a:ext cx="3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sp>
          <p:nvSpPr>
            <p:cNvPr id="56368" name="Rectangle 32">
              <a:extLst>
                <a:ext uri="{FF2B5EF4-FFF2-40B4-BE49-F238E27FC236}">
                  <a16:creationId xmlns:a16="http://schemas.microsoft.com/office/drawing/2014/main" id="{F9B78609-138B-E945-9FFD-3566D0A13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112"/>
              <a:ext cx="4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ExtOp</a:t>
              </a:r>
            </a:p>
          </p:txBody>
        </p:sp>
        <p:sp>
          <p:nvSpPr>
            <p:cNvPr id="56369" name="Rectangle 33">
              <a:extLst>
                <a:ext uri="{FF2B5EF4-FFF2-40B4-BE49-F238E27FC236}">
                  <a16:creationId xmlns:a16="http://schemas.microsoft.com/office/drawing/2014/main" id="{F4E205B2-C1B6-3943-BFE0-705752866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96"/>
              <a:ext cx="5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ALUOp</a:t>
              </a:r>
            </a:p>
          </p:txBody>
        </p:sp>
        <p:sp>
          <p:nvSpPr>
            <p:cNvPr id="56370" name="Rectangle 34">
              <a:extLst>
                <a:ext uri="{FF2B5EF4-FFF2-40B4-BE49-F238E27FC236}">
                  <a16:creationId xmlns:a16="http://schemas.microsoft.com/office/drawing/2014/main" id="{41C98BDD-6B08-1D4E-B64E-0863C0BBF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" y="2699"/>
              <a:ext cx="5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RegDst</a:t>
              </a:r>
            </a:p>
          </p:txBody>
        </p:sp>
        <p:sp>
          <p:nvSpPr>
            <p:cNvPr id="56371" name="Rectangle 35">
              <a:extLst>
                <a:ext uri="{FF2B5EF4-FFF2-40B4-BE49-F238E27FC236}">
                  <a16:creationId xmlns:a16="http://schemas.microsoft.com/office/drawing/2014/main" id="{06CCEAE1-3D87-A042-9F4C-4B2BF4C23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304"/>
              <a:ext cx="5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ALUSrc</a:t>
              </a:r>
            </a:p>
          </p:txBody>
        </p:sp>
        <p:sp>
          <p:nvSpPr>
            <p:cNvPr id="56372" name="Rectangle 36">
              <a:extLst>
                <a:ext uri="{FF2B5EF4-FFF2-40B4-BE49-F238E27FC236}">
                  <a16:creationId xmlns:a16="http://schemas.microsoft.com/office/drawing/2014/main" id="{1437AC0D-38B8-F542-A735-CC4DBD74BF4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64" y="3120"/>
              <a:ext cx="5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56373" name="Rectangle 37">
              <a:extLst>
                <a:ext uri="{FF2B5EF4-FFF2-40B4-BE49-F238E27FC236}">
                  <a16:creationId xmlns:a16="http://schemas.microsoft.com/office/drawing/2014/main" id="{9E5E7C86-9DA8-5342-92FB-87718CB56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" y="2939"/>
              <a:ext cx="6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56374" name="Rectangle 38">
              <a:extLst>
                <a:ext uri="{FF2B5EF4-FFF2-40B4-BE49-F238E27FC236}">
                  <a16:creationId xmlns:a16="http://schemas.microsoft.com/office/drawing/2014/main" id="{B0D11324-5FAD-5946-9C7D-38AEE72D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5" y="3371"/>
              <a:ext cx="768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6375" name="Rectangle 39">
              <a:extLst>
                <a:ext uri="{FF2B5EF4-FFF2-40B4-BE49-F238E27FC236}">
                  <a16:creationId xmlns:a16="http://schemas.microsoft.com/office/drawing/2014/main" id="{0D1A09E2-0BCC-5F44-BB4A-4E575BC39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1" y="3563"/>
              <a:ext cx="526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6376" name="Line 40">
              <a:extLst>
                <a:ext uri="{FF2B5EF4-FFF2-40B4-BE49-F238E27FC236}">
                  <a16:creationId xmlns:a16="http://schemas.microsoft.com/office/drawing/2014/main" id="{C554061B-A130-B242-8262-C6F2DB3E4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552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77" name="Line 41">
              <a:extLst>
                <a:ext uri="{FF2B5EF4-FFF2-40B4-BE49-F238E27FC236}">
                  <a16:creationId xmlns:a16="http://schemas.microsoft.com/office/drawing/2014/main" id="{C66ECB68-D7D1-7448-B3F4-965C59F2D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304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78" name="Line 42">
              <a:extLst>
                <a:ext uri="{FF2B5EF4-FFF2-40B4-BE49-F238E27FC236}">
                  <a16:creationId xmlns:a16="http://schemas.microsoft.com/office/drawing/2014/main" id="{8B5A29B5-3EDF-304B-BB12-74D5B2FEA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496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79" name="Line 43">
              <a:extLst>
                <a:ext uri="{FF2B5EF4-FFF2-40B4-BE49-F238E27FC236}">
                  <a16:creationId xmlns:a16="http://schemas.microsoft.com/office/drawing/2014/main" id="{A3272BED-3585-5F4A-9920-F0543D749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688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0" name="Line 44">
              <a:extLst>
                <a:ext uri="{FF2B5EF4-FFF2-40B4-BE49-F238E27FC236}">
                  <a16:creationId xmlns:a16="http://schemas.microsoft.com/office/drawing/2014/main" id="{86B0427A-CD90-4741-94CE-C9524D55A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880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1" name="Line 45">
              <a:extLst>
                <a:ext uri="{FF2B5EF4-FFF2-40B4-BE49-F238E27FC236}">
                  <a16:creationId xmlns:a16="http://schemas.microsoft.com/office/drawing/2014/main" id="{5E2C7DCA-62A2-A147-ACAB-99D20FA53D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120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2" name="Line 46">
              <a:extLst>
                <a:ext uri="{FF2B5EF4-FFF2-40B4-BE49-F238E27FC236}">
                  <a16:creationId xmlns:a16="http://schemas.microsoft.com/office/drawing/2014/main" id="{33CDF394-8F8A-544B-8CFD-BF272A835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312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3" name="Line 47">
              <a:extLst>
                <a:ext uri="{FF2B5EF4-FFF2-40B4-BE49-F238E27FC236}">
                  <a16:creationId xmlns:a16="http://schemas.microsoft.com/office/drawing/2014/main" id="{A0CB9D3F-1A20-BD48-9DD4-F53C063E88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3744"/>
              <a:ext cx="784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4" name="Rectangle 48">
              <a:extLst>
                <a:ext uri="{FF2B5EF4-FFF2-40B4-BE49-F238E27FC236}">
                  <a16:creationId xmlns:a16="http://schemas.microsoft.com/office/drawing/2014/main" id="{0F16435A-B5A0-054F-A867-E0B70FCF6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2216"/>
              <a:ext cx="560" cy="161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6385" name="Rectangle 49">
              <a:extLst>
                <a:ext uri="{FF2B5EF4-FFF2-40B4-BE49-F238E27FC236}">
                  <a16:creationId xmlns:a16="http://schemas.microsoft.com/office/drawing/2014/main" id="{D4971E96-837E-CF49-BBAF-89B27676B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640"/>
              <a:ext cx="541" cy="4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  <p:sp>
          <p:nvSpPr>
            <p:cNvPr id="56386" name="Line 50">
              <a:extLst>
                <a:ext uri="{FF2B5EF4-FFF2-40B4-BE49-F238E27FC236}">
                  <a16:creationId xmlns:a16="http://schemas.microsoft.com/office/drawing/2014/main" id="{A0A54B5A-07DD-024A-B948-4716A513D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2976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7" name="Rectangle 51">
              <a:extLst>
                <a:ext uri="{FF2B5EF4-FFF2-40B4-BE49-F238E27FC236}">
                  <a16:creationId xmlns:a16="http://schemas.microsoft.com/office/drawing/2014/main" id="{1CFC06A3-DF27-5D41-9097-F08B75A9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2112"/>
              <a:ext cx="4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ExtOp</a:t>
              </a:r>
            </a:p>
          </p:txBody>
        </p:sp>
        <p:sp>
          <p:nvSpPr>
            <p:cNvPr id="56388" name="Rectangle 52">
              <a:extLst>
                <a:ext uri="{FF2B5EF4-FFF2-40B4-BE49-F238E27FC236}">
                  <a16:creationId xmlns:a16="http://schemas.microsoft.com/office/drawing/2014/main" id="{2B6155F5-36F8-9C45-B721-F07ADC06D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2496"/>
              <a:ext cx="5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ALUOp</a:t>
              </a:r>
            </a:p>
          </p:txBody>
        </p:sp>
        <p:sp>
          <p:nvSpPr>
            <p:cNvPr id="56389" name="Rectangle 53">
              <a:extLst>
                <a:ext uri="{FF2B5EF4-FFF2-40B4-BE49-F238E27FC236}">
                  <a16:creationId xmlns:a16="http://schemas.microsoft.com/office/drawing/2014/main" id="{D989902A-E184-AA48-B0C3-5B2493D22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2699"/>
              <a:ext cx="5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RegDst</a:t>
              </a:r>
            </a:p>
          </p:txBody>
        </p:sp>
        <p:sp>
          <p:nvSpPr>
            <p:cNvPr id="56390" name="Rectangle 54">
              <a:extLst>
                <a:ext uri="{FF2B5EF4-FFF2-40B4-BE49-F238E27FC236}">
                  <a16:creationId xmlns:a16="http://schemas.microsoft.com/office/drawing/2014/main" id="{2F075350-0D93-7D48-89D1-699381DA4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2304"/>
              <a:ext cx="5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ALUSrc</a:t>
              </a:r>
            </a:p>
          </p:txBody>
        </p:sp>
        <p:sp>
          <p:nvSpPr>
            <p:cNvPr id="56391" name="Line 55">
              <a:extLst>
                <a:ext uri="{FF2B5EF4-FFF2-40B4-BE49-F238E27FC236}">
                  <a16:creationId xmlns:a16="http://schemas.microsoft.com/office/drawing/2014/main" id="{DC686F93-F0E3-E242-9BE6-5FDEAB117C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304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92" name="Line 56">
              <a:extLst>
                <a:ext uri="{FF2B5EF4-FFF2-40B4-BE49-F238E27FC236}">
                  <a16:creationId xmlns:a16="http://schemas.microsoft.com/office/drawing/2014/main" id="{2A4A4E47-A451-4C40-83D9-23994B1EC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496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93" name="Line 57">
              <a:extLst>
                <a:ext uri="{FF2B5EF4-FFF2-40B4-BE49-F238E27FC236}">
                  <a16:creationId xmlns:a16="http://schemas.microsoft.com/office/drawing/2014/main" id="{28028DC5-9BAF-8147-BD50-51C2A8D84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688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94" name="Line 58">
              <a:extLst>
                <a:ext uri="{FF2B5EF4-FFF2-40B4-BE49-F238E27FC236}">
                  <a16:creationId xmlns:a16="http://schemas.microsoft.com/office/drawing/2014/main" id="{1C4FCCF3-0ECD-DA4A-B96D-D6E8F5643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880"/>
              <a:ext cx="78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95" name="Rectangle 59">
              <a:extLst>
                <a:ext uri="{FF2B5EF4-FFF2-40B4-BE49-F238E27FC236}">
                  <a16:creationId xmlns:a16="http://schemas.microsoft.com/office/drawing/2014/main" id="{24B120C0-04EA-4C40-B7F7-19B46F543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3371"/>
              <a:ext cx="768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6396" name="Rectangle 60">
              <a:extLst>
                <a:ext uri="{FF2B5EF4-FFF2-40B4-BE49-F238E27FC236}">
                  <a16:creationId xmlns:a16="http://schemas.microsoft.com/office/drawing/2014/main" id="{DF8A8214-6BEA-F44D-B407-4C3D0C7D5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5" y="3563"/>
              <a:ext cx="526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6397" name="Line 61">
              <a:extLst>
                <a:ext uri="{FF2B5EF4-FFF2-40B4-BE49-F238E27FC236}">
                  <a16:creationId xmlns:a16="http://schemas.microsoft.com/office/drawing/2014/main" id="{0ED33174-924D-1C4A-9334-15CD3803E0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0" y="3552"/>
              <a:ext cx="784" cy="0"/>
            </a:xfrm>
            <a:prstGeom prst="line">
              <a:avLst/>
            </a:prstGeom>
            <a:noFill/>
            <a:ln w="25400">
              <a:solidFill>
                <a:srgbClr val="E67F18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98" name="Line 62">
              <a:extLst>
                <a:ext uri="{FF2B5EF4-FFF2-40B4-BE49-F238E27FC236}">
                  <a16:creationId xmlns:a16="http://schemas.microsoft.com/office/drawing/2014/main" id="{1B709224-31C7-A34F-9AC6-A1FFC3525E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0" y="3744"/>
              <a:ext cx="784" cy="0"/>
            </a:xfrm>
            <a:prstGeom prst="line">
              <a:avLst/>
            </a:prstGeom>
            <a:noFill/>
            <a:ln w="25400">
              <a:solidFill>
                <a:srgbClr val="E67F18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99" name="Rectangle 63">
              <a:extLst>
                <a:ext uri="{FF2B5EF4-FFF2-40B4-BE49-F238E27FC236}">
                  <a16:creationId xmlns:a16="http://schemas.microsoft.com/office/drawing/2014/main" id="{445687DF-9C69-DF4A-A0A8-070E4AC58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3371"/>
              <a:ext cx="768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6400" name="Rectangle 64">
              <a:extLst>
                <a:ext uri="{FF2B5EF4-FFF2-40B4-BE49-F238E27FC236}">
                  <a16:creationId xmlns:a16="http://schemas.microsoft.com/office/drawing/2014/main" id="{E638E598-9C55-1247-BE24-6B59FA6E3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3563"/>
              <a:ext cx="526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6401" name="Line 65">
              <a:extLst>
                <a:ext uri="{FF2B5EF4-FFF2-40B4-BE49-F238E27FC236}">
                  <a16:creationId xmlns:a16="http://schemas.microsoft.com/office/drawing/2014/main" id="{1BB779ED-BC5C-614B-A880-0F0E47904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552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2" name="Line 66">
              <a:extLst>
                <a:ext uri="{FF2B5EF4-FFF2-40B4-BE49-F238E27FC236}">
                  <a16:creationId xmlns:a16="http://schemas.microsoft.com/office/drawing/2014/main" id="{BF86A3F9-B9F9-844A-AE44-DA66199C4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744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3" name="Rectangle 67">
              <a:extLst>
                <a:ext uri="{FF2B5EF4-FFF2-40B4-BE49-F238E27FC236}">
                  <a16:creationId xmlns:a16="http://schemas.microsoft.com/office/drawing/2014/main" id="{1C9E1A04-062D-AE47-8C4B-647C9F45D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5" y="3371"/>
              <a:ext cx="768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56404" name="Rectangle 68">
              <a:extLst>
                <a:ext uri="{FF2B5EF4-FFF2-40B4-BE49-F238E27FC236}">
                  <a16:creationId xmlns:a16="http://schemas.microsoft.com/office/drawing/2014/main" id="{A1E25BF4-4CF9-AF45-A936-A480246F0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563"/>
              <a:ext cx="526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56405" name="Line 69">
              <a:extLst>
                <a:ext uri="{FF2B5EF4-FFF2-40B4-BE49-F238E27FC236}">
                  <a16:creationId xmlns:a16="http://schemas.microsoft.com/office/drawing/2014/main" id="{ABA3E8DB-02E9-2747-B113-3FD7064CD7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552"/>
              <a:ext cx="1120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6" name="Line 70">
              <a:extLst>
                <a:ext uri="{FF2B5EF4-FFF2-40B4-BE49-F238E27FC236}">
                  <a16:creationId xmlns:a16="http://schemas.microsoft.com/office/drawing/2014/main" id="{BB381688-75DA-1D41-967E-90007D9BD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744"/>
              <a:ext cx="1120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7" name="Rectangle 71">
              <a:extLst>
                <a:ext uri="{FF2B5EF4-FFF2-40B4-BE49-F238E27FC236}">
                  <a16:creationId xmlns:a16="http://schemas.microsoft.com/office/drawing/2014/main" id="{AB258471-82DF-E544-88A6-414CF3C5B07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420" y="3120"/>
              <a:ext cx="5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56408" name="Rectangle 72">
              <a:extLst>
                <a:ext uri="{FF2B5EF4-FFF2-40B4-BE49-F238E27FC236}">
                  <a16:creationId xmlns:a16="http://schemas.microsoft.com/office/drawing/2014/main" id="{D57ED933-0FCB-D84E-A45C-A962096D0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2939"/>
              <a:ext cx="6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56409" name="Line 73">
              <a:extLst>
                <a:ext uri="{FF2B5EF4-FFF2-40B4-BE49-F238E27FC236}">
                  <a16:creationId xmlns:a16="http://schemas.microsoft.com/office/drawing/2014/main" id="{941B50FB-DD18-E642-8051-E10705E46F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120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10" name="Line 74">
              <a:extLst>
                <a:ext uri="{FF2B5EF4-FFF2-40B4-BE49-F238E27FC236}">
                  <a16:creationId xmlns:a16="http://schemas.microsoft.com/office/drawing/2014/main" id="{8314F464-5DF3-4641-A531-44EA1F7052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3312"/>
              <a:ext cx="10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11" name="Rectangle 75">
              <a:extLst>
                <a:ext uri="{FF2B5EF4-FFF2-40B4-BE49-F238E27FC236}">
                  <a16:creationId xmlns:a16="http://schemas.microsoft.com/office/drawing/2014/main" id="{EB3F43D0-0D18-474A-96FF-BE4A030245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20" y="3120"/>
              <a:ext cx="5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56412" name="Rectangle 76">
              <a:extLst>
                <a:ext uri="{FF2B5EF4-FFF2-40B4-BE49-F238E27FC236}">
                  <a16:creationId xmlns:a16="http://schemas.microsoft.com/office/drawing/2014/main" id="{822494BB-29DC-3845-B43D-4B7C2E35D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93"/>
              <a:ext cx="6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56413" name="Line 77">
              <a:extLst>
                <a:ext uri="{FF2B5EF4-FFF2-40B4-BE49-F238E27FC236}">
                  <a16:creationId xmlns:a16="http://schemas.microsoft.com/office/drawing/2014/main" id="{80E955C2-9526-DD4E-BE17-C4F98DCD9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120"/>
              <a:ext cx="78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14" name="Line 78">
              <a:extLst>
                <a:ext uri="{FF2B5EF4-FFF2-40B4-BE49-F238E27FC236}">
                  <a16:creationId xmlns:a16="http://schemas.microsoft.com/office/drawing/2014/main" id="{D275EC03-BADC-A441-B0DE-D0D6AC8C54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3312"/>
              <a:ext cx="78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15" name="Line 79">
              <a:extLst>
                <a:ext uri="{FF2B5EF4-FFF2-40B4-BE49-F238E27FC236}">
                  <a16:creationId xmlns:a16="http://schemas.microsoft.com/office/drawing/2014/main" id="{6B684D81-6A1F-2443-B083-179C22330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16" name="Line 80">
              <a:extLst>
                <a:ext uri="{FF2B5EF4-FFF2-40B4-BE49-F238E27FC236}">
                  <a16:creationId xmlns:a16="http://schemas.microsoft.com/office/drawing/2014/main" id="{3393F6DB-BF5F-7A44-87B8-5D64A4E5C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17" name="Line 81">
              <a:extLst>
                <a:ext uri="{FF2B5EF4-FFF2-40B4-BE49-F238E27FC236}">
                  <a16:creationId xmlns:a16="http://schemas.microsoft.com/office/drawing/2014/main" id="{A1B1E638-543B-7243-9D98-05C3E4625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1672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18" name="Rectangle 82">
              <a:extLst>
                <a:ext uri="{FF2B5EF4-FFF2-40B4-BE49-F238E27FC236}">
                  <a16:creationId xmlns:a16="http://schemas.microsoft.com/office/drawing/2014/main" id="{D4820614-5F18-EE4A-97DD-3D89CF5A6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1680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</a:t>
              </a:r>
            </a:p>
          </p:txBody>
        </p:sp>
        <p:sp>
          <p:nvSpPr>
            <p:cNvPr id="56419" name="Line 83">
              <a:extLst>
                <a:ext uri="{FF2B5EF4-FFF2-40B4-BE49-F238E27FC236}">
                  <a16:creationId xmlns:a16="http://schemas.microsoft.com/office/drawing/2014/main" id="{AEBC8218-1171-CD47-BA7F-5E308EC87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1872"/>
              <a:ext cx="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8612" name="Text Box 84">
            <a:extLst>
              <a:ext uri="{FF2B5EF4-FFF2-40B4-BE49-F238E27FC236}">
                <a16:creationId xmlns:a16="http://schemas.microsoft.com/office/drawing/2014/main" id="{96C54C2E-6610-AC44-AE2C-B72F88FA0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5911850"/>
            <a:ext cx="7443788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sz="18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保存在流水段寄存器中的信息（包括前面阶段传递来</a:t>
            </a:r>
            <a:r>
              <a:rPr lang="zh-CN" altLang="en-US" sz="1900">
                <a:solidFill>
                  <a:srgbClr val="CC0000"/>
                </a:solidFill>
                <a:ea typeface="黑体" panose="02010609060101010101" pitchFamily="49" charset="-122"/>
              </a:rPr>
              <a:t>或执行的结果及控制信号）一起被传递到下一个流水段！</a:t>
            </a:r>
          </a:p>
        </p:txBody>
      </p:sp>
      <p:sp>
        <p:nvSpPr>
          <p:cNvPr id="56326" name="Rectangle 85">
            <a:extLst>
              <a:ext uri="{FF2B5EF4-FFF2-40B4-BE49-F238E27FC236}">
                <a16:creationId xmlns:a16="http://schemas.microsoft.com/office/drawing/2014/main" id="{9F5D7B55-4418-8B4C-95E1-AB6801EAC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2244725"/>
            <a:ext cx="5089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所以，控制信号也要保存在流水段寄存器中！</a:t>
            </a:r>
          </a:p>
        </p:txBody>
      </p:sp>
      <p:grpSp>
        <p:nvGrpSpPr>
          <p:cNvPr id="278614" name="Group 86">
            <a:extLst>
              <a:ext uri="{FF2B5EF4-FFF2-40B4-BE49-F238E27FC236}">
                <a16:creationId xmlns:a16="http://schemas.microsoft.com/office/drawing/2014/main" id="{97F99852-96C7-E24E-8975-ED27CA0260D2}"/>
              </a:ext>
            </a:extLst>
          </p:cNvPr>
          <p:cNvGrpSpPr>
            <a:grpSpLocks/>
          </p:cNvGrpSpPr>
          <p:nvPr/>
        </p:nvGrpSpPr>
        <p:grpSpPr bwMode="auto">
          <a:xfrm>
            <a:off x="6124575" y="1868488"/>
            <a:ext cx="2522538" cy="2940050"/>
            <a:chOff x="3858" y="1177"/>
            <a:chExt cx="1589" cy="1852"/>
          </a:xfrm>
        </p:grpSpPr>
        <p:grpSp>
          <p:nvGrpSpPr>
            <p:cNvPr id="56333" name="Group 87">
              <a:extLst>
                <a:ext uri="{FF2B5EF4-FFF2-40B4-BE49-F238E27FC236}">
                  <a16:creationId xmlns:a16="http://schemas.microsoft.com/office/drawing/2014/main" id="{908640AE-01F4-CC47-B6FD-A39ECA361D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8" y="1177"/>
              <a:ext cx="1589" cy="1852"/>
              <a:chOff x="3858" y="1177"/>
              <a:chExt cx="1589" cy="1852"/>
            </a:xfrm>
          </p:grpSpPr>
          <p:grpSp>
            <p:nvGrpSpPr>
              <p:cNvPr id="56335" name="Group 88">
                <a:extLst>
                  <a:ext uri="{FF2B5EF4-FFF2-40B4-BE49-F238E27FC236}">
                    <a16:creationId xmlns:a16="http://schemas.microsoft.com/office/drawing/2014/main" id="{50E1515B-CA43-654E-98B1-18C9474F25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38" y="2459"/>
                <a:ext cx="609" cy="570"/>
                <a:chOff x="4838" y="2459"/>
                <a:chExt cx="609" cy="570"/>
              </a:xfrm>
            </p:grpSpPr>
            <p:sp>
              <p:nvSpPr>
                <p:cNvPr id="56337" name="Line 89">
                  <a:extLst>
                    <a:ext uri="{FF2B5EF4-FFF2-40B4-BE49-F238E27FC236}">
                      <a16:creationId xmlns:a16="http://schemas.microsoft.com/office/drawing/2014/main" id="{4EB2EE05-481A-584E-933A-CB79AB6866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6" y="2679"/>
                  <a:ext cx="42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38" name="Line 90">
                  <a:extLst>
                    <a:ext uri="{FF2B5EF4-FFF2-40B4-BE49-F238E27FC236}">
                      <a16:creationId xmlns:a16="http://schemas.microsoft.com/office/drawing/2014/main" id="{41662888-FA49-3C43-8CED-E179BDEC9B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8" y="2824"/>
                  <a:ext cx="42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39" name="Text Box 91">
                  <a:extLst>
                    <a:ext uri="{FF2B5EF4-FFF2-40B4-BE49-F238E27FC236}">
                      <a16:creationId xmlns:a16="http://schemas.microsoft.com/office/drawing/2014/main" id="{CC3F16DE-A9AD-0F40-83B3-8FF35853F3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92" y="2459"/>
                  <a:ext cx="439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800">
                      <a:solidFill>
                        <a:srgbClr val="CC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Rt</a:t>
                  </a:r>
                </a:p>
              </p:txBody>
            </p:sp>
            <p:sp>
              <p:nvSpPr>
                <p:cNvPr id="56340" name="Text Box 92">
                  <a:extLst>
                    <a:ext uri="{FF2B5EF4-FFF2-40B4-BE49-F238E27FC236}">
                      <a16:creationId xmlns:a16="http://schemas.microsoft.com/office/drawing/2014/main" id="{491E89AF-8AC8-0D46-B1D1-BEB1B982D1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08" y="2798"/>
                  <a:ext cx="439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800">
                      <a:solidFill>
                        <a:srgbClr val="CC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Data</a:t>
                  </a:r>
                </a:p>
              </p:txBody>
            </p:sp>
          </p:grpSp>
          <p:sp>
            <p:nvSpPr>
              <p:cNvPr id="56336" name="Rectangle 93">
                <a:extLst>
                  <a:ext uri="{FF2B5EF4-FFF2-40B4-BE49-F238E27FC236}">
                    <a16:creationId xmlns:a16="http://schemas.microsoft.com/office/drawing/2014/main" id="{054BBF58-06B8-E845-B41B-9D5C7651A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1177"/>
                <a:ext cx="1439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sz="1700">
                    <a:solidFill>
                      <a:srgbClr val="CC0000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1700">
                    <a:solidFill>
                      <a:srgbClr val="CC0000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这里是否会有问题？</a:t>
                </a:r>
                <a:r>
                  <a:rPr lang="en-US" altLang="zh-CN" sz="1700">
                    <a:solidFill>
                      <a:srgbClr val="CC0000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)</a:t>
                </a:r>
                <a:endParaRPr lang="zh-CN" altLang="en-US" sz="17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334" name="Line 94">
              <a:extLst>
                <a:ext uri="{FF2B5EF4-FFF2-40B4-BE49-F238E27FC236}">
                  <a16:creationId xmlns:a16="http://schemas.microsoft.com/office/drawing/2014/main" id="{9D406D1D-1692-214D-8168-144079FF2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6" y="1445"/>
              <a:ext cx="366" cy="101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8623" name="Text Box 95">
            <a:extLst>
              <a:ext uri="{FF2B5EF4-FFF2-40B4-BE49-F238E27FC236}">
                <a16:creationId xmlns:a16="http://schemas.microsoft.com/office/drawing/2014/main" id="{15949F4C-2DC1-714B-A9AD-BDDF211EA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0" y="2249488"/>
            <a:ext cx="39052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9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Rt</a:t>
            </a:r>
            <a:r>
              <a:rPr lang="zh-CN" altLang="en-US" sz="19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19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Data</a:t>
            </a:r>
            <a:r>
              <a:rPr lang="zh-CN" altLang="en-US" sz="19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在</a:t>
            </a:r>
            <a:r>
              <a:rPr lang="en-US" altLang="zh-CN" sz="19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RegWr</a:t>
            </a:r>
            <a:r>
              <a:rPr lang="zh-CN" altLang="en-US" sz="19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后到达咋办？</a:t>
            </a:r>
          </a:p>
        </p:txBody>
      </p:sp>
      <p:grpSp>
        <p:nvGrpSpPr>
          <p:cNvPr id="278628" name="Group 100">
            <a:extLst>
              <a:ext uri="{FF2B5EF4-FFF2-40B4-BE49-F238E27FC236}">
                <a16:creationId xmlns:a16="http://schemas.microsoft.com/office/drawing/2014/main" id="{FC896522-FA9A-2A4A-B1D3-C2EB40FB7F91}"/>
              </a:ext>
            </a:extLst>
          </p:cNvPr>
          <p:cNvGrpSpPr>
            <a:grpSpLocks/>
          </p:cNvGrpSpPr>
          <p:nvPr/>
        </p:nvGrpSpPr>
        <p:grpSpPr bwMode="auto">
          <a:xfrm>
            <a:off x="5610225" y="3187700"/>
            <a:ext cx="1498600" cy="1016000"/>
            <a:chOff x="3544" y="2008"/>
            <a:chExt cx="880" cy="640"/>
          </a:xfrm>
        </p:grpSpPr>
        <p:sp>
          <p:nvSpPr>
            <p:cNvPr id="56330" name="Text Box 96">
              <a:extLst>
                <a:ext uri="{FF2B5EF4-FFF2-40B4-BE49-F238E27FC236}">
                  <a16:creationId xmlns:a16="http://schemas.microsoft.com/office/drawing/2014/main" id="{DC5BEF1E-48B9-FE48-B786-29162FE4C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" y="2008"/>
              <a:ext cx="7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700">
                  <a:solidFill>
                    <a:schemeClr val="accent1"/>
                  </a:solidFill>
                  <a:ea typeface="黑体" panose="02010609060101010101" pitchFamily="49" charset="-122"/>
                </a:rPr>
                <a:t>同样，这里也有问题！</a:t>
              </a:r>
            </a:p>
          </p:txBody>
        </p:sp>
        <p:sp>
          <p:nvSpPr>
            <p:cNvPr id="56331" name="Line 98">
              <a:extLst>
                <a:ext uri="{FF2B5EF4-FFF2-40B4-BE49-F238E27FC236}">
                  <a16:creationId xmlns:a16="http://schemas.microsoft.com/office/drawing/2014/main" id="{81DA4261-7E73-9047-B99B-A0D1AFA91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2512"/>
              <a:ext cx="288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2" name="Line 99">
              <a:extLst>
                <a:ext uri="{FF2B5EF4-FFF2-40B4-BE49-F238E27FC236}">
                  <a16:creationId xmlns:a16="http://schemas.microsoft.com/office/drawing/2014/main" id="{D0BE8266-DE03-DA40-B03F-6262169C7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2648"/>
              <a:ext cx="288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612" grpId="0"/>
      <p:bldP spid="2786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151C4681-60D5-6B41-B1C1-F71F011B9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6362700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Wr</a:t>
            </a:r>
            <a:r>
              <a:rPr lang="zh-CN" altLang="en-US">
                <a:ea typeface="宋体" panose="02010600030101010101" pitchFamily="2" charset="-122"/>
              </a:rPr>
              <a:t>阶段的开始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zh-CN" altLang="en-US">
                <a:ea typeface="宋体" panose="02010600030101010101" pitchFamily="2" charset="-122"/>
              </a:rPr>
              <a:t>存在一个实际的问题！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4EEFAB7-E805-3C44-8EBB-8EE5688FC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2088" y="4637088"/>
            <a:ext cx="8951912" cy="1395412"/>
          </a:xfrm>
          <a:noFill/>
        </p:spPr>
        <p:txBody>
          <a:bodyPr/>
          <a:lstStyle/>
          <a:p>
            <a:pPr>
              <a:lnSpc>
                <a:spcPct val="115000"/>
              </a:lnSpc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在流水线中也存在地址 和</a:t>
            </a:r>
            <a:r>
              <a:rPr lang="en-US" altLang="zh-CN">
                <a:ea typeface="黑体" panose="02010609060101010101" pitchFamily="49" charset="-122"/>
              </a:rPr>
              <a:t> </a:t>
            </a:r>
            <a:r>
              <a:rPr lang="zh-CN" altLang="en-US">
                <a:ea typeface="黑体" panose="02010609060101010101" pitchFamily="49" charset="-122"/>
              </a:rPr>
              <a:t>写使能之间的“竞争”问题</a:t>
            </a:r>
            <a:r>
              <a:rPr lang="en-US" altLang="zh-CN">
                <a:ea typeface="黑体" panose="02010609060101010101" pitchFamily="49" charset="-122"/>
              </a:rPr>
              <a:t> </a:t>
            </a:r>
          </a:p>
          <a:p>
            <a:pPr lvl="1">
              <a:lnSpc>
                <a:spcPct val="115000"/>
              </a:lnSpc>
              <a:spcBef>
                <a:spcPct val="10000"/>
              </a:spcBef>
            </a:pPr>
            <a:r>
              <a:rPr lang="en-US" altLang="zh-CN">
                <a:ea typeface="黑体" panose="02010609060101010101" pitchFamily="49" charset="-122"/>
              </a:rPr>
              <a:t>Wr</a:t>
            </a:r>
            <a:r>
              <a:rPr lang="zh-CN" altLang="en-US">
                <a:ea typeface="黑体" panose="02010609060101010101" pitchFamily="49" charset="-122"/>
              </a:rPr>
              <a:t>段开始时若</a:t>
            </a:r>
            <a:r>
              <a:rPr lang="en-US" altLang="zh-CN">
                <a:ea typeface="黑体" panose="02010609060101010101" pitchFamily="49" charset="-122"/>
              </a:rPr>
              <a:t>RegAdr’s(Rd/Rt)Clk-to-Q &gt; RegWr’s Clk-to-Q, </a:t>
            </a:r>
            <a:r>
              <a:rPr lang="zh-CN" altLang="en-US">
                <a:ea typeface="黑体" panose="02010609060101010101" pitchFamily="49" charset="-122"/>
              </a:rPr>
              <a:t>则错写寄存器！</a:t>
            </a:r>
          </a:p>
          <a:p>
            <a:pPr lvl="1">
              <a:lnSpc>
                <a:spcPct val="115000"/>
              </a:lnSpc>
              <a:spcBef>
                <a:spcPct val="10000"/>
              </a:spcBef>
            </a:pPr>
            <a:r>
              <a:rPr lang="en-US" altLang="zh-CN">
                <a:ea typeface="黑体" panose="02010609060101010101" pitchFamily="49" charset="-122"/>
              </a:rPr>
              <a:t>Mem </a:t>
            </a:r>
            <a:r>
              <a:rPr lang="zh-CN" altLang="en-US">
                <a:ea typeface="黑体" panose="02010609060101010101" pitchFamily="49" charset="-122"/>
              </a:rPr>
              <a:t>阶段开始时若</a:t>
            </a:r>
            <a:r>
              <a:rPr lang="en-US" altLang="zh-CN">
                <a:ea typeface="黑体" panose="02010609060101010101" pitchFamily="49" charset="-122"/>
              </a:rPr>
              <a:t>WrAdr’s Clk-to-Q  &gt; MemWr’s Clk-to-Q, </a:t>
            </a:r>
            <a:r>
              <a:rPr lang="zh-CN" altLang="en-US">
                <a:ea typeface="黑体" panose="02010609060101010101" pitchFamily="49" charset="-122"/>
              </a:rPr>
              <a:t>则错写存储器！</a:t>
            </a:r>
          </a:p>
          <a:p>
            <a:pPr>
              <a:lnSpc>
                <a:spcPct val="115000"/>
              </a:lnSpc>
              <a:spcBef>
                <a:spcPct val="10000"/>
              </a:spcBef>
            </a:pPr>
            <a:r>
              <a:rPr lang="zh-CN" altLang="en-US">
                <a:ea typeface="黑体" panose="02010609060101010101" pitchFamily="49" charset="-122"/>
              </a:rPr>
              <a:t>不能用多周期中的方法！为什么？</a:t>
            </a:r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D2759866-CEAB-FA43-914A-82564480F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2984500"/>
            <a:ext cx="288925" cy="1422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E9333494-0675-D342-977A-66F11D35960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97538" y="3381375"/>
            <a:ext cx="927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Ex/Mem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22D982DF-4D19-4B41-B854-704209CC4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2984500"/>
            <a:ext cx="288925" cy="1422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435D440B-7F77-6B47-B94A-BE29123EF5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2163" y="3381375"/>
            <a:ext cx="984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Mem/Wr</a:t>
            </a:r>
          </a:p>
        </p:txBody>
      </p:sp>
      <p:sp>
        <p:nvSpPr>
          <p:cNvPr id="58376" name="Line 8">
            <a:extLst>
              <a:ext uri="{FF2B5EF4-FFF2-40B4-BE49-F238E27FC236}">
                <a16:creationId xmlns:a16="http://schemas.microsoft.com/office/drawing/2014/main" id="{56A239D6-C6CD-7849-90C3-02EB2B648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79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7" name="Oval 9">
            <a:extLst>
              <a:ext uri="{FF2B5EF4-FFF2-40B4-BE49-F238E27FC236}">
                <a16:creationId xmlns:a16="http://schemas.microsoft.com/office/drawing/2014/main" id="{97C4CCE2-FD14-A244-B5BF-9F9DFFA87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2832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8" name="Line 10">
            <a:extLst>
              <a:ext uri="{FF2B5EF4-FFF2-40B4-BE49-F238E27FC236}">
                <a16:creationId xmlns:a16="http://schemas.microsoft.com/office/drawing/2014/main" id="{9013A8EB-0141-874E-B59A-9F2AD240B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679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9" name="Oval 11">
            <a:extLst>
              <a:ext uri="{FF2B5EF4-FFF2-40B4-BE49-F238E27FC236}">
                <a16:creationId xmlns:a16="http://schemas.microsoft.com/office/drawing/2014/main" id="{7A2526AC-92EA-FA4D-AD83-AA831338A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2832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80" name="Line 12">
            <a:extLst>
              <a:ext uri="{FF2B5EF4-FFF2-40B4-BE49-F238E27FC236}">
                <a16:creationId xmlns:a16="http://schemas.microsoft.com/office/drawing/2014/main" id="{515390EE-A919-E349-837F-8C9E9C1A4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9177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1" name="Rectangle 13">
            <a:extLst>
              <a:ext uri="{FF2B5EF4-FFF2-40B4-BE49-F238E27FC236}">
                <a16:creationId xmlns:a16="http://schemas.microsoft.com/office/drawing/2014/main" id="{17B06A04-F595-CA40-AC9C-D43861AEF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38" y="3675063"/>
            <a:ext cx="9128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latin typeface="Arial" panose="020B0604020202020204" pitchFamily="34" charset="0"/>
                <a:ea typeface="宋体" panose="02010600030101010101" pitchFamily="2" charset="-122"/>
              </a:rPr>
              <a:t>RegAdr</a:t>
            </a:r>
          </a:p>
        </p:txBody>
      </p:sp>
      <p:sp>
        <p:nvSpPr>
          <p:cNvPr id="58382" name="Rectangle 14">
            <a:extLst>
              <a:ext uri="{FF2B5EF4-FFF2-40B4-BE49-F238E27FC236}">
                <a16:creationId xmlns:a16="http://schemas.microsoft.com/office/drawing/2014/main" id="{E107F16C-E12E-9E46-9D58-EDC7A05F6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038" y="2913063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latin typeface="Arial" panose="020B0604020202020204" pitchFamily="34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58383" name="Line 15">
            <a:extLst>
              <a:ext uri="{FF2B5EF4-FFF2-40B4-BE49-F238E27FC236}">
                <a16:creationId xmlns:a16="http://schemas.microsoft.com/office/drawing/2014/main" id="{69FBFA01-4851-CB48-8910-51BA170AF0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5100" y="39624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4" name="Line 16">
            <a:extLst>
              <a:ext uri="{FF2B5EF4-FFF2-40B4-BE49-F238E27FC236}">
                <a16:creationId xmlns:a16="http://schemas.microsoft.com/office/drawing/2014/main" id="{E5580B5F-17C8-5645-B85D-3221E22929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5100" y="3200400"/>
            <a:ext cx="1320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5" name="Rectangle 17">
            <a:extLst>
              <a:ext uri="{FF2B5EF4-FFF2-40B4-BE49-F238E27FC236}">
                <a16:creationId xmlns:a16="http://schemas.microsoft.com/office/drawing/2014/main" id="{FB1121BD-4CE1-314C-9A75-BA9E5368F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2913063"/>
            <a:ext cx="10572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58386" name="Line 18">
            <a:extLst>
              <a:ext uri="{FF2B5EF4-FFF2-40B4-BE49-F238E27FC236}">
                <a16:creationId xmlns:a16="http://schemas.microsoft.com/office/drawing/2014/main" id="{1CB34712-D02A-3F4E-9C3E-3C114F303A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12827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7" name="Rectangle 19">
            <a:extLst>
              <a:ext uri="{FF2B5EF4-FFF2-40B4-BE49-F238E27FC236}">
                <a16:creationId xmlns:a16="http://schemas.microsoft.com/office/drawing/2014/main" id="{2CBB9DD5-37E4-8A4E-B898-7B21CC7BE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39798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58388" name="Line 20">
            <a:extLst>
              <a:ext uri="{FF2B5EF4-FFF2-40B4-BE49-F238E27FC236}">
                <a16:creationId xmlns:a16="http://schemas.microsoft.com/office/drawing/2014/main" id="{F915A7F7-F528-5F47-BAA9-27F9C8AECF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5100" y="42672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9" name="Rectangle 21">
            <a:extLst>
              <a:ext uri="{FF2B5EF4-FFF2-40B4-BE49-F238E27FC236}">
                <a16:creationId xmlns:a16="http://schemas.microsoft.com/office/drawing/2014/main" id="{FC353725-D42B-F14F-A68D-B88ECB2CA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3675063"/>
            <a:ext cx="801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latin typeface="Arial" panose="020B0604020202020204" pitchFamily="34" charset="0"/>
                <a:ea typeface="宋体" panose="02010600030101010101" pitchFamily="2" charset="-122"/>
              </a:rPr>
              <a:t>WrAdr</a:t>
            </a:r>
          </a:p>
        </p:txBody>
      </p:sp>
      <p:sp>
        <p:nvSpPr>
          <p:cNvPr id="58390" name="Line 22">
            <a:extLst>
              <a:ext uri="{FF2B5EF4-FFF2-40B4-BE49-F238E27FC236}">
                <a16:creationId xmlns:a16="http://schemas.microsoft.com/office/drawing/2014/main" id="{31D86CA5-25D1-8D4B-8C4D-F17206D28A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39624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91" name="Rectangle 23">
            <a:extLst>
              <a:ext uri="{FF2B5EF4-FFF2-40B4-BE49-F238E27FC236}">
                <a16:creationId xmlns:a16="http://schemas.microsoft.com/office/drawing/2014/main" id="{EA95AC0B-0F9C-1745-B918-3DA1B9852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798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58392" name="Line 24">
            <a:extLst>
              <a:ext uri="{FF2B5EF4-FFF2-40B4-BE49-F238E27FC236}">
                <a16:creationId xmlns:a16="http://schemas.microsoft.com/office/drawing/2014/main" id="{1D71C5B1-E82A-4949-9F12-1A1EFB3243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2672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93" name="Rectangle 25">
            <a:extLst>
              <a:ext uri="{FF2B5EF4-FFF2-40B4-BE49-F238E27FC236}">
                <a16:creationId xmlns:a16="http://schemas.microsoft.com/office/drawing/2014/main" id="{9A4C029E-51D9-F44C-AEF1-5E6B64E9C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3670300"/>
            <a:ext cx="736600" cy="736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94" name="Rectangle 26">
            <a:extLst>
              <a:ext uri="{FF2B5EF4-FFF2-40B4-BE49-F238E27FC236}">
                <a16:creationId xmlns:a16="http://schemas.microsoft.com/office/drawing/2014/main" id="{26BFEB2C-F041-C340-A6ED-E7146197B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3733800"/>
            <a:ext cx="519112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58395" name="Line 27">
            <a:extLst>
              <a:ext uri="{FF2B5EF4-FFF2-40B4-BE49-F238E27FC236}">
                <a16:creationId xmlns:a16="http://schemas.microsoft.com/office/drawing/2014/main" id="{039A672B-40EA-9343-B6E3-CCF7A66F9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2131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96" name="Line 28">
            <a:extLst>
              <a:ext uri="{FF2B5EF4-FFF2-40B4-BE49-F238E27FC236}">
                <a16:creationId xmlns:a16="http://schemas.microsoft.com/office/drawing/2014/main" id="{F27ED6E4-F037-5546-91E6-088B62C1A1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3200400"/>
            <a:ext cx="1320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97" name="Rectangle 29">
            <a:extLst>
              <a:ext uri="{FF2B5EF4-FFF2-40B4-BE49-F238E27FC236}">
                <a16:creationId xmlns:a16="http://schemas.microsoft.com/office/drawing/2014/main" id="{4949C273-5D19-0748-AD30-A0A92789B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1700" y="3670300"/>
            <a:ext cx="889000" cy="736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98" name="Rectangle 30">
            <a:extLst>
              <a:ext uri="{FF2B5EF4-FFF2-40B4-BE49-F238E27FC236}">
                <a16:creationId xmlns:a16="http://schemas.microsoft.com/office/drawing/2014/main" id="{AEBCCBDA-1706-2240-A250-6D756D6CD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733800"/>
            <a:ext cx="9271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58399" name="Line 31">
            <a:extLst>
              <a:ext uri="{FF2B5EF4-FFF2-40B4-BE49-F238E27FC236}">
                <a16:creationId xmlns:a16="http://schemas.microsoft.com/office/drawing/2014/main" id="{7FDD97BF-F264-724B-927F-B01DEAA6F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2131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0" name="Line 32">
            <a:extLst>
              <a:ext uri="{FF2B5EF4-FFF2-40B4-BE49-F238E27FC236}">
                <a16:creationId xmlns:a16="http://schemas.microsoft.com/office/drawing/2014/main" id="{5DEED01A-1A9B-BC40-B30C-E684AB4D2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8382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1" name="Line 33">
            <a:extLst>
              <a:ext uri="{FF2B5EF4-FFF2-40B4-BE49-F238E27FC236}">
                <a16:creationId xmlns:a16="http://schemas.microsoft.com/office/drawing/2014/main" id="{097F9AC0-03CB-4348-AD72-6526E8FBB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850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2" name="Line 34">
            <a:extLst>
              <a:ext uri="{FF2B5EF4-FFF2-40B4-BE49-F238E27FC236}">
                <a16:creationId xmlns:a16="http://schemas.microsoft.com/office/drawing/2014/main" id="{6A721BB2-88BD-A448-BB84-0648E0209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1219200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3" name="Line 35">
            <a:extLst>
              <a:ext uri="{FF2B5EF4-FFF2-40B4-BE49-F238E27FC236}">
                <a16:creationId xmlns:a16="http://schemas.microsoft.com/office/drawing/2014/main" id="{B503FE01-0DC7-F54A-A3F4-4147DB2EF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8382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4" name="Line 36">
            <a:extLst>
              <a:ext uri="{FF2B5EF4-FFF2-40B4-BE49-F238E27FC236}">
                <a16:creationId xmlns:a16="http://schemas.microsoft.com/office/drawing/2014/main" id="{995420C2-767C-A04F-AA8F-6C31E1E05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850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5" name="Line 37">
            <a:extLst>
              <a:ext uri="{FF2B5EF4-FFF2-40B4-BE49-F238E27FC236}">
                <a16:creationId xmlns:a16="http://schemas.microsoft.com/office/drawing/2014/main" id="{1B21D2D1-C1BB-5E46-B60A-8AE1A0F44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13716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6" name="Line 38">
            <a:extLst>
              <a:ext uri="{FF2B5EF4-FFF2-40B4-BE49-F238E27FC236}">
                <a16:creationId xmlns:a16="http://schemas.microsoft.com/office/drawing/2014/main" id="{8A9E89DC-01DE-7742-87A1-B781A573A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16764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7" name="Line 39">
            <a:extLst>
              <a:ext uri="{FF2B5EF4-FFF2-40B4-BE49-F238E27FC236}">
                <a16:creationId xmlns:a16="http://schemas.microsoft.com/office/drawing/2014/main" id="{298F370A-F653-E940-9045-A2FADBB0A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3716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8" name="Line 40">
            <a:extLst>
              <a:ext uri="{FF2B5EF4-FFF2-40B4-BE49-F238E27FC236}">
                <a16:creationId xmlns:a16="http://schemas.microsoft.com/office/drawing/2014/main" id="{E3768032-E17D-9A4F-B144-B73A54464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1384300"/>
            <a:ext cx="20320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9" name="Line 41">
            <a:extLst>
              <a:ext uri="{FF2B5EF4-FFF2-40B4-BE49-F238E27FC236}">
                <a16:creationId xmlns:a16="http://schemas.microsoft.com/office/drawing/2014/main" id="{4CF7ABC2-702D-3449-81D0-3D0B6F063F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65300" y="1358900"/>
            <a:ext cx="20320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10" name="Line 42">
            <a:extLst>
              <a:ext uri="{FF2B5EF4-FFF2-40B4-BE49-F238E27FC236}">
                <a16:creationId xmlns:a16="http://schemas.microsoft.com/office/drawing/2014/main" id="{77855935-506C-E545-9C3B-BF419B8AF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6764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11" name="Rectangle 43">
            <a:extLst>
              <a:ext uri="{FF2B5EF4-FFF2-40B4-BE49-F238E27FC236}">
                <a16:creationId xmlns:a16="http://schemas.microsoft.com/office/drawing/2014/main" id="{0BE4C982-15A2-4A4D-BDDA-96D405C24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9144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58412" name="Rectangle 44">
            <a:extLst>
              <a:ext uri="{FF2B5EF4-FFF2-40B4-BE49-F238E27FC236}">
                <a16:creationId xmlns:a16="http://schemas.microsoft.com/office/drawing/2014/main" id="{9A8F25C7-4112-4E46-907E-E37C2B115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371600"/>
            <a:ext cx="868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RegAdr</a:t>
            </a:r>
          </a:p>
        </p:txBody>
      </p:sp>
      <p:sp>
        <p:nvSpPr>
          <p:cNvPr id="58413" name="Line 45">
            <a:extLst>
              <a:ext uri="{FF2B5EF4-FFF2-40B4-BE49-F238E27FC236}">
                <a16:creationId xmlns:a16="http://schemas.microsoft.com/office/drawing/2014/main" id="{6D3DA24D-9E8F-CD48-B1E2-2B7051252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21336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14" name="Line 46">
            <a:extLst>
              <a:ext uri="{FF2B5EF4-FFF2-40B4-BE49-F238E27FC236}">
                <a16:creationId xmlns:a16="http://schemas.microsoft.com/office/drawing/2014/main" id="{ED312D13-5109-D44B-ADB8-A88EFBF5B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2900" y="1816100"/>
            <a:ext cx="12700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15" name="Line 47">
            <a:extLst>
              <a:ext uri="{FF2B5EF4-FFF2-40B4-BE49-F238E27FC236}">
                <a16:creationId xmlns:a16="http://schemas.microsoft.com/office/drawing/2014/main" id="{06550EC8-6050-584B-BB43-4EE350774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1828800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16" name="Rectangle 48">
            <a:extLst>
              <a:ext uri="{FF2B5EF4-FFF2-40B4-BE49-F238E27FC236}">
                <a16:creationId xmlns:a16="http://schemas.microsoft.com/office/drawing/2014/main" id="{ED257B91-CDAF-2F42-B0E9-01571554A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828800"/>
            <a:ext cx="812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58417" name="Line 49">
            <a:extLst>
              <a:ext uri="{FF2B5EF4-FFF2-40B4-BE49-F238E27FC236}">
                <a16:creationId xmlns:a16="http://schemas.microsoft.com/office/drawing/2014/main" id="{B2FB3A08-5294-3347-82D4-CEEBD9871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536700"/>
            <a:ext cx="0" cy="1193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18" name="Line 50">
            <a:extLst>
              <a:ext uri="{FF2B5EF4-FFF2-40B4-BE49-F238E27FC236}">
                <a16:creationId xmlns:a16="http://schemas.microsoft.com/office/drawing/2014/main" id="{B6AA0C0E-7B43-874E-9351-866B176CA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2362200"/>
            <a:ext cx="508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19" name="Line 51">
            <a:extLst>
              <a:ext uri="{FF2B5EF4-FFF2-40B4-BE49-F238E27FC236}">
                <a16:creationId xmlns:a16="http://schemas.microsoft.com/office/drawing/2014/main" id="{57A40548-100C-064C-96CB-21C26598CE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63700" y="2362200"/>
            <a:ext cx="711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0" name="Line 52">
            <a:extLst>
              <a:ext uri="{FF2B5EF4-FFF2-40B4-BE49-F238E27FC236}">
                <a16:creationId xmlns:a16="http://schemas.microsoft.com/office/drawing/2014/main" id="{FE771364-CFE7-F04D-834E-A543E41D0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25908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1" name="Line 53">
            <a:extLst>
              <a:ext uri="{FF2B5EF4-FFF2-40B4-BE49-F238E27FC236}">
                <a16:creationId xmlns:a16="http://schemas.microsoft.com/office/drawing/2014/main" id="{8F2F9B32-575A-8E4A-A37B-A6E6BE941A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2300" y="25908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2" name="Rectangle 54">
            <a:extLst>
              <a:ext uri="{FF2B5EF4-FFF2-40B4-BE49-F238E27FC236}">
                <a16:creationId xmlns:a16="http://schemas.microsoft.com/office/drawing/2014/main" id="{0890488E-84A6-4E4B-A7A9-B4C961DF1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2057400"/>
            <a:ext cx="1792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RegWr’s Clk-to-Q</a:t>
            </a:r>
          </a:p>
        </p:txBody>
      </p:sp>
      <p:sp>
        <p:nvSpPr>
          <p:cNvPr id="58423" name="Rectangle 55">
            <a:extLst>
              <a:ext uri="{FF2B5EF4-FFF2-40B4-BE49-F238E27FC236}">
                <a16:creationId xmlns:a16="http://schemas.microsoft.com/office/drawing/2014/main" id="{75B7BFAF-B138-EB4D-B76C-B8AC4CCDB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2590800"/>
            <a:ext cx="1847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RegAdr’s Clk-to-Q</a:t>
            </a:r>
          </a:p>
        </p:txBody>
      </p:sp>
      <p:sp>
        <p:nvSpPr>
          <p:cNvPr id="58424" name="Line 56">
            <a:extLst>
              <a:ext uri="{FF2B5EF4-FFF2-40B4-BE49-F238E27FC236}">
                <a16:creationId xmlns:a16="http://schemas.microsoft.com/office/drawing/2014/main" id="{2E63771B-6B6B-C744-B306-AABCFF985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79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5" name="Line 57">
            <a:extLst>
              <a:ext uri="{FF2B5EF4-FFF2-40B4-BE49-F238E27FC236}">
                <a16:creationId xmlns:a16="http://schemas.microsoft.com/office/drawing/2014/main" id="{090E15BE-CE99-E14A-9233-CE2455815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9177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6" name="Line 58">
            <a:extLst>
              <a:ext uri="{FF2B5EF4-FFF2-40B4-BE49-F238E27FC236}">
                <a16:creationId xmlns:a16="http://schemas.microsoft.com/office/drawing/2014/main" id="{AB2AFDDF-5EE6-564D-87CA-9FFEB23A15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12827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7" name="Line 59">
            <a:extLst>
              <a:ext uri="{FF2B5EF4-FFF2-40B4-BE49-F238E27FC236}">
                <a16:creationId xmlns:a16="http://schemas.microsoft.com/office/drawing/2014/main" id="{5AD180AC-7F10-8744-A258-79E2497A3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8382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8" name="Line 60">
            <a:extLst>
              <a:ext uri="{FF2B5EF4-FFF2-40B4-BE49-F238E27FC236}">
                <a16:creationId xmlns:a16="http://schemas.microsoft.com/office/drawing/2014/main" id="{B4F56021-86CA-2442-A73C-3537122B2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850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29" name="Line 61">
            <a:extLst>
              <a:ext uri="{FF2B5EF4-FFF2-40B4-BE49-F238E27FC236}">
                <a16:creationId xmlns:a16="http://schemas.microsoft.com/office/drawing/2014/main" id="{D73323A0-05E5-164B-B597-B3E0B094E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1219200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0" name="Line 62">
            <a:extLst>
              <a:ext uri="{FF2B5EF4-FFF2-40B4-BE49-F238E27FC236}">
                <a16:creationId xmlns:a16="http://schemas.microsoft.com/office/drawing/2014/main" id="{9AD71B78-93D7-C64D-8EC0-3AED7A2D0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8382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1" name="Line 63">
            <a:extLst>
              <a:ext uri="{FF2B5EF4-FFF2-40B4-BE49-F238E27FC236}">
                <a16:creationId xmlns:a16="http://schemas.microsoft.com/office/drawing/2014/main" id="{E311530E-B792-1642-B8CC-5BFA78303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850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2" name="Line 64">
            <a:extLst>
              <a:ext uri="{FF2B5EF4-FFF2-40B4-BE49-F238E27FC236}">
                <a16:creationId xmlns:a16="http://schemas.microsoft.com/office/drawing/2014/main" id="{C7537D25-B713-4F4F-A941-4625933C2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13716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3" name="Line 65">
            <a:extLst>
              <a:ext uri="{FF2B5EF4-FFF2-40B4-BE49-F238E27FC236}">
                <a16:creationId xmlns:a16="http://schemas.microsoft.com/office/drawing/2014/main" id="{79DDE8DD-C687-B442-9EF6-70DBCC983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16764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4" name="Line 66">
            <a:extLst>
              <a:ext uri="{FF2B5EF4-FFF2-40B4-BE49-F238E27FC236}">
                <a16:creationId xmlns:a16="http://schemas.microsoft.com/office/drawing/2014/main" id="{00D26CDA-9F1E-BE43-A4AC-74875F143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0700" y="13716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5" name="Line 67">
            <a:extLst>
              <a:ext uri="{FF2B5EF4-FFF2-40B4-BE49-F238E27FC236}">
                <a16:creationId xmlns:a16="http://schemas.microsoft.com/office/drawing/2014/main" id="{58F0C65F-4E3D-9548-89B3-351D2BC59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1384300"/>
            <a:ext cx="20320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6" name="Line 68">
            <a:extLst>
              <a:ext uri="{FF2B5EF4-FFF2-40B4-BE49-F238E27FC236}">
                <a16:creationId xmlns:a16="http://schemas.microsoft.com/office/drawing/2014/main" id="{613985A6-31E1-3A42-ABBF-B699FE6226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42100" y="1358900"/>
            <a:ext cx="20320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7" name="Line 69">
            <a:extLst>
              <a:ext uri="{FF2B5EF4-FFF2-40B4-BE49-F238E27FC236}">
                <a16:creationId xmlns:a16="http://schemas.microsoft.com/office/drawing/2014/main" id="{2FBD3EBD-B298-F448-B052-F3E4A14FC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0700" y="16764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38" name="Rectangle 70">
            <a:extLst>
              <a:ext uri="{FF2B5EF4-FFF2-40B4-BE49-F238E27FC236}">
                <a16:creationId xmlns:a16="http://schemas.microsoft.com/office/drawing/2014/main" id="{1D63B2BC-20D9-7940-A0C1-FA7A6C543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9144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58439" name="Rectangle 71">
            <a:extLst>
              <a:ext uri="{FF2B5EF4-FFF2-40B4-BE49-F238E27FC236}">
                <a16:creationId xmlns:a16="http://schemas.microsoft.com/office/drawing/2014/main" id="{0248C64A-658A-E94B-9B1D-3C7D5CA01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1371600"/>
            <a:ext cx="8239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WrAdr</a:t>
            </a:r>
          </a:p>
        </p:txBody>
      </p:sp>
      <p:sp>
        <p:nvSpPr>
          <p:cNvPr id="58440" name="Line 72">
            <a:extLst>
              <a:ext uri="{FF2B5EF4-FFF2-40B4-BE49-F238E27FC236}">
                <a16:creationId xmlns:a16="http://schemas.microsoft.com/office/drawing/2014/main" id="{99F0BB31-932C-D043-B186-AD2685BFB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1336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1" name="Line 73">
            <a:extLst>
              <a:ext uri="{FF2B5EF4-FFF2-40B4-BE49-F238E27FC236}">
                <a16:creationId xmlns:a16="http://schemas.microsoft.com/office/drawing/2014/main" id="{8009740C-EB69-2847-8C48-03A61E503D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700" y="1816100"/>
            <a:ext cx="12700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2" name="Line 74">
            <a:extLst>
              <a:ext uri="{FF2B5EF4-FFF2-40B4-BE49-F238E27FC236}">
                <a16:creationId xmlns:a16="http://schemas.microsoft.com/office/drawing/2014/main" id="{EF2074D0-5316-4347-BA65-BD713EEF7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1828800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3" name="Rectangle 75">
            <a:extLst>
              <a:ext uri="{FF2B5EF4-FFF2-40B4-BE49-F238E27FC236}">
                <a16:creationId xmlns:a16="http://schemas.microsoft.com/office/drawing/2014/main" id="{A7471731-07D4-434E-BD53-145C093D3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1828800"/>
            <a:ext cx="927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58444" name="Line 76">
            <a:extLst>
              <a:ext uri="{FF2B5EF4-FFF2-40B4-BE49-F238E27FC236}">
                <a16:creationId xmlns:a16="http://schemas.microsoft.com/office/drawing/2014/main" id="{7F86CF35-B38A-754B-AF40-8691CE669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536700"/>
            <a:ext cx="0" cy="1193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5" name="Line 77">
            <a:extLst>
              <a:ext uri="{FF2B5EF4-FFF2-40B4-BE49-F238E27FC236}">
                <a16:creationId xmlns:a16="http://schemas.microsoft.com/office/drawing/2014/main" id="{0A8E5CF4-EFE5-6F44-A6E6-85933E768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362200"/>
            <a:ext cx="508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6" name="Line 78">
            <a:extLst>
              <a:ext uri="{FF2B5EF4-FFF2-40B4-BE49-F238E27FC236}">
                <a16:creationId xmlns:a16="http://schemas.microsoft.com/office/drawing/2014/main" id="{649368E0-283B-A541-B9DC-414028CAD5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2362200"/>
            <a:ext cx="711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7" name="Line 79">
            <a:extLst>
              <a:ext uri="{FF2B5EF4-FFF2-40B4-BE49-F238E27FC236}">
                <a16:creationId xmlns:a16="http://schemas.microsoft.com/office/drawing/2014/main" id="{0F87AEC6-D059-3D43-B795-480C49ED7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5908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8" name="Line 80">
            <a:extLst>
              <a:ext uri="{FF2B5EF4-FFF2-40B4-BE49-F238E27FC236}">
                <a16:creationId xmlns:a16="http://schemas.microsoft.com/office/drawing/2014/main" id="{B92A143F-2584-FD49-AF48-0952FB1B47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69100" y="25908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49" name="Rectangle 81">
            <a:extLst>
              <a:ext uri="{FF2B5EF4-FFF2-40B4-BE49-F238E27FC236}">
                <a16:creationId xmlns:a16="http://schemas.microsoft.com/office/drawing/2014/main" id="{9728ECD1-A2AF-CC40-A065-203464345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2057400"/>
            <a:ext cx="1906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MemWr’s Clk-to-Q</a:t>
            </a:r>
          </a:p>
        </p:txBody>
      </p:sp>
      <p:sp>
        <p:nvSpPr>
          <p:cNvPr id="58450" name="Rectangle 82">
            <a:extLst>
              <a:ext uri="{FF2B5EF4-FFF2-40B4-BE49-F238E27FC236}">
                <a16:creationId xmlns:a16="http://schemas.microsoft.com/office/drawing/2014/main" id="{74DDCC5B-C62B-1146-8C2F-02E32066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2590800"/>
            <a:ext cx="1803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WrAdr’s Clk-to-Q</a:t>
            </a:r>
          </a:p>
        </p:txBody>
      </p:sp>
      <p:sp>
        <p:nvSpPr>
          <p:cNvPr id="58451" name="Text Box 86">
            <a:extLst>
              <a:ext uri="{FF2B5EF4-FFF2-40B4-BE49-F238E27FC236}">
                <a16:creationId xmlns:a16="http://schemas.microsoft.com/office/drawing/2014/main" id="{006E3D56-CA75-9A46-A2D6-79CDD1DB3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5602288"/>
            <a:ext cx="29606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3575" name="Text Box 87">
            <a:extLst>
              <a:ext uri="{FF2B5EF4-FFF2-40B4-BE49-F238E27FC236}">
                <a16:creationId xmlns:a16="http://schemas.microsoft.com/office/drawing/2014/main" id="{6C4FAB4B-4540-6A40-82F6-02AF6C4D7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6102350"/>
            <a:ext cx="6684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哪个同学记得多周期中是如何处理</a:t>
            </a:r>
            <a:r>
              <a:rPr lang="zh-CN" altLang="en-US" sz="20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竞争</a:t>
            </a:r>
            <a:r>
              <a:rPr lang="zh-CN" altLang="en-US" sz="20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问题的？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7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C6CFA96-B6E4-8C44-9A1E-036AFD503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29260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流水线中的“竞争”问题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2C72FCEC-A190-8248-B41C-404BB3920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1938" y="801688"/>
            <a:ext cx="6116637" cy="2293937"/>
          </a:xfrm>
          <a:noFill/>
        </p:spPr>
        <p:txBody>
          <a:bodyPr/>
          <a:lstStyle/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多周期中解决</a:t>
            </a:r>
            <a:r>
              <a:rPr lang="en-US" altLang="zh-CN" sz="1900">
                <a:ea typeface="黑体" panose="02010609060101010101" pitchFamily="49" charset="-122"/>
              </a:rPr>
              <a:t> Addr </a:t>
            </a:r>
            <a:r>
              <a:rPr lang="zh-CN" altLang="en-US" sz="1900">
                <a:ea typeface="黑体" panose="02010609060101010101" pitchFamily="49" charset="-122"/>
              </a:rPr>
              <a:t>和 </a:t>
            </a:r>
            <a:r>
              <a:rPr lang="en-US" altLang="zh-CN" sz="1900">
                <a:ea typeface="黑体" panose="02010609060101010101" pitchFamily="49" charset="-122"/>
              </a:rPr>
              <a:t>WrEn</a:t>
            </a:r>
            <a:r>
              <a:rPr lang="zh-CN" altLang="en-US" sz="1900">
                <a:ea typeface="黑体" panose="02010609060101010101" pitchFamily="49" charset="-122"/>
              </a:rPr>
              <a:t>之间竞争问题的方法</a:t>
            </a:r>
            <a:r>
              <a:rPr lang="en-US" altLang="zh-CN" sz="1900">
                <a:ea typeface="黑体" panose="02010609060101010101" pitchFamily="49" charset="-122"/>
              </a:rPr>
              <a:t>:</a:t>
            </a:r>
          </a:p>
          <a:p>
            <a:pPr lvl="1">
              <a:lnSpc>
                <a:spcPct val="125000"/>
              </a:lnSpc>
              <a:spcBef>
                <a:spcPct val="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在第</a:t>
            </a:r>
            <a:r>
              <a:rPr lang="en-US" altLang="zh-CN" sz="1900">
                <a:ea typeface="黑体" panose="02010609060101010101" pitchFamily="49" charset="-122"/>
              </a:rPr>
              <a:t> N</a:t>
            </a:r>
            <a:r>
              <a:rPr lang="zh-CN" altLang="en-US" sz="1900">
                <a:ea typeface="黑体" panose="02010609060101010101" pitchFamily="49" charset="-122"/>
              </a:rPr>
              <a:t>周期结束时，让</a:t>
            </a:r>
            <a:r>
              <a:rPr lang="en-US" altLang="zh-CN" sz="1900">
                <a:ea typeface="黑体" panose="02010609060101010101" pitchFamily="49" charset="-122"/>
              </a:rPr>
              <a:t>Addr</a:t>
            </a:r>
            <a:r>
              <a:rPr lang="zh-CN" altLang="en-US" sz="1900">
                <a:ea typeface="黑体" panose="02010609060101010101" pitchFamily="49" charset="-122"/>
              </a:rPr>
              <a:t>信号有效</a:t>
            </a:r>
          </a:p>
          <a:p>
            <a:pPr lvl="1">
              <a:lnSpc>
                <a:spcPct val="125000"/>
              </a:lnSpc>
              <a:spcBef>
                <a:spcPct val="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在第 </a:t>
            </a:r>
            <a:r>
              <a:rPr lang="en-US" altLang="zh-CN" sz="1900">
                <a:ea typeface="黑体" panose="02010609060101010101" pitchFamily="49" charset="-122"/>
              </a:rPr>
              <a:t>N + 1</a:t>
            </a:r>
            <a:r>
              <a:rPr lang="zh-CN" altLang="en-US" sz="1900">
                <a:ea typeface="黑体" panose="02010609060101010101" pitchFamily="49" charset="-122"/>
              </a:rPr>
              <a:t>周期让</a:t>
            </a:r>
            <a:r>
              <a:rPr lang="en-US" altLang="zh-CN" sz="1900">
                <a:ea typeface="黑体" panose="02010609060101010101" pitchFamily="49" charset="-122"/>
              </a:rPr>
              <a:t>WrEn</a:t>
            </a:r>
            <a:r>
              <a:rPr lang="zh-CN" altLang="en-US" sz="1900">
                <a:ea typeface="黑体" panose="02010609060101010101" pitchFamily="49" charset="-122"/>
              </a:rPr>
              <a:t>有效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上述方法在流水线设计中不能用，因为：</a:t>
            </a:r>
            <a:endParaRPr lang="en-US" altLang="zh-CN" sz="1900">
              <a:ea typeface="黑体" panose="02010609060101010101" pitchFamily="49" charset="-122"/>
            </a:endParaRPr>
          </a:p>
          <a:p>
            <a:pPr lvl="1">
              <a:lnSpc>
                <a:spcPct val="125000"/>
              </a:lnSpc>
              <a:spcBef>
                <a:spcPct val="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每个周期必须能够写</a:t>
            </a:r>
            <a:r>
              <a:rPr lang="en-US" altLang="zh-CN" sz="1900">
                <a:ea typeface="黑体" panose="02010609060101010101" pitchFamily="49" charset="-122"/>
              </a:rPr>
              <a:t>Register</a:t>
            </a:r>
          </a:p>
          <a:p>
            <a:pPr lvl="1">
              <a:lnSpc>
                <a:spcPct val="125000"/>
              </a:lnSpc>
              <a:spcBef>
                <a:spcPct val="5000"/>
              </a:spcBef>
            </a:pPr>
            <a:r>
              <a:rPr lang="zh-CN" altLang="en-US" sz="1900">
                <a:ea typeface="黑体" panose="02010609060101010101" pitchFamily="49" charset="-122"/>
              </a:rPr>
              <a:t>每个周期必须能够写</a:t>
            </a:r>
            <a:r>
              <a:rPr lang="en-US" altLang="zh-CN" sz="1900">
                <a:ea typeface="黑体" panose="02010609060101010101" pitchFamily="49" charset="-122"/>
              </a:rPr>
              <a:t>Memory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9ABB079B-7A5A-D94A-9B2A-4B3F85870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3886200"/>
            <a:ext cx="688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Clock</a:t>
            </a:r>
          </a:p>
        </p:txBody>
      </p:sp>
      <p:grpSp>
        <p:nvGrpSpPr>
          <p:cNvPr id="60421" name="Group 52">
            <a:extLst>
              <a:ext uri="{FF2B5EF4-FFF2-40B4-BE49-F238E27FC236}">
                <a16:creationId xmlns:a16="http://schemas.microsoft.com/office/drawing/2014/main" id="{37831A2F-C6C1-EB45-8C7C-6DF36CB5C0D4}"/>
              </a:ext>
            </a:extLst>
          </p:cNvPr>
          <p:cNvGrpSpPr>
            <a:grpSpLocks/>
          </p:cNvGrpSpPr>
          <p:nvPr/>
        </p:nvGrpSpPr>
        <p:grpSpPr bwMode="auto">
          <a:xfrm>
            <a:off x="774700" y="3873500"/>
            <a:ext cx="7912100" cy="254000"/>
            <a:chOff x="488" y="2440"/>
            <a:chExt cx="4984" cy="160"/>
          </a:xfrm>
        </p:grpSpPr>
        <p:grpSp>
          <p:nvGrpSpPr>
            <p:cNvPr id="60502" name="Group 9">
              <a:extLst>
                <a:ext uri="{FF2B5EF4-FFF2-40B4-BE49-F238E27FC236}">
                  <a16:creationId xmlns:a16="http://schemas.microsoft.com/office/drawing/2014/main" id="{B27BD3D2-E2FA-7F4E-A03E-2C96444ABF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440"/>
              <a:ext cx="520" cy="160"/>
              <a:chOff x="720" y="2440"/>
              <a:chExt cx="520" cy="160"/>
            </a:xfrm>
          </p:grpSpPr>
          <p:sp>
            <p:nvSpPr>
              <p:cNvPr id="60545" name="Line 5">
                <a:extLst>
                  <a:ext uri="{FF2B5EF4-FFF2-40B4-BE49-F238E27FC236}">
                    <a16:creationId xmlns:a16="http://schemas.microsoft.com/office/drawing/2014/main" id="{223A4C8F-EA0B-0F47-AFB3-4B990358A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8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46" name="Line 6">
                <a:extLst>
                  <a:ext uri="{FF2B5EF4-FFF2-40B4-BE49-F238E27FC236}">
                    <a16:creationId xmlns:a16="http://schemas.microsoft.com/office/drawing/2014/main" id="{DA9C1CFA-1529-5442-8492-6F08E56C5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47" name="Line 7">
                <a:extLst>
                  <a:ext uri="{FF2B5EF4-FFF2-40B4-BE49-F238E27FC236}">
                    <a16:creationId xmlns:a16="http://schemas.microsoft.com/office/drawing/2014/main" id="{32A3A320-2BED-4F46-9E1C-B75C8BD6A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48" name="Line 8">
                <a:extLst>
                  <a:ext uri="{FF2B5EF4-FFF2-40B4-BE49-F238E27FC236}">
                    <a16:creationId xmlns:a16="http://schemas.microsoft.com/office/drawing/2014/main" id="{3455DEB8-62F5-0C40-82B1-355515942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6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503" name="Group 14">
              <a:extLst>
                <a:ext uri="{FF2B5EF4-FFF2-40B4-BE49-F238E27FC236}">
                  <a16:creationId xmlns:a16="http://schemas.microsoft.com/office/drawing/2014/main" id="{AEF9146F-74BD-5F48-9F2C-1E8CAD7363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440"/>
              <a:ext cx="520" cy="160"/>
              <a:chOff x="1248" y="2440"/>
              <a:chExt cx="520" cy="160"/>
            </a:xfrm>
          </p:grpSpPr>
          <p:sp>
            <p:nvSpPr>
              <p:cNvPr id="60541" name="Line 10">
                <a:extLst>
                  <a:ext uri="{FF2B5EF4-FFF2-40B4-BE49-F238E27FC236}">
                    <a16:creationId xmlns:a16="http://schemas.microsoft.com/office/drawing/2014/main" id="{36B042B9-477C-C440-8449-691463EED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42" name="Line 11">
                <a:extLst>
                  <a:ext uri="{FF2B5EF4-FFF2-40B4-BE49-F238E27FC236}">
                    <a16:creationId xmlns:a16="http://schemas.microsoft.com/office/drawing/2014/main" id="{2FFB0371-0577-0F4A-942F-AC5F4B301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43" name="Line 12">
                <a:extLst>
                  <a:ext uri="{FF2B5EF4-FFF2-40B4-BE49-F238E27FC236}">
                    <a16:creationId xmlns:a16="http://schemas.microsoft.com/office/drawing/2014/main" id="{88DBED09-AE7A-2747-83E5-309B5167D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44" name="Line 13">
                <a:extLst>
                  <a:ext uri="{FF2B5EF4-FFF2-40B4-BE49-F238E27FC236}">
                    <a16:creationId xmlns:a16="http://schemas.microsoft.com/office/drawing/2014/main" id="{239EA551-10B5-D94D-9210-1C67F2CA3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4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504" name="Group 19">
              <a:extLst>
                <a:ext uri="{FF2B5EF4-FFF2-40B4-BE49-F238E27FC236}">
                  <a16:creationId xmlns:a16="http://schemas.microsoft.com/office/drawing/2014/main" id="{B52D9117-5CE6-2848-9EEB-729771BB8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440"/>
              <a:ext cx="520" cy="160"/>
              <a:chOff x="1776" y="2440"/>
              <a:chExt cx="520" cy="160"/>
            </a:xfrm>
          </p:grpSpPr>
          <p:sp>
            <p:nvSpPr>
              <p:cNvPr id="60537" name="Line 15">
                <a:extLst>
                  <a:ext uri="{FF2B5EF4-FFF2-40B4-BE49-F238E27FC236}">
                    <a16:creationId xmlns:a16="http://schemas.microsoft.com/office/drawing/2014/main" id="{3A36F395-12CC-8042-B47A-4A3F33707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8" name="Line 16">
                <a:extLst>
                  <a:ext uri="{FF2B5EF4-FFF2-40B4-BE49-F238E27FC236}">
                    <a16:creationId xmlns:a16="http://schemas.microsoft.com/office/drawing/2014/main" id="{13D1F4A6-9906-324B-A840-05290EA938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9" name="Line 17">
                <a:extLst>
                  <a:ext uri="{FF2B5EF4-FFF2-40B4-BE49-F238E27FC236}">
                    <a16:creationId xmlns:a16="http://schemas.microsoft.com/office/drawing/2014/main" id="{B631F45C-53DB-F14F-B7EA-032652D7A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40" name="Line 18">
                <a:extLst>
                  <a:ext uri="{FF2B5EF4-FFF2-40B4-BE49-F238E27FC236}">
                    <a16:creationId xmlns:a16="http://schemas.microsoft.com/office/drawing/2014/main" id="{036A9CFA-F6B9-5F4A-8C0D-98833045D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2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505" name="Group 24">
              <a:extLst>
                <a:ext uri="{FF2B5EF4-FFF2-40B4-BE49-F238E27FC236}">
                  <a16:creationId xmlns:a16="http://schemas.microsoft.com/office/drawing/2014/main" id="{E0A14D7A-ED1D-1547-BE9C-A95D9D07C4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440"/>
              <a:ext cx="520" cy="160"/>
              <a:chOff x="2304" y="2440"/>
              <a:chExt cx="520" cy="160"/>
            </a:xfrm>
          </p:grpSpPr>
          <p:sp>
            <p:nvSpPr>
              <p:cNvPr id="60533" name="Line 20">
                <a:extLst>
                  <a:ext uri="{FF2B5EF4-FFF2-40B4-BE49-F238E27FC236}">
                    <a16:creationId xmlns:a16="http://schemas.microsoft.com/office/drawing/2014/main" id="{344B118C-0A2E-4443-81EF-B69E8B7A5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4" name="Line 21">
                <a:extLst>
                  <a:ext uri="{FF2B5EF4-FFF2-40B4-BE49-F238E27FC236}">
                    <a16:creationId xmlns:a16="http://schemas.microsoft.com/office/drawing/2014/main" id="{82F68DD7-C964-1B41-96F0-D10D0B106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5" name="Line 22">
                <a:extLst>
                  <a:ext uri="{FF2B5EF4-FFF2-40B4-BE49-F238E27FC236}">
                    <a16:creationId xmlns:a16="http://schemas.microsoft.com/office/drawing/2014/main" id="{38EBF729-191B-7749-8FF6-B045BC844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6" name="Line 23">
                <a:extLst>
                  <a:ext uri="{FF2B5EF4-FFF2-40B4-BE49-F238E27FC236}">
                    <a16:creationId xmlns:a16="http://schemas.microsoft.com/office/drawing/2014/main" id="{177F2212-4BBF-DE40-B4F0-232179A16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0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506" name="Group 29">
              <a:extLst>
                <a:ext uri="{FF2B5EF4-FFF2-40B4-BE49-F238E27FC236}">
                  <a16:creationId xmlns:a16="http://schemas.microsoft.com/office/drawing/2014/main" id="{CB592CBE-AC53-EC4C-9A87-5017587193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440"/>
              <a:ext cx="520" cy="160"/>
              <a:chOff x="2832" y="2440"/>
              <a:chExt cx="520" cy="160"/>
            </a:xfrm>
          </p:grpSpPr>
          <p:sp>
            <p:nvSpPr>
              <p:cNvPr id="60529" name="Line 25">
                <a:extLst>
                  <a:ext uri="{FF2B5EF4-FFF2-40B4-BE49-F238E27FC236}">
                    <a16:creationId xmlns:a16="http://schemas.microsoft.com/office/drawing/2014/main" id="{ACD90D1E-F6C2-7B42-AAB2-F3ACD1763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0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0" name="Line 26">
                <a:extLst>
                  <a:ext uri="{FF2B5EF4-FFF2-40B4-BE49-F238E27FC236}">
                    <a16:creationId xmlns:a16="http://schemas.microsoft.com/office/drawing/2014/main" id="{70FA273B-CE7D-7A43-91B5-A5B15FE0B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1" name="Line 27">
                <a:extLst>
                  <a:ext uri="{FF2B5EF4-FFF2-40B4-BE49-F238E27FC236}">
                    <a16:creationId xmlns:a16="http://schemas.microsoft.com/office/drawing/2014/main" id="{4D6A2973-6E86-9F45-80C1-5789748094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32" name="Line 28">
                <a:extLst>
                  <a:ext uri="{FF2B5EF4-FFF2-40B4-BE49-F238E27FC236}">
                    <a16:creationId xmlns:a16="http://schemas.microsoft.com/office/drawing/2014/main" id="{C1A2BE58-12A7-834C-A6B3-EEE6D43D3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8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507" name="Group 34">
              <a:extLst>
                <a:ext uri="{FF2B5EF4-FFF2-40B4-BE49-F238E27FC236}">
                  <a16:creationId xmlns:a16="http://schemas.microsoft.com/office/drawing/2014/main" id="{D04F4DBB-AD17-E84F-A976-5C8BAD635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440"/>
              <a:ext cx="520" cy="160"/>
              <a:chOff x="3360" y="2440"/>
              <a:chExt cx="520" cy="160"/>
            </a:xfrm>
          </p:grpSpPr>
          <p:sp>
            <p:nvSpPr>
              <p:cNvPr id="60525" name="Line 30">
                <a:extLst>
                  <a:ext uri="{FF2B5EF4-FFF2-40B4-BE49-F238E27FC236}">
                    <a16:creationId xmlns:a16="http://schemas.microsoft.com/office/drawing/2014/main" id="{88344517-62A5-7143-BDC2-66E649478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8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26" name="Line 31">
                <a:extLst>
                  <a:ext uri="{FF2B5EF4-FFF2-40B4-BE49-F238E27FC236}">
                    <a16:creationId xmlns:a16="http://schemas.microsoft.com/office/drawing/2014/main" id="{30F3E70B-C2D8-9C4E-8C58-A3B456500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27" name="Line 32">
                <a:extLst>
                  <a:ext uri="{FF2B5EF4-FFF2-40B4-BE49-F238E27FC236}">
                    <a16:creationId xmlns:a16="http://schemas.microsoft.com/office/drawing/2014/main" id="{6F331683-2207-D643-A46C-E4AF88DCB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8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28" name="Line 33">
                <a:extLst>
                  <a:ext uri="{FF2B5EF4-FFF2-40B4-BE49-F238E27FC236}">
                    <a16:creationId xmlns:a16="http://schemas.microsoft.com/office/drawing/2014/main" id="{2EBA1BF9-61F6-0C43-9AF8-84B8DDD6E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6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508" name="Group 39">
              <a:extLst>
                <a:ext uri="{FF2B5EF4-FFF2-40B4-BE49-F238E27FC236}">
                  <a16:creationId xmlns:a16="http://schemas.microsoft.com/office/drawing/2014/main" id="{96984E83-EF6B-8B4A-894C-F266D7FE7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440"/>
              <a:ext cx="520" cy="160"/>
              <a:chOff x="3888" y="2440"/>
              <a:chExt cx="520" cy="160"/>
            </a:xfrm>
          </p:grpSpPr>
          <p:sp>
            <p:nvSpPr>
              <p:cNvPr id="60521" name="Line 35">
                <a:extLst>
                  <a:ext uri="{FF2B5EF4-FFF2-40B4-BE49-F238E27FC236}">
                    <a16:creationId xmlns:a16="http://schemas.microsoft.com/office/drawing/2014/main" id="{47BF124A-FA40-9E46-9E53-F0BF1DF294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22" name="Line 36">
                <a:extLst>
                  <a:ext uri="{FF2B5EF4-FFF2-40B4-BE49-F238E27FC236}">
                    <a16:creationId xmlns:a16="http://schemas.microsoft.com/office/drawing/2014/main" id="{8AF187AA-32CF-4F46-B1C1-5CAF7FCCCB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23" name="Line 37">
                <a:extLst>
                  <a:ext uri="{FF2B5EF4-FFF2-40B4-BE49-F238E27FC236}">
                    <a16:creationId xmlns:a16="http://schemas.microsoft.com/office/drawing/2014/main" id="{E5E7E6AF-A4CC-8D4D-B1F1-7FBEC2DFA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6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24" name="Line 38">
                <a:extLst>
                  <a:ext uri="{FF2B5EF4-FFF2-40B4-BE49-F238E27FC236}">
                    <a16:creationId xmlns:a16="http://schemas.microsoft.com/office/drawing/2014/main" id="{CDA557C2-CE31-C348-89F5-5E0C0CF0D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4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509" name="Group 44">
              <a:extLst>
                <a:ext uri="{FF2B5EF4-FFF2-40B4-BE49-F238E27FC236}">
                  <a16:creationId xmlns:a16="http://schemas.microsoft.com/office/drawing/2014/main" id="{68C45139-A61F-EC40-9833-5E4A62BC1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40"/>
              <a:ext cx="520" cy="160"/>
              <a:chOff x="4416" y="2440"/>
              <a:chExt cx="520" cy="160"/>
            </a:xfrm>
          </p:grpSpPr>
          <p:sp>
            <p:nvSpPr>
              <p:cNvPr id="60517" name="Line 40">
                <a:extLst>
                  <a:ext uri="{FF2B5EF4-FFF2-40B4-BE49-F238E27FC236}">
                    <a16:creationId xmlns:a16="http://schemas.microsoft.com/office/drawing/2014/main" id="{DD7A4EE8-7F31-0046-A9A1-0057FBCF3C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4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18" name="Line 41">
                <a:extLst>
                  <a:ext uri="{FF2B5EF4-FFF2-40B4-BE49-F238E27FC236}">
                    <a16:creationId xmlns:a16="http://schemas.microsoft.com/office/drawing/2014/main" id="{E9F39AC0-C825-1349-8AF3-F9C1903269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19" name="Line 42">
                <a:extLst>
                  <a:ext uri="{FF2B5EF4-FFF2-40B4-BE49-F238E27FC236}">
                    <a16:creationId xmlns:a16="http://schemas.microsoft.com/office/drawing/2014/main" id="{6C13D63A-32A1-DF4C-A620-C7EBC21C6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20" name="Line 43">
                <a:extLst>
                  <a:ext uri="{FF2B5EF4-FFF2-40B4-BE49-F238E27FC236}">
                    <a16:creationId xmlns:a16="http://schemas.microsoft.com/office/drawing/2014/main" id="{CA4E7462-63C4-214C-A6D8-7A4668F51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2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0510" name="Line 45">
              <a:extLst>
                <a:ext uri="{FF2B5EF4-FFF2-40B4-BE49-F238E27FC236}">
                  <a16:creationId xmlns:a16="http://schemas.microsoft.com/office/drawing/2014/main" id="{1F25D88F-D414-4B4E-B9EA-AE8A27047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" y="244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0511" name="Group 50">
              <a:extLst>
                <a:ext uri="{FF2B5EF4-FFF2-40B4-BE49-F238E27FC236}">
                  <a16:creationId xmlns:a16="http://schemas.microsoft.com/office/drawing/2014/main" id="{A1B7D827-F6EF-2443-BDF6-02F24A1F3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2440"/>
              <a:ext cx="520" cy="160"/>
              <a:chOff x="4944" y="2440"/>
              <a:chExt cx="520" cy="160"/>
            </a:xfrm>
          </p:grpSpPr>
          <p:sp>
            <p:nvSpPr>
              <p:cNvPr id="60513" name="Line 46">
                <a:extLst>
                  <a:ext uri="{FF2B5EF4-FFF2-40B4-BE49-F238E27FC236}">
                    <a16:creationId xmlns:a16="http://schemas.microsoft.com/office/drawing/2014/main" id="{0DDE0359-6BE5-8D40-8103-C1ED65DB5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2" y="2592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14" name="Line 47">
                <a:extLst>
                  <a:ext uri="{FF2B5EF4-FFF2-40B4-BE49-F238E27FC236}">
                    <a16:creationId xmlns:a16="http://schemas.microsoft.com/office/drawing/2014/main" id="{4CDA8213-7BED-DD45-8222-861C037CC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2456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15" name="Line 48">
                <a:extLst>
                  <a:ext uri="{FF2B5EF4-FFF2-40B4-BE49-F238E27FC236}">
                    <a16:creationId xmlns:a16="http://schemas.microsoft.com/office/drawing/2014/main" id="{6AB47B42-DDA7-5145-ADA7-5FC071E95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32" y="2440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516" name="Line 49">
                <a:extLst>
                  <a:ext uri="{FF2B5EF4-FFF2-40B4-BE49-F238E27FC236}">
                    <a16:creationId xmlns:a16="http://schemas.microsoft.com/office/drawing/2014/main" id="{EB89957D-D73E-6144-9498-A912F3B85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40" y="2448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0512" name="Line 51">
              <a:extLst>
                <a:ext uri="{FF2B5EF4-FFF2-40B4-BE49-F238E27FC236}">
                  <a16:creationId xmlns:a16="http://schemas.microsoft.com/office/drawing/2014/main" id="{2ECAB4FC-9771-0248-BACB-994A6B0A9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45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0422" name="Group 68">
            <a:extLst>
              <a:ext uri="{FF2B5EF4-FFF2-40B4-BE49-F238E27FC236}">
                <a16:creationId xmlns:a16="http://schemas.microsoft.com/office/drawing/2014/main" id="{FEB0ADF9-2D75-C74A-9F3B-F5ABB7402A09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4343400"/>
            <a:ext cx="4165600" cy="333375"/>
            <a:chOff x="728" y="2736"/>
            <a:chExt cx="2624" cy="210"/>
          </a:xfrm>
        </p:grpSpPr>
        <p:grpSp>
          <p:nvGrpSpPr>
            <p:cNvPr id="60487" name="Group 55">
              <a:extLst>
                <a:ext uri="{FF2B5EF4-FFF2-40B4-BE49-F238E27FC236}">
                  <a16:creationId xmlns:a16="http://schemas.microsoft.com/office/drawing/2014/main" id="{ABB532C0-071A-A74F-AE91-20906DC06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" y="2736"/>
              <a:ext cx="512" cy="210"/>
              <a:chOff x="728" y="2736"/>
              <a:chExt cx="512" cy="210"/>
            </a:xfrm>
          </p:grpSpPr>
          <p:sp>
            <p:nvSpPr>
              <p:cNvPr id="60500" name="Rectangle 53">
                <a:extLst>
                  <a:ext uri="{FF2B5EF4-FFF2-40B4-BE49-F238E27FC236}">
                    <a16:creationId xmlns:a16="http://schemas.microsoft.com/office/drawing/2014/main" id="{36BDB5CD-B656-3F49-BFE0-E960BF8E4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8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501" name="Rectangle 54">
                <a:extLst>
                  <a:ext uri="{FF2B5EF4-FFF2-40B4-BE49-F238E27FC236}">
                    <a16:creationId xmlns:a16="http://schemas.microsoft.com/office/drawing/2014/main" id="{C7088796-B86C-B946-B84D-673E6E056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2736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60488" name="Group 58">
              <a:extLst>
                <a:ext uri="{FF2B5EF4-FFF2-40B4-BE49-F238E27FC236}">
                  <a16:creationId xmlns:a16="http://schemas.microsoft.com/office/drawing/2014/main" id="{05A2E4EC-0FF1-164D-A37E-0A797AB11D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9" y="2736"/>
              <a:ext cx="569" cy="210"/>
              <a:chOff x="1239" y="2736"/>
              <a:chExt cx="569" cy="210"/>
            </a:xfrm>
          </p:grpSpPr>
          <p:sp>
            <p:nvSpPr>
              <p:cNvPr id="60498" name="Rectangle 56">
                <a:extLst>
                  <a:ext uri="{FF2B5EF4-FFF2-40B4-BE49-F238E27FC236}">
                    <a16:creationId xmlns:a16="http://schemas.microsoft.com/office/drawing/2014/main" id="{A63C3079-9A89-AE47-8D4C-8777CA414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99" name="Rectangle 57">
                <a:extLst>
                  <a:ext uri="{FF2B5EF4-FFF2-40B4-BE49-F238E27FC236}">
                    <a16:creationId xmlns:a16="http://schemas.microsoft.com/office/drawing/2014/main" id="{41A6CE40-50EE-714F-B3C6-77F944AEA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" y="2736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60489" name="Group 61">
              <a:extLst>
                <a:ext uri="{FF2B5EF4-FFF2-40B4-BE49-F238E27FC236}">
                  <a16:creationId xmlns:a16="http://schemas.microsoft.com/office/drawing/2014/main" id="{AF61EC70-9FF4-3348-8198-F0E060FFFA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4" y="2736"/>
              <a:ext cx="512" cy="210"/>
              <a:chOff x="1784" y="2736"/>
              <a:chExt cx="512" cy="210"/>
            </a:xfrm>
          </p:grpSpPr>
          <p:sp>
            <p:nvSpPr>
              <p:cNvPr id="60496" name="Rectangle 59">
                <a:extLst>
                  <a:ext uri="{FF2B5EF4-FFF2-40B4-BE49-F238E27FC236}">
                    <a16:creationId xmlns:a16="http://schemas.microsoft.com/office/drawing/2014/main" id="{67939649-1700-B449-A61A-A2845CB98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97" name="Rectangle 60">
                <a:extLst>
                  <a:ext uri="{FF2B5EF4-FFF2-40B4-BE49-F238E27FC236}">
                    <a16:creationId xmlns:a16="http://schemas.microsoft.com/office/drawing/2014/main" id="{9F8CE793-E2D9-D745-A225-B9A6B3A91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2736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60490" name="Group 64">
              <a:extLst>
                <a:ext uri="{FF2B5EF4-FFF2-40B4-BE49-F238E27FC236}">
                  <a16:creationId xmlns:a16="http://schemas.microsoft.com/office/drawing/2014/main" id="{58D2EB5C-D28B-534D-ABE4-9097023EF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2736"/>
              <a:ext cx="512" cy="210"/>
              <a:chOff x="2312" y="2736"/>
              <a:chExt cx="512" cy="210"/>
            </a:xfrm>
          </p:grpSpPr>
          <p:sp>
            <p:nvSpPr>
              <p:cNvPr id="60494" name="Rectangle 62">
                <a:extLst>
                  <a:ext uri="{FF2B5EF4-FFF2-40B4-BE49-F238E27FC236}">
                    <a16:creationId xmlns:a16="http://schemas.microsoft.com/office/drawing/2014/main" id="{E2D11E33-4957-834A-8B5E-4DE29A252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95" name="Rectangle 63">
                <a:extLst>
                  <a:ext uri="{FF2B5EF4-FFF2-40B4-BE49-F238E27FC236}">
                    <a16:creationId xmlns:a16="http://schemas.microsoft.com/office/drawing/2014/main" id="{0C98B05C-17F4-5440-B673-63BA02721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1" y="2736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60491" name="Group 67">
              <a:extLst>
                <a:ext uri="{FF2B5EF4-FFF2-40B4-BE49-F238E27FC236}">
                  <a16:creationId xmlns:a16="http://schemas.microsoft.com/office/drawing/2014/main" id="{36BC9FE2-55F7-DE4C-9699-93E156C5A9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0" y="2736"/>
              <a:ext cx="512" cy="210"/>
              <a:chOff x="2840" y="2736"/>
              <a:chExt cx="512" cy="210"/>
            </a:xfrm>
          </p:grpSpPr>
          <p:sp>
            <p:nvSpPr>
              <p:cNvPr id="60492" name="Rectangle 65">
                <a:extLst>
                  <a:ext uri="{FF2B5EF4-FFF2-40B4-BE49-F238E27FC236}">
                    <a16:creationId xmlns:a16="http://schemas.microsoft.com/office/drawing/2014/main" id="{4A988D3B-59E8-A44F-BD8E-B05494235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" y="27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93" name="Rectangle 66">
                <a:extLst>
                  <a:ext uri="{FF2B5EF4-FFF2-40B4-BE49-F238E27FC236}">
                    <a16:creationId xmlns:a16="http://schemas.microsoft.com/office/drawing/2014/main" id="{1AD50031-B3B1-FB44-B439-C5562AFA0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2736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60423" name="Rectangle 69">
            <a:extLst>
              <a:ext uri="{FF2B5EF4-FFF2-40B4-BE49-F238E27FC236}">
                <a16:creationId xmlns:a16="http://schemas.microsoft.com/office/drawing/2014/main" id="{520C790F-69FF-284D-B669-9381F79D1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4343400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Store</a:t>
            </a:r>
          </a:p>
        </p:txBody>
      </p:sp>
      <p:grpSp>
        <p:nvGrpSpPr>
          <p:cNvPr id="60424" name="Group 85">
            <a:extLst>
              <a:ext uri="{FF2B5EF4-FFF2-40B4-BE49-F238E27FC236}">
                <a16:creationId xmlns:a16="http://schemas.microsoft.com/office/drawing/2014/main" id="{5F7F54B9-FEA2-0545-8692-2E9AC5189C4A}"/>
              </a:ext>
            </a:extLst>
          </p:cNvPr>
          <p:cNvGrpSpPr>
            <a:grpSpLocks/>
          </p:cNvGrpSpPr>
          <p:nvPr/>
        </p:nvGrpSpPr>
        <p:grpSpPr bwMode="auto">
          <a:xfrm>
            <a:off x="1993900" y="4800600"/>
            <a:ext cx="4165600" cy="333375"/>
            <a:chOff x="1256" y="3024"/>
            <a:chExt cx="2624" cy="210"/>
          </a:xfrm>
        </p:grpSpPr>
        <p:grpSp>
          <p:nvGrpSpPr>
            <p:cNvPr id="60472" name="Group 72">
              <a:extLst>
                <a:ext uri="{FF2B5EF4-FFF2-40B4-BE49-F238E27FC236}">
                  <a16:creationId xmlns:a16="http://schemas.microsoft.com/office/drawing/2014/main" id="{0285B71C-2CD6-3942-A632-DB8307043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6" y="3024"/>
              <a:ext cx="512" cy="210"/>
              <a:chOff x="1256" y="3024"/>
              <a:chExt cx="512" cy="210"/>
            </a:xfrm>
          </p:grpSpPr>
          <p:sp>
            <p:nvSpPr>
              <p:cNvPr id="60485" name="Rectangle 70">
                <a:extLst>
                  <a:ext uri="{FF2B5EF4-FFF2-40B4-BE49-F238E27FC236}">
                    <a16:creationId xmlns:a16="http://schemas.microsoft.com/office/drawing/2014/main" id="{2234B310-8287-9A4B-8058-8B9916A11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86" name="Rectangle 71">
                <a:extLst>
                  <a:ext uri="{FF2B5EF4-FFF2-40B4-BE49-F238E27FC236}">
                    <a16:creationId xmlns:a16="http://schemas.microsoft.com/office/drawing/2014/main" id="{1A7945C5-C138-1A4D-8722-4F7ADCCAC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3024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60473" name="Group 75">
              <a:extLst>
                <a:ext uri="{FF2B5EF4-FFF2-40B4-BE49-F238E27FC236}">
                  <a16:creationId xmlns:a16="http://schemas.microsoft.com/office/drawing/2014/main" id="{115E4241-B7DB-1B42-BDFE-5C1F4D86E7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7" y="3024"/>
              <a:ext cx="569" cy="210"/>
              <a:chOff x="1767" y="3024"/>
              <a:chExt cx="569" cy="210"/>
            </a:xfrm>
          </p:grpSpPr>
          <p:sp>
            <p:nvSpPr>
              <p:cNvPr id="60483" name="Rectangle 73">
                <a:extLst>
                  <a:ext uri="{FF2B5EF4-FFF2-40B4-BE49-F238E27FC236}">
                    <a16:creationId xmlns:a16="http://schemas.microsoft.com/office/drawing/2014/main" id="{60F011D3-7716-4B40-AC40-DB8308D23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84" name="Rectangle 74">
                <a:extLst>
                  <a:ext uri="{FF2B5EF4-FFF2-40B4-BE49-F238E27FC236}">
                    <a16:creationId xmlns:a16="http://schemas.microsoft.com/office/drawing/2014/main" id="{2D4194EC-5C44-254C-9693-7CB6A0070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3024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60474" name="Group 78">
              <a:extLst>
                <a:ext uri="{FF2B5EF4-FFF2-40B4-BE49-F238E27FC236}">
                  <a16:creationId xmlns:a16="http://schemas.microsoft.com/office/drawing/2014/main" id="{82AFC42F-F5E0-254C-BE14-D934CB9218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3024"/>
              <a:ext cx="512" cy="210"/>
              <a:chOff x="2312" y="3024"/>
              <a:chExt cx="512" cy="210"/>
            </a:xfrm>
          </p:grpSpPr>
          <p:sp>
            <p:nvSpPr>
              <p:cNvPr id="60481" name="Rectangle 76">
                <a:extLst>
                  <a:ext uri="{FF2B5EF4-FFF2-40B4-BE49-F238E27FC236}">
                    <a16:creationId xmlns:a16="http://schemas.microsoft.com/office/drawing/2014/main" id="{B923B477-C7CB-3042-849B-5210E31AE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82" name="Rectangle 77">
                <a:extLst>
                  <a:ext uri="{FF2B5EF4-FFF2-40B4-BE49-F238E27FC236}">
                    <a16:creationId xmlns:a16="http://schemas.microsoft.com/office/drawing/2014/main" id="{C41F5A1F-4C9B-C14C-AE0C-B8E0AC253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1" y="3024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60475" name="Group 81">
              <a:extLst>
                <a:ext uri="{FF2B5EF4-FFF2-40B4-BE49-F238E27FC236}">
                  <a16:creationId xmlns:a16="http://schemas.microsoft.com/office/drawing/2014/main" id="{DE3FC9C9-8CB0-B54C-9B4C-AF54DDD796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0" y="3024"/>
              <a:ext cx="512" cy="210"/>
              <a:chOff x="2840" y="3024"/>
              <a:chExt cx="512" cy="210"/>
            </a:xfrm>
          </p:grpSpPr>
          <p:sp>
            <p:nvSpPr>
              <p:cNvPr id="60479" name="Rectangle 79">
                <a:extLst>
                  <a:ext uri="{FF2B5EF4-FFF2-40B4-BE49-F238E27FC236}">
                    <a16:creationId xmlns:a16="http://schemas.microsoft.com/office/drawing/2014/main" id="{FB0786A5-79C5-4645-931C-72A874721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80" name="Rectangle 80">
                <a:extLst>
                  <a:ext uri="{FF2B5EF4-FFF2-40B4-BE49-F238E27FC236}">
                    <a16:creationId xmlns:a16="http://schemas.microsoft.com/office/drawing/2014/main" id="{A3933A67-7BED-774B-9BBF-BE0EE8F5B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302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60476" name="Group 84">
              <a:extLst>
                <a:ext uri="{FF2B5EF4-FFF2-40B4-BE49-F238E27FC236}">
                  <a16:creationId xmlns:a16="http://schemas.microsoft.com/office/drawing/2014/main" id="{D9EEC38F-58D6-A043-901D-3C03E51F4B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3024"/>
              <a:ext cx="512" cy="210"/>
              <a:chOff x="3368" y="3024"/>
              <a:chExt cx="512" cy="210"/>
            </a:xfrm>
          </p:grpSpPr>
          <p:sp>
            <p:nvSpPr>
              <p:cNvPr id="60477" name="Rectangle 82">
                <a:extLst>
                  <a:ext uri="{FF2B5EF4-FFF2-40B4-BE49-F238E27FC236}">
                    <a16:creationId xmlns:a16="http://schemas.microsoft.com/office/drawing/2014/main" id="{87EB05CD-1CEF-C04F-B175-07583F426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30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78" name="Rectangle 83">
                <a:extLst>
                  <a:ext uri="{FF2B5EF4-FFF2-40B4-BE49-F238E27FC236}">
                    <a16:creationId xmlns:a16="http://schemas.microsoft.com/office/drawing/2014/main" id="{793AD33D-BF1A-0149-8D6B-C5C94B74C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3024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60425" name="Rectangle 86">
            <a:extLst>
              <a:ext uri="{FF2B5EF4-FFF2-40B4-BE49-F238E27FC236}">
                <a16:creationId xmlns:a16="http://schemas.microsoft.com/office/drawing/2014/main" id="{67546771-6FFC-E948-9213-EA4DEDAC7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4800600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Store</a:t>
            </a:r>
          </a:p>
        </p:txBody>
      </p:sp>
      <p:grpSp>
        <p:nvGrpSpPr>
          <p:cNvPr id="60426" name="Group 102">
            <a:extLst>
              <a:ext uri="{FF2B5EF4-FFF2-40B4-BE49-F238E27FC236}">
                <a16:creationId xmlns:a16="http://schemas.microsoft.com/office/drawing/2014/main" id="{F3604A78-D9B0-5D4F-A1A8-D02708911AE9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5257800"/>
            <a:ext cx="4165600" cy="333375"/>
            <a:chOff x="1784" y="3312"/>
            <a:chExt cx="2624" cy="210"/>
          </a:xfrm>
        </p:grpSpPr>
        <p:grpSp>
          <p:nvGrpSpPr>
            <p:cNvPr id="60457" name="Group 89">
              <a:extLst>
                <a:ext uri="{FF2B5EF4-FFF2-40B4-BE49-F238E27FC236}">
                  <a16:creationId xmlns:a16="http://schemas.microsoft.com/office/drawing/2014/main" id="{15B1E580-D261-0B47-81A7-D7F3C205B7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4" y="3312"/>
              <a:ext cx="512" cy="210"/>
              <a:chOff x="1784" y="3312"/>
              <a:chExt cx="512" cy="210"/>
            </a:xfrm>
          </p:grpSpPr>
          <p:sp>
            <p:nvSpPr>
              <p:cNvPr id="60470" name="Rectangle 87">
                <a:extLst>
                  <a:ext uri="{FF2B5EF4-FFF2-40B4-BE49-F238E27FC236}">
                    <a16:creationId xmlns:a16="http://schemas.microsoft.com/office/drawing/2014/main" id="{327468E7-0513-214D-90F7-295FF6FEC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71" name="Rectangle 88">
                <a:extLst>
                  <a:ext uri="{FF2B5EF4-FFF2-40B4-BE49-F238E27FC236}">
                    <a16:creationId xmlns:a16="http://schemas.microsoft.com/office/drawing/2014/main" id="{3C5BA7C5-CA4B-514F-B015-8CBF85D8D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5" y="3312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60458" name="Group 92">
              <a:extLst>
                <a:ext uri="{FF2B5EF4-FFF2-40B4-BE49-F238E27FC236}">
                  <a16:creationId xmlns:a16="http://schemas.microsoft.com/office/drawing/2014/main" id="{3C171E7C-5668-1945-AF48-8D5D1FABCD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5" y="3312"/>
              <a:ext cx="569" cy="210"/>
              <a:chOff x="2295" y="3312"/>
              <a:chExt cx="569" cy="210"/>
            </a:xfrm>
          </p:grpSpPr>
          <p:sp>
            <p:nvSpPr>
              <p:cNvPr id="60468" name="Rectangle 90">
                <a:extLst>
                  <a:ext uri="{FF2B5EF4-FFF2-40B4-BE49-F238E27FC236}">
                    <a16:creationId xmlns:a16="http://schemas.microsoft.com/office/drawing/2014/main" id="{E6C233DB-8B78-D049-AD50-DBBBDFB54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69" name="Rectangle 91">
                <a:extLst>
                  <a:ext uri="{FF2B5EF4-FFF2-40B4-BE49-F238E27FC236}">
                    <a16:creationId xmlns:a16="http://schemas.microsoft.com/office/drawing/2014/main" id="{4BB31390-C17F-9D40-AE12-3A063EB2E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3312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60459" name="Group 95">
              <a:extLst>
                <a:ext uri="{FF2B5EF4-FFF2-40B4-BE49-F238E27FC236}">
                  <a16:creationId xmlns:a16="http://schemas.microsoft.com/office/drawing/2014/main" id="{9424DB07-447F-4A43-A9B5-736E9C10C1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0" y="3312"/>
              <a:ext cx="512" cy="210"/>
              <a:chOff x="2840" y="3312"/>
              <a:chExt cx="512" cy="210"/>
            </a:xfrm>
          </p:grpSpPr>
          <p:sp>
            <p:nvSpPr>
              <p:cNvPr id="60466" name="Rectangle 93">
                <a:extLst>
                  <a:ext uri="{FF2B5EF4-FFF2-40B4-BE49-F238E27FC236}">
                    <a16:creationId xmlns:a16="http://schemas.microsoft.com/office/drawing/2014/main" id="{BC2C1BF6-0FAE-B642-9D24-503B3931A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67" name="Rectangle 94">
                <a:extLst>
                  <a:ext uri="{FF2B5EF4-FFF2-40B4-BE49-F238E27FC236}">
                    <a16:creationId xmlns:a16="http://schemas.microsoft.com/office/drawing/2014/main" id="{2A0C5371-7A12-DF49-A9F9-A0721BE7C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3312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60460" name="Group 98">
              <a:extLst>
                <a:ext uri="{FF2B5EF4-FFF2-40B4-BE49-F238E27FC236}">
                  <a16:creationId xmlns:a16="http://schemas.microsoft.com/office/drawing/2014/main" id="{D1DF9FAB-0729-E24A-9617-28F6CB311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3312"/>
              <a:ext cx="512" cy="210"/>
              <a:chOff x="3368" y="3312"/>
              <a:chExt cx="512" cy="210"/>
            </a:xfrm>
          </p:grpSpPr>
          <p:sp>
            <p:nvSpPr>
              <p:cNvPr id="60464" name="Rectangle 96">
                <a:extLst>
                  <a:ext uri="{FF2B5EF4-FFF2-40B4-BE49-F238E27FC236}">
                    <a16:creationId xmlns:a16="http://schemas.microsoft.com/office/drawing/2014/main" id="{FC819EFE-4D01-4741-AC18-951A30E89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65" name="Rectangle 97">
                <a:extLst>
                  <a:ext uri="{FF2B5EF4-FFF2-40B4-BE49-F238E27FC236}">
                    <a16:creationId xmlns:a16="http://schemas.microsoft.com/office/drawing/2014/main" id="{83C9E256-34BB-3046-BA08-D55434C556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3312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60461" name="Group 101">
              <a:extLst>
                <a:ext uri="{FF2B5EF4-FFF2-40B4-BE49-F238E27FC236}">
                  <a16:creationId xmlns:a16="http://schemas.microsoft.com/office/drawing/2014/main" id="{324089E2-B0CD-1E4F-947C-EFC83322C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6" y="3312"/>
              <a:ext cx="512" cy="210"/>
              <a:chOff x="3896" y="3312"/>
              <a:chExt cx="512" cy="210"/>
            </a:xfrm>
          </p:grpSpPr>
          <p:sp>
            <p:nvSpPr>
              <p:cNvPr id="60462" name="Rectangle 99">
                <a:extLst>
                  <a:ext uri="{FF2B5EF4-FFF2-40B4-BE49-F238E27FC236}">
                    <a16:creationId xmlns:a16="http://schemas.microsoft.com/office/drawing/2014/main" id="{39F78B57-588E-E34B-A541-0D97A52FD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6" y="33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63" name="Rectangle 100">
                <a:extLst>
                  <a:ext uri="{FF2B5EF4-FFF2-40B4-BE49-F238E27FC236}">
                    <a16:creationId xmlns:a16="http://schemas.microsoft.com/office/drawing/2014/main" id="{1FA44655-806D-824F-A759-BA88FE03F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3312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60427" name="Rectangle 103">
            <a:extLst>
              <a:ext uri="{FF2B5EF4-FFF2-40B4-BE49-F238E27FC236}">
                <a16:creationId xmlns:a16="http://schemas.microsoft.com/office/drawing/2014/main" id="{FDBDB6A4-B42C-9845-A1D0-788190FF1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257800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60428" name="Group 119">
            <a:extLst>
              <a:ext uri="{FF2B5EF4-FFF2-40B4-BE49-F238E27FC236}">
                <a16:creationId xmlns:a16="http://schemas.microsoft.com/office/drawing/2014/main" id="{20286AFD-6530-9D4E-A334-092B5C91C3F2}"/>
              </a:ext>
            </a:extLst>
          </p:cNvPr>
          <p:cNvGrpSpPr>
            <a:grpSpLocks/>
          </p:cNvGrpSpPr>
          <p:nvPr/>
        </p:nvGrpSpPr>
        <p:grpSpPr bwMode="auto">
          <a:xfrm>
            <a:off x="3670300" y="5715000"/>
            <a:ext cx="4165600" cy="333375"/>
            <a:chOff x="2312" y="3600"/>
            <a:chExt cx="2624" cy="210"/>
          </a:xfrm>
        </p:grpSpPr>
        <p:grpSp>
          <p:nvGrpSpPr>
            <p:cNvPr id="60442" name="Group 106">
              <a:extLst>
                <a:ext uri="{FF2B5EF4-FFF2-40B4-BE49-F238E27FC236}">
                  <a16:creationId xmlns:a16="http://schemas.microsoft.com/office/drawing/2014/main" id="{A2AA9FFF-1939-5949-9403-0C5BEA60DF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3600"/>
              <a:ext cx="512" cy="210"/>
              <a:chOff x="2312" y="3600"/>
              <a:chExt cx="512" cy="210"/>
            </a:xfrm>
          </p:grpSpPr>
          <p:sp>
            <p:nvSpPr>
              <p:cNvPr id="60455" name="Rectangle 104">
                <a:extLst>
                  <a:ext uri="{FF2B5EF4-FFF2-40B4-BE49-F238E27FC236}">
                    <a16:creationId xmlns:a16="http://schemas.microsoft.com/office/drawing/2014/main" id="{AC8E370B-F45C-A849-863F-2CEA6DE63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56" name="Rectangle 105">
                <a:extLst>
                  <a:ext uri="{FF2B5EF4-FFF2-40B4-BE49-F238E27FC236}">
                    <a16:creationId xmlns:a16="http://schemas.microsoft.com/office/drawing/2014/main" id="{70DFBAD4-23C5-A34E-A73F-1A054730C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3" y="3600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60443" name="Group 109">
              <a:extLst>
                <a:ext uri="{FF2B5EF4-FFF2-40B4-BE49-F238E27FC236}">
                  <a16:creationId xmlns:a16="http://schemas.microsoft.com/office/drawing/2014/main" id="{5CE7098F-314E-A34B-B0D5-390DC86808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3" y="3600"/>
              <a:ext cx="569" cy="210"/>
              <a:chOff x="2823" y="3600"/>
              <a:chExt cx="569" cy="210"/>
            </a:xfrm>
          </p:grpSpPr>
          <p:sp>
            <p:nvSpPr>
              <p:cNvPr id="60453" name="Rectangle 107">
                <a:extLst>
                  <a:ext uri="{FF2B5EF4-FFF2-40B4-BE49-F238E27FC236}">
                    <a16:creationId xmlns:a16="http://schemas.microsoft.com/office/drawing/2014/main" id="{0DF91851-35C1-F94F-8A67-28118E62B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0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54" name="Rectangle 108">
                <a:extLst>
                  <a:ext uri="{FF2B5EF4-FFF2-40B4-BE49-F238E27FC236}">
                    <a16:creationId xmlns:a16="http://schemas.microsoft.com/office/drawing/2014/main" id="{EA5918DB-0D15-6446-BA60-7358915F5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3600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60444" name="Group 112">
              <a:extLst>
                <a:ext uri="{FF2B5EF4-FFF2-40B4-BE49-F238E27FC236}">
                  <a16:creationId xmlns:a16="http://schemas.microsoft.com/office/drawing/2014/main" id="{43BBB9DA-77FB-0F43-97CF-9CFE29D65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3600"/>
              <a:ext cx="512" cy="210"/>
              <a:chOff x="3368" y="3600"/>
              <a:chExt cx="512" cy="210"/>
            </a:xfrm>
          </p:grpSpPr>
          <p:sp>
            <p:nvSpPr>
              <p:cNvPr id="60451" name="Rectangle 110">
                <a:extLst>
                  <a:ext uri="{FF2B5EF4-FFF2-40B4-BE49-F238E27FC236}">
                    <a16:creationId xmlns:a16="http://schemas.microsoft.com/office/drawing/2014/main" id="{B7AF9913-75CD-4C49-942A-BDAFB09ED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52" name="Rectangle 111">
                <a:extLst>
                  <a:ext uri="{FF2B5EF4-FFF2-40B4-BE49-F238E27FC236}">
                    <a16:creationId xmlns:a16="http://schemas.microsoft.com/office/drawing/2014/main" id="{392939DE-F804-F64F-B723-0D837226D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3600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60445" name="Group 115">
              <a:extLst>
                <a:ext uri="{FF2B5EF4-FFF2-40B4-BE49-F238E27FC236}">
                  <a16:creationId xmlns:a16="http://schemas.microsoft.com/office/drawing/2014/main" id="{0A40C024-5CBA-0245-99D7-51008A78D1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6" y="3600"/>
              <a:ext cx="512" cy="210"/>
              <a:chOff x="3896" y="3600"/>
              <a:chExt cx="512" cy="210"/>
            </a:xfrm>
          </p:grpSpPr>
          <p:sp>
            <p:nvSpPr>
              <p:cNvPr id="60449" name="Rectangle 113">
                <a:extLst>
                  <a:ext uri="{FF2B5EF4-FFF2-40B4-BE49-F238E27FC236}">
                    <a16:creationId xmlns:a16="http://schemas.microsoft.com/office/drawing/2014/main" id="{AD7478AA-99CB-2B48-9390-ECB5547EF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6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50" name="Rectangle 114">
                <a:extLst>
                  <a:ext uri="{FF2B5EF4-FFF2-40B4-BE49-F238E27FC236}">
                    <a16:creationId xmlns:a16="http://schemas.microsoft.com/office/drawing/2014/main" id="{6531DB77-856A-B049-AF29-BCE1D94E7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3600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60446" name="Group 118">
              <a:extLst>
                <a:ext uri="{FF2B5EF4-FFF2-40B4-BE49-F238E27FC236}">
                  <a16:creationId xmlns:a16="http://schemas.microsoft.com/office/drawing/2014/main" id="{7879DBBC-5D94-8A40-88D4-C1867839BC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4" y="3600"/>
              <a:ext cx="512" cy="210"/>
              <a:chOff x="4424" y="3600"/>
              <a:chExt cx="512" cy="210"/>
            </a:xfrm>
          </p:grpSpPr>
          <p:sp>
            <p:nvSpPr>
              <p:cNvPr id="60447" name="Rectangle 116">
                <a:extLst>
                  <a:ext uri="{FF2B5EF4-FFF2-40B4-BE49-F238E27FC236}">
                    <a16:creationId xmlns:a16="http://schemas.microsoft.com/office/drawing/2014/main" id="{B66EFBE7-8B61-0940-AB9D-464EA9388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4" y="360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0448" name="Rectangle 117">
                <a:extLst>
                  <a:ext uri="{FF2B5EF4-FFF2-40B4-BE49-F238E27FC236}">
                    <a16:creationId xmlns:a16="http://schemas.microsoft.com/office/drawing/2014/main" id="{C275B545-C832-8C42-B6F8-D28DBB965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3" y="3600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60429" name="Rectangle 120">
            <a:extLst>
              <a:ext uri="{FF2B5EF4-FFF2-40B4-BE49-F238E27FC236}">
                <a16:creationId xmlns:a16="http://schemas.microsoft.com/office/drawing/2014/main" id="{00D6D40D-9E06-AF40-B480-38C1BBCD5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5715000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60430" name="Line 121">
            <a:extLst>
              <a:ext uri="{FF2B5EF4-FFF2-40B4-BE49-F238E27FC236}">
                <a16:creationId xmlns:a16="http://schemas.microsoft.com/office/drawing/2014/main" id="{99E0F447-89FF-F14A-9474-4AE434E059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178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Line 122">
            <a:extLst>
              <a:ext uri="{FF2B5EF4-FFF2-40B4-BE49-F238E27FC236}">
                <a16:creationId xmlns:a16="http://schemas.microsoft.com/office/drawing/2014/main" id="{672E57B6-8F6E-4640-A06C-DE7E94B76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41783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2" name="Line 123">
            <a:extLst>
              <a:ext uri="{FF2B5EF4-FFF2-40B4-BE49-F238E27FC236}">
                <a16:creationId xmlns:a16="http://schemas.microsoft.com/office/drawing/2014/main" id="{63B453B4-EA38-F342-A8F6-894AD65094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4178300"/>
            <a:ext cx="0" cy="1473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3" name="Line 125">
            <a:extLst>
              <a:ext uri="{FF2B5EF4-FFF2-40B4-BE49-F238E27FC236}">
                <a16:creationId xmlns:a16="http://schemas.microsoft.com/office/drawing/2014/main" id="{A0E0F424-CE8D-C94F-9EF4-9074C2C830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4213" y="2495550"/>
            <a:ext cx="0" cy="191135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4" name="Line 126">
            <a:extLst>
              <a:ext uri="{FF2B5EF4-FFF2-40B4-BE49-F238E27FC236}">
                <a16:creationId xmlns:a16="http://schemas.microsoft.com/office/drawing/2014/main" id="{3DFC947C-2C1B-D74D-BA8A-8888F9BF33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4950" y="2490788"/>
            <a:ext cx="463550" cy="158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5" name="Line 128">
            <a:extLst>
              <a:ext uri="{FF2B5EF4-FFF2-40B4-BE49-F238E27FC236}">
                <a16:creationId xmlns:a16="http://schemas.microsoft.com/office/drawing/2014/main" id="{553FF8D4-96A4-8D4B-BC17-BEC941B15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3049588"/>
            <a:ext cx="0" cy="1322387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665" name="Rectangle 129">
            <a:extLst>
              <a:ext uri="{FF2B5EF4-FFF2-40B4-BE49-F238E27FC236}">
                <a16:creationId xmlns:a16="http://schemas.microsoft.com/office/drawing/2014/main" id="{4D8CB9C5-E339-8940-AA02-AC34CA5F4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5843588"/>
            <a:ext cx="1978025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0000"/>
              </a:spcBef>
              <a:buSzPct val="100000"/>
              <a:buFont typeface="Times New Roman" panose="02020603050405020304" pitchFamily="18" charset="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lnSpc>
                <a:spcPct val="85000"/>
              </a:lnSpc>
              <a:spcBef>
                <a:spcPct val="40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lnSpc>
                <a:spcPct val="85000"/>
              </a:lnSpc>
              <a:spcBef>
                <a:spcPct val="40000"/>
              </a:spcBef>
              <a:buSzPct val="100000"/>
              <a:buChar char="-"/>
              <a:defRPr b="1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5000"/>
              </a:lnSpc>
              <a:spcBef>
                <a:spcPct val="100000"/>
              </a:spcBef>
              <a:buFontTx/>
              <a:buChar char="°"/>
            </a:pPr>
            <a:r>
              <a:rPr lang="zh-CN" altLang="en-US" sz="20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如何解决</a:t>
            </a:r>
            <a:r>
              <a:rPr lang="en-US" altLang="zh-CN" sz="20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endParaRPr lang="zh-CN" altLang="en-US" sz="180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60437" name="Line 130">
            <a:extLst>
              <a:ext uri="{FF2B5EF4-FFF2-40B4-BE49-F238E27FC236}">
                <a16:creationId xmlns:a16="http://schemas.microsoft.com/office/drawing/2014/main" id="{926D9529-6ADF-8F4C-A42F-03EDD44E1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863" y="4383088"/>
            <a:ext cx="2962275" cy="1727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8" name="Line 131">
            <a:extLst>
              <a:ext uri="{FF2B5EF4-FFF2-40B4-BE49-F238E27FC236}">
                <a16:creationId xmlns:a16="http://schemas.microsoft.com/office/drawing/2014/main" id="{8185456C-4FA9-244D-B30F-E045DA715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9138" y="4383088"/>
            <a:ext cx="2859087" cy="172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5670" name="Group 134">
            <a:extLst>
              <a:ext uri="{FF2B5EF4-FFF2-40B4-BE49-F238E27FC236}">
                <a16:creationId xmlns:a16="http://schemas.microsoft.com/office/drawing/2014/main" id="{7D6D8078-EA6D-2846-8052-2813E1AF4CC7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176338"/>
            <a:ext cx="2005013" cy="958850"/>
            <a:chOff x="3017" y="723"/>
            <a:chExt cx="1263" cy="604"/>
          </a:xfrm>
        </p:grpSpPr>
        <p:sp>
          <p:nvSpPr>
            <p:cNvPr id="60440" name="AutoShape 132">
              <a:extLst>
                <a:ext uri="{FF2B5EF4-FFF2-40B4-BE49-F238E27FC236}">
                  <a16:creationId xmlns:a16="http://schemas.microsoft.com/office/drawing/2014/main" id="{0D5B1323-5448-824D-A507-1CEE77281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7" y="795"/>
              <a:ext cx="119" cy="385"/>
            </a:xfrm>
            <a:prstGeom prst="rightBrace">
              <a:avLst>
                <a:gd name="adj1" fmla="val 2696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0441" name="Text Box 133">
              <a:extLst>
                <a:ext uri="{FF2B5EF4-FFF2-40B4-BE49-F238E27FC236}">
                  <a16:creationId xmlns:a16="http://schemas.microsoft.com/office/drawing/2014/main" id="{27C70ECC-04D2-CF42-BEC6-BAEC2F89C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723"/>
              <a:ext cx="1152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9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保证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Addr</a:t>
              </a:r>
              <a:r>
                <a:rPr lang="zh-CN" altLang="en-US" sz="19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信号在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WriteEnable</a:t>
              </a:r>
              <a:r>
                <a:rPr lang="zh-CN" altLang="en-US" sz="1900">
                  <a:solidFill>
                    <a:srgbClr val="CC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信号之前到达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6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6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22D5F58-89A8-B542-9DF4-482FAE7FD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7478713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寄存器组的同步和存储器的同步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EA784089-1888-1841-8E21-938F954899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0" y="806450"/>
            <a:ext cx="8191500" cy="355600"/>
          </a:xfrm>
          <a:noFill/>
        </p:spPr>
        <p:txBody>
          <a:bodyPr/>
          <a:lstStyle/>
          <a:p>
            <a:r>
              <a:rPr lang="zh-CN" altLang="en-US" sz="2000">
                <a:ea typeface="黑体" panose="02010609060101010101" pitchFamily="49" charset="-122"/>
              </a:rPr>
              <a:t>解决方案</a:t>
            </a:r>
            <a:r>
              <a:rPr lang="en-US" altLang="zh-CN" sz="2000">
                <a:ea typeface="黑体" panose="02010609060101010101" pitchFamily="49" charset="-122"/>
              </a:rPr>
              <a:t>:  </a:t>
            </a:r>
            <a:r>
              <a:rPr lang="zh-CN" altLang="en-US" sz="2000">
                <a:ea typeface="黑体" panose="02010609060101010101" pitchFamily="49" charset="-122"/>
              </a:rPr>
              <a:t>将</a:t>
            </a:r>
            <a:r>
              <a:rPr lang="en-US" altLang="zh-CN" sz="2000">
                <a:ea typeface="黑体" panose="02010609060101010101" pitchFamily="49" charset="-122"/>
              </a:rPr>
              <a:t>Write Enable</a:t>
            </a:r>
            <a:r>
              <a:rPr lang="zh-CN" altLang="en-US" sz="2000">
                <a:ea typeface="黑体" panose="02010609060101010101" pitchFamily="49" charset="-122"/>
              </a:rPr>
              <a:t>和时钟信号相</a:t>
            </a:r>
            <a:r>
              <a:rPr lang="en-US" altLang="zh-CN" sz="2000">
                <a:ea typeface="黑体" panose="02010609060101010101" pitchFamily="49" charset="-122"/>
              </a:rPr>
              <a:t>“</a:t>
            </a:r>
            <a:r>
              <a:rPr lang="zh-CN" altLang="en-US" sz="2000">
                <a:ea typeface="黑体" panose="02010609060101010101" pitchFamily="49" charset="-122"/>
              </a:rPr>
              <a:t>与”</a:t>
            </a:r>
            <a:endParaRPr lang="en-US" altLang="zh-CN" sz="2000">
              <a:ea typeface="黑体" panose="02010609060101010101" pitchFamily="49" charset="-122"/>
            </a:endParaRPr>
          </a:p>
        </p:txBody>
      </p:sp>
      <p:sp>
        <p:nvSpPr>
          <p:cNvPr id="67657" name="Rectangle 73">
            <a:extLst>
              <a:ext uri="{FF2B5EF4-FFF2-40B4-BE49-F238E27FC236}">
                <a16:creationId xmlns:a16="http://schemas.microsoft.com/office/drawing/2014/main" id="{5C3E94C6-E5DF-7747-B12D-4BC07C0B4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8888" y="2178050"/>
            <a:ext cx="393541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1. Addr, Data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 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WrEn 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必须在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Clk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边沿到来后至少稳定一个 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set-up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时间</a:t>
            </a:r>
          </a:p>
          <a:p>
            <a:endParaRPr lang="en-US" altLang="zh-CN" sz="180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Clk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高电平时间  大于  写入时间</a:t>
            </a:r>
            <a:endParaRPr lang="en-US" altLang="zh-CN" sz="180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7674" name="Group 90">
            <a:extLst>
              <a:ext uri="{FF2B5EF4-FFF2-40B4-BE49-F238E27FC236}">
                <a16:creationId xmlns:a16="http://schemas.microsoft.com/office/drawing/2014/main" id="{14C2C269-9697-824E-B7C8-D062A01A681D}"/>
              </a:ext>
            </a:extLst>
          </p:cNvPr>
          <p:cNvGrpSpPr>
            <a:grpSpLocks/>
          </p:cNvGrpSpPr>
          <p:nvPr/>
        </p:nvGrpSpPr>
        <p:grpSpPr bwMode="auto">
          <a:xfrm>
            <a:off x="6140450" y="4843463"/>
            <a:ext cx="687388" cy="368300"/>
            <a:chOff x="3948" y="3123"/>
            <a:chExt cx="433" cy="232"/>
          </a:xfrm>
        </p:grpSpPr>
        <p:sp>
          <p:nvSpPr>
            <p:cNvPr id="62548" name="Oval 57">
              <a:extLst>
                <a:ext uri="{FF2B5EF4-FFF2-40B4-BE49-F238E27FC236}">
                  <a16:creationId xmlns:a16="http://schemas.microsoft.com/office/drawing/2014/main" id="{87DF51AE-F3AD-E94A-9B5B-16C7A5699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1" y="3275"/>
              <a:ext cx="80" cy="80"/>
            </a:xfrm>
            <a:prstGeom prst="ellips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549" name="Line 58">
              <a:extLst>
                <a:ext uri="{FF2B5EF4-FFF2-40B4-BE49-F238E27FC236}">
                  <a16:creationId xmlns:a16="http://schemas.microsoft.com/office/drawing/2014/main" id="{946F6BBF-BDE8-C546-94A3-223578DD8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7" y="3315"/>
              <a:ext cx="306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50" name="Rectangle 59">
              <a:extLst>
                <a:ext uri="{FF2B5EF4-FFF2-40B4-BE49-F238E27FC236}">
                  <a16:creationId xmlns:a16="http://schemas.microsoft.com/office/drawing/2014/main" id="{0CF4396C-2C43-F244-B291-82736C3A1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" y="3123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</a:rPr>
                <a:t>Clk</a:t>
              </a:r>
            </a:p>
          </p:txBody>
        </p:sp>
      </p:grpSp>
      <p:grpSp>
        <p:nvGrpSpPr>
          <p:cNvPr id="67675" name="Group 91">
            <a:extLst>
              <a:ext uri="{FF2B5EF4-FFF2-40B4-BE49-F238E27FC236}">
                <a16:creationId xmlns:a16="http://schemas.microsoft.com/office/drawing/2014/main" id="{81457D8F-B9BC-1640-AFA7-270C9B8885D6}"/>
              </a:ext>
            </a:extLst>
          </p:cNvPr>
          <p:cNvGrpSpPr>
            <a:grpSpLocks/>
          </p:cNvGrpSpPr>
          <p:nvPr/>
        </p:nvGrpSpPr>
        <p:grpSpPr bwMode="auto">
          <a:xfrm>
            <a:off x="5819775" y="3451225"/>
            <a:ext cx="2671763" cy="1798638"/>
            <a:chOff x="3746" y="2270"/>
            <a:chExt cx="1683" cy="1133"/>
          </a:xfrm>
        </p:grpSpPr>
        <p:sp>
          <p:nvSpPr>
            <p:cNvPr id="62539" name="Rectangle 56">
              <a:extLst>
                <a:ext uri="{FF2B5EF4-FFF2-40B4-BE49-F238E27FC236}">
                  <a16:creationId xmlns:a16="http://schemas.microsoft.com/office/drawing/2014/main" id="{22F936B3-FF90-2544-87ED-C835185A8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" y="2747"/>
              <a:ext cx="752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540" name="Line 60">
              <a:extLst>
                <a:ext uri="{FF2B5EF4-FFF2-40B4-BE49-F238E27FC236}">
                  <a16:creationId xmlns:a16="http://schemas.microsoft.com/office/drawing/2014/main" id="{F72D44FB-235F-3544-8901-C6069E421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5" y="2883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41" name="Line 61">
              <a:extLst>
                <a:ext uri="{FF2B5EF4-FFF2-40B4-BE49-F238E27FC236}">
                  <a16:creationId xmlns:a16="http://schemas.microsoft.com/office/drawing/2014/main" id="{BF1524FF-7231-E74D-ABA0-314F757C3B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9" y="3075"/>
              <a:ext cx="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42" name="Rectangle 62">
              <a:extLst>
                <a:ext uri="{FF2B5EF4-FFF2-40B4-BE49-F238E27FC236}">
                  <a16:creationId xmlns:a16="http://schemas.microsoft.com/office/drawing/2014/main" id="{33C1CB8E-7863-EF45-9C8D-D8E2F8DA8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2702"/>
              <a:ext cx="62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62543" name="Rectangle 63">
              <a:extLst>
                <a:ext uri="{FF2B5EF4-FFF2-40B4-BE49-F238E27FC236}">
                  <a16:creationId xmlns:a16="http://schemas.microsoft.com/office/drawing/2014/main" id="{3AA0B4E6-79AF-D440-800D-3E49F8D0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2894"/>
              <a:ext cx="39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</a:p>
          </p:txBody>
        </p:sp>
        <p:sp>
          <p:nvSpPr>
            <p:cNvPr id="62544" name="Rectangle 64">
              <a:extLst>
                <a:ext uri="{FF2B5EF4-FFF2-40B4-BE49-F238E27FC236}">
                  <a16:creationId xmlns:a16="http://schemas.microsoft.com/office/drawing/2014/main" id="{4CEB43F2-2EB4-754A-BDF8-C020D5A94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2270"/>
              <a:ext cx="54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WrEn</a:t>
              </a:r>
            </a:p>
          </p:txBody>
        </p:sp>
        <p:sp>
          <p:nvSpPr>
            <p:cNvPr id="62545" name="Line 65">
              <a:extLst>
                <a:ext uri="{FF2B5EF4-FFF2-40B4-BE49-F238E27FC236}">
                  <a16:creationId xmlns:a16="http://schemas.microsoft.com/office/drawing/2014/main" id="{23747234-ACD7-814D-8B47-A61F9959D6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5" y="2347"/>
              <a:ext cx="0" cy="4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46" name="Rectangle 66">
              <a:extLst>
                <a:ext uri="{FF2B5EF4-FFF2-40B4-BE49-F238E27FC236}">
                  <a16:creationId xmlns:a16="http://schemas.microsoft.com/office/drawing/2014/main" id="{1CF16F05-D4BF-F642-8EF8-357654A9C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" y="2835"/>
              <a:ext cx="60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File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or</a:t>
              </a:r>
            </a:p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62547" name="Line 75">
              <a:extLst>
                <a:ext uri="{FF2B5EF4-FFF2-40B4-BE49-F238E27FC236}">
                  <a16:creationId xmlns:a16="http://schemas.microsoft.com/office/drawing/2014/main" id="{F2499E50-B1B3-A346-A6AB-E978CDB27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3" y="3261"/>
              <a:ext cx="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7676" name="Group 92">
            <a:extLst>
              <a:ext uri="{FF2B5EF4-FFF2-40B4-BE49-F238E27FC236}">
                <a16:creationId xmlns:a16="http://schemas.microsoft.com/office/drawing/2014/main" id="{B4649374-ADC7-344D-A855-753F5356A7F3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997075"/>
            <a:ext cx="4838700" cy="4067175"/>
            <a:chOff x="173" y="1226"/>
            <a:chExt cx="3008" cy="2370"/>
          </a:xfrm>
        </p:grpSpPr>
        <p:sp>
          <p:nvSpPr>
            <p:cNvPr id="62480" name="Rectangle 4">
              <a:extLst>
                <a:ext uri="{FF2B5EF4-FFF2-40B4-BE49-F238E27FC236}">
                  <a16:creationId xmlns:a16="http://schemas.microsoft.com/office/drawing/2014/main" id="{02CAB809-0459-5945-9FE4-59F5ED14B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" y="2604"/>
              <a:ext cx="182" cy="8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481" name="Line 5">
              <a:extLst>
                <a:ext uri="{FF2B5EF4-FFF2-40B4-BE49-F238E27FC236}">
                  <a16:creationId xmlns:a16="http://schemas.microsoft.com/office/drawing/2014/main" id="{3A92E66C-77B9-904D-A0AC-8F0FF9C4A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412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2" name="Oval 6">
              <a:extLst>
                <a:ext uri="{FF2B5EF4-FFF2-40B4-BE49-F238E27FC236}">
                  <a16:creationId xmlns:a16="http://schemas.microsoft.com/office/drawing/2014/main" id="{1B2DB49C-3A18-ED43-BBBA-64EE785B9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2508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483" name="Rectangle 7">
              <a:extLst>
                <a:ext uri="{FF2B5EF4-FFF2-40B4-BE49-F238E27FC236}">
                  <a16:creationId xmlns:a16="http://schemas.microsoft.com/office/drawing/2014/main" id="{95E7E6A7-59CE-DB42-ACDC-99229D9C2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" y="2511"/>
              <a:ext cx="54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WrEn</a:t>
              </a:r>
            </a:p>
          </p:txBody>
        </p:sp>
        <p:sp>
          <p:nvSpPr>
            <p:cNvPr id="62484" name="Rectangle 8">
              <a:extLst>
                <a:ext uri="{FF2B5EF4-FFF2-40B4-BE49-F238E27FC236}">
                  <a16:creationId xmlns:a16="http://schemas.microsoft.com/office/drawing/2014/main" id="{FE3993B5-7299-064E-912A-F28BD130D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" y="3023"/>
              <a:ext cx="512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I_Addr</a:t>
              </a:r>
            </a:p>
          </p:txBody>
        </p:sp>
        <p:sp>
          <p:nvSpPr>
            <p:cNvPr id="62485" name="Line 9">
              <a:extLst>
                <a:ext uri="{FF2B5EF4-FFF2-40B4-BE49-F238E27FC236}">
                  <a16:creationId xmlns:a16="http://schemas.microsoft.com/office/drawing/2014/main" id="{5AE41417-ECCF-354E-9F75-8815F4C5D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0" y="3220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6" name="Rectangle 10">
              <a:extLst>
                <a:ext uri="{FF2B5EF4-FFF2-40B4-BE49-F238E27FC236}">
                  <a16:creationId xmlns:a16="http://schemas.microsoft.com/office/drawing/2014/main" id="{E510B4CB-E2FA-1A44-9BD8-9C3B228BC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" y="3215"/>
              <a:ext cx="49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I_Data</a:t>
              </a:r>
            </a:p>
          </p:txBody>
        </p:sp>
        <p:sp>
          <p:nvSpPr>
            <p:cNvPr id="62487" name="Line 11">
              <a:extLst>
                <a:ext uri="{FF2B5EF4-FFF2-40B4-BE49-F238E27FC236}">
                  <a16:creationId xmlns:a16="http://schemas.microsoft.com/office/drawing/2014/main" id="{5D72A041-73AB-D047-8164-9EF9F9DF48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0" y="3412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8" name="Line 12">
              <a:extLst>
                <a:ext uri="{FF2B5EF4-FFF2-40B4-BE49-F238E27FC236}">
                  <a16:creationId xmlns:a16="http://schemas.microsoft.com/office/drawing/2014/main" id="{BFF87782-2C71-6B40-8129-84D259AC8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0" y="2740"/>
              <a:ext cx="44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9" name="Rectangle 13">
              <a:extLst>
                <a:ext uri="{FF2B5EF4-FFF2-40B4-BE49-F238E27FC236}">
                  <a16:creationId xmlns:a16="http://schemas.microsoft.com/office/drawing/2014/main" id="{031E404B-7110-D14D-9CB3-4DB22C0F9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2" y="3036"/>
              <a:ext cx="560" cy="4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490" name="Rectangle 14">
              <a:extLst>
                <a:ext uri="{FF2B5EF4-FFF2-40B4-BE49-F238E27FC236}">
                  <a16:creationId xmlns:a16="http://schemas.microsoft.com/office/drawing/2014/main" id="{36E10AB8-234D-3144-B523-4F5F2EF09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3028"/>
              <a:ext cx="608" cy="4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File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or</a:t>
              </a:r>
            </a:p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62491" name="Line 15">
              <a:extLst>
                <a:ext uri="{FF2B5EF4-FFF2-40B4-BE49-F238E27FC236}">
                  <a16:creationId xmlns:a16="http://schemas.microsoft.com/office/drawing/2014/main" id="{27DA0C87-D952-AD47-AF50-682A4CD08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700"/>
              <a:ext cx="0" cy="32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2" name="Line 16">
              <a:extLst>
                <a:ext uri="{FF2B5EF4-FFF2-40B4-BE49-F238E27FC236}">
                  <a16:creationId xmlns:a16="http://schemas.microsoft.com/office/drawing/2014/main" id="{B7803F3A-BD2D-1944-9D89-DBFCC0A97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16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3" name="Line 17">
              <a:extLst>
                <a:ext uri="{FF2B5EF4-FFF2-40B4-BE49-F238E27FC236}">
                  <a16:creationId xmlns:a16="http://schemas.microsoft.com/office/drawing/2014/main" id="{59D0FFEB-749D-CF4E-9E3A-8C20FC285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1532"/>
              <a:ext cx="0" cy="7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4" name="Line 18">
              <a:extLst>
                <a:ext uri="{FF2B5EF4-FFF2-40B4-BE49-F238E27FC236}">
                  <a16:creationId xmlns:a16="http://schemas.microsoft.com/office/drawing/2014/main" id="{D3CC8739-AAA5-CE40-A6B5-9CDF44CB9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" y="1260"/>
              <a:ext cx="33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5" name="Line 19">
              <a:extLst>
                <a:ext uri="{FF2B5EF4-FFF2-40B4-BE49-F238E27FC236}">
                  <a16:creationId xmlns:a16="http://schemas.microsoft.com/office/drawing/2014/main" id="{C5A76671-532B-3D40-A562-10750C165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260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6" name="Line 20">
              <a:extLst>
                <a:ext uri="{FF2B5EF4-FFF2-40B4-BE49-F238E27FC236}">
                  <a16:creationId xmlns:a16="http://schemas.microsoft.com/office/drawing/2014/main" id="{70D34159-B60E-1242-BAA9-648A70350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92"/>
              <a:ext cx="10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7" name="Line 21">
              <a:extLst>
                <a:ext uri="{FF2B5EF4-FFF2-40B4-BE49-F238E27FC236}">
                  <a16:creationId xmlns:a16="http://schemas.microsoft.com/office/drawing/2014/main" id="{D2E121D1-B37B-7545-BE4F-825EC90A7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5" y="1234"/>
              <a:ext cx="107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8" name="Line 22">
              <a:extLst>
                <a:ext uri="{FF2B5EF4-FFF2-40B4-BE49-F238E27FC236}">
                  <a16:creationId xmlns:a16="http://schemas.microsoft.com/office/drawing/2014/main" id="{20210943-07A7-DF4C-B1BB-25D122AFB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1242"/>
              <a:ext cx="1" cy="2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9" name="Line 23">
              <a:extLst>
                <a:ext uri="{FF2B5EF4-FFF2-40B4-BE49-F238E27FC236}">
                  <a16:creationId xmlns:a16="http://schemas.microsoft.com/office/drawing/2014/main" id="{8317C3A4-D0AE-C445-AD86-493F3BA8C0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1588"/>
              <a:ext cx="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0" name="Line 24">
              <a:extLst>
                <a:ext uri="{FF2B5EF4-FFF2-40B4-BE49-F238E27FC236}">
                  <a16:creationId xmlns:a16="http://schemas.microsoft.com/office/drawing/2014/main" id="{00D982E8-7B0F-474B-8855-455442928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73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1" name="Line 25">
              <a:extLst>
                <a:ext uri="{FF2B5EF4-FFF2-40B4-BE49-F238E27FC236}">
                  <a16:creationId xmlns:a16="http://schemas.microsoft.com/office/drawing/2014/main" id="{16B46AE0-89A0-A24E-9689-2FD5CBE84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588"/>
              <a:ext cx="1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2" name="Line 26">
              <a:extLst>
                <a:ext uri="{FF2B5EF4-FFF2-40B4-BE49-F238E27FC236}">
                  <a16:creationId xmlns:a16="http://schemas.microsoft.com/office/drawing/2014/main" id="{5D806A3A-E5B6-4E45-ACED-BF10511FB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0" y="1578"/>
              <a:ext cx="125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3" name="Line 27">
              <a:extLst>
                <a:ext uri="{FF2B5EF4-FFF2-40B4-BE49-F238E27FC236}">
                  <a16:creationId xmlns:a16="http://schemas.microsoft.com/office/drawing/2014/main" id="{BEE3C52D-5AB9-854C-92CA-5C284D746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9" y="1580"/>
              <a:ext cx="125" cy="1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4" name="Line 28">
              <a:extLst>
                <a:ext uri="{FF2B5EF4-FFF2-40B4-BE49-F238E27FC236}">
                  <a16:creationId xmlns:a16="http://schemas.microsoft.com/office/drawing/2014/main" id="{C610700C-2654-4A4A-8152-4C2DE618A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32"/>
              <a:ext cx="1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5" name="Rectangle 29">
              <a:extLst>
                <a:ext uri="{FF2B5EF4-FFF2-40B4-BE49-F238E27FC236}">
                  <a16:creationId xmlns:a16="http://schemas.microsoft.com/office/drawing/2014/main" id="{2C09BA3C-819B-4048-9057-994DABB25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" y="1300"/>
              <a:ext cx="30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62506" name="Rectangle 30">
              <a:extLst>
                <a:ext uri="{FF2B5EF4-FFF2-40B4-BE49-F238E27FC236}">
                  <a16:creationId xmlns:a16="http://schemas.microsoft.com/office/drawing/2014/main" id="{96C391F0-623C-4342-9AC2-391DEC833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" y="1588"/>
              <a:ext cx="51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I_Addr</a:t>
              </a:r>
            </a:p>
          </p:txBody>
        </p:sp>
        <p:sp>
          <p:nvSpPr>
            <p:cNvPr id="62507" name="Line 31">
              <a:extLst>
                <a:ext uri="{FF2B5EF4-FFF2-40B4-BE49-F238E27FC236}">
                  <a16:creationId xmlns:a16="http://schemas.microsoft.com/office/drawing/2014/main" id="{2FAFB288-249D-3046-9BD5-7414559A0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97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8" name="Line 32">
              <a:extLst>
                <a:ext uri="{FF2B5EF4-FFF2-40B4-BE49-F238E27FC236}">
                  <a16:creationId xmlns:a16="http://schemas.microsoft.com/office/drawing/2014/main" id="{7F20AE6E-AC00-B349-A9C1-26D0E799F6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6" y="1820"/>
              <a:ext cx="77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9" name="Line 33">
              <a:extLst>
                <a:ext uri="{FF2B5EF4-FFF2-40B4-BE49-F238E27FC236}">
                  <a16:creationId xmlns:a16="http://schemas.microsoft.com/office/drawing/2014/main" id="{D362CC2C-3184-614F-8820-9A564884B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" y="1828"/>
              <a:ext cx="1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0" name="Rectangle 34">
              <a:extLst>
                <a:ext uri="{FF2B5EF4-FFF2-40B4-BE49-F238E27FC236}">
                  <a16:creationId xmlns:a16="http://schemas.microsoft.com/office/drawing/2014/main" id="{1CF26876-339E-AD46-B896-BA33D641D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" y="1780"/>
              <a:ext cx="54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I_WrEn</a:t>
              </a:r>
            </a:p>
          </p:txBody>
        </p:sp>
        <p:sp>
          <p:nvSpPr>
            <p:cNvPr id="62511" name="Arc 35">
              <a:extLst>
                <a:ext uri="{FF2B5EF4-FFF2-40B4-BE49-F238E27FC236}">
                  <a16:creationId xmlns:a16="http://schemas.microsoft.com/office/drawing/2014/main" id="{2154DFB8-B2D4-CE40-8B1B-725DF3254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" y="2587"/>
              <a:ext cx="107" cy="106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2" name="Arc 36">
              <a:extLst>
                <a:ext uri="{FF2B5EF4-FFF2-40B4-BE49-F238E27FC236}">
                  <a16:creationId xmlns:a16="http://schemas.microsoft.com/office/drawing/2014/main" id="{77459636-08E7-4148-8E65-039E176CA06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595" y="27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3" name="Line 37">
              <a:extLst>
                <a:ext uri="{FF2B5EF4-FFF2-40B4-BE49-F238E27FC236}">
                  <a16:creationId xmlns:a16="http://schemas.microsoft.com/office/drawing/2014/main" id="{DB1CCD1D-BB05-1746-A289-AA8C1AD14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4" y="259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4" name="Line 38">
              <a:extLst>
                <a:ext uri="{FF2B5EF4-FFF2-40B4-BE49-F238E27FC236}">
                  <a16:creationId xmlns:a16="http://schemas.microsoft.com/office/drawing/2014/main" id="{784E7126-719C-8F46-B147-2A06E5AC49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4" y="278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5" name="Line 39">
              <a:extLst>
                <a:ext uri="{FF2B5EF4-FFF2-40B4-BE49-F238E27FC236}">
                  <a16:creationId xmlns:a16="http://schemas.microsoft.com/office/drawing/2014/main" id="{95D24738-5A9F-524B-9A2F-6729F0407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2" y="260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6" name="Line 41">
              <a:extLst>
                <a:ext uri="{FF2B5EF4-FFF2-40B4-BE49-F238E27FC236}">
                  <a16:creationId xmlns:a16="http://schemas.microsoft.com/office/drawing/2014/main" id="{E017EED7-3849-7241-8142-B61A73126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4" y="2644"/>
              <a:ext cx="3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7" name="Line 42">
              <a:extLst>
                <a:ext uri="{FF2B5EF4-FFF2-40B4-BE49-F238E27FC236}">
                  <a16:creationId xmlns:a16="http://schemas.microsoft.com/office/drawing/2014/main" id="{F9265BA9-1225-E74D-8FD1-9093E5BE4B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" y="2740"/>
              <a:ext cx="54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8" name="Line 43">
              <a:extLst>
                <a:ext uri="{FF2B5EF4-FFF2-40B4-BE49-F238E27FC236}">
                  <a16:creationId xmlns:a16="http://schemas.microsoft.com/office/drawing/2014/main" id="{8D847909-AEDD-8C40-AE6B-45DD27145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" y="3220"/>
              <a:ext cx="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9" name="Line 44">
              <a:extLst>
                <a:ext uri="{FF2B5EF4-FFF2-40B4-BE49-F238E27FC236}">
                  <a16:creationId xmlns:a16="http://schemas.microsoft.com/office/drawing/2014/main" id="{8E7D5EE8-638E-E64A-B665-66FE131BB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" y="3412"/>
              <a:ext cx="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0" name="Rectangle 45">
              <a:extLst>
                <a:ext uri="{FF2B5EF4-FFF2-40B4-BE49-F238E27FC236}">
                  <a16:creationId xmlns:a16="http://schemas.microsoft.com/office/drawing/2014/main" id="{372F7084-1110-CC46-B89B-23665CB26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3039"/>
              <a:ext cx="61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62521" name="Rectangle 46">
              <a:extLst>
                <a:ext uri="{FF2B5EF4-FFF2-40B4-BE49-F238E27FC236}">
                  <a16:creationId xmlns:a16="http://schemas.microsoft.com/office/drawing/2014/main" id="{337C0B57-0547-2349-B7F2-E3C683E2A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" y="3231"/>
              <a:ext cx="3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</a:p>
          </p:txBody>
        </p:sp>
        <p:sp>
          <p:nvSpPr>
            <p:cNvPr id="62522" name="Line 47">
              <a:extLst>
                <a:ext uri="{FF2B5EF4-FFF2-40B4-BE49-F238E27FC236}">
                  <a16:creationId xmlns:a16="http://schemas.microsoft.com/office/drawing/2014/main" id="{F52B31C0-1792-0848-B053-FDFD13DE4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2" y="2692"/>
              <a:ext cx="20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3" name="Line 48">
              <a:extLst>
                <a:ext uri="{FF2B5EF4-FFF2-40B4-BE49-F238E27FC236}">
                  <a16:creationId xmlns:a16="http://schemas.microsoft.com/office/drawing/2014/main" id="{0FF0A624-99C1-7142-87C4-3BD2CDB64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0" y="2452"/>
              <a:ext cx="2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4" name="Line 49">
              <a:extLst>
                <a:ext uri="{FF2B5EF4-FFF2-40B4-BE49-F238E27FC236}">
                  <a16:creationId xmlns:a16="http://schemas.microsoft.com/office/drawing/2014/main" id="{C46399EB-0273-E94E-92AA-6E424C95F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6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5" name="Rectangle 50">
              <a:extLst>
                <a:ext uri="{FF2B5EF4-FFF2-40B4-BE49-F238E27FC236}">
                  <a16:creationId xmlns:a16="http://schemas.microsoft.com/office/drawing/2014/main" id="{601EB704-8A8D-B942-A612-3B1BC59EF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" y="2751"/>
              <a:ext cx="548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I_WrEn</a:t>
              </a:r>
            </a:p>
          </p:txBody>
        </p:sp>
        <p:sp>
          <p:nvSpPr>
            <p:cNvPr id="62526" name="Line 51">
              <a:extLst>
                <a:ext uri="{FF2B5EF4-FFF2-40B4-BE49-F238E27FC236}">
                  <a16:creationId xmlns:a16="http://schemas.microsoft.com/office/drawing/2014/main" id="{D48A9F26-0A91-9648-A3C8-2A22259CA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2212"/>
              <a:ext cx="1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7" name="Line 52">
              <a:extLst>
                <a:ext uri="{FF2B5EF4-FFF2-40B4-BE49-F238E27FC236}">
                  <a16:creationId xmlns:a16="http://schemas.microsoft.com/office/drawing/2014/main" id="{EED79FFD-57F2-C64A-BB7F-CBB8C2567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5" y="2051"/>
              <a:ext cx="95" cy="16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8" name="Line 53">
              <a:extLst>
                <a:ext uri="{FF2B5EF4-FFF2-40B4-BE49-F238E27FC236}">
                  <a16:creationId xmlns:a16="http://schemas.microsoft.com/office/drawing/2014/main" id="{10879A3D-FD61-E74E-A62B-EDCFD022AA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4" y="2055"/>
              <a:ext cx="965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29" name="Rectangle 54">
              <a:extLst>
                <a:ext uri="{FF2B5EF4-FFF2-40B4-BE49-F238E27FC236}">
                  <a16:creationId xmlns:a16="http://schemas.microsoft.com/office/drawing/2014/main" id="{935B2F47-5E5F-F247-A14D-01DE0E8A7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" y="2020"/>
              <a:ext cx="60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C_WrEn</a:t>
              </a:r>
            </a:p>
          </p:txBody>
        </p:sp>
        <p:sp>
          <p:nvSpPr>
            <p:cNvPr id="62530" name="Rectangle 55">
              <a:extLst>
                <a:ext uri="{FF2B5EF4-FFF2-40B4-BE49-F238E27FC236}">
                  <a16:creationId xmlns:a16="http://schemas.microsoft.com/office/drawing/2014/main" id="{85058BC8-E02C-D344-AB86-4402E8398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1" y="2495"/>
              <a:ext cx="6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u="sng">
                  <a:latin typeface="Arial" panose="020B0604020202020204" pitchFamily="34" charset="0"/>
                  <a:ea typeface="宋体" panose="02010600030101010101" pitchFamily="2" charset="-122"/>
                </a:rPr>
                <a:t>C_WrEn</a:t>
              </a:r>
            </a:p>
          </p:txBody>
        </p:sp>
        <p:sp>
          <p:nvSpPr>
            <p:cNvPr id="62531" name="Rectangle 67">
              <a:extLst>
                <a:ext uri="{FF2B5EF4-FFF2-40B4-BE49-F238E27FC236}">
                  <a16:creationId xmlns:a16="http://schemas.microsoft.com/office/drawing/2014/main" id="{25CDD11B-0E76-E747-AEDE-35C560035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2364"/>
              <a:ext cx="1568" cy="1232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532" name="Line 76">
              <a:extLst>
                <a:ext uri="{FF2B5EF4-FFF2-40B4-BE49-F238E27FC236}">
                  <a16:creationId xmlns:a16="http://schemas.microsoft.com/office/drawing/2014/main" id="{1608E442-6473-9D4E-892C-D5E747C081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52" y="3427"/>
              <a:ext cx="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33" name="Line 77">
              <a:extLst>
                <a:ext uri="{FF2B5EF4-FFF2-40B4-BE49-F238E27FC236}">
                  <a16:creationId xmlns:a16="http://schemas.microsoft.com/office/drawing/2014/main" id="{69E9BB04-A3EE-1A4A-9412-71331CC3B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2" y="1226"/>
              <a:ext cx="3" cy="2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34" name="Line 78">
              <a:extLst>
                <a:ext uri="{FF2B5EF4-FFF2-40B4-BE49-F238E27FC236}">
                  <a16:creationId xmlns:a16="http://schemas.microsoft.com/office/drawing/2014/main" id="{5EA8A297-0971-A34E-8F2D-DD896E444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471"/>
              <a:ext cx="1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35" name="Line 79">
              <a:extLst>
                <a:ext uri="{FF2B5EF4-FFF2-40B4-BE49-F238E27FC236}">
                  <a16:creationId xmlns:a16="http://schemas.microsoft.com/office/drawing/2014/main" id="{4C9B309D-C0AD-EC4C-B3B1-38516DF6D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60" y="2061"/>
              <a:ext cx="92" cy="174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36" name="Text Box 80">
              <a:extLst>
                <a:ext uri="{FF2B5EF4-FFF2-40B4-BE49-F238E27FC236}">
                  <a16:creationId xmlns:a16="http://schemas.microsoft.com/office/drawing/2014/main" id="{50A89846-A03D-3644-9BAA-790C4B065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2" y="2035"/>
              <a:ext cx="828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Actual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write</a:t>
              </a:r>
            </a:p>
          </p:txBody>
        </p:sp>
        <p:sp>
          <p:nvSpPr>
            <p:cNvPr id="62537" name="Line 83">
              <a:extLst>
                <a:ext uri="{FF2B5EF4-FFF2-40B4-BE49-F238E27FC236}">
                  <a16:creationId xmlns:a16="http://schemas.microsoft.com/office/drawing/2014/main" id="{FC12E6A5-3407-3F42-BA4C-1724392B35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2156"/>
              <a:ext cx="1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8" name="Line 84">
              <a:extLst>
                <a:ext uri="{FF2B5EF4-FFF2-40B4-BE49-F238E27FC236}">
                  <a16:creationId xmlns:a16="http://schemas.microsoft.com/office/drawing/2014/main" id="{ADD97272-F215-F546-876C-BF23BB091A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4" y="2148"/>
              <a:ext cx="120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677" name="Group 93">
            <a:extLst>
              <a:ext uri="{FF2B5EF4-FFF2-40B4-BE49-F238E27FC236}">
                <a16:creationId xmlns:a16="http://schemas.microsoft.com/office/drawing/2014/main" id="{548EED46-C4D2-8444-935E-9C5176E2D007}"/>
              </a:ext>
            </a:extLst>
          </p:cNvPr>
          <p:cNvGrpSpPr>
            <a:grpSpLocks/>
          </p:cNvGrpSpPr>
          <p:nvPr/>
        </p:nvGrpSpPr>
        <p:grpSpPr bwMode="auto">
          <a:xfrm>
            <a:off x="3978275" y="4503738"/>
            <a:ext cx="1882775" cy="762000"/>
            <a:chOff x="3713" y="3660"/>
            <a:chExt cx="1040" cy="480"/>
          </a:xfrm>
        </p:grpSpPr>
        <p:sp>
          <p:nvSpPr>
            <p:cNvPr id="62475" name="Line 68">
              <a:extLst>
                <a:ext uri="{FF2B5EF4-FFF2-40B4-BE49-F238E27FC236}">
                  <a16:creationId xmlns:a16="http://schemas.microsoft.com/office/drawing/2014/main" id="{429D5EE0-57B4-844B-9973-95C7060C1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3" y="3748"/>
              <a:ext cx="8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6" name="Line 69">
              <a:extLst>
                <a:ext uri="{FF2B5EF4-FFF2-40B4-BE49-F238E27FC236}">
                  <a16:creationId xmlns:a16="http://schemas.microsoft.com/office/drawing/2014/main" id="{4877F40F-8799-8144-B733-6D7452B3F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3" y="4036"/>
              <a:ext cx="8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7" name="Line 70">
              <a:extLst>
                <a:ext uri="{FF2B5EF4-FFF2-40B4-BE49-F238E27FC236}">
                  <a16:creationId xmlns:a16="http://schemas.microsoft.com/office/drawing/2014/main" id="{23C6368F-C33A-A543-8565-6F60F88DB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9" y="3660"/>
              <a:ext cx="224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8" name="Line 71">
              <a:extLst>
                <a:ext uri="{FF2B5EF4-FFF2-40B4-BE49-F238E27FC236}">
                  <a16:creationId xmlns:a16="http://schemas.microsoft.com/office/drawing/2014/main" id="{1044FF48-CFE7-7D48-ABD2-7E2F43E2AE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9" y="3884"/>
              <a:ext cx="224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9" name="Text Box 85">
              <a:extLst>
                <a:ext uri="{FF2B5EF4-FFF2-40B4-BE49-F238E27FC236}">
                  <a16:creationId xmlns:a16="http://schemas.microsoft.com/office/drawing/2014/main" id="{A05936E5-F5A9-DB47-BA79-1A6DB9A47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778"/>
              <a:ext cx="5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ea typeface="黑体" panose="02010609060101010101" pitchFamily="49" charset="-122"/>
                </a:rPr>
                <a:t>等价于</a:t>
              </a:r>
            </a:p>
          </p:txBody>
        </p:sp>
      </p:grpSp>
      <p:sp>
        <p:nvSpPr>
          <p:cNvPr id="67673" name="Rectangle 89">
            <a:extLst>
              <a:ext uri="{FF2B5EF4-FFF2-40B4-BE49-F238E27FC236}">
                <a16:creationId xmlns:a16="http://schemas.microsoft.com/office/drawing/2014/main" id="{D07193E3-434C-394E-87BD-96E866C9A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1152525"/>
            <a:ext cx="45720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/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须由电路专家确保不会发生“定时错误”（即：能合理设计“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Clock”!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</a:t>
            </a:r>
            <a:endParaRPr lang="en-US" altLang="zh-CN" sz="19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7678" name="Text Box 94">
            <a:extLst>
              <a:ext uri="{FF2B5EF4-FFF2-40B4-BE49-F238E27FC236}">
                <a16:creationId xmlns:a16="http://schemas.microsoft.com/office/drawing/2014/main" id="{71691208-9D4B-2C4E-AD0F-5611EAD1D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5573713"/>
            <a:ext cx="30638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相当于单周期通路中的理想寄存器和理想存储器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6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7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ADCE9C5-E008-4A45-B11D-6607C4E73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774700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流水线举例：考察流水线</a:t>
            </a:r>
            <a:r>
              <a:rPr lang="en-US" altLang="zh-CN">
                <a:ea typeface="宋体" panose="02010600030101010101" pitchFamily="2" charset="-122"/>
              </a:rPr>
              <a:t>DataPath</a:t>
            </a:r>
            <a:r>
              <a:rPr lang="zh-CN" altLang="en-US">
                <a:ea typeface="宋体" panose="02010600030101010101" pitchFamily="2" charset="-122"/>
              </a:rPr>
              <a:t>的数据流动情况</a:t>
            </a:r>
          </a:p>
        </p:txBody>
      </p:sp>
      <p:grpSp>
        <p:nvGrpSpPr>
          <p:cNvPr id="64515" name="Group 155">
            <a:extLst>
              <a:ext uri="{FF2B5EF4-FFF2-40B4-BE49-F238E27FC236}">
                <a16:creationId xmlns:a16="http://schemas.microsoft.com/office/drawing/2014/main" id="{7996E449-7181-ED43-89BE-06FE8C653BA8}"/>
              </a:ext>
            </a:extLst>
          </p:cNvPr>
          <p:cNvGrpSpPr>
            <a:grpSpLocks/>
          </p:cNvGrpSpPr>
          <p:nvPr/>
        </p:nvGrpSpPr>
        <p:grpSpPr bwMode="auto">
          <a:xfrm>
            <a:off x="876300" y="685800"/>
            <a:ext cx="7556500" cy="317500"/>
            <a:chOff x="624" y="424"/>
            <a:chExt cx="4224" cy="208"/>
          </a:xfrm>
        </p:grpSpPr>
        <p:sp>
          <p:nvSpPr>
            <p:cNvPr id="64658" name="Line 47">
              <a:extLst>
                <a:ext uri="{FF2B5EF4-FFF2-40B4-BE49-F238E27FC236}">
                  <a16:creationId xmlns:a16="http://schemas.microsoft.com/office/drawing/2014/main" id="{E574DC55-3C49-4F41-8132-D75F5030B4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59" name="Line 48">
              <a:extLst>
                <a:ext uri="{FF2B5EF4-FFF2-40B4-BE49-F238E27FC236}">
                  <a16:creationId xmlns:a16="http://schemas.microsoft.com/office/drawing/2014/main" id="{7E95725C-10E9-3140-BC1A-DE75918E2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60" name="Line 51">
              <a:extLst>
                <a:ext uri="{FF2B5EF4-FFF2-40B4-BE49-F238E27FC236}">
                  <a16:creationId xmlns:a16="http://schemas.microsoft.com/office/drawing/2014/main" id="{D8A3ED35-EBF7-E44A-883B-5D8FA93BE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61" name="Line 52">
              <a:extLst>
                <a:ext uri="{FF2B5EF4-FFF2-40B4-BE49-F238E27FC236}">
                  <a16:creationId xmlns:a16="http://schemas.microsoft.com/office/drawing/2014/main" id="{A9C36BD0-0FE7-1E4F-AC70-40E0D7C08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62" name="Line 53">
              <a:extLst>
                <a:ext uri="{FF2B5EF4-FFF2-40B4-BE49-F238E27FC236}">
                  <a16:creationId xmlns:a16="http://schemas.microsoft.com/office/drawing/2014/main" id="{C77E7788-75CC-874F-B89D-F4F4DF63D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63" name="Line 54">
              <a:extLst>
                <a:ext uri="{FF2B5EF4-FFF2-40B4-BE49-F238E27FC236}">
                  <a16:creationId xmlns:a16="http://schemas.microsoft.com/office/drawing/2014/main" id="{0C64B80A-BD28-0E4A-A0F2-0D926EB61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64" name="Line 55">
              <a:extLst>
                <a:ext uri="{FF2B5EF4-FFF2-40B4-BE49-F238E27FC236}">
                  <a16:creationId xmlns:a16="http://schemas.microsoft.com/office/drawing/2014/main" id="{43B499D3-D656-4C4F-A01A-4A2594E8E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65" name="Line 56">
              <a:extLst>
                <a:ext uri="{FF2B5EF4-FFF2-40B4-BE49-F238E27FC236}">
                  <a16:creationId xmlns:a16="http://schemas.microsoft.com/office/drawing/2014/main" id="{F0C3D133-95D0-8C49-ADFC-FD6B2B292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66" name="Line 57">
              <a:extLst>
                <a:ext uri="{FF2B5EF4-FFF2-40B4-BE49-F238E27FC236}">
                  <a16:creationId xmlns:a16="http://schemas.microsoft.com/office/drawing/2014/main" id="{657CCABF-35BE-AA4A-A047-4BCF14854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424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516" name="Rectangle 139">
            <a:extLst>
              <a:ext uri="{FF2B5EF4-FFF2-40B4-BE49-F238E27FC236}">
                <a16:creationId xmlns:a16="http://schemas.microsoft.com/office/drawing/2014/main" id="{D147C04E-041A-974F-A53D-99F6A5144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3886200"/>
            <a:ext cx="874713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of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Cycle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4</a:t>
            </a:r>
          </a:p>
        </p:txBody>
      </p:sp>
      <p:sp>
        <p:nvSpPr>
          <p:cNvPr id="64517" name="Rectangle 140">
            <a:extLst>
              <a:ext uri="{FF2B5EF4-FFF2-40B4-BE49-F238E27FC236}">
                <a16:creationId xmlns:a16="http://schemas.microsoft.com/office/drawing/2014/main" id="{70C2F184-AE09-EE4B-899D-2937D91A7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00" y="3886200"/>
            <a:ext cx="89217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 of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Cycle 5</a:t>
            </a:r>
          </a:p>
        </p:txBody>
      </p:sp>
      <p:sp>
        <p:nvSpPr>
          <p:cNvPr id="64518" name="Rectangle 141">
            <a:extLst>
              <a:ext uri="{FF2B5EF4-FFF2-40B4-BE49-F238E27FC236}">
                <a16:creationId xmlns:a16="http://schemas.microsoft.com/office/drawing/2014/main" id="{88CE073C-D1BF-8449-B5D6-5A86928C8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886200"/>
            <a:ext cx="8858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of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Cycle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4519" name="Rectangle 142">
            <a:extLst>
              <a:ext uri="{FF2B5EF4-FFF2-40B4-BE49-F238E27FC236}">
                <a16:creationId xmlns:a16="http://schemas.microsoft.com/office/drawing/2014/main" id="{B634A520-A530-2945-BFBE-0E0DD48FB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400" y="3886200"/>
            <a:ext cx="89217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of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Cycle 7</a:t>
            </a:r>
          </a:p>
        </p:txBody>
      </p:sp>
      <p:grpSp>
        <p:nvGrpSpPr>
          <p:cNvPr id="64520" name="Group 150">
            <a:extLst>
              <a:ext uri="{FF2B5EF4-FFF2-40B4-BE49-F238E27FC236}">
                <a16:creationId xmlns:a16="http://schemas.microsoft.com/office/drawing/2014/main" id="{5F3FC78C-F427-CE4B-BB9C-E61233A0B8FE}"/>
              </a:ext>
            </a:extLst>
          </p:cNvPr>
          <p:cNvGrpSpPr>
            <a:grpSpLocks/>
          </p:cNvGrpSpPr>
          <p:nvPr/>
        </p:nvGrpSpPr>
        <p:grpSpPr bwMode="auto">
          <a:xfrm>
            <a:off x="0" y="685800"/>
            <a:ext cx="8966200" cy="3213100"/>
            <a:chOff x="135" y="432"/>
            <a:chExt cx="4993" cy="2024"/>
          </a:xfrm>
        </p:grpSpPr>
        <p:sp>
          <p:nvSpPr>
            <p:cNvPr id="64527" name="Rectangle 3">
              <a:extLst>
                <a:ext uri="{FF2B5EF4-FFF2-40B4-BE49-F238E27FC236}">
                  <a16:creationId xmlns:a16="http://schemas.microsoft.com/office/drawing/2014/main" id="{AB43512F-07A7-2B4E-B2CC-76A75B3E6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672"/>
              <a:ext cx="40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Clock</a:t>
              </a:r>
            </a:p>
          </p:txBody>
        </p:sp>
        <p:grpSp>
          <p:nvGrpSpPr>
            <p:cNvPr id="64528" name="Group 8">
              <a:extLst>
                <a:ext uri="{FF2B5EF4-FFF2-40B4-BE49-F238E27FC236}">
                  <a16:creationId xmlns:a16="http://schemas.microsoft.com/office/drawing/2014/main" id="{70BF2A2C-84DC-F94B-ADAC-3F28CB250C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664"/>
              <a:ext cx="520" cy="160"/>
              <a:chOff x="624" y="664"/>
              <a:chExt cx="520" cy="160"/>
            </a:xfrm>
          </p:grpSpPr>
          <p:sp>
            <p:nvSpPr>
              <p:cNvPr id="64654" name="Line 4">
                <a:extLst>
                  <a:ext uri="{FF2B5EF4-FFF2-40B4-BE49-F238E27FC236}">
                    <a16:creationId xmlns:a16="http://schemas.microsoft.com/office/drawing/2014/main" id="{35068E5E-7253-C446-A456-FDBB058EA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55" name="Line 5">
                <a:extLst>
                  <a:ext uri="{FF2B5EF4-FFF2-40B4-BE49-F238E27FC236}">
                    <a16:creationId xmlns:a16="http://schemas.microsoft.com/office/drawing/2014/main" id="{71EB2245-4EB3-AF4E-BBB4-BBAEB23FB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56" name="Line 6">
                <a:extLst>
                  <a:ext uri="{FF2B5EF4-FFF2-40B4-BE49-F238E27FC236}">
                    <a16:creationId xmlns:a16="http://schemas.microsoft.com/office/drawing/2014/main" id="{CB78FF29-3BB7-764F-8CC2-0D8E9E15A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57" name="Line 7">
                <a:extLst>
                  <a:ext uri="{FF2B5EF4-FFF2-40B4-BE49-F238E27FC236}">
                    <a16:creationId xmlns:a16="http://schemas.microsoft.com/office/drawing/2014/main" id="{3568BD82-8850-2B4D-8F13-73EC64165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0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29" name="Group 13">
              <a:extLst>
                <a:ext uri="{FF2B5EF4-FFF2-40B4-BE49-F238E27FC236}">
                  <a16:creationId xmlns:a16="http://schemas.microsoft.com/office/drawing/2014/main" id="{CB99BB26-3BE3-7A45-9670-0D6A53987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664"/>
              <a:ext cx="520" cy="160"/>
              <a:chOff x="1152" y="664"/>
              <a:chExt cx="520" cy="160"/>
            </a:xfrm>
          </p:grpSpPr>
          <p:sp>
            <p:nvSpPr>
              <p:cNvPr id="64650" name="Line 9">
                <a:extLst>
                  <a:ext uri="{FF2B5EF4-FFF2-40B4-BE49-F238E27FC236}">
                    <a16:creationId xmlns:a16="http://schemas.microsoft.com/office/drawing/2014/main" id="{66E63348-9D03-0541-864B-F323531DD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51" name="Line 10">
                <a:extLst>
                  <a:ext uri="{FF2B5EF4-FFF2-40B4-BE49-F238E27FC236}">
                    <a16:creationId xmlns:a16="http://schemas.microsoft.com/office/drawing/2014/main" id="{474CA0CC-56A8-8947-ABDA-23DE45F7B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52" name="Line 11">
                <a:extLst>
                  <a:ext uri="{FF2B5EF4-FFF2-40B4-BE49-F238E27FC236}">
                    <a16:creationId xmlns:a16="http://schemas.microsoft.com/office/drawing/2014/main" id="{E3346372-BB13-CA4E-8FFC-AEA77CC6C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53" name="Line 12">
                <a:extLst>
                  <a:ext uri="{FF2B5EF4-FFF2-40B4-BE49-F238E27FC236}">
                    <a16:creationId xmlns:a16="http://schemas.microsoft.com/office/drawing/2014/main" id="{B36915D8-B182-9D44-A52C-11570A1D6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8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0" name="Group 18">
              <a:extLst>
                <a:ext uri="{FF2B5EF4-FFF2-40B4-BE49-F238E27FC236}">
                  <a16:creationId xmlns:a16="http://schemas.microsoft.com/office/drawing/2014/main" id="{3D8187FD-A86F-3748-AC68-811B3D9A2F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664"/>
              <a:ext cx="520" cy="160"/>
              <a:chOff x="1680" y="664"/>
              <a:chExt cx="520" cy="160"/>
            </a:xfrm>
          </p:grpSpPr>
          <p:sp>
            <p:nvSpPr>
              <p:cNvPr id="64646" name="Line 14">
                <a:extLst>
                  <a:ext uri="{FF2B5EF4-FFF2-40B4-BE49-F238E27FC236}">
                    <a16:creationId xmlns:a16="http://schemas.microsoft.com/office/drawing/2014/main" id="{C43F858B-C63A-5348-8159-8919D3FC20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7" name="Line 15">
                <a:extLst>
                  <a:ext uri="{FF2B5EF4-FFF2-40B4-BE49-F238E27FC236}">
                    <a16:creationId xmlns:a16="http://schemas.microsoft.com/office/drawing/2014/main" id="{D2C2535F-C36E-344B-ADE8-8421A55F33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8" name="Line 16">
                <a:extLst>
                  <a:ext uri="{FF2B5EF4-FFF2-40B4-BE49-F238E27FC236}">
                    <a16:creationId xmlns:a16="http://schemas.microsoft.com/office/drawing/2014/main" id="{FB7B435D-E9EE-7549-A5F5-D8FD4A0C7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9" name="Line 17">
                <a:extLst>
                  <a:ext uri="{FF2B5EF4-FFF2-40B4-BE49-F238E27FC236}">
                    <a16:creationId xmlns:a16="http://schemas.microsoft.com/office/drawing/2014/main" id="{CC16D19F-08D9-9949-BBCD-95CB5866CE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6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1" name="Group 23">
              <a:extLst>
                <a:ext uri="{FF2B5EF4-FFF2-40B4-BE49-F238E27FC236}">
                  <a16:creationId xmlns:a16="http://schemas.microsoft.com/office/drawing/2014/main" id="{F14EFDD8-5066-294C-AE24-9B5A587A2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64"/>
              <a:ext cx="520" cy="160"/>
              <a:chOff x="2208" y="664"/>
              <a:chExt cx="520" cy="160"/>
            </a:xfrm>
          </p:grpSpPr>
          <p:sp>
            <p:nvSpPr>
              <p:cNvPr id="64642" name="Line 19">
                <a:extLst>
                  <a:ext uri="{FF2B5EF4-FFF2-40B4-BE49-F238E27FC236}">
                    <a16:creationId xmlns:a16="http://schemas.microsoft.com/office/drawing/2014/main" id="{F545C38D-C37E-0A46-A3B7-5BA57A549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6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3" name="Line 20">
                <a:extLst>
                  <a:ext uri="{FF2B5EF4-FFF2-40B4-BE49-F238E27FC236}">
                    <a16:creationId xmlns:a16="http://schemas.microsoft.com/office/drawing/2014/main" id="{E5A41280-2445-AD48-A121-74FBBBAF1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4" name="Line 21">
                <a:extLst>
                  <a:ext uri="{FF2B5EF4-FFF2-40B4-BE49-F238E27FC236}">
                    <a16:creationId xmlns:a16="http://schemas.microsoft.com/office/drawing/2014/main" id="{98BA2DBB-706B-584F-AECF-582007535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5" name="Line 22">
                <a:extLst>
                  <a:ext uri="{FF2B5EF4-FFF2-40B4-BE49-F238E27FC236}">
                    <a16:creationId xmlns:a16="http://schemas.microsoft.com/office/drawing/2014/main" id="{BAEA5804-6C61-6C44-B690-EE763691F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4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2" name="Group 28">
              <a:extLst>
                <a:ext uri="{FF2B5EF4-FFF2-40B4-BE49-F238E27FC236}">
                  <a16:creationId xmlns:a16="http://schemas.microsoft.com/office/drawing/2014/main" id="{DF0FF60E-52D1-DC44-8CA7-7944EAAE9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664"/>
              <a:ext cx="520" cy="160"/>
              <a:chOff x="2736" y="664"/>
              <a:chExt cx="520" cy="160"/>
            </a:xfrm>
          </p:grpSpPr>
          <p:sp>
            <p:nvSpPr>
              <p:cNvPr id="64638" name="Line 24">
                <a:extLst>
                  <a:ext uri="{FF2B5EF4-FFF2-40B4-BE49-F238E27FC236}">
                    <a16:creationId xmlns:a16="http://schemas.microsoft.com/office/drawing/2014/main" id="{39951291-57B4-2B4F-A37C-E7EBB7D69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39" name="Line 25">
                <a:extLst>
                  <a:ext uri="{FF2B5EF4-FFF2-40B4-BE49-F238E27FC236}">
                    <a16:creationId xmlns:a16="http://schemas.microsoft.com/office/drawing/2014/main" id="{2F526454-6C52-B941-A0ED-392638159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0" name="Line 26">
                <a:extLst>
                  <a:ext uri="{FF2B5EF4-FFF2-40B4-BE49-F238E27FC236}">
                    <a16:creationId xmlns:a16="http://schemas.microsoft.com/office/drawing/2014/main" id="{717D169B-AF5E-FE4B-92E4-F4CEA040F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4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41" name="Line 27">
                <a:extLst>
                  <a:ext uri="{FF2B5EF4-FFF2-40B4-BE49-F238E27FC236}">
                    <a16:creationId xmlns:a16="http://schemas.microsoft.com/office/drawing/2014/main" id="{CB9154E2-C153-E442-A2AD-5F69FF35B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3" name="Group 33">
              <a:extLst>
                <a:ext uri="{FF2B5EF4-FFF2-40B4-BE49-F238E27FC236}">
                  <a16:creationId xmlns:a16="http://schemas.microsoft.com/office/drawing/2014/main" id="{9AE61A01-5A15-874F-9915-DEFE4E569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664"/>
              <a:ext cx="520" cy="160"/>
              <a:chOff x="3264" y="664"/>
              <a:chExt cx="520" cy="160"/>
            </a:xfrm>
          </p:grpSpPr>
          <p:sp>
            <p:nvSpPr>
              <p:cNvPr id="64634" name="Line 29">
                <a:extLst>
                  <a:ext uri="{FF2B5EF4-FFF2-40B4-BE49-F238E27FC236}">
                    <a16:creationId xmlns:a16="http://schemas.microsoft.com/office/drawing/2014/main" id="{49876B83-B385-7D40-9749-4AF51FC3D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2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35" name="Line 30">
                <a:extLst>
                  <a:ext uri="{FF2B5EF4-FFF2-40B4-BE49-F238E27FC236}">
                    <a16:creationId xmlns:a16="http://schemas.microsoft.com/office/drawing/2014/main" id="{08AAD344-6F23-7141-BE91-A5E4FC304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36" name="Line 31">
                <a:extLst>
                  <a:ext uri="{FF2B5EF4-FFF2-40B4-BE49-F238E27FC236}">
                    <a16:creationId xmlns:a16="http://schemas.microsoft.com/office/drawing/2014/main" id="{24EE1C35-CAF6-6F42-AB9E-FF67EE49C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37" name="Line 32">
                <a:extLst>
                  <a:ext uri="{FF2B5EF4-FFF2-40B4-BE49-F238E27FC236}">
                    <a16:creationId xmlns:a16="http://schemas.microsoft.com/office/drawing/2014/main" id="{7725917B-9436-C849-8325-2F6D04AB42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4" name="Group 38">
              <a:extLst>
                <a:ext uri="{FF2B5EF4-FFF2-40B4-BE49-F238E27FC236}">
                  <a16:creationId xmlns:a16="http://schemas.microsoft.com/office/drawing/2014/main" id="{82714715-F84E-2140-811A-DFB33DA4A0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664"/>
              <a:ext cx="520" cy="160"/>
              <a:chOff x="3792" y="664"/>
              <a:chExt cx="520" cy="160"/>
            </a:xfrm>
          </p:grpSpPr>
          <p:sp>
            <p:nvSpPr>
              <p:cNvPr id="64630" name="Line 34">
                <a:extLst>
                  <a:ext uri="{FF2B5EF4-FFF2-40B4-BE49-F238E27FC236}">
                    <a16:creationId xmlns:a16="http://schemas.microsoft.com/office/drawing/2014/main" id="{C1D254F0-4AD4-384C-82DE-FCB5305B0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0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31" name="Line 35">
                <a:extLst>
                  <a:ext uri="{FF2B5EF4-FFF2-40B4-BE49-F238E27FC236}">
                    <a16:creationId xmlns:a16="http://schemas.microsoft.com/office/drawing/2014/main" id="{FEC224F9-213E-4C43-B761-617425778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32" name="Line 36">
                <a:extLst>
                  <a:ext uri="{FF2B5EF4-FFF2-40B4-BE49-F238E27FC236}">
                    <a16:creationId xmlns:a16="http://schemas.microsoft.com/office/drawing/2014/main" id="{5704DA14-9866-2741-83D9-9BAEA2BE9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33" name="Line 37">
                <a:extLst>
                  <a:ext uri="{FF2B5EF4-FFF2-40B4-BE49-F238E27FC236}">
                    <a16:creationId xmlns:a16="http://schemas.microsoft.com/office/drawing/2014/main" id="{8057A88A-B853-0343-8FDD-2B408C387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8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5" name="Group 43">
              <a:extLst>
                <a:ext uri="{FF2B5EF4-FFF2-40B4-BE49-F238E27FC236}">
                  <a16:creationId xmlns:a16="http://schemas.microsoft.com/office/drawing/2014/main" id="{119411C6-AD66-1348-BB82-6BF927FC79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664"/>
              <a:ext cx="520" cy="160"/>
              <a:chOff x="4320" y="664"/>
              <a:chExt cx="520" cy="160"/>
            </a:xfrm>
          </p:grpSpPr>
          <p:sp>
            <p:nvSpPr>
              <p:cNvPr id="64626" name="Line 39">
                <a:extLst>
                  <a:ext uri="{FF2B5EF4-FFF2-40B4-BE49-F238E27FC236}">
                    <a16:creationId xmlns:a16="http://schemas.microsoft.com/office/drawing/2014/main" id="{938EEAC9-3A17-FF45-AB63-A35F36182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" y="81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27" name="Line 40">
                <a:extLst>
                  <a:ext uri="{FF2B5EF4-FFF2-40B4-BE49-F238E27FC236}">
                    <a16:creationId xmlns:a16="http://schemas.microsoft.com/office/drawing/2014/main" id="{B9BB83D2-4D45-C74D-8BD4-C5FD93D19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68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28" name="Line 41">
                <a:extLst>
                  <a:ext uri="{FF2B5EF4-FFF2-40B4-BE49-F238E27FC236}">
                    <a16:creationId xmlns:a16="http://schemas.microsoft.com/office/drawing/2014/main" id="{2B5AA918-32B1-D64A-912E-8455CBFFD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66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629" name="Line 42">
                <a:extLst>
                  <a:ext uri="{FF2B5EF4-FFF2-40B4-BE49-F238E27FC236}">
                    <a16:creationId xmlns:a16="http://schemas.microsoft.com/office/drawing/2014/main" id="{1574A4C4-AF18-0D49-B2BA-6C0C4814E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6" y="67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4536" name="Line 44">
              <a:extLst>
                <a:ext uri="{FF2B5EF4-FFF2-40B4-BE49-F238E27FC236}">
                  <a16:creationId xmlns:a16="http://schemas.microsoft.com/office/drawing/2014/main" id="{FF3AEB8D-6B7F-E04E-A0A4-8688DB8D6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37" name="Line 45">
              <a:extLst>
                <a:ext uri="{FF2B5EF4-FFF2-40B4-BE49-F238E27FC236}">
                  <a16:creationId xmlns:a16="http://schemas.microsoft.com/office/drawing/2014/main" id="{5B2F3B70-F5E8-CB46-82BC-380FC1E0C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38" name="Line 46">
              <a:extLst>
                <a:ext uri="{FF2B5EF4-FFF2-40B4-BE49-F238E27FC236}">
                  <a16:creationId xmlns:a16="http://schemas.microsoft.com/office/drawing/2014/main" id="{8BDCD723-4588-5B4C-9872-7A461D55A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39" name="Rectangle 49">
              <a:extLst>
                <a:ext uri="{FF2B5EF4-FFF2-40B4-BE49-F238E27FC236}">
                  <a16:creationId xmlns:a16="http://schemas.microsoft.com/office/drawing/2014/main" id="{64862ED2-2315-8748-9ADB-C487E0614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" y="432"/>
              <a:ext cx="4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1</a:t>
              </a:r>
            </a:p>
          </p:txBody>
        </p:sp>
        <p:sp>
          <p:nvSpPr>
            <p:cNvPr id="64540" name="Rectangle 50">
              <a:extLst>
                <a:ext uri="{FF2B5EF4-FFF2-40B4-BE49-F238E27FC236}">
                  <a16:creationId xmlns:a16="http://schemas.microsoft.com/office/drawing/2014/main" id="{9BE83676-9E25-A145-B90E-B0F533708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432"/>
              <a:ext cx="4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2</a:t>
              </a:r>
            </a:p>
          </p:txBody>
        </p:sp>
        <p:sp>
          <p:nvSpPr>
            <p:cNvPr id="64541" name="Rectangle 58">
              <a:extLst>
                <a:ext uri="{FF2B5EF4-FFF2-40B4-BE49-F238E27FC236}">
                  <a16:creationId xmlns:a16="http://schemas.microsoft.com/office/drawing/2014/main" id="{B867F51B-0D69-1E40-87C3-9FA1E87DD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432"/>
              <a:ext cx="4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3</a:t>
              </a:r>
            </a:p>
          </p:txBody>
        </p:sp>
        <p:sp>
          <p:nvSpPr>
            <p:cNvPr id="64542" name="Rectangle 59">
              <a:extLst>
                <a:ext uri="{FF2B5EF4-FFF2-40B4-BE49-F238E27FC236}">
                  <a16:creationId xmlns:a16="http://schemas.microsoft.com/office/drawing/2014/main" id="{4A24BFCB-0BAE-D14F-B63E-8314D07E5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432"/>
              <a:ext cx="4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4</a:t>
              </a:r>
            </a:p>
          </p:txBody>
        </p:sp>
        <p:sp>
          <p:nvSpPr>
            <p:cNvPr id="64543" name="Rectangle 60">
              <a:extLst>
                <a:ext uri="{FF2B5EF4-FFF2-40B4-BE49-F238E27FC236}">
                  <a16:creationId xmlns:a16="http://schemas.microsoft.com/office/drawing/2014/main" id="{3E46D87B-0D40-844C-BC31-982F418DD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432"/>
              <a:ext cx="4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5</a:t>
              </a:r>
            </a:p>
          </p:txBody>
        </p:sp>
        <p:sp>
          <p:nvSpPr>
            <p:cNvPr id="64544" name="Rectangle 61">
              <a:extLst>
                <a:ext uri="{FF2B5EF4-FFF2-40B4-BE49-F238E27FC236}">
                  <a16:creationId xmlns:a16="http://schemas.microsoft.com/office/drawing/2014/main" id="{32A48B51-5009-424F-963A-BEBBEA135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432"/>
              <a:ext cx="4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6</a:t>
              </a:r>
            </a:p>
          </p:txBody>
        </p:sp>
        <p:sp>
          <p:nvSpPr>
            <p:cNvPr id="64545" name="Rectangle 62">
              <a:extLst>
                <a:ext uri="{FF2B5EF4-FFF2-40B4-BE49-F238E27FC236}">
                  <a16:creationId xmlns:a16="http://schemas.microsoft.com/office/drawing/2014/main" id="{D25EBFF7-F2BA-5540-97AC-3A2956791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432"/>
              <a:ext cx="45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7</a:t>
              </a:r>
            </a:p>
          </p:txBody>
        </p:sp>
        <p:sp>
          <p:nvSpPr>
            <p:cNvPr id="64546" name="Rectangle 63">
              <a:extLst>
                <a:ext uri="{FF2B5EF4-FFF2-40B4-BE49-F238E27FC236}">
                  <a16:creationId xmlns:a16="http://schemas.microsoft.com/office/drawing/2014/main" id="{4E58027C-BDE1-034E-B2DC-C657CC807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432"/>
              <a:ext cx="47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Cycle 8</a:t>
              </a:r>
            </a:p>
          </p:txBody>
        </p:sp>
        <p:grpSp>
          <p:nvGrpSpPr>
            <p:cNvPr id="64547" name="Group 79">
              <a:extLst>
                <a:ext uri="{FF2B5EF4-FFF2-40B4-BE49-F238E27FC236}">
                  <a16:creationId xmlns:a16="http://schemas.microsoft.com/office/drawing/2014/main" id="{419C7EE7-047D-F549-8A23-822AC314C1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" y="960"/>
              <a:ext cx="2624" cy="210"/>
              <a:chOff x="632" y="960"/>
              <a:chExt cx="2624" cy="210"/>
            </a:xfrm>
          </p:grpSpPr>
          <p:grpSp>
            <p:nvGrpSpPr>
              <p:cNvPr id="64611" name="Group 66">
                <a:extLst>
                  <a:ext uri="{FF2B5EF4-FFF2-40B4-BE49-F238E27FC236}">
                    <a16:creationId xmlns:a16="http://schemas.microsoft.com/office/drawing/2014/main" id="{9FD01CFB-31A2-0245-A71D-DBC95E52EC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2" y="960"/>
                <a:ext cx="512" cy="210"/>
                <a:chOff x="632" y="960"/>
                <a:chExt cx="512" cy="210"/>
              </a:xfrm>
            </p:grpSpPr>
            <p:sp>
              <p:nvSpPr>
                <p:cNvPr id="64624" name="Rectangle 64">
                  <a:extLst>
                    <a:ext uri="{FF2B5EF4-FFF2-40B4-BE49-F238E27FC236}">
                      <a16:creationId xmlns:a16="http://schemas.microsoft.com/office/drawing/2014/main" id="{376D86C1-9217-6741-86A4-80D786C501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968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25" name="Rectangle 65">
                  <a:extLst>
                    <a:ext uri="{FF2B5EF4-FFF2-40B4-BE49-F238E27FC236}">
                      <a16:creationId xmlns:a16="http://schemas.microsoft.com/office/drawing/2014/main" id="{A1EF2CFB-38A1-714C-B515-3F02AC2E63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3" y="960"/>
                  <a:ext cx="38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Ifetch</a:t>
                  </a:r>
                </a:p>
              </p:txBody>
            </p:sp>
          </p:grpSp>
          <p:grpSp>
            <p:nvGrpSpPr>
              <p:cNvPr id="64612" name="Group 69">
                <a:extLst>
                  <a:ext uri="{FF2B5EF4-FFF2-40B4-BE49-F238E27FC236}">
                    <a16:creationId xmlns:a16="http://schemas.microsoft.com/office/drawing/2014/main" id="{47824DD2-DFB0-854C-84F6-89AFF565F4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43" y="960"/>
                <a:ext cx="529" cy="210"/>
                <a:chOff x="1143" y="960"/>
                <a:chExt cx="529" cy="210"/>
              </a:xfrm>
            </p:grpSpPr>
            <p:sp>
              <p:nvSpPr>
                <p:cNvPr id="64622" name="Rectangle 67">
                  <a:extLst>
                    <a:ext uri="{FF2B5EF4-FFF2-40B4-BE49-F238E27FC236}">
                      <a16:creationId xmlns:a16="http://schemas.microsoft.com/office/drawing/2014/main" id="{9D6F96A2-A46F-6E45-9982-E449E4D2EF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0" y="968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23" name="Rectangle 68">
                  <a:extLst>
                    <a:ext uri="{FF2B5EF4-FFF2-40B4-BE49-F238E27FC236}">
                      <a16:creationId xmlns:a16="http://schemas.microsoft.com/office/drawing/2014/main" id="{3F849B0F-5649-2F4F-A7E4-15FB989CA2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3" y="960"/>
                  <a:ext cx="50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Reg/Dec</a:t>
                  </a:r>
                </a:p>
              </p:txBody>
            </p:sp>
          </p:grpSp>
          <p:grpSp>
            <p:nvGrpSpPr>
              <p:cNvPr id="64613" name="Group 72">
                <a:extLst>
                  <a:ext uri="{FF2B5EF4-FFF2-40B4-BE49-F238E27FC236}">
                    <a16:creationId xmlns:a16="http://schemas.microsoft.com/office/drawing/2014/main" id="{E5F2DD51-419F-454F-95F9-C22E4DDCA9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8" y="960"/>
                <a:ext cx="512" cy="210"/>
                <a:chOff x="1688" y="960"/>
                <a:chExt cx="512" cy="210"/>
              </a:xfrm>
            </p:grpSpPr>
            <p:sp>
              <p:nvSpPr>
                <p:cNvPr id="64620" name="Rectangle 70">
                  <a:extLst>
                    <a:ext uri="{FF2B5EF4-FFF2-40B4-BE49-F238E27FC236}">
                      <a16:creationId xmlns:a16="http://schemas.microsoft.com/office/drawing/2014/main" id="{C95AF009-44A4-5443-B27A-85689ECEF2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968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21" name="Rectangle 71">
                  <a:extLst>
                    <a:ext uri="{FF2B5EF4-FFF2-40B4-BE49-F238E27FC236}">
                      <a16:creationId xmlns:a16="http://schemas.microsoft.com/office/drawing/2014/main" id="{01682FA3-7027-C241-A868-CF9561B55A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7" y="960"/>
                  <a:ext cx="33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Exec</a:t>
                  </a:r>
                </a:p>
              </p:txBody>
            </p:sp>
          </p:grpSp>
          <p:grpSp>
            <p:nvGrpSpPr>
              <p:cNvPr id="64614" name="Group 75">
                <a:extLst>
                  <a:ext uri="{FF2B5EF4-FFF2-40B4-BE49-F238E27FC236}">
                    <a16:creationId xmlns:a16="http://schemas.microsoft.com/office/drawing/2014/main" id="{0F38DDA8-D2BD-0644-AD61-DADDC7B5EA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6" y="960"/>
                <a:ext cx="512" cy="210"/>
                <a:chOff x="2216" y="960"/>
                <a:chExt cx="512" cy="210"/>
              </a:xfrm>
            </p:grpSpPr>
            <p:sp>
              <p:nvSpPr>
                <p:cNvPr id="64618" name="Rectangle 73">
                  <a:extLst>
                    <a:ext uri="{FF2B5EF4-FFF2-40B4-BE49-F238E27FC236}">
                      <a16:creationId xmlns:a16="http://schemas.microsoft.com/office/drawing/2014/main" id="{1DB3D1C2-0A09-DE4E-8F5E-F7F0F2A7B0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6" y="968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19" name="Rectangle 74">
                  <a:extLst>
                    <a:ext uri="{FF2B5EF4-FFF2-40B4-BE49-F238E27FC236}">
                      <a16:creationId xmlns:a16="http://schemas.microsoft.com/office/drawing/2014/main" id="{D68E3F5D-3708-6A42-BC4B-84F25E4569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5" y="960"/>
                  <a:ext cx="35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Mem</a:t>
                  </a:r>
                </a:p>
              </p:txBody>
            </p:sp>
          </p:grpSp>
          <p:grpSp>
            <p:nvGrpSpPr>
              <p:cNvPr id="64615" name="Group 78">
                <a:extLst>
                  <a:ext uri="{FF2B5EF4-FFF2-40B4-BE49-F238E27FC236}">
                    <a16:creationId xmlns:a16="http://schemas.microsoft.com/office/drawing/2014/main" id="{7B92CC57-3A64-E244-921F-2F1D53C1AE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" y="960"/>
                <a:ext cx="512" cy="210"/>
                <a:chOff x="2744" y="960"/>
                <a:chExt cx="512" cy="210"/>
              </a:xfrm>
            </p:grpSpPr>
            <p:sp>
              <p:nvSpPr>
                <p:cNvPr id="64616" name="Rectangle 76">
                  <a:extLst>
                    <a:ext uri="{FF2B5EF4-FFF2-40B4-BE49-F238E27FC236}">
                      <a16:creationId xmlns:a16="http://schemas.microsoft.com/office/drawing/2014/main" id="{D8D51721-CCA8-CC46-9D33-907D833B7F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4" y="968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17" name="Rectangle 77">
                  <a:extLst>
                    <a:ext uri="{FF2B5EF4-FFF2-40B4-BE49-F238E27FC236}">
                      <a16:creationId xmlns:a16="http://schemas.microsoft.com/office/drawing/2014/main" id="{81B9845D-79A7-864C-B458-0FFE23328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3" y="960"/>
                  <a:ext cx="26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Wr</a:t>
                  </a:r>
                </a:p>
              </p:txBody>
            </p:sp>
          </p:grpSp>
        </p:grpSp>
        <p:sp>
          <p:nvSpPr>
            <p:cNvPr id="64548" name="Rectangle 80">
              <a:extLst>
                <a:ext uri="{FF2B5EF4-FFF2-40B4-BE49-F238E27FC236}">
                  <a16:creationId xmlns:a16="http://schemas.microsoft.com/office/drawing/2014/main" id="{611BB1F2-D2C8-0C41-A14F-80DFC1DEF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960"/>
              <a:ext cx="49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0: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Load</a:t>
              </a:r>
            </a:p>
          </p:txBody>
        </p:sp>
        <p:grpSp>
          <p:nvGrpSpPr>
            <p:cNvPr id="64549" name="Group 96">
              <a:extLst>
                <a:ext uri="{FF2B5EF4-FFF2-40B4-BE49-F238E27FC236}">
                  <a16:creationId xmlns:a16="http://schemas.microsoft.com/office/drawing/2014/main" id="{B0897764-980D-544A-98DB-A376733402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1248"/>
              <a:ext cx="2624" cy="210"/>
              <a:chOff x="1160" y="1248"/>
              <a:chExt cx="2624" cy="210"/>
            </a:xfrm>
          </p:grpSpPr>
          <p:grpSp>
            <p:nvGrpSpPr>
              <p:cNvPr id="64596" name="Group 83">
                <a:extLst>
                  <a:ext uri="{FF2B5EF4-FFF2-40B4-BE49-F238E27FC236}">
                    <a16:creationId xmlns:a16="http://schemas.microsoft.com/office/drawing/2014/main" id="{1D2293E3-DD28-854A-B74C-E107CDC5D6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0" y="1248"/>
                <a:ext cx="512" cy="210"/>
                <a:chOff x="1160" y="1248"/>
                <a:chExt cx="512" cy="210"/>
              </a:xfrm>
            </p:grpSpPr>
            <p:sp>
              <p:nvSpPr>
                <p:cNvPr id="64609" name="Rectangle 81">
                  <a:extLst>
                    <a:ext uri="{FF2B5EF4-FFF2-40B4-BE49-F238E27FC236}">
                      <a16:creationId xmlns:a16="http://schemas.microsoft.com/office/drawing/2014/main" id="{6A6C6D69-C0FC-3841-9930-31CDCD3306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0" y="1256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10" name="Rectangle 82">
                  <a:extLst>
                    <a:ext uri="{FF2B5EF4-FFF2-40B4-BE49-F238E27FC236}">
                      <a16:creationId xmlns:a16="http://schemas.microsoft.com/office/drawing/2014/main" id="{453BD884-E603-3A4A-AC19-78E1A000C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1" y="1248"/>
                  <a:ext cx="38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Ifetch</a:t>
                  </a:r>
                </a:p>
              </p:txBody>
            </p:sp>
          </p:grpSp>
          <p:grpSp>
            <p:nvGrpSpPr>
              <p:cNvPr id="64597" name="Group 86">
                <a:extLst>
                  <a:ext uri="{FF2B5EF4-FFF2-40B4-BE49-F238E27FC236}">
                    <a16:creationId xmlns:a16="http://schemas.microsoft.com/office/drawing/2014/main" id="{B85040F6-0875-5844-BE48-DA0B4D3BE3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1" y="1248"/>
                <a:ext cx="529" cy="210"/>
                <a:chOff x="1671" y="1248"/>
                <a:chExt cx="529" cy="210"/>
              </a:xfrm>
            </p:grpSpPr>
            <p:sp>
              <p:nvSpPr>
                <p:cNvPr id="64607" name="Rectangle 84">
                  <a:extLst>
                    <a:ext uri="{FF2B5EF4-FFF2-40B4-BE49-F238E27FC236}">
                      <a16:creationId xmlns:a16="http://schemas.microsoft.com/office/drawing/2014/main" id="{9A3C4FB6-9D88-4741-927A-78D1550DD7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1256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08" name="Rectangle 85">
                  <a:extLst>
                    <a:ext uri="{FF2B5EF4-FFF2-40B4-BE49-F238E27FC236}">
                      <a16:creationId xmlns:a16="http://schemas.microsoft.com/office/drawing/2014/main" id="{FCF711C9-32DC-0A43-BEFF-0A35C9693D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1" y="1248"/>
                  <a:ext cx="50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Reg/Dec</a:t>
                  </a:r>
                </a:p>
              </p:txBody>
            </p:sp>
          </p:grpSp>
          <p:grpSp>
            <p:nvGrpSpPr>
              <p:cNvPr id="64598" name="Group 89">
                <a:extLst>
                  <a:ext uri="{FF2B5EF4-FFF2-40B4-BE49-F238E27FC236}">
                    <a16:creationId xmlns:a16="http://schemas.microsoft.com/office/drawing/2014/main" id="{6D03E474-DAF2-CC4F-8236-1E2A484AFE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6" y="1248"/>
                <a:ext cx="512" cy="210"/>
                <a:chOff x="2216" y="1248"/>
                <a:chExt cx="512" cy="210"/>
              </a:xfrm>
            </p:grpSpPr>
            <p:sp>
              <p:nvSpPr>
                <p:cNvPr id="64605" name="Rectangle 87">
                  <a:extLst>
                    <a:ext uri="{FF2B5EF4-FFF2-40B4-BE49-F238E27FC236}">
                      <a16:creationId xmlns:a16="http://schemas.microsoft.com/office/drawing/2014/main" id="{FDAC9003-CA53-EC48-BEF3-C2F6C6D739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6" y="1256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06" name="Rectangle 88">
                  <a:extLst>
                    <a:ext uri="{FF2B5EF4-FFF2-40B4-BE49-F238E27FC236}">
                      <a16:creationId xmlns:a16="http://schemas.microsoft.com/office/drawing/2014/main" id="{AC09C24D-7701-C245-B501-7CDB1ACF8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5" y="1248"/>
                  <a:ext cx="33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Exec</a:t>
                  </a:r>
                </a:p>
              </p:txBody>
            </p:sp>
          </p:grpSp>
          <p:grpSp>
            <p:nvGrpSpPr>
              <p:cNvPr id="64599" name="Group 92">
                <a:extLst>
                  <a:ext uri="{FF2B5EF4-FFF2-40B4-BE49-F238E27FC236}">
                    <a16:creationId xmlns:a16="http://schemas.microsoft.com/office/drawing/2014/main" id="{CDA4DC0A-BAD1-FB4A-9EA7-0F80ACA093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" y="1248"/>
                <a:ext cx="512" cy="210"/>
                <a:chOff x="2744" y="1248"/>
                <a:chExt cx="512" cy="210"/>
              </a:xfrm>
            </p:grpSpPr>
            <p:sp>
              <p:nvSpPr>
                <p:cNvPr id="64603" name="Rectangle 90">
                  <a:extLst>
                    <a:ext uri="{FF2B5EF4-FFF2-40B4-BE49-F238E27FC236}">
                      <a16:creationId xmlns:a16="http://schemas.microsoft.com/office/drawing/2014/main" id="{F9AD0179-06A6-A947-BFB6-2D2AEB3EC1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4" y="1256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04" name="Rectangle 91">
                  <a:extLst>
                    <a:ext uri="{FF2B5EF4-FFF2-40B4-BE49-F238E27FC236}">
                      <a16:creationId xmlns:a16="http://schemas.microsoft.com/office/drawing/2014/main" id="{395AF2BE-FED4-0A42-AEAE-4E4BA3D4CA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3" y="1248"/>
                  <a:ext cx="35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Mem</a:t>
                  </a:r>
                </a:p>
              </p:txBody>
            </p:sp>
          </p:grpSp>
          <p:grpSp>
            <p:nvGrpSpPr>
              <p:cNvPr id="64600" name="Group 95">
                <a:extLst>
                  <a:ext uri="{FF2B5EF4-FFF2-40B4-BE49-F238E27FC236}">
                    <a16:creationId xmlns:a16="http://schemas.microsoft.com/office/drawing/2014/main" id="{E70CCAB9-D9FB-3744-BFA8-79BFB19283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2" y="1248"/>
                <a:ext cx="512" cy="210"/>
                <a:chOff x="3272" y="1248"/>
                <a:chExt cx="512" cy="210"/>
              </a:xfrm>
            </p:grpSpPr>
            <p:sp>
              <p:nvSpPr>
                <p:cNvPr id="64601" name="Rectangle 93">
                  <a:extLst>
                    <a:ext uri="{FF2B5EF4-FFF2-40B4-BE49-F238E27FC236}">
                      <a16:creationId xmlns:a16="http://schemas.microsoft.com/office/drawing/2014/main" id="{CECB4E8F-5CDA-1A4D-9583-F7B87AADBC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2" y="1256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02" name="Rectangle 94">
                  <a:extLst>
                    <a:ext uri="{FF2B5EF4-FFF2-40B4-BE49-F238E27FC236}">
                      <a16:creationId xmlns:a16="http://schemas.microsoft.com/office/drawing/2014/main" id="{35A56194-5081-6241-B773-A2DB281E5C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1248"/>
                  <a:ext cx="26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Wr</a:t>
                  </a:r>
                </a:p>
              </p:txBody>
            </p:sp>
          </p:grpSp>
        </p:grpSp>
        <p:sp>
          <p:nvSpPr>
            <p:cNvPr id="64550" name="Rectangle 97">
              <a:extLst>
                <a:ext uri="{FF2B5EF4-FFF2-40B4-BE49-F238E27FC236}">
                  <a16:creationId xmlns:a16="http://schemas.microsoft.com/office/drawing/2014/main" id="{EDFB2EBF-F209-1F4E-9CBD-62F3E8BC0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248"/>
              <a:ext cx="5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4: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R-type</a:t>
              </a:r>
            </a:p>
          </p:txBody>
        </p:sp>
        <p:grpSp>
          <p:nvGrpSpPr>
            <p:cNvPr id="64551" name="Group 113">
              <a:extLst>
                <a:ext uri="{FF2B5EF4-FFF2-40B4-BE49-F238E27FC236}">
                  <a16:creationId xmlns:a16="http://schemas.microsoft.com/office/drawing/2014/main" id="{70C8CE2C-FA0D-5E4F-8ECD-2E51758A3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1536"/>
              <a:ext cx="2624" cy="210"/>
              <a:chOff x="1688" y="1536"/>
              <a:chExt cx="2624" cy="210"/>
            </a:xfrm>
          </p:grpSpPr>
          <p:grpSp>
            <p:nvGrpSpPr>
              <p:cNvPr id="64581" name="Group 100">
                <a:extLst>
                  <a:ext uri="{FF2B5EF4-FFF2-40B4-BE49-F238E27FC236}">
                    <a16:creationId xmlns:a16="http://schemas.microsoft.com/office/drawing/2014/main" id="{17C4CA80-38CC-7644-B5FA-45D81624F0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8" y="1536"/>
                <a:ext cx="512" cy="210"/>
                <a:chOff x="1688" y="1536"/>
                <a:chExt cx="512" cy="210"/>
              </a:xfrm>
            </p:grpSpPr>
            <p:sp>
              <p:nvSpPr>
                <p:cNvPr id="64594" name="Rectangle 98">
                  <a:extLst>
                    <a:ext uri="{FF2B5EF4-FFF2-40B4-BE49-F238E27FC236}">
                      <a16:creationId xmlns:a16="http://schemas.microsoft.com/office/drawing/2014/main" id="{8542C992-DFCE-4345-ABD8-DDDDC543A4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154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95" name="Rectangle 99">
                  <a:extLst>
                    <a:ext uri="{FF2B5EF4-FFF2-40B4-BE49-F238E27FC236}">
                      <a16:creationId xmlns:a16="http://schemas.microsoft.com/office/drawing/2014/main" id="{F66AE554-2C14-C04B-A372-C2BAEC5859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9" y="1536"/>
                  <a:ext cx="38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Ifetch</a:t>
                  </a:r>
                </a:p>
              </p:txBody>
            </p:sp>
          </p:grpSp>
          <p:grpSp>
            <p:nvGrpSpPr>
              <p:cNvPr id="64582" name="Group 103">
                <a:extLst>
                  <a:ext uri="{FF2B5EF4-FFF2-40B4-BE49-F238E27FC236}">
                    <a16:creationId xmlns:a16="http://schemas.microsoft.com/office/drawing/2014/main" id="{80BF2482-864B-0F47-BC79-2FD6E85882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99" y="1536"/>
                <a:ext cx="529" cy="210"/>
                <a:chOff x="2199" y="1536"/>
                <a:chExt cx="529" cy="210"/>
              </a:xfrm>
            </p:grpSpPr>
            <p:sp>
              <p:nvSpPr>
                <p:cNvPr id="64592" name="Rectangle 101">
                  <a:extLst>
                    <a:ext uri="{FF2B5EF4-FFF2-40B4-BE49-F238E27FC236}">
                      <a16:creationId xmlns:a16="http://schemas.microsoft.com/office/drawing/2014/main" id="{F9B1852E-A0DE-894C-9807-4DA9663CD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6" y="154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93" name="Rectangle 102">
                  <a:extLst>
                    <a:ext uri="{FF2B5EF4-FFF2-40B4-BE49-F238E27FC236}">
                      <a16:creationId xmlns:a16="http://schemas.microsoft.com/office/drawing/2014/main" id="{4E52D805-532C-8C46-81A8-C1461369AF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9" y="1536"/>
                  <a:ext cx="50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Reg/Dec</a:t>
                  </a:r>
                </a:p>
              </p:txBody>
            </p:sp>
          </p:grpSp>
          <p:grpSp>
            <p:nvGrpSpPr>
              <p:cNvPr id="64583" name="Group 106">
                <a:extLst>
                  <a:ext uri="{FF2B5EF4-FFF2-40B4-BE49-F238E27FC236}">
                    <a16:creationId xmlns:a16="http://schemas.microsoft.com/office/drawing/2014/main" id="{C07DD312-D618-2C43-9A4A-29C3A5D9D6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" y="1536"/>
                <a:ext cx="512" cy="210"/>
                <a:chOff x="2744" y="1536"/>
                <a:chExt cx="512" cy="210"/>
              </a:xfrm>
            </p:grpSpPr>
            <p:sp>
              <p:nvSpPr>
                <p:cNvPr id="64590" name="Rectangle 104">
                  <a:extLst>
                    <a:ext uri="{FF2B5EF4-FFF2-40B4-BE49-F238E27FC236}">
                      <a16:creationId xmlns:a16="http://schemas.microsoft.com/office/drawing/2014/main" id="{F7F506CA-04C7-894D-AD71-91AF7AB197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4" y="154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91" name="Rectangle 105">
                  <a:extLst>
                    <a:ext uri="{FF2B5EF4-FFF2-40B4-BE49-F238E27FC236}">
                      <a16:creationId xmlns:a16="http://schemas.microsoft.com/office/drawing/2014/main" id="{ECF7CE83-B946-1B4F-BF8C-5F7425CAF1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3" y="1536"/>
                  <a:ext cx="33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Exec</a:t>
                  </a:r>
                </a:p>
              </p:txBody>
            </p:sp>
          </p:grpSp>
          <p:grpSp>
            <p:nvGrpSpPr>
              <p:cNvPr id="64584" name="Group 109">
                <a:extLst>
                  <a:ext uri="{FF2B5EF4-FFF2-40B4-BE49-F238E27FC236}">
                    <a16:creationId xmlns:a16="http://schemas.microsoft.com/office/drawing/2014/main" id="{0E585AE4-829B-A445-AB57-75E6617811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2" y="1536"/>
                <a:ext cx="512" cy="210"/>
                <a:chOff x="3272" y="1536"/>
                <a:chExt cx="512" cy="210"/>
              </a:xfrm>
            </p:grpSpPr>
            <p:sp>
              <p:nvSpPr>
                <p:cNvPr id="64588" name="Rectangle 107">
                  <a:extLst>
                    <a:ext uri="{FF2B5EF4-FFF2-40B4-BE49-F238E27FC236}">
                      <a16:creationId xmlns:a16="http://schemas.microsoft.com/office/drawing/2014/main" id="{FDD2877C-A541-9E44-B11E-320ED271B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2" y="154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89" name="Rectangle 108">
                  <a:extLst>
                    <a:ext uri="{FF2B5EF4-FFF2-40B4-BE49-F238E27FC236}">
                      <a16:creationId xmlns:a16="http://schemas.microsoft.com/office/drawing/2014/main" id="{CB61519E-21A8-EB4C-9737-449C3B3BAD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1536"/>
                  <a:ext cx="35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Mem</a:t>
                  </a:r>
                </a:p>
              </p:txBody>
            </p:sp>
          </p:grpSp>
          <p:grpSp>
            <p:nvGrpSpPr>
              <p:cNvPr id="64585" name="Group 112">
                <a:extLst>
                  <a:ext uri="{FF2B5EF4-FFF2-40B4-BE49-F238E27FC236}">
                    <a16:creationId xmlns:a16="http://schemas.microsoft.com/office/drawing/2014/main" id="{70BBE2D3-C590-6241-96FD-A6BEA5E59C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00" y="1536"/>
                <a:ext cx="512" cy="210"/>
                <a:chOff x="3800" y="1536"/>
                <a:chExt cx="512" cy="210"/>
              </a:xfrm>
            </p:grpSpPr>
            <p:sp>
              <p:nvSpPr>
                <p:cNvPr id="64586" name="Rectangle 110">
                  <a:extLst>
                    <a:ext uri="{FF2B5EF4-FFF2-40B4-BE49-F238E27FC236}">
                      <a16:creationId xmlns:a16="http://schemas.microsoft.com/office/drawing/2014/main" id="{284B7E52-0DCC-614C-93BE-C169416241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0" y="1544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87" name="Rectangle 111">
                  <a:extLst>
                    <a:ext uri="{FF2B5EF4-FFF2-40B4-BE49-F238E27FC236}">
                      <a16:creationId xmlns:a16="http://schemas.microsoft.com/office/drawing/2014/main" id="{F5D6F335-B9E9-1A46-B322-BE95302FD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9" y="1536"/>
                  <a:ext cx="26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Wr</a:t>
                  </a:r>
                </a:p>
              </p:txBody>
            </p:sp>
          </p:grpSp>
        </p:grpSp>
        <p:sp>
          <p:nvSpPr>
            <p:cNvPr id="64552" name="Rectangle 114">
              <a:extLst>
                <a:ext uri="{FF2B5EF4-FFF2-40B4-BE49-F238E27FC236}">
                  <a16:creationId xmlns:a16="http://schemas.microsoft.com/office/drawing/2014/main" id="{B2534304-34DF-7C47-98DC-FD43381C5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1536"/>
              <a:ext cx="5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8: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Store</a:t>
              </a:r>
            </a:p>
          </p:txBody>
        </p:sp>
        <p:grpSp>
          <p:nvGrpSpPr>
            <p:cNvPr id="64553" name="Group 130">
              <a:extLst>
                <a:ext uri="{FF2B5EF4-FFF2-40B4-BE49-F238E27FC236}">
                  <a16:creationId xmlns:a16="http://schemas.microsoft.com/office/drawing/2014/main" id="{CF4BB4D7-01D7-D84A-8605-41FE9F385F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1824"/>
              <a:ext cx="2624" cy="210"/>
              <a:chOff x="2216" y="1824"/>
              <a:chExt cx="2624" cy="210"/>
            </a:xfrm>
          </p:grpSpPr>
          <p:grpSp>
            <p:nvGrpSpPr>
              <p:cNvPr id="64566" name="Group 117">
                <a:extLst>
                  <a:ext uri="{FF2B5EF4-FFF2-40B4-BE49-F238E27FC236}">
                    <a16:creationId xmlns:a16="http://schemas.microsoft.com/office/drawing/2014/main" id="{E098416A-B161-DD4E-9E30-85E66E175A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6" y="1824"/>
                <a:ext cx="512" cy="210"/>
                <a:chOff x="2216" y="1824"/>
                <a:chExt cx="512" cy="210"/>
              </a:xfrm>
            </p:grpSpPr>
            <p:sp>
              <p:nvSpPr>
                <p:cNvPr id="64579" name="Rectangle 115">
                  <a:extLst>
                    <a:ext uri="{FF2B5EF4-FFF2-40B4-BE49-F238E27FC236}">
                      <a16:creationId xmlns:a16="http://schemas.microsoft.com/office/drawing/2014/main" id="{8CE05CC5-42FE-384E-A0A4-1BE0270B4D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6" y="1832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80" name="Rectangle 116">
                  <a:extLst>
                    <a:ext uri="{FF2B5EF4-FFF2-40B4-BE49-F238E27FC236}">
                      <a16:creationId xmlns:a16="http://schemas.microsoft.com/office/drawing/2014/main" id="{AF258C37-73A7-AF4C-8B7A-3C978B1862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7" y="1824"/>
                  <a:ext cx="38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Ifetch</a:t>
                  </a:r>
                </a:p>
              </p:txBody>
            </p:sp>
          </p:grpSp>
          <p:grpSp>
            <p:nvGrpSpPr>
              <p:cNvPr id="64567" name="Group 120">
                <a:extLst>
                  <a:ext uri="{FF2B5EF4-FFF2-40B4-BE49-F238E27FC236}">
                    <a16:creationId xmlns:a16="http://schemas.microsoft.com/office/drawing/2014/main" id="{87462231-3EDC-064C-88D6-05F323E07E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7" y="1824"/>
                <a:ext cx="529" cy="210"/>
                <a:chOff x="2727" y="1824"/>
                <a:chExt cx="529" cy="210"/>
              </a:xfrm>
            </p:grpSpPr>
            <p:sp>
              <p:nvSpPr>
                <p:cNvPr id="64577" name="Rectangle 118">
                  <a:extLst>
                    <a:ext uri="{FF2B5EF4-FFF2-40B4-BE49-F238E27FC236}">
                      <a16:creationId xmlns:a16="http://schemas.microsoft.com/office/drawing/2014/main" id="{8056FC53-15A4-0547-818E-C8F7874D7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4" y="1832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78" name="Rectangle 119">
                  <a:extLst>
                    <a:ext uri="{FF2B5EF4-FFF2-40B4-BE49-F238E27FC236}">
                      <a16:creationId xmlns:a16="http://schemas.microsoft.com/office/drawing/2014/main" id="{A7881298-5F18-7B4F-B5AD-BA54A1A1E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27" y="1824"/>
                  <a:ext cx="50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Reg/Dec</a:t>
                  </a:r>
                </a:p>
              </p:txBody>
            </p:sp>
          </p:grpSp>
          <p:grpSp>
            <p:nvGrpSpPr>
              <p:cNvPr id="64568" name="Group 123">
                <a:extLst>
                  <a:ext uri="{FF2B5EF4-FFF2-40B4-BE49-F238E27FC236}">
                    <a16:creationId xmlns:a16="http://schemas.microsoft.com/office/drawing/2014/main" id="{F6B582CF-A58E-8249-AA46-6B93262188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2" y="1824"/>
                <a:ext cx="512" cy="210"/>
                <a:chOff x="3272" y="1824"/>
                <a:chExt cx="512" cy="210"/>
              </a:xfrm>
            </p:grpSpPr>
            <p:sp>
              <p:nvSpPr>
                <p:cNvPr id="64575" name="Rectangle 121">
                  <a:extLst>
                    <a:ext uri="{FF2B5EF4-FFF2-40B4-BE49-F238E27FC236}">
                      <a16:creationId xmlns:a16="http://schemas.microsoft.com/office/drawing/2014/main" id="{FEB883FB-4AF4-8B4D-9C09-06CAF136F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2" y="1832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76" name="Rectangle 122">
                  <a:extLst>
                    <a:ext uri="{FF2B5EF4-FFF2-40B4-BE49-F238E27FC236}">
                      <a16:creationId xmlns:a16="http://schemas.microsoft.com/office/drawing/2014/main" id="{9B9EC69A-B053-7748-96D9-E065D2578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1824"/>
                  <a:ext cx="33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Exec</a:t>
                  </a:r>
                </a:p>
              </p:txBody>
            </p:sp>
          </p:grpSp>
          <p:grpSp>
            <p:nvGrpSpPr>
              <p:cNvPr id="64569" name="Group 126">
                <a:extLst>
                  <a:ext uri="{FF2B5EF4-FFF2-40B4-BE49-F238E27FC236}">
                    <a16:creationId xmlns:a16="http://schemas.microsoft.com/office/drawing/2014/main" id="{E46E1A76-7793-BB47-99CC-B166CA4259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00" y="1824"/>
                <a:ext cx="512" cy="210"/>
                <a:chOff x="3800" y="1824"/>
                <a:chExt cx="512" cy="210"/>
              </a:xfrm>
            </p:grpSpPr>
            <p:sp>
              <p:nvSpPr>
                <p:cNvPr id="64573" name="Rectangle 124">
                  <a:extLst>
                    <a:ext uri="{FF2B5EF4-FFF2-40B4-BE49-F238E27FC236}">
                      <a16:creationId xmlns:a16="http://schemas.microsoft.com/office/drawing/2014/main" id="{9C2F1143-0A23-1B4A-BD3E-DD4536A63C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0" y="1832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74" name="Rectangle 125">
                  <a:extLst>
                    <a:ext uri="{FF2B5EF4-FFF2-40B4-BE49-F238E27FC236}">
                      <a16:creationId xmlns:a16="http://schemas.microsoft.com/office/drawing/2014/main" id="{7A04CD4F-44C9-CF43-845B-56BD44E6A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9" y="1824"/>
                  <a:ext cx="353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Mem</a:t>
                  </a:r>
                </a:p>
              </p:txBody>
            </p:sp>
          </p:grpSp>
          <p:grpSp>
            <p:nvGrpSpPr>
              <p:cNvPr id="64570" name="Group 129">
                <a:extLst>
                  <a:ext uri="{FF2B5EF4-FFF2-40B4-BE49-F238E27FC236}">
                    <a16:creationId xmlns:a16="http://schemas.microsoft.com/office/drawing/2014/main" id="{958317E2-6988-4E44-9FB5-1A0F4D8774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8" y="1824"/>
                <a:ext cx="512" cy="210"/>
                <a:chOff x="4328" y="1824"/>
                <a:chExt cx="512" cy="210"/>
              </a:xfrm>
            </p:grpSpPr>
            <p:sp>
              <p:nvSpPr>
                <p:cNvPr id="64571" name="Rectangle 127">
                  <a:extLst>
                    <a:ext uri="{FF2B5EF4-FFF2-40B4-BE49-F238E27FC236}">
                      <a16:creationId xmlns:a16="http://schemas.microsoft.com/office/drawing/2014/main" id="{5C18A6D2-265F-6F4A-8E42-6628AC59F1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1832"/>
                  <a:ext cx="512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72" name="Rectangle 128">
                  <a:extLst>
                    <a:ext uri="{FF2B5EF4-FFF2-40B4-BE49-F238E27FC236}">
                      <a16:creationId xmlns:a16="http://schemas.microsoft.com/office/drawing/2014/main" id="{D2B6606B-5E15-1B40-B3E6-F85BD42C40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7" y="1824"/>
                  <a:ext cx="26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Wr</a:t>
                  </a:r>
                </a:p>
              </p:txBody>
            </p:sp>
          </p:grpSp>
        </p:grpSp>
        <p:sp>
          <p:nvSpPr>
            <p:cNvPr id="64554" name="Rectangle 131">
              <a:extLst>
                <a:ext uri="{FF2B5EF4-FFF2-40B4-BE49-F238E27FC236}">
                  <a16:creationId xmlns:a16="http://schemas.microsoft.com/office/drawing/2014/main" id="{A15F53A8-D2A7-FA45-B09E-004118750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1824"/>
              <a:ext cx="151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latin typeface="Arial" panose="020B0604020202020204" pitchFamily="34" charset="0"/>
                  <a:ea typeface="宋体" panose="02010600030101010101" pitchFamily="2" charset="-122"/>
                </a:rPr>
                <a:t>12: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Beq (target is 1000)</a:t>
              </a:r>
            </a:p>
          </p:txBody>
        </p:sp>
        <p:sp>
          <p:nvSpPr>
            <p:cNvPr id="64555" name="Line 132">
              <a:extLst>
                <a:ext uri="{FF2B5EF4-FFF2-40B4-BE49-F238E27FC236}">
                  <a16:creationId xmlns:a16="http://schemas.microsoft.com/office/drawing/2014/main" id="{AA7DA08D-55BD-3843-ADDD-0B8B31247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856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6" name="Line 133">
              <a:extLst>
                <a:ext uri="{FF2B5EF4-FFF2-40B4-BE49-F238E27FC236}">
                  <a16:creationId xmlns:a16="http://schemas.microsoft.com/office/drawing/2014/main" id="{1AAC3699-A8CF-BC46-AE45-B90B73C8FB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856"/>
              <a:ext cx="0" cy="6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7" name="Line 134">
              <a:extLst>
                <a:ext uri="{FF2B5EF4-FFF2-40B4-BE49-F238E27FC236}">
                  <a16:creationId xmlns:a16="http://schemas.microsoft.com/office/drawing/2014/main" id="{0D190384-CFA1-0145-AC66-2EFE9A10E9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856"/>
              <a:ext cx="0" cy="9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8" name="Oval 135">
              <a:extLst>
                <a:ext uri="{FF2B5EF4-FFF2-40B4-BE49-F238E27FC236}">
                  <a16:creationId xmlns:a16="http://schemas.microsoft.com/office/drawing/2014/main" id="{BE3E8478-6D19-FD44-ACB8-EA345B8D6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2" y="628"/>
              <a:ext cx="88" cy="1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59" name="Oval 136">
              <a:extLst>
                <a:ext uri="{FF2B5EF4-FFF2-40B4-BE49-F238E27FC236}">
                  <a16:creationId xmlns:a16="http://schemas.microsoft.com/office/drawing/2014/main" id="{736BCABE-9A50-BF4B-8902-94E49AB52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628"/>
              <a:ext cx="88" cy="1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60" name="Oval 137">
              <a:extLst>
                <a:ext uri="{FF2B5EF4-FFF2-40B4-BE49-F238E27FC236}">
                  <a16:creationId xmlns:a16="http://schemas.microsoft.com/office/drawing/2014/main" id="{C340DF58-A521-3E4D-80F8-932DF5E16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" y="628"/>
              <a:ext cx="88" cy="1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61" name="Oval 138">
              <a:extLst>
                <a:ext uri="{FF2B5EF4-FFF2-40B4-BE49-F238E27FC236}">
                  <a16:creationId xmlns:a16="http://schemas.microsoft.com/office/drawing/2014/main" id="{7C13474E-F73E-9A44-9CE1-46EBA82F8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628"/>
              <a:ext cx="88" cy="1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62" name="Line 143">
              <a:extLst>
                <a:ext uri="{FF2B5EF4-FFF2-40B4-BE49-F238E27FC236}">
                  <a16:creationId xmlns:a16="http://schemas.microsoft.com/office/drawing/2014/main" id="{6AC80BD9-CBEB-2F47-AC20-2229ACB396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200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63" name="Line 144">
              <a:extLst>
                <a:ext uri="{FF2B5EF4-FFF2-40B4-BE49-F238E27FC236}">
                  <a16:creationId xmlns:a16="http://schemas.microsoft.com/office/drawing/2014/main" id="{DAD778FF-3AF7-9B4C-9724-78373CAA7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200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64" name="Line 145">
              <a:extLst>
                <a:ext uri="{FF2B5EF4-FFF2-40B4-BE49-F238E27FC236}">
                  <a16:creationId xmlns:a16="http://schemas.microsoft.com/office/drawing/2014/main" id="{EB08D615-CF28-E84C-B408-AD62E551AC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200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65" name="Line 146">
              <a:extLst>
                <a:ext uri="{FF2B5EF4-FFF2-40B4-BE49-F238E27FC236}">
                  <a16:creationId xmlns:a16="http://schemas.microsoft.com/office/drawing/2014/main" id="{F9271673-A274-6E40-A79C-7F839EDA7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200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9779" name="Rectangle 147">
            <a:extLst>
              <a:ext uri="{FF2B5EF4-FFF2-40B4-BE49-F238E27FC236}">
                <a16:creationId xmlns:a16="http://schemas.microsoft.com/office/drawing/2014/main" id="{B25F71D5-06EC-9E46-B315-2736CC02D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4572000"/>
            <a:ext cx="8191500" cy="1397000"/>
          </a:xfrm>
          <a:noFill/>
        </p:spPr>
        <p:txBody>
          <a:bodyPr/>
          <a:lstStyle/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End of Cycle 4: Load’s Mem, R-type’s Exec,  Store’s Reg,  Beq’s Ifetch</a:t>
            </a:r>
          </a:p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End of Cycle 5: Load’s Wr,     R-type’s Mem,  Store’s Exec, Beq’s Reg</a:t>
            </a:r>
          </a:p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End of Cycle 6:                         R-type’s Wr,    Store’s Mem, Beq’s Exec</a:t>
            </a:r>
          </a:p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End of Cycle 7:                                                  Store’s Wr,     Beq’s Mem</a:t>
            </a:r>
          </a:p>
        </p:txBody>
      </p:sp>
      <p:sp>
        <p:nvSpPr>
          <p:cNvPr id="64522" name="Rectangle 148">
            <a:extLst>
              <a:ext uri="{FF2B5EF4-FFF2-40B4-BE49-F238E27FC236}">
                <a16:creationId xmlns:a16="http://schemas.microsoft.com/office/drawing/2014/main" id="{6E800E14-8300-7043-ABF9-431BF8E7C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300" y="3903663"/>
            <a:ext cx="6269038" cy="595312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4523" name="Text Box 149">
            <a:extLst>
              <a:ext uri="{FF2B5EF4-FFF2-40B4-BE49-F238E27FC236}">
                <a16:creationId xmlns:a16="http://schemas.microsoft.com/office/drawing/2014/main" id="{E4618064-2310-3D4A-8748-6BA7B3564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25" y="4021138"/>
            <a:ext cx="2962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ea typeface="黑体" panose="02010609060101010101" pitchFamily="49" charset="-122"/>
              </a:rPr>
              <a:t>考察以下几个点的情况：</a:t>
            </a:r>
          </a:p>
        </p:txBody>
      </p:sp>
      <p:sp>
        <p:nvSpPr>
          <p:cNvPr id="64524" name="Rectangle 152">
            <a:extLst>
              <a:ext uri="{FF2B5EF4-FFF2-40B4-BE49-F238E27FC236}">
                <a16:creationId xmlns:a16="http://schemas.microsoft.com/office/drawing/2014/main" id="{026C6B33-8ABC-6747-A535-145BBDC5B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3429000"/>
            <a:ext cx="4000500" cy="279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4525" name="Line 153">
            <a:extLst>
              <a:ext uri="{FF2B5EF4-FFF2-40B4-BE49-F238E27FC236}">
                <a16:creationId xmlns:a16="http://schemas.microsoft.com/office/drawing/2014/main" id="{BB135418-6E0B-3149-ABAD-55EA0321AD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3500" y="3441700"/>
            <a:ext cx="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786" name="Text Box 154">
            <a:extLst>
              <a:ext uri="{FF2B5EF4-FFF2-40B4-BE49-F238E27FC236}">
                <a16:creationId xmlns:a16="http://schemas.microsoft.com/office/drawing/2014/main" id="{C394509E-1BB8-0B46-B2EB-A168EC197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6065838"/>
            <a:ext cx="8166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说明：后面仅考察数据流动情况，控制信号随数据同步流动不再说明。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8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0659E6B-10F3-EC43-AFC4-23ABD86C9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840288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第四周期结束时的状态：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D1BD78B-2FB1-3245-91CF-507EE98EE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762000"/>
            <a:ext cx="8191500" cy="325438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0: </a:t>
            </a:r>
            <a:r>
              <a:rPr lang="en-US" altLang="zh-CN">
                <a:ea typeface="宋体" panose="02010600030101010101" pitchFamily="2" charset="-122"/>
              </a:rPr>
              <a:t>Load’s Mem    4: R-type’s Exec    8: Store’s Reg        12: Beq’s Ifetch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97E6B143-B3A0-EC49-A4A3-5AB0687F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365500"/>
            <a:ext cx="288925" cy="2305050"/>
          </a:xfrm>
          <a:prstGeom prst="rect">
            <a:avLst/>
          </a:prstGeom>
          <a:noFill/>
          <a:ln w="25400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EE3E2F50-7A68-0E46-A719-1CD1B46514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00957" y="4298156"/>
            <a:ext cx="21034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 Beq Instruction</a:t>
            </a:r>
          </a:p>
        </p:txBody>
      </p:sp>
      <p:sp>
        <p:nvSpPr>
          <p:cNvPr id="66566" name="Line 6">
            <a:extLst>
              <a:ext uri="{FF2B5EF4-FFF2-40B4-BE49-F238E27FC236}">
                <a16:creationId xmlns:a16="http://schemas.microsoft.com/office/drawing/2014/main" id="{450FB43B-49CC-E343-97BD-929D289DD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060700"/>
            <a:ext cx="0" cy="127000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19FECD79-E894-024B-AA3C-FA8F6B7A1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3365500"/>
            <a:ext cx="288925" cy="2305050"/>
          </a:xfrm>
          <a:prstGeom prst="rect">
            <a:avLst/>
          </a:prstGeom>
          <a:noFill/>
          <a:ln w="25400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68" name="Rectangle 8">
            <a:extLst>
              <a:ext uri="{FF2B5EF4-FFF2-40B4-BE49-F238E27FC236}">
                <a16:creationId xmlns:a16="http://schemas.microsoft.com/office/drawing/2014/main" id="{A6167E71-76EE-B646-81DB-72A74C157CD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17838" y="4371975"/>
            <a:ext cx="23272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: Store’s busA &amp; B</a:t>
            </a:r>
          </a:p>
        </p:txBody>
      </p:sp>
      <p:sp>
        <p:nvSpPr>
          <p:cNvPr id="66569" name="Rectangle 9">
            <a:extLst>
              <a:ext uri="{FF2B5EF4-FFF2-40B4-BE49-F238E27FC236}">
                <a16:creationId xmlns:a16="http://schemas.microsoft.com/office/drawing/2014/main" id="{FE05882C-9D02-C848-A7C9-283CFE4C6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365500"/>
            <a:ext cx="288925" cy="2305050"/>
          </a:xfrm>
          <a:prstGeom prst="rect">
            <a:avLst/>
          </a:prstGeom>
          <a:noFill/>
          <a:ln w="25400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70" name="Rectangle 10">
            <a:extLst>
              <a:ext uri="{FF2B5EF4-FFF2-40B4-BE49-F238E27FC236}">
                <a16:creationId xmlns:a16="http://schemas.microsoft.com/office/drawing/2014/main" id="{F6CFFD2B-06B5-AB4B-A44E-73407388E8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06157" y="4372769"/>
            <a:ext cx="2408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: R-type’s Result</a:t>
            </a:r>
          </a:p>
        </p:txBody>
      </p:sp>
      <p:sp>
        <p:nvSpPr>
          <p:cNvPr id="66571" name="Rectangle 11">
            <a:extLst>
              <a:ext uri="{FF2B5EF4-FFF2-40B4-BE49-F238E27FC236}">
                <a16:creationId xmlns:a16="http://schemas.microsoft.com/office/drawing/2014/main" id="{78975AF6-E18F-D14C-AF2E-ACE9BBD8C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3365500"/>
            <a:ext cx="288925" cy="2305050"/>
          </a:xfrm>
          <a:prstGeom prst="rect">
            <a:avLst/>
          </a:prstGeom>
          <a:noFill/>
          <a:ln w="25400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72" name="Rectangle 12">
            <a:extLst>
              <a:ext uri="{FF2B5EF4-FFF2-40B4-BE49-F238E27FC236}">
                <a16:creationId xmlns:a16="http://schemas.microsoft.com/office/drawing/2014/main" id="{3207DC4E-1B30-7148-9522-E0C2D7DB50F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31807" y="4371181"/>
            <a:ext cx="2170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: Load’s Dout</a:t>
            </a:r>
          </a:p>
        </p:txBody>
      </p:sp>
      <p:sp>
        <p:nvSpPr>
          <p:cNvPr id="66573" name="Rectangle 13">
            <a:extLst>
              <a:ext uri="{FF2B5EF4-FFF2-40B4-BE49-F238E27FC236}">
                <a16:creationId xmlns:a16="http://schemas.microsoft.com/office/drawing/2014/main" id="{86341BC7-DB64-864B-A670-8BB0F27C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3655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74" name="Rectangle 14">
            <a:extLst>
              <a:ext uri="{FF2B5EF4-FFF2-40B4-BE49-F238E27FC236}">
                <a16:creationId xmlns:a16="http://schemas.microsoft.com/office/drawing/2014/main" id="{D8EAFD0E-F31B-114D-BE78-32D3B0D4F75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4175" y="3754438"/>
            <a:ext cx="892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 = 12</a:t>
            </a:r>
          </a:p>
        </p:txBody>
      </p:sp>
      <p:sp>
        <p:nvSpPr>
          <p:cNvPr id="66575" name="Rectangle 15">
            <a:extLst>
              <a:ext uri="{FF2B5EF4-FFF2-40B4-BE49-F238E27FC236}">
                <a16:creationId xmlns:a16="http://schemas.microsoft.com/office/drawing/2014/main" id="{FAA55787-2382-5943-BA10-B1697E90C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822700"/>
            <a:ext cx="636588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76" name="Rectangle 16">
            <a:extLst>
              <a:ext uri="{FF2B5EF4-FFF2-40B4-BE49-F238E27FC236}">
                <a16:creationId xmlns:a16="http://schemas.microsoft.com/office/drawing/2014/main" id="{C502D1C3-464C-674D-8587-0B9743DED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4963" y="3830638"/>
            <a:ext cx="7842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5E174335-47F0-854F-95FD-E10141AED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459581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66578" name="Rectangle 18">
            <a:extLst>
              <a:ext uri="{FF2B5EF4-FFF2-40B4-BE49-F238E27FC236}">
                <a16:creationId xmlns:a16="http://schemas.microsoft.com/office/drawing/2014/main" id="{E23AFA3F-DAB1-884B-8D39-63A0981DB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8117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66579" name="Rectangle 19">
            <a:extLst>
              <a:ext uri="{FF2B5EF4-FFF2-40B4-BE49-F238E27FC236}">
                <a16:creationId xmlns:a16="http://schemas.microsoft.com/office/drawing/2014/main" id="{FF383F27-3D72-1243-85E2-26AFF43FC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4352925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66580" name="Rectangle 20">
            <a:extLst>
              <a:ext uri="{FF2B5EF4-FFF2-40B4-BE49-F238E27FC236}">
                <a16:creationId xmlns:a16="http://schemas.microsoft.com/office/drawing/2014/main" id="{28FFAE4B-DDD8-F64B-AC21-3CC28105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8" y="43672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66581" name="Rectangle 21">
            <a:extLst>
              <a:ext uri="{FF2B5EF4-FFF2-40B4-BE49-F238E27FC236}">
                <a16:creationId xmlns:a16="http://schemas.microsoft.com/office/drawing/2014/main" id="{607351DE-EA51-2D49-89C2-311407199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33655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82" name="Rectangle 22">
            <a:hlinkClick r:id="" action="ppaction://noaction"/>
            <a:extLst>
              <a:ext uri="{FF2B5EF4-FFF2-40B4-BE49-F238E27FC236}">
                <a16:creationId xmlns:a16="http://schemas.microsoft.com/office/drawing/2014/main" id="{6C82CB02-8645-7D45-9C9E-0041F983E7F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44378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66583" name="Rectangle 23">
            <a:extLst>
              <a:ext uri="{FF2B5EF4-FFF2-40B4-BE49-F238E27FC236}">
                <a16:creationId xmlns:a16="http://schemas.microsoft.com/office/drawing/2014/main" id="{D360726B-CA2D-4848-9A25-DE0B0768A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986213"/>
            <a:ext cx="327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66584" name="Rectangle 24">
            <a:extLst>
              <a:ext uri="{FF2B5EF4-FFF2-40B4-BE49-F238E27FC236}">
                <a16:creationId xmlns:a16="http://schemas.microsoft.com/office/drawing/2014/main" id="{82FF753C-409D-EC41-9537-5CC30FD09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065713"/>
            <a:ext cx="260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66585" name="Rectangle 25">
            <a:extLst>
              <a:ext uri="{FF2B5EF4-FFF2-40B4-BE49-F238E27FC236}">
                <a16:creationId xmlns:a16="http://schemas.microsoft.com/office/drawing/2014/main" id="{4A7A4425-09AC-6C4A-9ED0-4354EB8CE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38989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86" name="Rectangle 26">
            <a:extLst>
              <a:ext uri="{FF2B5EF4-FFF2-40B4-BE49-F238E27FC236}">
                <a16:creationId xmlns:a16="http://schemas.microsoft.com/office/drawing/2014/main" id="{33C01993-4D5D-6F40-8843-BCBA005D6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61168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66587" name="Rectangle 27">
            <a:extLst>
              <a:ext uri="{FF2B5EF4-FFF2-40B4-BE49-F238E27FC236}">
                <a16:creationId xmlns:a16="http://schemas.microsoft.com/office/drawing/2014/main" id="{61F39BCB-57D9-E249-9126-4700EB51B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48752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66588" name="Rectangle 28">
            <a:extLst>
              <a:ext uri="{FF2B5EF4-FFF2-40B4-BE49-F238E27FC236}">
                <a16:creationId xmlns:a16="http://schemas.microsoft.com/office/drawing/2014/main" id="{4981C441-DD31-9C40-92F7-0EE3D1F2A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040188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66589" name="Rectangle 29">
            <a:extLst>
              <a:ext uri="{FF2B5EF4-FFF2-40B4-BE49-F238E27FC236}">
                <a16:creationId xmlns:a16="http://schemas.microsoft.com/office/drawing/2014/main" id="{6552CA5E-E27B-524C-93FC-B0623491C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3703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66590" name="Rectangle 30">
            <a:extLst>
              <a:ext uri="{FF2B5EF4-FFF2-40B4-BE49-F238E27FC236}">
                <a16:creationId xmlns:a16="http://schemas.microsoft.com/office/drawing/2014/main" id="{36794C28-265D-7240-A7DF-0A24AAFE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613" y="489426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71711" name="Rectangle 31">
            <a:extLst>
              <a:ext uri="{FF2B5EF4-FFF2-40B4-BE49-F238E27FC236}">
                <a16:creationId xmlns:a16="http://schemas.microsoft.com/office/drawing/2014/main" id="{C6C3FAF9-84B7-694C-810C-7E5FBD4C8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2227263"/>
            <a:ext cx="1174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RegWr=?</a:t>
            </a:r>
            <a:endParaRPr lang="zh-CN" altLang="en-US" u="sng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2" name="Line 32">
            <a:extLst>
              <a:ext uri="{FF2B5EF4-FFF2-40B4-BE49-F238E27FC236}">
                <a16:creationId xmlns:a16="http://schemas.microsoft.com/office/drawing/2014/main" id="{D3B38E36-64D5-954A-957A-02E8F2FFA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889500"/>
            <a:ext cx="0" cy="1117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3" name="Rectangle 33">
            <a:extLst>
              <a:ext uri="{FF2B5EF4-FFF2-40B4-BE49-F238E27FC236}">
                <a16:creationId xmlns:a16="http://schemas.microsoft.com/office/drawing/2014/main" id="{4F1226C3-7AA5-AE42-85C8-21CC9887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2098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ExtOp=x</a:t>
            </a:r>
          </a:p>
        </p:txBody>
      </p:sp>
      <p:sp>
        <p:nvSpPr>
          <p:cNvPr id="71714" name="Line 34">
            <a:extLst>
              <a:ext uri="{FF2B5EF4-FFF2-40B4-BE49-F238E27FC236}">
                <a16:creationId xmlns:a16="http://schemas.microsoft.com/office/drawing/2014/main" id="{1D7D0B43-9B25-4644-BBD9-53436506E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4650" y="4505325"/>
            <a:ext cx="41592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5" name="Rectangle 35">
            <a:extLst>
              <a:ext uri="{FF2B5EF4-FFF2-40B4-BE49-F238E27FC236}">
                <a16:creationId xmlns:a16="http://schemas.microsoft.com/office/drawing/2014/main" id="{3C7EFF50-FDBA-8E48-A6AF-C536416F3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3068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66596" name="Rectangle 36">
            <a:extLst>
              <a:ext uri="{FF2B5EF4-FFF2-40B4-BE49-F238E27FC236}">
                <a16:creationId xmlns:a16="http://schemas.microsoft.com/office/drawing/2014/main" id="{794D3B30-4CC8-434F-9E7A-2ED621E17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3655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97" name="Rectangle 37">
            <a:extLst>
              <a:ext uri="{FF2B5EF4-FFF2-40B4-BE49-F238E27FC236}">
                <a16:creationId xmlns:a16="http://schemas.microsoft.com/office/drawing/2014/main" id="{FFD2C026-15A9-C94F-A13E-0E24EE227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8877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66598" name="Rectangle 38">
            <a:extLst>
              <a:ext uri="{FF2B5EF4-FFF2-40B4-BE49-F238E27FC236}">
                <a16:creationId xmlns:a16="http://schemas.microsoft.com/office/drawing/2014/main" id="{C8B56AE2-7859-2C4D-9445-8A416F100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1417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66599" name="Line 39">
            <a:extLst>
              <a:ext uri="{FF2B5EF4-FFF2-40B4-BE49-F238E27FC236}">
                <a16:creationId xmlns:a16="http://schemas.microsoft.com/office/drawing/2014/main" id="{58B5DC4B-426B-994B-91D7-7AF014DCE2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5273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00" name="Rectangle 40">
            <a:extLst>
              <a:ext uri="{FF2B5EF4-FFF2-40B4-BE49-F238E27FC236}">
                <a16:creationId xmlns:a16="http://schemas.microsoft.com/office/drawing/2014/main" id="{8FD94E3C-9622-3246-BF8F-F20D4F10D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6369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66601" name="Line 41">
            <a:extLst>
              <a:ext uri="{FF2B5EF4-FFF2-40B4-BE49-F238E27FC236}">
                <a16:creationId xmlns:a16="http://schemas.microsoft.com/office/drawing/2014/main" id="{6C26CDBE-3338-2746-A3A1-074B4BFBA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298700"/>
            <a:ext cx="0" cy="1041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2" name="Rectangle 42">
            <a:extLst>
              <a:ext uri="{FF2B5EF4-FFF2-40B4-BE49-F238E27FC236}">
                <a16:creationId xmlns:a16="http://schemas.microsoft.com/office/drawing/2014/main" id="{A7B56AAD-2D53-FB48-AFE4-75331DAA5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1981200"/>
            <a:ext cx="1630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ALUOp=R-type</a:t>
            </a:r>
          </a:p>
        </p:txBody>
      </p:sp>
      <p:sp>
        <p:nvSpPr>
          <p:cNvPr id="71723" name="Rectangle 43">
            <a:extLst>
              <a:ext uri="{FF2B5EF4-FFF2-40B4-BE49-F238E27FC236}">
                <a16:creationId xmlns:a16="http://schemas.microsoft.com/office/drawing/2014/main" id="{7130F343-9D5E-B247-A98A-844403C86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6019800"/>
            <a:ext cx="1155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ALUSrc=0</a:t>
            </a:r>
          </a:p>
        </p:txBody>
      </p:sp>
      <p:sp>
        <p:nvSpPr>
          <p:cNvPr id="66604" name="Line 45">
            <a:extLst>
              <a:ext uri="{FF2B5EF4-FFF2-40B4-BE49-F238E27FC236}">
                <a16:creationId xmlns:a16="http://schemas.microsoft.com/office/drawing/2014/main" id="{A7682658-9FE9-C343-945C-CE03730866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8100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881" name="Group 201">
            <a:extLst>
              <a:ext uri="{FF2B5EF4-FFF2-40B4-BE49-F238E27FC236}">
                <a16:creationId xmlns:a16="http://schemas.microsoft.com/office/drawing/2014/main" id="{E23E86E3-C26C-794E-9CF1-A6C8EB7C3CB9}"/>
              </a:ext>
            </a:extLst>
          </p:cNvPr>
          <p:cNvGrpSpPr>
            <a:grpSpLocks/>
          </p:cNvGrpSpPr>
          <p:nvPr/>
        </p:nvGrpSpPr>
        <p:grpSpPr bwMode="auto">
          <a:xfrm>
            <a:off x="4321175" y="4038600"/>
            <a:ext cx="558800" cy="304800"/>
            <a:chOff x="2722" y="2544"/>
            <a:chExt cx="352" cy="192"/>
          </a:xfrm>
        </p:grpSpPr>
        <p:sp>
          <p:nvSpPr>
            <p:cNvPr id="66766" name="Line 46">
              <a:extLst>
                <a:ext uri="{FF2B5EF4-FFF2-40B4-BE49-F238E27FC236}">
                  <a16:creationId xmlns:a16="http://schemas.microsoft.com/office/drawing/2014/main" id="{45738B78-0853-374E-817F-460AB7F34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8" y="2736"/>
              <a:ext cx="346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67" name="Line 47">
              <a:extLst>
                <a:ext uri="{FF2B5EF4-FFF2-40B4-BE49-F238E27FC236}">
                  <a16:creationId xmlns:a16="http://schemas.microsoft.com/office/drawing/2014/main" id="{26A291F4-391C-3E46-9727-835BD512B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2" y="2544"/>
              <a:ext cx="352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1884" name="Group 204">
            <a:extLst>
              <a:ext uri="{FF2B5EF4-FFF2-40B4-BE49-F238E27FC236}">
                <a16:creationId xmlns:a16="http://schemas.microsoft.com/office/drawing/2014/main" id="{F8B5D034-0FA5-E04B-AE74-24663A760278}"/>
              </a:ext>
            </a:extLst>
          </p:cNvPr>
          <p:cNvGrpSpPr>
            <a:grpSpLocks/>
          </p:cNvGrpSpPr>
          <p:nvPr/>
        </p:nvGrpSpPr>
        <p:grpSpPr bwMode="auto">
          <a:xfrm>
            <a:off x="3683000" y="4038600"/>
            <a:ext cx="330200" cy="304800"/>
            <a:chOff x="2320" y="2544"/>
            <a:chExt cx="208" cy="192"/>
          </a:xfrm>
        </p:grpSpPr>
        <p:sp>
          <p:nvSpPr>
            <p:cNvPr id="66764" name="Line 44">
              <a:extLst>
                <a:ext uri="{FF2B5EF4-FFF2-40B4-BE49-F238E27FC236}">
                  <a16:creationId xmlns:a16="http://schemas.microsoft.com/office/drawing/2014/main" id="{6DE37EC6-EFF4-9341-8269-4B29A82FA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2544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65" name="Line 48">
              <a:extLst>
                <a:ext uri="{FF2B5EF4-FFF2-40B4-BE49-F238E27FC236}">
                  <a16:creationId xmlns:a16="http://schemas.microsoft.com/office/drawing/2014/main" id="{3C899AAE-9725-534E-A38B-D6340655A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2736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731" name="Line 51">
            <a:extLst>
              <a:ext uri="{FF2B5EF4-FFF2-40B4-BE49-F238E27FC236}">
                <a16:creationId xmlns:a16="http://schemas.microsoft.com/office/drawing/2014/main" id="{845218CD-0FD8-A542-8695-01DFE43B8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7600" y="4495800"/>
            <a:ext cx="5588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08" name="Line 52">
            <a:extLst>
              <a:ext uri="{FF2B5EF4-FFF2-40B4-BE49-F238E27FC236}">
                <a16:creationId xmlns:a16="http://schemas.microsoft.com/office/drawing/2014/main" id="{BDCC9938-9F26-044F-9920-B185B2497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3561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09" name="Line 53">
            <a:extLst>
              <a:ext uri="{FF2B5EF4-FFF2-40B4-BE49-F238E27FC236}">
                <a16:creationId xmlns:a16="http://schemas.microsoft.com/office/drawing/2014/main" id="{12F4DF66-CEA1-1B43-8600-08145A9BB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50292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0" name="Line 54">
            <a:extLst>
              <a:ext uri="{FF2B5EF4-FFF2-40B4-BE49-F238E27FC236}">
                <a16:creationId xmlns:a16="http://schemas.microsoft.com/office/drawing/2014/main" id="{D99D7090-03BD-5E4F-A6D6-1AF805DD4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0292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1" name="Line 55">
            <a:extLst>
              <a:ext uri="{FF2B5EF4-FFF2-40B4-BE49-F238E27FC236}">
                <a16:creationId xmlns:a16="http://schemas.microsoft.com/office/drawing/2014/main" id="{E274F1E9-6D3C-BE48-BBA2-6AFB203DC0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724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2" name="Line 56">
            <a:extLst>
              <a:ext uri="{FF2B5EF4-FFF2-40B4-BE49-F238E27FC236}">
                <a16:creationId xmlns:a16="http://schemas.microsoft.com/office/drawing/2014/main" id="{1281D08E-FA52-FB43-8C47-6D1DF00AA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5085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7" name="Line 57">
            <a:extLst>
              <a:ext uri="{FF2B5EF4-FFF2-40B4-BE49-F238E27FC236}">
                <a16:creationId xmlns:a16="http://schemas.microsoft.com/office/drawing/2014/main" id="{FBF5C384-29B1-324E-A30B-775E71E18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6800" y="4572000"/>
            <a:ext cx="3302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4" name="Line 58">
            <a:extLst>
              <a:ext uri="{FF2B5EF4-FFF2-40B4-BE49-F238E27FC236}">
                <a16:creationId xmlns:a16="http://schemas.microsoft.com/office/drawing/2014/main" id="{A5A62ACE-8DEF-234B-81D1-9A36CA787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181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6615" name="Group 66">
            <a:extLst>
              <a:ext uri="{FF2B5EF4-FFF2-40B4-BE49-F238E27FC236}">
                <a16:creationId xmlns:a16="http://schemas.microsoft.com/office/drawing/2014/main" id="{8AC14B45-3056-0D49-B9E3-89622F03328A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4432300"/>
            <a:ext cx="333375" cy="946150"/>
            <a:chOff x="5290" y="2792"/>
            <a:chExt cx="210" cy="596"/>
          </a:xfrm>
        </p:grpSpPr>
        <p:sp>
          <p:nvSpPr>
            <p:cNvPr id="66757" name="Line 59">
              <a:extLst>
                <a:ext uri="{FF2B5EF4-FFF2-40B4-BE49-F238E27FC236}">
                  <a16:creationId xmlns:a16="http://schemas.microsoft.com/office/drawing/2014/main" id="{AFFCE3B2-433B-6748-BDEF-2D6DA41C60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792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8" name="Line 60">
              <a:extLst>
                <a:ext uri="{FF2B5EF4-FFF2-40B4-BE49-F238E27FC236}">
                  <a16:creationId xmlns:a16="http://schemas.microsoft.com/office/drawing/2014/main" id="{8849E090-8930-0449-844D-8F8A11D9B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792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9" name="Line 61">
              <a:extLst>
                <a:ext uri="{FF2B5EF4-FFF2-40B4-BE49-F238E27FC236}">
                  <a16:creationId xmlns:a16="http://schemas.microsoft.com/office/drawing/2014/main" id="{F02F79D5-EE8D-1340-83C1-07C74C315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283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60" name="Line 62">
              <a:extLst>
                <a:ext uri="{FF2B5EF4-FFF2-40B4-BE49-F238E27FC236}">
                  <a16:creationId xmlns:a16="http://schemas.microsoft.com/office/drawing/2014/main" id="{19BA3D64-692C-C944-9B73-74875A189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844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61" name="Rectangle 63">
              <a:extLst>
                <a:ext uri="{FF2B5EF4-FFF2-40B4-BE49-F238E27FC236}">
                  <a16:creationId xmlns:a16="http://schemas.microsoft.com/office/drawing/2014/main" id="{FF7F57B7-52CD-D645-BD5D-0613D59634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297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66762" name="Rectangle 64">
              <a:extLst>
                <a:ext uri="{FF2B5EF4-FFF2-40B4-BE49-F238E27FC236}">
                  <a16:creationId xmlns:a16="http://schemas.microsoft.com/office/drawing/2014/main" id="{335B5634-D247-774C-BCA0-9DD3718B7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80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6763" name="Rectangle 65">
              <a:extLst>
                <a:ext uri="{FF2B5EF4-FFF2-40B4-BE49-F238E27FC236}">
                  <a16:creationId xmlns:a16="http://schemas.microsoft.com/office/drawing/2014/main" id="{FC844817-4E46-B646-B30F-5F2F4DDBC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19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66616" name="Line 67">
            <a:extLst>
              <a:ext uri="{FF2B5EF4-FFF2-40B4-BE49-F238E27FC236}">
                <a16:creationId xmlns:a16="http://schemas.microsoft.com/office/drawing/2014/main" id="{90A5CB3F-378B-4440-8545-5930C6D686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572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7" name="Line 68">
            <a:extLst>
              <a:ext uri="{FF2B5EF4-FFF2-40B4-BE49-F238E27FC236}">
                <a16:creationId xmlns:a16="http://schemas.microsoft.com/office/drawing/2014/main" id="{B5BB16DD-DD71-FF4F-93BD-827933D04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181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8" name="Line 70">
            <a:extLst>
              <a:ext uri="{FF2B5EF4-FFF2-40B4-BE49-F238E27FC236}">
                <a16:creationId xmlns:a16="http://schemas.microsoft.com/office/drawing/2014/main" id="{6F01248D-89BA-4249-99F7-3CF89B141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562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9" name="Line 71">
            <a:extLst>
              <a:ext uri="{FF2B5EF4-FFF2-40B4-BE49-F238E27FC236}">
                <a16:creationId xmlns:a16="http://schemas.microsoft.com/office/drawing/2014/main" id="{C07F1A5C-E31C-DC4C-8EF0-794CBA376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257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20" name="Line 72">
            <a:extLst>
              <a:ext uri="{FF2B5EF4-FFF2-40B4-BE49-F238E27FC236}">
                <a16:creationId xmlns:a16="http://schemas.microsoft.com/office/drawing/2014/main" id="{B2581A03-6FFD-2C40-88FE-EBDCA0EBC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505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21" name="Line 74">
            <a:extLst>
              <a:ext uri="{FF2B5EF4-FFF2-40B4-BE49-F238E27FC236}">
                <a16:creationId xmlns:a16="http://schemas.microsoft.com/office/drawing/2014/main" id="{F1D7D461-9033-9946-B46D-B7AEDE78A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3467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5" name="Rectangle 75">
            <a:extLst>
              <a:ext uri="{FF2B5EF4-FFF2-40B4-BE49-F238E27FC236}">
                <a16:creationId xmlns:a16="http://schemas.microsoft.com/office/drawing/2014/main" id="{167D1A90-60B1-2041-BE5D-157C537A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6037263"/>
            <a:ext cx="14620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MemtoReg=?</a:t>
            </a:r>
          </a:p>
        </p:txBody>
      </p:sp>
      <p:grpSp>
        <p:nvGrpSpPr>
          <p:cNvPr id="66623" name="Group 80">
            <a:extLst>
              <a:ext uri="{FF2B5EF4-FFF2-40B4-BE49-F238E27FC236}">
                <a16:creationId xmlns:a16="http://schemas.microsoft.com/office/drawing/2014/main" id="{4204E27B-496A-B54E-B4BD-248B7FDD1A9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118100"/>
            <a:ext cx="228600" cy="533400"/>
            <a:chOff x="2880" y="3224"/>
            <a:chExt cx="144" cy="336"/>
          </a:xfrm>
        </p:grpSpPr>
        <p:sp>
          <p:nvSpPr>
            <p:cNvPr id="66753" name="Line 76">
              <a:extLst>
                <a:ext uri="{FF2B5EF4-FFF2-40B4-BE49-F238E27FC236}">
                  <a16:creationId xmlns:a16="http://schemas.microsoft.com/office/drawing/2014/main" id="{82A5A9D5-510C-7941-A559-1358F15F2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224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4" name="Line 77">
              <a:extLst>
                <a:ext uri="{FF2B5EF4-FFF2-40B4-BE49-F238E27FC236}">
                  <a16:creationId xmlns:a16="http://schemas.microsoft.com/office/drawing/2014/main" id="{C23FAC1E-6E73-7442-846A-2E7FDD67D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224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5" name="Line 78">
              <a:extLst>
                <a:ext uri="{FF2B5EF4-FFF2-40B4-BE49-F238E27FC236}">
                  <a16:creationId xmlns:a16="http://schemas.microsoft.com/office/drawing/2014/main" id="{40A5DE7B-50B3-2547-8116-970078AB6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03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6" name="Line 79">
              <a:extLst>
                <a:ext uri="{FF2B5EF4-FFF2-40B4-BE49-F238E27FC236}">
                  <a16:creationId xmlns:a16="http://schemas.microsoft.com/office/drawing/2014/main" id="{2FB948D6-4E0E-FF4D-A870-8C359AC50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255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624" name="Rectangle 81">
            <a:extLst>
              <a:ext uri="{FF2B5EF4-FFF2-40B4-BE49-F238E27FC236}">
                <a16:creationId xmlns:a16="http://schemas.microsoft.com/office/drawing/2014/main" id="{3377B1A4-173B-214B-A567-96F4924E2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3657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6625" name="Rectangle 82">
            <a:extLst>
              <a:ext uri="{FF2B5EF4-FFF2-40B4-BE49-F238E27FC236}">
                <a16:creationId xmlns:a16="http://schemas.microsoft.com/office/drawing/2014/main" id="{6A790DAC-C136-E842-BF0B-9E982979E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076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6626" name="Line 83">
            <a:extLst>
              <a:ext uri="{FF2B5EF4-FFF2-40B4-BE49-F238E27FC236}">
                <a16:creationId xmlns:a16="http://schemas.microsoft.com/office/drawing/2014/main" id="{27283745-C46E-7448-8262-AD7CE1CE7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6515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4" name="Rectangle 84">
            <a:extLst>
              <a:ext uri="{FF2B5EF4-FFF2-40B4-BE49-F238E27FC236}">
                <a16:creationId xmlns:a16="http://schemas.microsoft.com/office/drawing/2014/main" id="{6ABE43F7-3479-FC49-A5C8-03E5EE8B2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60372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RegDst=1</a:t>
            </a:r>
          </a:p>
        </p:txBody>
      </p:sp>
      <p:sp>
        <p:nvSpPr>
          <p:cNvPr id="66628" name="Rectangle 85">
            <a:extLst>
              <a:ext uri="{FF2B5EF4-FFF2-40B4-BE49-F238E27FC236}">
                <a16:creationId xmlns:a16="http://schemas.microsoft.com/office/drawing/2014/main" id="{0588CC84-6BED-EB4F-88A3-1BD378C7F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9768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66629" name="Rectangle 86">
            <a:extLst>
              <a:ext uri="{FF2B5EF4-FFF2-40B4-BE49-F238E27FC236}">
                <a16:creationId xmlns:a16="http://schemas.microsoft.com/office/drawing/2014/main" id="{54997BD1-83E6-C240-9C2B-C8CDE7134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2816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66630" name="Rectangle 87">
            <a:extLst>
              <a:ext uri="{FF2B5EF4-FFF2-40B4-BE49-F238E27FC236}">
                <a16:creationId xmlns:a16="http://schemas.microsoft.com/office/drawing/2014/main" id="{990B6326-B5B3-DF4B-8027-51931BF67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5290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71768" name="Line 88">
            <a:extLst>
              <a:ext uri="{FF2B5EF4-FFF2-40B4-BE49-F238E27FC236}">
                <a16:creationId xmlns:a16="http://schemas.microsoft.com/office/drawing/2014/main" id="{D79CA279-E96D-FF47-98BA-F5BAEE371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52578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32" name="Line 89">
            <a:extLst>
              <a:ext uri="{FF2B5EF4-FFF2-40B4-BE49-F238E27FC236}">
                <a16:creationId xmlns:a16="http://schemas.microsoft.com/office/drawing/2014/main" id="{B92C4638-17E7-8E47-B07A-4D8E08AB4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5052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33" name="Rectangle 90">
            <a:extLst>
              <a:ext uri="{FF2B5EF4-FFF2-40B4-BE49-F238E27FC236}">
                <a16:creationId xmlns:a16="http://schemas.microsoft.com/office/drawing/2014/main" id="{03A0FFB7-9D07-4F42-84E7-3240209E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22421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66634" name="Line 91">
            <a:extLst>
              <a:ext uri="{FF2B5EF4-FFF2-40B4-BE49-F238E27FC236}">
                <a16:creationId xmlns:a16="http://schemas.microsoft.com/office/drawing/2014/main" id="{2422611E-5F40-6440-B992-0A89014A1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5052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35" name="Rectangle 92">
            <a:extLst>
              <a:ext uri="{FF2B5EF4-FFF2-40B4-BE49-F238E27FC236}">
                <a16:creationId xmlns:a16="http://schemas.microsoft.com/office/drawing/2014/main" id="{D69BBEFD-CC66-7340-A87D-8E36D88BD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33216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66636" name="Rectangle 93">
            <a:extLst>
              <a:ext uri="{FF2B5EF4-FFF2-40B4-BE49-F238E27FC236}">
                <a16:creationId xmlns:a16="http://schemas.microsoft.com/office/drawing/2014/main" id="{57CAEAE7-B8AB-DE4C-B318-FE5B62469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8338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66637" name="Rectangle 94">
            <a:extLst>
              <a:ext uri="{FF2B5EF4-FFF2-40B4-BE49-F238E27FC236}">
                <a16:creationId xmlns:a16="http://schemas.microsoft.com/office/drawing/2014/main" id="{61E41CA0-2EDB-254F-8D8D-9FD258D0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519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66638" name="Line 97">
            <a:extLst>
              <a:ext uri="{FF2B5EF4-FFF2-40B4-BE49-F238E27FC236}">
                <a16:creationId xmlns:a16="http://schemas.microsoft.com/office/drawing/2014/main" id="{E0C40151-2453-E545-A03C-9C280D4EA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2578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8" name="Line 98">
            <a:extLst>
              <a:ext uri="{FF2B5EF4-FFF2-40B4-BE49-F238E27FC236}">
                <a16:creationId xmlns:a16="http://schemas.microsoft.com/office/drawing/2014/main" id="{C61A1563-FC9B-F641-B4F3-3B8380070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7600" y="5410200"/>
            <a:ext cx="15494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0" name="Line 99">
            <a:extLst>
              <a:ext uri="{FF2B5EF4-FFF2-40B4-BE49-F238E27FC236}">
                <a16:creationId xmlns:a16="http://schemas.microsoft.com/office/drawing/2014/main" id="{F863FD43-65E0-D84D-BB88-09B28CD60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54102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1" name="Line 100">
            <a:extLst>
              <a:ext uri="{FF2B5EF4-FFF2-40B4-BE49-F238E27FC236}">
                <a16:creationId xmlns:a16="http://schemas.microsoft.com/office/drawing/2014/main" id="{EEB1B2E6-E13C-5743-8050-3FEE0A3AB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422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2" name="Line 101">
            <a:extLst>
              <a:ext uri="{FF2B5EF4-FFF2-40B4-BE49-F238E27FC236}">
                <a16:creationId xmlns:a16="http://schemas.microsoft.com/office/drawing/2014/main" id="{F65C2039-485E-C442-B064-D8695EC337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7700" y="57912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3" name="Line 102">
            <a:extLst>
              <a:ext uri="{FF2B5EF4-FFF2-40B4-BE49-F238E27FC236}">
                <a16:creationId xmlns:a16="http://schemas.microsoft.com/office/drawing/2014/main" id="{74ABEE3D-AFB3-234B-A65D-CFAC80256F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51689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4" name="Line 103">
            <a:extLst>
              <a:ext uri="{FF2B5EF4-FFF2-40B4-BE49-F238E27FC236}">
                <a16:creationId xmlns:a16="http://schemas.microsoft.com/office/drawing/2014/main" id="{578C4A87-7C7A-5C4C-8324-6D105639B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9500" y="49530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5" name="Line 104">
            <a:extLst>
              <a:ext uri="{FF2B5EF4-FFF2-40B4-BE49-F238E27FC236}">
                <a16:creationId xmlns:a16="http://schemas.microsoft.com/office/drawing/2014/main" id="{13C9CC67-6CDC-9F48-AEF9-747C5E958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49657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6" name="Line 105">
            <a:extLst>
              <a:ext uri="{FF2B5EF4-FFF2-40B4-BE49-F238E27FC236}">
                <a16:creationId xmlns:a16="http://schemas.microsoft.com/office/drawing/2014/main" id="{6E498B11-2280-0447-95E5-6322EFAD21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5943600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47" name="Line 106">
            <a:extLst>
              <a:ext uri="{FF2B5EF4-FFF2-40B4-BE49-F238E27FC236}">
                <a16:creationId xmlns:a16="http://schemas.microsoft.com/office/drawing/2014/main" id="{F8932ABB-E8A6-A945-B240-DC4E4F04BD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51689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883" name="Group 203">
            <a:extLst>
              <a:ext uri="{FF2B5EF4-FFF2-40B4-BE49-F238E27FC236}">
                <a16:creationId xmlns:a16="http://schemas.microsoft.com/office/drawing/2014/main" id="{6C4731E2-E0DD-8545-B275-7D3B42756259}"/>
              </a:ext>
            </a:extLst>
          </p:cNvPr>
          <p:cNvGrpSpPr>
            <a:grpSpLocks/>
          </p:cNvGrpSpPr>
          <p:nvPr/>
        </p:nvGrpSpPr>
        <p:grpSpPr bwMode="auto">
          <a:xfrm>
            <a:off x="2540000" y="3784600"/>
            <a:ext cx="1473200" cy="1498600"/>
            <a:chOff x="1600" y="2384"/>
            <a:chExt cx="928" cy="944"/>
          </a:xfrm>
        </p:grpSpPr>
        <p:sp>
          <p:nvSpPr>
            <p:cNvPr id="66748" name="Line 49">
              <a:extLst>
                <a:ext uri="{FF2B5EF4-FFF2-40B4-BE49-F238E27FC236}">
                  <a16:creationId xmlns:a16="http://schemas.microsoft.com/office/drawing/2014/main" id="{250E5BEF-EB0E-E24F-B460-4CDB7FBCA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2640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9" name="Line 50">
              <a:extLst>
                <a:ext uri="{FF2B5EF4-FFF2-40B4-BE49-F238E27FC236}">
                  <a16:creationId xmlns:a16="http://schemas.microsoft.com/office/drawing/2014/main" id="{6E5BD42F-0442-A342-827F-7EA776D45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2832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0" name="Line 69">
              <a:extLst>
                <a:ext uri="{FF2B5EF4-FFF2-40B4-BE49-F238E27FC236}">
                  <a16:creationId xmlns:a16="http://schemas.microsoft.com/office/drawing/2014/main" id="{0DFA2D1B-E817-0844-B485-2FB4407CA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2400"/>
              <a:ext cx="832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1" name="Line 95">
              <a:extLst>
                <a:ext uri="{FF2B5EF4-FFF2-40B4-BE49-F238E27FC236}">
                  <a16:creationId xmlns:a16="http://schemas.microsoft.com/office/drawing/2014/main" id="{38E135E0-90AA-3D42-9733-37FCBB346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384"/>
              <a:ext cx="0" cy="944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52" name="Line 107">
              <a:extLst>
                <a:ext uri="{FF2B5EF4-FFF2-40B4-BE49-F238E27FC236}">
                  <a16:creationId xmlns:a16="http://schemas.microsoft.com/office/drawing/2014/main" id="{D376DE87-153C-EA49-A3C8-AB92BC457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0" y="3312"/>
              <a:ext cx="64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788" name="Line 108">
            <a:extLst>
              <a:ext uri="{FF2B5EF4-FFF2-40B4-BE49-F238E27FC236}">
                <a16:creationId xmlns:a16="http://schemas.microsoft.com/office/drawing/2014/main" id="{2A5373EF-295E-0C43-AD30-01C1B5BB4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9900" y="3505200"/>
            <a:ext cx="4445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50" name="Rectangle 109">
            <a:extLst>
              <a:ext uri="{FF2B5EF4-FFF2-40B4-BE49-F238E27FC236}">
                <a16:creationId xmlns:a16="http://schemas.microsoft.com/office/drawing/2014/main" id="{E1B40197-5BFB-4042-9AEC-F936DEDEF2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10469" y="3564731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1790" name="Line 110">
            <a:extLst>
              <a:ext uri="{FF2B5EF4-FFF2-40B4-BE49-F238E27FC236}">
                <a16:creationId xmlns:a16="http://schemas.microsoft.com/office/drawing/2014/main" id="{170470F8-E612-EC4F-A3D4-F943E8A1D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000" y="4114800"/>
            <a:ext cx="330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52" name="Line 111">
            <a:extLst>
              <a:ext uri="{FF2B5EF4-FFF2-40B4-BE49-F238E27FC236}">
                <a16:creationId xmlns:a16="http://schemas.microsoft.com/office/drawing/2014/main" id="{A2F5213B-10B8-5041-AD4F-4E1B67597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114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53" name="Line 112">
            <a:extLst>
              <a:ext uri="{FF2B5EF4-FFF2-40B4-BE49-F238E27FC236}">
                <a16:creationId xmlns:a16="http://schemas.microsoft.com/office/drawing/2014/main" id="{596E627E-1B22-634F-9FBC-B0B9A31369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5052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54" name="Line 113">
            <a:extLst>
              <a:ext uri="{FF2B5EF4-FFF2-40B4-BE49-F238E27FC236}">
                <a16:creationId xmlns:a16="http://schemas.microsoft.com/office/drawing/2014/main" id="{91269594-615B-0444-9655-4F17F96BB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65760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6655" name="Group 119">
            <a:extLst>
              <a:ext uri="{FF2B5EF4-FFF2-40B4-BE49-F238E27FC236}">
                <a16:creationId xmlns:a16="http://schemas.microsoft.com/office/drawing/2014/main" id="{7E381745-D44A-4148-A72D-D0C20986F144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429000"/>
            <a:ext cx="395288" cy="306388"/>
            <a:chOff x="4314" y="2160"/>
            <a:chExt cx="249" cy="193"/>
          </a:xfrm>
        </p:grpSpPr>
        <p:sp>
          <p:nvSpPr>
            <p:cNvPr id="66743" name="Arc 114">
              <a:extLst>
                <a:ext uri="{FF2B5EF4-FFF2-40B4-BE49-F238E27FC236}">
                  <a16:creationId xmlns:a16="http://schemas.microsoft.com/office/drawing/2014/main" id="{7AB1AABF-54C1-0940-98F4-8AD0C17CE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169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4" name="Arc 115">
              <a:extLst>
                <a:ext uri="{FF2B5EF4-FFF2-40B4-BE49-F238E27FC236}">
                  <a16:creationId xmlns:a16="http://schemas.microsoft.com/office/drawing/2014/main" id="{D3337D4B-4433-F947-B983-3A4AB92D1B7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265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5" name="Line 116">
              <a:extLst>
                <a:ext uri="{FF2B5EF4-FFF2-40B4-BE49-F238E27FC236}">
                  <a16:creationId xmlns:a16="http://schemas.microsoft.com/office/drawing/2014/main" id="{2EA72336-62E8-FB43-A19A-8FC728D33A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160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6" name="Line 117">
              <a:extLst>
                <a:ext uri="{FF2B5EF4-FFF2-40B4-BE49-F238E27FC236}">
                  <a16:creationId xmlns:a16="http://schemas.microsoft.com/office/drawing/2014/main" id="{FC82D88D-BAFA-8A47-B7E3-4D2EFB304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352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7" name="Line 118">
              <a:extLst>
                <a:ext uri="{FF2B5EF4-FFF2-40B4-BE49-F238E27FC236}">
                  <a16:creationId xmlns:a16="http://schemas.microsoft.com/office/drawing/2014/main" id="{FBB96589-0CEC-1E44-9A16-9D8477520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16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656" name="Rectangle 120">
            <a:extLst>
              <a:ext uri="{FF2B5EF4-FFF2-40B4-BE49-F238E27FC236}">
                <a16:creationId xmlns:a16="http://schemas.microsoft.com/office/drawing/2014/main" id="{10C7A8BE-C6FC-A248-9EE8-BCB0AD373D5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73775" y="3827463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71801" name="Rectangle 121">
            <a:extLst>
              <a:ext uri="{FF2B5EF4-FFF2-40B4-BE49-F238E27FC236}">
                <a16:creationId xmlns:a16="http://schemas.microsoft.com/office/drawing/2014/main" id="{C9E72A65-E6D0-F347-BDAB-000C4094447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2209800"/>
            <a:ext cx="1111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Branch=0</a:t>
            </a:r>
          </a:p>
        </p:txBody>
      </p:sp>
      <p:sp>
        <p:nvSpPr>
          <p:cNvPr id="66658" name="Line 122">
            <a:extLst>
              <a:ext uri="{FF2B5EF4-FFF2-40B4-BE49-F238E27FC236}">
                <a16:creationId xmlns:a16="http://schemas.microsoft.com/office/drawing/2014/main" id="{D17A3F83-B3C6-D445-AF7F-B18D6AA850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6449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59" name="Line 123">
            <a:extLst>
              <a:ext uri="{FF2B5EF4-FFF2-40B4-BE49-F238E27FC236}">
                <a16:creationId xmlns:a16="http://schemas.microsoft.com/office/drawing/2014/main" id="{E4C215C2-86E3-754B-AB8B-0F0AC982AA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16700" y="2501900"/>
            <a:ext cx="0" cy="1006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0" name="Line 124">
            <a:extLst>
              <a:ext uri="{FF2B5EF4-FFF2-40B4-BE49-F238E27FC236}">
                <a16:creationId xmlns:a16="http://schemas.microsoft.com/office/drawing/2014/main" id="{7ED48C21-FF72-CB4D-8892-6599E434E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1148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1" name="Line 125">
            <a:extLst>
              <a:ext uri="{FF2B5EF4-FFF2-40B4-BE49-F238E27FC236}">
                <a16:creationId xmlns:a16="http://schemas.microsoft.com/office/drawing/2014/main" id="{A60324BA-86C5-5B47-9847-81EA1CEF1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5052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6662" name="Group 130">
            <a:extLst>
              <a:ext uri="{FF2B5EF4-FFF2-40B4-BE49-F238E27FC236}">
                <a16:creationId xmlns:a16="http://schemas.microsoft.com/office/drawing/2014/main" id="{E9265EBB-BA77-3E41-A43C-5DF603AD2BB9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832100"/>
            <a:ext cx="254000" cy="533400"/>
            <a:chOff x="688" y="1784"/>
            <a:chExt cx="160" cy="336"/>
          </a:xfrm>
        </p:grpSpPr>
        <p:sp>
          <p:nvSpPr>
            <p:cNvPr id="66739" name="Line 126">
              <a:extLst>
                <a:ext uri="{FF2B5EF4-FFF2-40B4-BE49-F238E27FC236}">
                  <a16:creationId xmlns:a16="http://schemas.microsoft.com/office/drawing/2014/main" id="{EA0397D7-CB74-5A46-87D8-7EC281FB4A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784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0" name="Line 127">
              <a:extLst>
                <a:ext uri="{FF2B5EF4-FFF2-40B4-BE49-F238E27FC236}">
                  <a16:creationId xmlns:a16="http://schemas.microsoft.com/office/drawing/2014/main" id="{CF7F610D-449B-6D47-A3F8-8E28FC656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784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1" name="Line 128">
              <a:extLst>
                <a:ext uri="{FF2B5EF4-FFF2-40B4-BE49-F238E27FC236}">
                  <a16:creationId xmlns:a16="http://schemas.microsoft.com/office/drawing/2014/main" id="{340FAF94-052D-4F42-9B7A-BE9CF5560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063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42" name="Line 129">
              <a:extLst>
                <a:ext uri="{FF2B5EF4-FFF2-40B4-BE49-F238E27FC236}">
                  <a16:creationId xmlns:a16="http://schemas.microsoft.com/office/drawing/2014/main" id="{743ADDBE-A99B-114D-A348-0CC62ECB0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815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663" name="Rectangle 131">
            <a:extLst>
              <a:ext uri="{FF2B5EF4-FFF2-40B4-BE49-F238E27FC236}">
                <a16:creationId xmlns:a16="http://schemas.microsoft.com/office/drawing/2014/main" id="{9DAFBFA5-424A-8A4F-81E3-5084714E5A4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8511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6664" name="Rectangle 132">
            <a:extLst>
              <a:ext uri="{FF2B5EF4-FFF2-40B4-BE49-F238E27FC236}">
                <a16:creationId xmlns:a16="http://schemas.microsoft.com/office/drawing/2014/main" id="{653C9246-159A-FF41-BAC5-CFFF39AD70B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30194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6665" name="Oval 135">
            <a:extLst>
              <a:ext uri="{FF2B5EF4-FFF2-40B4-BE49-F238E27FC236}">
                <a16:creationId xmlns:a16="http://schemas.microsoft.com/office/drawing/2014/main" id="{4AEA79FA-A488-B641-A2E8-AA10C45D3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213100"/>
            <a:ext cx="127000" cy="127000"/>
          </a:xfrm>
          <a:prstGeom prst="ellips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666" name="Line 136">
            <a:extLst>
              <a:ext uri="{FF2B5EF4-FFF2-40B4-BE49-F238E27FC236}">
                <a16:creationId xmlns:a16="http://schemas.microsoft.com/office/drawing/2014/main" id="{EB576C29-388D-2C4A-8A68-FF8507CD4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060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7" name="Oval 137">
            <a:extLst>
              <a:ext uri="{FF2B5EF4-FFF2-40B4-BE49-F238E27FC236}">
                <a16:creationId xmlns:a16="http://schemas.microsoft.com/office/drawing/2014/main" id="{42950784-2FDB-BC4B-915C-10C54D82C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213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668" name="Line 141">
            <a:extLst>
              <a:ext uri="{FF2B5EF4-FFF2-40B4-BE49-F238E27FC236}">
                <a16:creationId xmlns:a16="http://schemas.microsoft.com/office/drawing/2014/main" id="{FFB0D75B-078A-994A-85AC-D96056632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29718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9" name="Line 142">
            <a:extLst>
              <a:ext uri="{FF2B5EF4-FFF2-40B4-BE49-F238E27FC236}">
                <a16:creationId xmlns:a16="http://schemas.microsoft.com/office/drawing/2014/main" id="{E92972B8-DDD0-9141-A990-9E58D91865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9591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0" name="Line 143">
            <a:extLst>
              <a:ext uri="{FF2B5EF4-FFF2-40B4-BE49-F238E27FC236}">
                <a16:creationId xmlns:a16="http://schemas.microsoft.com/office/drawing/2014/main" id="{E444AFF5-2893-B949-983C-9BB996B22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5814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1" name="Line 144">
            <a:extLst>
              <a:ext uri="{FF2B5EF4-FFF2-40B4-BE49-F238E27FC236}">
                <a16:creationId xmlns:a16="http://schemas.microsoft.com/office/drawing/2014/main" id="{E8069378-7938-1C42-9E4E-9C77AD2AB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6670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2" name="Line 145">
            <a:extLst>
              <a:ext uri="{FF2B5EF4-FFF2-40B4-BE49-F238E27FC236}">
                <a16:creationId xmlns:a16="http://schemas.microsoft.com/office/drawing/2014/main" id="{458E3112-26BB-B445-866A-B16610C17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6797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3" name="Line 146">
            <a:extLst>
              <a:ext uri="{FF2B5EF4-FFF2-40B4-BE49-F238E27FC236}">
                <a16:creationId xmlns:a16="http://schemas.microsoft.com/office/drawing/2014/main" id="{8897AA9E-2287-E64B-A214-D132A2B1F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679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4" name="Line 147">
            <a:extLst>
              <a:ext uri="{FF2B5EF4-FFF2-40B4-BE49-F238E27FC236}">
                <a16:creationId xmlns:a16="http://schemas.microsoft.com/office/drawing/2014/main" id="{B7578C65-F305-724A-8129-A76D1F4D5F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060700"/>
            <a:ext cx="0" cy="127000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5" name="Oval 148">
            <a:extLst>
              <a:ext uri="{FF2B5EF4-FFF2-40B4-BE49-F238E27FC236}">
                <a16:creationId xmlns:a16="http://schemas.microsoft.com/office/drawing/2014/main" id="{F22421DE-DED1-F345-BEAA-BBD678178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3213100"/>
            <a:ext cx="127000" cy="127000"/>
          </a:xfrm>
          <a:prstGeom prst="ellips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676" name="Line 149">
            <a:extLst>
              <a:ext uri="{FF2B5EF4-FFF2-40B4-BE49-F238E27FC236}">
                <a16:creationId xmlns:a16="http://schemas.microsoft.com/office/drawing/2014/main" id="{5904A697-911E-BE49-8999-4142E6BB9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060700"/>
            <a:ext cx="0" cy="127000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7" name="Oval 150">
            <a:extLst>
              <a:ext uri="{FF2B5EF4-FFF2-40B4-BE49-F238E27FC236}">
                <a16:creationId xmlns:a16="http://schemas.microsoft.com/office/drawing/2014/main" id="{DE0D914C-6879-6E42-99F1-FAA0366E7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213100"/>
            <a:ext cx="127000" cy="127000"/>
          </a:xfrm>
          <a:prstGeom prst="ellips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678" name="Line 151">
            <a:extLst>
              <a:ext uri="{FF2B5EF4-FFF2-40B4-BE49-F238E27FC236}">
                <a16:creationId xmlns:a16="http://schemas.microsoft.com/office/drawing/2014/main" id="{148FF606-8844-934A-9DFF-2215EA85F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060700"/>
            <a:ext cx="0" cy="127000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79" name="Oval 152">
            <a:extLst>
              <a:ext uri="{FF2B5EF4-FFF2-40B4-BE49-F238E27FC236}">
                <a16:creationId xmlns:a16="http://schemas.microsoft.com/office/drawing/2014/main" id="{FC5DC6B1-952E-7144-A6C2-B1C04AC89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213100"/>
            <a:ext cx="127000" cy="127000"/>
          </a:xfrm>
          <a:prstGeom prst="ellips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680" name="Line 153">
            <a:extLst>
              <a:ext uri="{FF2B5EF4-FFF2-40B4-BE49-F238E27FC236}">
                <a16:creationId xmlns:a16="http://schemas.microsoft.com/office/drawing/2014/main" id="{AA3D515D-3EA6-EB45-B304-C84F9A05E0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1663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1" name="Line 154">
            <a:extLst>
              <a:ext uri="{FF2B5EF4-FFF2-40B4-BE49-F238E27FC236}">
                <a16:creationId xmlns:a16="http://schemas.microsoft.com/office/drawing/2014/main" id="{4CED938E-DD32-9B45-AAE0-B4DA4ACE9C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1663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2" name="Line 155">
            <a:extLst>
              <a:ext uri="{FF2B5EF4-FFF2-40B4-BE49-F238E27FC236}">
                <a16:creationId xmlns:a16="http://schemas.microsoft.com/office/drawing/2014/main" id="{0FB9EE6C-5967-A447-91C2-1B23C50CE9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6637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3" name="Line 156">
            <a:extLst>
              <a:ext uri="{FF2B5EF4-FFF2-40B4-BE49-F238E27FC236}">
                <a16:creationId xmlns:a16="http://schemas.microsoft.com/office/drawing/2014/main" id="{A5C78C7B-C2A5-044C-9B2D-A522503B05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1663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4" name="Line 157">
            <a:extLst>
              <a:ext uri="{FF2B5EF4-FFF2-40B4-BE49-F238E27FC236}">
                <a16:creationId xmlns:a16="http://schemas.microsoft.com/office/drawing/2014/main" id="{E243C374-F9A4-1247-B555-CDEA0C505C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6637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5" name="Line 158">
            <a:extLst>
              <a:ext uri="{FF2B5EF4-FFF2-40B4-BE49-F238E27FC236}">
                <a16:creationId xmlns:a16="http://schemas.microsoft.com/office/drawing/2014/main" id="{F97DFCE8-353F-AC40-8D78-E7A4213193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15875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6" name="Line 159">
            <a:extLst>
              <a:ext uri="{FF2B5EF4-FFF2-40B4-BE49-F238E27FC236}">
                <a16:creationId xmlns:a16="http://schemas.microsoft.com/office/drawing/2014/main" id="{3E2BDDA4-59DE-554C-B226-35484701EB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5875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7" name="Line 160">
            <a:extLst>
              <a:ext uri="{FF2B5EF4-FFF2-40B4-BE49-F238E27FC236}">
                <a16:creationId xmlns:a16="http://schemas.microsoft.com/office/drawing/2014/main" id="{AA265738-0E7D-9442-8B01-E8EA7159B4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5875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8" name="Line 161">
            <a:extLst>
              <a:ext uri="{FF2B5EF4-FFF2-40B4-BE49-F238E27FC236}">
                <a16:creationId xmlns:a16="http://schemas.microsoft.com/office/drawing/2014/main" id="{7A2368AE-7225-A74F-AE63-C6CA264C7E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6637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89" name="Line 162">
            <a:extLst>
              <a:ext uri="{FF2B5EF4-FFF2-40B4-BE49-F238E27FC236}">
                <a16:creationId xmlns:a16="http://schemas.microsoft.com/office/drawing/2014/main" id="{7285719D-D520-5343-8462-EEC388922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1828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43" name="Rectangle 163">
            <a:extLst>
              <a:ext uri="{FF2B5EF4-FFF2-40B4-BE49-F238E27FC236}">
                <a16:creationId xmlns:a16="http://schemas.microsoft.com/office/drawing/2014/main" id="{4BE9036B-9DE9-CA4C-86AF-35CE7518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1460500"/>
            <a:ext cx="1447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Beq’s Ifet</a:t>
            </a:r>
          </a:p>
        </p:txBody>
      </p:sp>
      <p:sp>
        <p:nvSpPr>
          <p:cNvPr id="66691" name="Line 164">
            <a:extLst>
              <a:ext uri="{FF2B5EF4-FFF2-40B4-BE49-F238E27FC236}">
                <a16:creationId xmlns:a16="http://schemas.microsoft.com/office/drawing/2014/main" id="{C429B4DE-302C-DF4B-A7CE-1D0615A14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1828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92" name="Line 168">
            <a:extLst>
              <a:ext uri="{FF2B5EF4-FFF2-40B4-BE49-F238E27FC236}">
                <a16:creationId xmlns:a16="http://schemas.microsoft.com/office/drawing/2014/main" id="{9AB5E52F-AAC8-8B4E-84E3-6F5851FB4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18288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49" name="Rectangle 169">
            <a:extLst>
              <a:ext uri="{FF2B5EF4-FFF2-40B4-BE49-F238E27FC236}">
                <a16:creationId xmlns:a16="http://schemas.microsoft.com/office/drawing/2014/main" id="{4DFAAB1B-A7F2-5D41-A40A-15C920838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1447800"/>
            <a:ext cx="15922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Store’s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66694" name="Line 170">
            <a:extLst>
              <a:ext uri="{FF2B5EF4-FFF2-40B4-BE49-F238E27FC236}">
                <a16:creationId xmlns:a16="http://schemas.microsoft.com/office/drawing/2014/main" id="{ABE2E045-B6BF-0C4C-85B2-EB9C601F5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18288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51" name="Rectangle 171">
            <a:extLst>
              <a:ext uri="{FF2B5EF4-FFF2-40B4-BE49-F238E27FC236}">
                <a16:creationId xmlns:a16="http://schemas.microsoft.com/office/drawing/2014/main" id="{C94F00D2-7B2C-EA4E-8B32-873A735FF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1447800"/>
            <a:ext cx="18081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Exec</a:t>
            </a:r>
          </a:p>
        </p:txBody>
      </p:sp>
      <p:sp>
        <p:nvSpPr>
          <p:cNvPr id="66696" name="Line 172">
            <a:extLst>
              <a:ext uri="{FF2B5EF4-FFF2-40B4-BE49-F238E27FC236}">
                <a16:creationId xmlns:a16="http://schemas.microsoft.com/office/drawing/2014/main" id="{5EEE3940-9FD5-8945-8A57-A76C0CE46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18288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53" name="Rectangle 173">
            <a:extLst>
              <a:ext uri="{FF2B5EF4-FFF2-40B4-BE49-F238E27FC236}">
                <a16:creationId xmlns:a16="http://schemas.microsoft.com/office/drawing/2014/main" id="{52AB19AC-3356-1E4D-9C17-4FC422017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1447800"/>
            <a:ext cx="165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Load’s  Mem</a:t>
            </a:r>
          </a:p>
        </p:txBody>
      </p:sp>
      <p:grpSp>
        <p:nvGrpSpPr>
          <p:cNvPr id="71887" name="Group 207">
            <a:extLst>
              <a:ext uri="{FF2B5EF4-FFF2-40B4-BE49-F238E27FC236}">
                <a16:creationId xmlns:a16="http://schemas.microsoft.com/office/drawing/2014/main" id="{49922DEF-200D-B840-B16E-DF88D0CD2B60}"/>
              </a:ext>
            </a:extLst>
          </p:cNvPr>
          <p:cNvGrpSpPr>
            <a:grpSpLocks/>
          </p:cNvGrpSpPr>
          <p:nvPr/>
        </p:nvGrpSpPr>
        <p:grpSpPr bwMode="auto">
          <a:xfrm>
            <a:off x="279400" y="2959100"/>
            <a:ext cx="1625600" cy="1155700"/>
            <a:chOff x="176" y="1864"/>
            <a:chExt cx="1024" cy="728"/>
          </a:xfrm>
        </p:grpSpPr>
        <p:sp>
          <p:nvSpPr>
            <p:cNvPr id="66733" name="Line 133">
              <a:extLst>
                <a:ext uri="{FF2B5EF4-FFF2-40B4-BE49-F238E27FC236}">
                  <a16:creationId xmlns:a16="http://schemas.microsoft.com/office/drawing/2014/main" id="{654C2C42-E7D9-3F45-936C-F9B3A912B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" y="2016"/>
              <a:ext cx="364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34" name="Line 134">
              <a:extLst>
                <a:ext uri="{FF2B5EF4-FFF2-40B4-BE49-F238E27FC236}">
                  <a16:creationId xmlns:a16="http://schemas.microsoft.com/office/drawing/2014/main" id="{06AF7FF7-C897-2A48-B358-0AD7F3697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002"/>
              <a:ext cx="0" cy="202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35" name="Line 138">
              <a:extLst>
                <a:ext uri="{FF2B5EF4-FFF2-40B4-BE49-F238E27FC236}">
                  <a16:creationId xmlns:a16="http://schemas.microsoft.com/office/drawing/2014/main" id="{64C99A42-13FA-1046-B8FF-D6A73C16E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" y="1872"/>
              <a:ext cx="512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36" name="Line 139">
              <a:extLst>
                <a:ext uri="{FF2B5EF4-FFF2-40B4-BE49-F238E27FC236}">
                  <a16:creationId xmlns:a16="http://schemas.microsoft.com/office/drawing/2014/main" id="{BDB437F2-6E02-DF45-8A19-446A45381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" y="2592"/>
              <a:ext cx="238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37" name="Line 140">
              <a:extLst>
                <a:ext uri="{FF2B5EF4-FFF2-40B4-BE49-F238E27FC236}">
                  <a16:creationId xmlns:a16="http://schemas.microsoft.com/office/drawing/2014/main" id="{C22B9F37-1B74-7A4E-8545-44A82CA74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888"/>
              <a:ext cx="0" cy="70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38" name="Line 174">
              <a:extLst>
                <a:ext uri="{FF2B5EF4-FFF2-40B4-BE49-F238E27FC236}">
                  <a16:creationId xmlns:a16="http://schemas.microsoft.com/office/drawing/2014/main" id="{D83F1F0C-3CDF-404F-A45F-FEBCA6B5D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" y="1864"/>
              <a:ext cx="196" cy="16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699" name="Line 175">
            <a:extLst>
              <a:ext uri="{FF2B5EF4-FFF2-40B4-BE49-F238E27FC236}">
                <a16:creationId xmlns:a16="http://schemas.microsoft.com/office/drawing/2014/main" id="{0BF16A41-A3E8-C84B-838E-F247CB2E8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2705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882" name="Group 202">
            <a:extLst>
              <a:ext uri="{FF2B5EF4-FFF2-40B4-BE49-F238E27FC236}">
                <a16:creationId xmlns:a16="http://schemas.microsoft.com/office/drawing/2014/main" id="{1C6F05F8-F6F0-E64A-84A4-2FA4167178F7}"/>
              </a:ext>
            </a:extLst>
          </p:cNvPr>
          <p:cNvGrpSpPr>
            <a:grpSpLocks/>
          </p:cNvGrpSpPr>
          <p:nvPr/>
        </p:nvGrpSpPr>
        <p:grpSpPr bwMode="auto">
          <a:xfrm>
            <a:off x="4321175" y="5403850"/>
            <a:ext cx="1520825" cy="158750"/>
            <a:chOff x="2722" y="3404"/>
            <a:chExt cx="958" cy="100"/>
          </a:xfrm>
        </p:grpSpPr>
        <p:sp>
          <p:nvSpPr>
            <p:cNvPr id="66730" name="Line 73">
              <a:extLst>
                <a:ext uri="{FF2B5EF4-FFF2-40B4-BE49-F238E27FC236}">
                  <a16:creationId xmlns:a16="http://schemas.microsoft.com/office/drawing/2014/main" id="{1F4DF100-E91E-9241-AFE1-B87726AE8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8" y="3408"/>
              <a:ext cx="652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31" name="Line 96">
              <a:extLst>
                <a:ext uri="{FF2B5EF4-FFF2-40B4-BE49-F238E27FC236}">
                  <a16:creationId xmlns:a16="http://schemas.microsoft.com/office/drawing/2014/main" id="{649EA9F1-4FEE-0E4B-984A-4276D974D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2" y="3504"/>
              <a:ext cx="154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32" name="Line 176">
              <a:extLst>
                <a:ext uri="{FF2B5EF4-FFF2-40B4-BE49-F238E27FC236}">
                  <a16:creationId xmlns:a16="http://schemas.microsoft.com/office/drawing/2014/main" id="{781467B5-92CA-C14B-8931-DFAED4355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6" y="3404"/>
              <a:ext cx="166" cy="98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701" name="Group 187">
            <a:extLst>
              <a:ext uri="{FF2B5EF4-FFF2-40B4-BE49-F238E27FC236}">
                <a16:creationId xmlns:a16="http://schemas.microsoft.com/office/drawing/2014/main" id="{415CA80A-EA84-184D-BCBA-C6787BD34DA4}"/>
              </a:ext>
            </a:extLst>
          </p:cNvPr>
          <p:cNvGrpSpPr>
            <a:grpSpLocks/>
          </p:cNvGrpSpPr>
          <p:nvPr/>
        </p:nvGrpSpPr>
        <p:grpSpPr bwMode="auto">
          <a:xfrm>
            <a:off x="2728913" y="2527300"/>
            <a:ext cx="754062" cy="1346200"/>
            <a:chOff x="1719" y="1592"/>
            <a:chExt cx="475" cy="848"/>
          </a:xfrm>
        </p:grpSpPr>
        <p:sp>
          <p:nvSpPr>
            <p:cNvPr id="66720" name="Line 177">
              <a:extLst>
                <a:ext uri="{FF2B5EF4-FFF2-40B4-BE49-F238E27FC236}">
                  <a16:creationId xmlns:a16="http://schemas.microsoft.com/office/drawing/2014/main" id="{9BA8823F-B203-3D4C-A032-B25AEC05A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92"/>
              <a:ext cx="0" cy="32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6721" name="Group 183">
              <a:extLst>
                <a:ext uri="{FF2B5EF4-FFF2-40B4-BE49-F238E27FC236}">
                  <a16:creationId xmlns:a16="http://schemas.microsoft.com/office/drawing/2014/main" id="{2B337498-2553-2546-A6F9-6FD1CB5BBA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6" y="1914"/>
              <a:ext cx="208" cy="248"/>
              <a:chOff x="1986" y="1914"/>
              <a:chExt cx="208" cy="248"/>
            </a:xfrm>
          </p:grpSpPr>
          <p:sp>
            <p:nvSpPr>
              <p:cNvPr id="66725" name="Arc 178">
                <a:extLst>
                  <a:ext uri="{FF2B5EF4-FFF2-40B4-BE49-F238E27FC236}">
                    <a16:creationId xmlns:a16="http://schemas.microsoft.com/office/drawing/2014/main" id="{17DAF40D-954D-0B40-BD6D-0689391EBA0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0" y="2073"/>
                <a:ext cx="89" cy="88"/>
              </a:xfrm>
              <a:custGeom>
                <a:avLst/>
                <a:gdLst>
                  <a:gd name="T0" fmla="*/ 0 w 21843"/>
                  <a:gd name="T1" fmla="*/ 0 h 21600"/>
                  <a:gd name="T2" fmla="*/ 0 w 21843"/>
                  <a:gd name="T3" fmla="*/ 0 h 21600"/>
                  <a:gd name="T4" fmla="*/ 0 w 21843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43" h="21600" fill="none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</a:path>
                  <a:path w="21843" h="21600" stroke="0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  <a:lnTo>
                      <a:pt x="244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726" name="Arc 179">
                <a:extLst>
                  <a:ext uri="{FF2B5EF4-FFF2-40B4-BE49-F238E27FC236}">
                    <a16:creationId xmlns:a16="http://schemas.microsoft.com/office/drawing/2014/main" id="{30C78C0E-7070-7E45-AA5D-BD409D637FE6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003" y="2074"/>
                <a:ext cx="88" cy="87"/>
              </a:xfrm>
              <a:custGeom>
                <a:avLst/>
                <a:gdLst>
                  <a:gd name="T0" fmla="*/ 0 w 21599"/>
                  <a:gd name="T1" fmla="*/ 0 h 21599"/>
                  <a:gd name="T2" fmla="*/ 0 w 21599"/>
                  <a:gd name="T3" fmla="*/ 0 h 21599"/>
                  <a:gd name="T4" fmla="*/ 0 w 21599"/>
                  <a:gd name="T5" fmla="*/ 0 h 215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599" fill="none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</a:path>
                  <a:path w="21599" h="21599" stroke="0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  <a:lnTo>
                      <a:pt x="21599" y="21599"/>
                    </a:lnTo>
                    <a:lnTo>
                      <a:pt x="0" y="2135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727" name="Line 180">
                <a:extLst>
                  <a:ext uri="{FF2B5EF4-FFF2-40B4-BE49-F238E27FC236}">
                    <a16:creationId xmlns:a16="http://schemas.microsoft.com/office/drawing/2014/main" id="{4C5C33ED-DD38-6342-AA8B-150173225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6" y="1914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728" name="Line 181">
                <a:extLst>
                  <a:ext uri="{FF2B5EF4-FFF2-40B4-BE49-F238E27FC236}">
                    <a16:creationId xmlns:a16="http://schemas.microsoft.com/office/drawing/2014/main" id="{A6035016-5C37-9F47-B9F5-C2BCD4E21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94" y="1914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729" name="Line 182">
                <a:extLst>
                  <a:ext uri="{FF2B5EF4-FFF2-40B4-BE49-F238E27FC236}">
                    <a16:creationId xmlns:a16="http://schemas.microsoft.com/office/drawing/2014/main" id="{3A4F4B9B-DBD1-7A47-8A15-6DFFE3D85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86" y="1922"/>
                <a:ext cx="2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6722" name="Line 184">
              <a:extLst>
                <a:ext uri="{FF2B5EF4-FFF2-40B4-BE49-F238E27FC236}">
                  <a16:creationId xmlns:a16="http://schemas.microsoft.com/office/drawing/2014/main" id="{DCB35706-487D-0743-A1AC-9A6546D4B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168"/>
              <a:ext cx="0" cy="27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23" name="Line 185">
              <a:extLst>
                <a:ext uri="{FF2B5EF4-FFF2-40B4-BE49-F238E27FC236}">
                  <a16:creationId xmlns:a16="http://schemas.microsoft.com/office/drawing/2014/main" id="{AE5990A1-7B00-FE42-94FD-B13CAA589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784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24" name="Rectangle 186">
              <a:extLst>
                <a:ext uri="{FF2B5EF4-FFF2-40B4-BE49-F238E27FC236}">
                  <a16:creationId xmlns:a16="http://schemas.microsoft.com/office/drawing/2014/main" id="{B6E8D029-4C2C-6A4C-B860-09B7A5D2F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680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</a:p>
          </p:txBody>
        </p:sp>
      </p:grpSp>
      <p:sp>
        <p:nvSpPr>
          <p:cNvPr id="66702" name="Line 188">
            <a:extLst>
              <a:ext uri="{FF2B5EF4-FFF2-40B4-BE49-F238E27FC236}">
                <a16:creationId xmlns:a16="http://schemas.microsoft.com/office/drawing/2014/main" id="{FA48761E-DCB8-324A-9B16-DC4F72C84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118100"/>
            <a:ext cx="0" cy="1117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9" name="Rectangle 189">
            <a:extLst>
              <a:ext uri="{FF2B5EF4-FFF2-40B4-BE49-F238E27FC236}">
                <a16:creationId xmlns:a16="http://schemas.microsoft.com/office/drawing/2014/main" id="{3966A0A2-787B-C541-9517-7DDA3A5BA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138" y="6303963"/>
            <a:ext cx="1370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MemWr=0</a:t>
            </a:r>
          </a:p>
        </p:txBody>
      </p:sp>
      <p:grpSp>
        <p:nvGrpSpPr>
          <p:cNvPr id="66704" name="Group 195">
            <a:extLst>
              <a:ext uri="{FF2B5EF4-FFF2-40B4-BE49-F238E27FC236}">
                <a16:creationId xmlns:a16="http://schemas.microsoft.com/office/drawing/2014/main" id="{551047A8-8DF8-104C-A8DA-E89F0FE3FBFA}"/>
              </a:ext>
            </a:extLst>
          </p:cNvPr>
          <p:cNvGrpSpPr>
            <a:grpSpLocks/>
          </p:cNvGrpSpPr>
          <p:nvPr/>
        </p:nvGrpSpPr>
        <p:grpSpPr bwMode="auto">
          <a:xfrm>
            <a:off x="6789738" y="6075363"/>
            <a:ext cx="358775" cy="304800"/>
            <a:chOff x="4277" y="3827"/>
            <a:chExt cx="226" cy="192"/>
          </a:xfrm>
        </p:grpSpPr>
        <p:sp>
          <p:nvSpPr>
            <p:cNvPr id="66715" name="Arc 190">
              <a:extLst>
                <a:ext uri="{FF2B5EF4-FFF2-40B4-BE49-F238E27FC236}">
                  <a16:creationId xmlns:a16="http://schemas.microsoft.com/office/drawing/2014/main" id="{5B166910-99B6-774E-AE1E-1A3B53199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842"/>
              <a:ext cx="89" cy="77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16" name="Arc 191">
              <a:extLst>
                <a:ext uri="{FF2B5EF4-FFF2-40B4-BE49-F238E27FC236}">
                  <a16:creationId xmlns:a16="http://schemas.microsoft.com/office/drawing/2014/main" id="{2DF4D60D-B923-2D40-87F2-880E29F7642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5" y="3938"/>
              <a:ext cx="88" cy="77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17" name="Line 192">
              <a:extLst>
                <a:ext uri="{FF2B5EF4-FFF2-40B4-BE49-F238E27FC236}">
                  <a16:creationId xmlns:a16="http://schemas.microsoft.com/office/drawing/2014/main" id="{67D49650-4A11-4E46-9318-730E3EFFFC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827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18" name="Line 193">
              <a:extLst>
                <a:ext uri="{FF2B5EF4-FFF2-40B4-BE49-F238E27FC236}">
                  <a16:creationId xmlns:a16="http://schemas.microsoft.com/office/drawing/2014/main" id="{D1864FF7-214A-6F40-8F96-CECA39F953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4019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19" name="Line 194">
              <a:extLst>
                <a:ext uri="{FF2B5EF4-FFF2-40B4-BE49-F238E27FC236}">
                  <a16:creationId xmlns:a16="http://schemas.microsoft.com/office/drawing/2014/main" id="{32D94BA9-48EE-6641-87FF-1EB15FEBF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" y="3835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705" name="Line 196">
            <a:extLst>
              <a:ext uri="{FF2B5EF4-FFF2-40B4-BE49-F238E27FC236}">
                <a16:creationId xmlns:a16="http://schemas.microsoft.com/office/drawing/2014/main" id="{C54A0928-A1D7-2F45-ABE5-AC9BB38F5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5500" y="6248400"/>
            <a:ext cx="50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706" name="Line 197">
            <a:extLst>
              <a:ext uri="{FF2B5EF4-FFF2-40B4-BE49-F238E27FC236}">
                <a16:creationId xmlns:a16="http://schemas.microsoft.com/office/drawing/2014/main" id="{180B176C-9B95-4D49-A008-578C74C6BB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5700" y="6324600"/>
            <a:ext cx="558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707" name="Line 198">
            <a:extLst>
              <a:ext uri="{FF2B5EF4-FFF2-40B4-BE49-F238E27FC236}">
                <a16:creationId xmlns:a16="http://schemas.microsoft.com/office/drawing/2014/main" id="{C35CAD46-38FA-044F-ADF8-0C0178A153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61722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708" name="Rectangle 199">
            <a:extLst>
              <a:ext uri="{FF2B5EF4-FFF2-40B4-BE49-F238E27FC236}">
                <a16:creationId xmlns:a16="http://schemas.microsoft.com/office/drawing/2014/main" id="{DA8E5110-F4DA-7C45-9F75-E6DA1D6A8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60198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71888" name="Text Box 208">
            <a:extLst>
              <a:ext uri="{FF2B5EF4-FFF2-40B4-BE49-F238E27FC236}">
                <a16:creationId xmlns:a16="http://schemas.microsoft.com/office/drawing/2014/main" id="{22A522CD-8D4A-9044-94AD-0F9009B2E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5776913"/>
            <a:ext cx="2836863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如果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Mem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阶段是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Branch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且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Zero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为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，会怎样？</a:t>
            </a:r>
          </a:p>
        </p:txBody>
      </p:sp>
      <p:sp>
        <p:nvSpPr>
          <p:cNvPr id="71889" name="Rectangle 209">
            <a:extLst>
              <a:ext uri="{FF2B5EF4-FFF2-40B4-BE49-F238E27FC236}">
                <a16:creationId xmlns:a16="http://schemas.microsoft.com/office/drawing/2014/main" id="{5839ED60-2AD2-5C40-A284-7C5C7EF46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75" y="1503363"/>
            <a:ext cx="911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?’s  Wr</a:t>
            </a:r>
            <a:endParaRPr lang="zh-CN" altLang="en-US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1892" name="Group 212">
            <a:extLst>
              <a:ext uri="{FF2B5EF4-FFF2-40B4-BE49-F238E27FC236}">
                <a16:creationId xmlns:a16="http://schemas.microsoft.com/office/drawing/2014/main" id="{4AFEBBBC-E8D2-EE42-87D5-50DB90F485E4}"/>
              </a:ext>
            </a:extLst>
          </p:cNvPr>
          <p:cNvGrpSpPr>
            <a:grpSpLocks/>
          </p:cNvGrpSpPr>
          <p:nvPr/>
        </p:nvGrpSpPr>
        <p:grpSpPr bwMode="auto">
          <a:xfrm>
            <a:off x="8115300" y="1803400"/>
            <a:ext cx="850900" cy="1196975"/>
            <a:chOff x="5112" y="1136"/>
            <a:chExt cx="536" cy="754"/>
          </a:xfrm>
        </p:grpSpPr>
        <p:sp>
          <p:nvSpPr>
            <p:cNvPr id="66713" name="Text Box 210">
              <a:extLst>
                <a:ext uri="{FF2B5EF4-FFF2-40B4-BE49-F238E27FC236}">
                  <a16:creationId xmlns:a16="http://schemas.microsoft.com/office/drawing/2014/main" id="{92412B9B-5A72-5C44-A326-B6BAE1BF0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" y="1352"/>
              <a:ext cx="536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Load</a:t>
              </a:r>
              <a:r>
                <a:rPr lang="zh-CN" altLang="en-US" sz="1700">
                  <a:latin typeface="Arial" panose="020B0604020202020204" pitchFamily="34" charset="0"/>
                  <a:ea typeface="黑体" panose="02010609060101010101" pitchFamily="49" charset="-122"/>
                </a:rPr>
                <a:t>指令前某指令</a:t>
              </a:r>
            </a:p>
          </p:txBody>
        </p:sp>
        <p:sp>
          <p:nvSpPr>
            <p:cNvPr id="66714" name="Line 211">
              <a:extLst>
                <a:ext uri="{FF2B5EF4-FFF2-40B4-BE49-F238E27FC236}">
                  <a16:creationId xmlns:a16="http://schemas.microsoft.com/office/drawing/2014/main" id="{E38B5A49-AFDD-D84A-BAA4-98D41739D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52" y="1136"/>
              <a:ext cx="112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7" name="Rectangle 219">
            <a:extLst>
              <a:ext uri="{FF2B5EF4-FFF2-40B4-BE49-F238E27FC236}">
                <a16:creationId xmlns:a16="http://schemas.microsoft.com/office/drawing/2014/main" id="{76FD2884-AE5D-0146-A87D-3B744117A28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6544" y="3731419"/>
            <a:ext cx="387350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1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1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43" grpId="0"/>
      <p:bldP spid="71849" grpId="0"/>
      <p:bldP spid="71851" grpId="0"/>
      <p:bldP spid="71853" grpId="0"/>
      <p:bldP spid="71869" grpId="0"/>
      <p:bldP spid="71888" grpId="0"/>
      <p:bldP spid="71889" grpId="0"/>
      <p:bldP spid="20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A1947EC-7411-EE4D-BD8C-FAE2E12F3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3843338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第五周期结束时的状态：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837AAD4-5140-CD42-8266-ED36D30ED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698500"/>
            <a:ext cx="8191500" cy="325438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0: </a:t>
            </a:r>
            <a:r>
              <a:rPr lang="en-US" altLang="zh-CN">
                <a:ea typeface="宋体" panose="02010600030101010101" pitchFamily="2" charset="-122"/>
              </a:rPr>
              <a:t>Lw’s Wr   4: R’s Mem   8: Store’s Exec   12: Beq’s Reg   16: R’s Ifetch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E9721792-DC1A-354E-967D-C09AA7A42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775" y="29591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7B708341-04E2-7A4C-8812-771BEE2ACB5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99370" y="3967956"/>
            <a:ext cx="2208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 Instruction @ 16</a:t>
            </a:r>
          </a:p>
        </p:txBody>
      </p:sp>
      <p:sp>
        <p:nvSpPr>
          <p:cNvPr id="68614" name="Line 6">
            <a:extLst>
              <a:ext uri="{FF2B5EF4-FFF2-40B4-BE49-F238E27FC236}">
                <a16:creationId xmlns:a16="http://schemas.microsoft.com/office/drawing/2014/main" id="{1F8A64D7-D06C-7A41-A7A8-5269BCE62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2654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620023B5-A98C-E34A-868E-1F8F91561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29591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6" name="Rectangle 8">
            <a:extLst>
              <a:ext uri="{FF2B5EF4-FFF2-40B4-BE49-F238E27FC236}">
                <a16:creationId xmlns:a16="http://schemas.microsoft.com/office/drawing/2014/main" id="{D981ADFE-8A61-6D4A-94FD-2C472975473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32932" y="3964781"/>
            <a:ext cx="2201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: Beq’s busA &amp; B</a:t>
            </a:r>
          </a:p>
        </p:txBody>
      </p:sp>
      <p:sp>
        <p:nvSpPr>
          <p:cNvPr id="68617" name="Rectangle 9">
            <a:extLst>
              <a:ext uri="{FF2B5EF4-FFF2-40B4-BE49-F238E27FC236}">
                <a16:creationId xmlns:a16="http://schemas.microsoft.com/office/drawing/2014/main" id="{7F44319C-C772-D041-8565-E4A463550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75" y="29591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8" name="Rectangle 10">
            <a:extLst>
              <a:ext uri="{FF2B5EF4-FFF2-40B4-BE49-F238E27FC236}">
                <a16:creationId xmlns:a16="http://schemas.microsoft.com/office/drawing/2014/main" id="{25AAE5F3-5B1B-E846-BD28-AA847E3A405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41875" y="3965575"/>
            <a:ext cx="2441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: Store’s Address</a:t>
            </a:r>
          </a:p>
        </p:txBody>
      </p:sp>
      <p:sp>
        <p:nvSpPr>
          <p:cNvPr id="68619" name="Rectangle 11">
            <a:extLst>
              <a:ext uri="{FF2B5EF4-FFF2-40B4-BE49-F238E27FC236}">
                <a16:creationId xmlns:a16="http://schemas.microsoft.com/office/drawing/2014/main" id="{227C0C0B-47A9-5949-8226-ECF1C3A47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75" y="29591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20" name="Rectangle 12">
            <a:extLst>
              <a:ext uri="{FF2B5EF4-FFF2-40B4-BE49-F238E27FC236}">
                <a16:creationId xmlns:a16="http://schemas.microsoft.com/office/drawing/2014/main" id="{BEFF6FB3-28CD-1144-BF9E-02393267EBC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50051" y="3965575"/>
            <a:ext cx="24320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: R-type’s Result</a:t>
            </a:r>
          </a:p>
        </p:txBody>
      </p:sp>
      <p:sp>
        <p:nvSpPr>
          <p:cNvPr id="68621" name="Rectangle 13">
            <a:extLst>
              <a:ext uri="{FF2B5EF4-FFF2-40B4-BE49-F238E27FC236}">
                <a16:creationId xmlns:a16="http://schemas.microsoft.com/office/drawing/2014/main" id="{0649FE4F-861D-B546-B2EE-5B7D0B78B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29591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22" name="Rectangle 14">
            <a:extLst>
              <a:ext uri="{FF2B5EF4-FFF2-40B4-BE49-F238E27FC236}">
                <a16:creationId xmlns:a16="http://schemas.microsoft.com/office/drawing/2014/main" id="{389099E1-1C36-E845-A6E8-17956D52C8C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738" y="3351212"/>
            <a:ext cx="8826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 = 16</a:t>
            </a:r>
          </a:p>
        </p:txBody>
      </p:sp>
      <p:sp>
        <p:nvSpPr>
          <p:cNvPr id="68623" name="Rectangle 15">
            <a:extLst>
              <a:ext uri="{FF2B5EF4-FFF2-40B4-BE49-F238E27FC236}">
                <a16:creationId xmlns:a16="http://schemas.microsoft.com/office/drawing/2014/main" id="{A2048ABD-6D15-064C-9CCF-A46C2C15F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5" y="3416300"/>
            <a:ext cx="622300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24" name="Rectangle 16">
            <a:extLst>
              <a:ext uri="{FF2B5EF4-FFF2-40B4-BE49-F238E27FC236}">
                <a16:creationId xmlns:a16="http://schemas.microsoft.com/office/drawing/2014/main" id="{3F9C90C6-4F8A-2049-83D6-2A010A510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63" y="3424238"/>
            <a:ext cx="690562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68625" name="Rectangle 17">
            <a:extLst>
              <a:ext uri="{FF2B5EF4-FFF2-40B4-BE49-F238E27FC236}">
                <a16:creationId xmlns:a16="http://schemas.microsoft.com/office/drawing/2014/main" id="{CD4EA89C-7746-8D46-921F-8664FC02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313" y="41894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68626" name="Rectangle 18">
            <a:extLst>
              <a:ext uri="{FF2B5EF4-FFF2-40B4-BE49-F238E27FC236}">
                <a16:creationId xmlns:a16="http://schemas.microsoft.com/office/drawing/2014/main" id="{ED93755B-3035-7040-BF51-E9F59EEA4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613" y="44053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68627" name="Rectangle 19">
            <a:extLst>
              <a:ext uri="{FF2B5EF4-FFF2-40B4-BE49-F238E27FC236}">
                <a16:creationId xmlns:a16="http://schemas.microsoft.com/office/drawing/2014/main" id="{32EAE161-4B38-5D4A-A2DC-2E77B0D3B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450" y="3960813"/>
            <a:ext cx="473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68628" name="Rectangle 20">
            <a:extLst>
              <a:ext uri="{FF2B5EF4-FFF2-40B4-BE49-F238E27FC236}">
                <a16:creationId xmlns:a16="http://schemas.microsoft.com/office/drawing/2014/main" id="{0516F6F4-D492-B64D-99E5-8CCAB4BB8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0" y="3960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68629" name="Rectangle 21">
            <a:extLst>
              <a:ext uri="{FF2B5EF4-FFF2-40B4-BE49-F238E27FC236}">
                <a16:creationId xmlns:a16="http://schemas.microsoft.com/office/drawing/2014/main" id="{DDDBB9E6-FF58-EE41-8134-011EA7C62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29591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30" name="Rectangle 22">
            <a:extLst>
              <a:ext uri="{FF2B5EF4-FFF2-40B4-BE49-F238E27FC236}">
                <a16:creationId xmlns:a16="http://schemas.microsoft.com/office/drawing/2014/main" id="{91473E29-50F5-F74C-9043-A63F1ED7C18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24770" y="40314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68631" name="Rectangle 23">
            <a:extLst>
              <a:ext uri="{FF2B5EF4-FFF2-40B4-BE49-F238E27FC236}">
                <a16:creationId xmlns:a16="http://schemas.microsoft.com/office/drawing/2014/main" id="{E114E9BD-3D42-4C47-97C5-970B6255E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8113" y="357981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68632" name="Rectangle 24">
            <a:extLst>
              <a:ext uri="{FF2B5EF4-FFF2-40B4-BE49-F238E27FC236}">
                <a16:creationId xmlns:a16="http://schemas.microsoft.com/office/drawing/2014/main" id="{33AA1444-048A-B543-9B8B-08478244C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4722813"/>
            <a:ext cx="238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68633" name="Rectangle 25">
            <a:extLst>
              <a:ext uri="{FF2B5EF4-FFF2-40B4-BE49-F238E27FC236}">
                <a16:creationId xmlns:a16="http://schemas.microsoft.com/office/drawing/2014/main" id="{2B3C74E7-BA04-7A42-9FCD-022AAF2A9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34925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34" name="Rectangle 26">
            <a:extLst>
              <a:ext uri="{FF2B5EF4-FFF2-40B4-BE49-F238E27FC236}">
                <a16:creationId xmlns:a16="http://schemas.microsoft.com/office/drawing/2014/main" id="{6CF6C489-4C89-4D46-8F25-F11ABD951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938" y="420528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68635" name="Rectangle 27">
            <a:extLst>
              <a:ext uri="{FF2B5EF4-FFF2-40B4-BE49-F238E27FC236}">
                <a16:creationId xmlns:a16="http://schemas.microsoft.com/office/drawing/2014/main" id="{EE3F9DBC-C598-1148-8654-1A166B38C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448151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68636" name="Rectangle 28">
            <a:extLst>
              <a:ext uri="{FF2B5EF4-FFF2-40B4-BE49-F238E27FC236}">
                <a16:creationId xmlns:a16="http://schemas.microsoft.com/office/drawing/2014/main" id="{BA016EC7-6E9E-314D-BDB3-38B2FE1A0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13" y="3633788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68637" name="Rectangle 29">
            <a:extLst>
              <a:ext uri="{FF2B5EF4-FFF2-40B4-BE49-F238E27FC236}">
                <a16:creationId xmlns:a16="http://schemas.microsoft.com/office/drawing/2014/main" id="{3C7A69B9-96B8-434F-8366-9B86B1E89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13" y="39639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68638" name="Rectangle 30">
            <a:extLst>
              <a:ext uri="{FF2B5EF4-FFF2-40B4-BE49-F238E27FC236}">
                <a16:creationId xmlns:a16="http://schemas.microsoft.com/office/drawing/2014/main" id="{1A634513-3891-C646-9D12-EC71186E8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48786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73759" name="Rectangle 31">
            <a:extLst>
              <a:ext uri="{FF2B5EF4-FFF2-40B4-BE49-F238E27FC236}">
                <a16:creationId xmlns:a16="http://schemas.microsoft.com/office/drawing/2014/main" id="{D96DB47F-9FA6-6844-B14A-EB727F3BE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438" y="18208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RegWr=1</a:t>
            </a:r>
          </a:p>
        </p:txBody>
      </p:sp>
      <p:sp>
        <p:nvSpPr>
          <p:cNvPr id="68640" name="Line 32">
            <a:extLst>
              <a:ext uri="{FF2B5EF4-FFF2-40B4-BE49-F238E27FC236}">
                <a16:creationId xmlns:a16="http://schemas.microsoft.com/office/drawing/2014/main" id="{BF49AB5B-74EC-E249-8BE3-EC7FD5FF8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2400" y="448310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1" name="Rectangle 33">
            <a:extLst>
              <a:ext uri="{FF2B5EF4-FFF2-40B4-BE49-F238E27FC236}">
                <a16:creationId xmlns:a16="http://schemas.microsoft.com/office/drawing/2014/main" id="{E5A887FF-8188-FB46-8842-8B92824DB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18034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ExtOp=1</a:t>
            </a:r>
          </a:p>
        </p:txBody>
      </p:sp>
      <p:sp>
        <p:nvSpPr>
          <p:cNvPr id="73762" name="Line 34">
            <a:extLst>
              <a:ext uri="{FF2B5EF4-FFF2-40B4-BE49-F238E27FC236}">
                <a16:creationId xmlns:a16="http://schemas.microsoft.com/office/drawing/2014/main" id="{4D9E343A-38EA-4842-96BB-4D71F709B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4025" y="4079875"/>
            <a:ext cx="3873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43" name="Rectangle 35">
            <a:extLst>
              <a:ext uri="{FF2B5EF4-FFF2-40B4-BE49-F238E27FC236}">
                <a16:creationId xmlns:a16="http://schemas.microsoft.com/office/drawing/2014/main" id="{A674A639-9FDF-8847-83A1-7442FAF0D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39385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68644" name="Rectangle 36">
            <a:extLst>
              <a:ext uri="{FF2B5EF4-FFF2-40B4-BE49-F238E27FC236}">
                <a16:creationId xmlns:a16="http://schemas.microsoft.com/office/drawing/2014/main" id="{8AEF396E-55DE-7148-96A5-0CE01DC96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29591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45" name="Rectangle 37">
            <a:extLst>
              <a:ext uri="{FF2B5EF4-FFF2-40B4-BE49-F238E27FC236}">
                <a16:creationId xmlns:a16="http://schemas.microsoft.com/office/drawing/2014/main" id="{30A4C935-A201-4148-9B24-AA5A09E2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313" y="34813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68646" name="Rectangle 38">
            <a:extLst>
              <a:ext uri="{FF2B5EF4-FFF2-40B4-BE49-F238E27FC236}">
                <a16:creationId xmlns:a16="http://schemas.microsoft.com/office/drawing/2014/main" id="{ACDC5831-1614-514C-82F4-D86F8BAAA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313" y="37353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68647" name="Line 39">
            <a:extLst>
              <a:ext uri="{FF2B5EF4-FFF2-40B4-BE49-F238E27FC236}">
                <a16:creationId xmlns:a16="http://schemas.microsoft.com/office/drawing/2014/main" id="{C3381FCD-3640-5B4B-A126-96F24310F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1209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48" name="Rectangle 40">
            <a:extLst>
              <a:ext uri="{FF2B5EF4-FFF2-40B4-BE49-F238E27FC236}">
                <a16:creationId xmlns:a16="http://schemas.microsoft.com/office/drawing/2014/main" id="{2275ED7A-EA7F-7F42-8EC5-DA18CBA7D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313" y="32305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68649" name="Line 41">
            <a:extLst>
              <a:ext uri="{FF2B5EF4-FFF2-40B4-BE49-F238E27FC236}">
                <a16:creationId xmlns:a16="http://schemas.microsoft.com/office/drawing/2014/main" id="{D38038FD-4A7F-8B42-8987-71A793AE2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4800" y="1892300"/>
            <a:ext cx="0" cy="1041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0" name="Rectangle 42">
            <a:extLst>
              <a:ext uri="{FF2B5EF4-FFF2-40B4-BE49-F238E27FC236}">
                <a16:creationId xmlns:a16="http://schemas.microsoft.com/office/drawing/2014/main" id="{0414B8F5-EEBB-654D-9E09-7CB6B2AE3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1574800"/>
            <a:ext cx="15160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ALUOp=Addu</a:t>
            </a:r>
          </a:p>
        </p:txBody>
      </p:sp>
      <p:sp>
        <p:nvSpPr>
          <p:cNvPr id="73771" name="Rectangle 43">
            <a:extLst>
              <a:ext uri="{FF2B5EF4-FFF2-40B4-BE49-F238E27FC236}">
                <a16:creationId xmlns:a16="http://schemas.microsoft.com/office/drawing/2014/main" id="{91124A3D-7EE4-A947-B894-01966F961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825" y="5618163"/>
            <a:ext cx="1155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ALUSrc=1</a:t>
            </a:r>
          </a:p>
        </p:txBody>
      </p:sp>
      <p:sp>
        <p:nvSpPr>
          <p:cNvPr id="68652" name="Line 46">
            <a:extLst>
              <a:ext uri="{FF2B5EF4-FFF2-40B4-BE49-F238E27FC236}">
                <a16:creationId xmlns:a16="http://schemas.microsoft.com/office/drawing/2014/main" id="{1E24A436-5C8A-7845-8AA5-988861D49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3937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3935" name="Group 207">
            <a:extLst>
              <a:ext uri="{FF2B5EF4-FFF2-40B4-BE49-F238E27FC236}">
                <a16:creationId xmlns:a16="http://schemas.microsoft.com/office/drawing/2014/main" id="{610CBA23-BD02-B04A-B472-CAEACE6A3439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3403600"/>
            <a:ext cx="482600" cy="228600"/>
            <a:chOff x="2752" y="2400"/>
            <a:chExt cx="304" cy="144"/>
          </a:xfrm>
        </p:grpSpPr>
        <p:sp>
          <p:nvSpPr>
            <p:cNvPr id="68819" name="Line 45">
              <a:extLst>
                <a:ext uri="{FF2B5EF4-FFF2-40B4-BE49-F238E27FC236}">
                  <a16:creationId xmlns:a16="http://schemas.microsoft.com/office/drawing/2014/main" id="{7B688793-0871-8946-BCEE-A27B44B76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2400"/>
              <a:ext cx="304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20" name="Line 47">
              <a:extLst>
                <a:ext uri="{FF2B5EF4-FFF2-40B4-BE49-F238E27FC236}">
                  <a16:creationId xmlns:a16="http://schemas.microsoft.com/office/drawing/2014/main" id="{602AC600-F644-2D42-9EDB-1E1F444ED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2544"/>
              <a:ext cx="304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938" name="Group 210">
            <a:extLst>
              <a:ext uri="{FF2B5EF4-FFF2-40B4-BE49-F238E27FC236}">
                <a16:creationId xmlns:a16="http://schemas.microsoft.com/office/drawing/2014/main" id="{141E7A92-8C05-F143-A2DB-2D81BBA99087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632200"/>
            <a:ext cx="330200" cy="304800"/>
            <a:chOff x="2320" y="2544"/>
            <a:chExt cx="208" cy="192"/>
          </a:xfrm>
        </p:grpSpPr>
        <p:sp>
          <p:nvSpPr>
            <p:cNvPr id="68817" name="Line 44">
              <a:extLst>
                <a:ext uri="{FF2B5EF4-FFF2-40B4-BE49-F238E27FC236}">
                  <a16:creationId xmlns:a16="http://schemas.microsoft.com/office/drawing/2014/main" id="{2E03D161-6BA6-C34A-99AA-3E5915F00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2544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18" name="Line 48">
              <a:extLst>
                <a:ext uri="{FF2B5EF4-FFF2-40B4-BE49-F238E27FC236}">
                  <a16:creationId xmlns:a16="http://schemas.microsoft.com/office/drawing/2014/main" id="{CE281CF1-FBF2-1E4D-B5D1-608698F8B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2736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55" name="Line 54">
            <a:extLst>
              <a:ext uri="{FF2B5EF4-FFF2-40B4-BE49-F238E27FC236}">
                <a16:creationId xmlns:a16="http://schemas.microsoft.com/office/drawing/2014/main" id="{EE4A8E92-7D2A-B04F-8A09-D4AE24B83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5700" y="4622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56" name="Line 55">
            <a:extLst>
              <a:ext uri="{FF2B5EF4-FFF2-40B4-BE49-F238E27FC236}">
                <a16:creationId xmlns:a16="http://schemas.microsoft.com/office/drawing/2014/main" id="{D4182698-6252-3C49-B81A-1C15DB44B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4300" y="4318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3934" name="Group 206">
            <a:extLst>
              <a:ext uri="{FF2B5EF4-FFF2-40B4-BE49-F238E27FC236}">
                <a16:creationId xmlns:a16="http://schemas.microsoft.com/office/drawing/2014/main" id="{054740B7-93C0-7B4A-A08B-D669A8164CE5}"/>
              </a:ext>
            </a:extLst>
          </p:cNvPr>
          <p:cNvGrpSpPr>
            <a:grpSpLocks/>
          </p:cNvGrpSpPr>
          <p:nvPr/>
        </p:nvGrpSpPr>
        <p:grpSpPr bwMode="auto">
          <a:xfrm>
            <a:off x="6219825" y="4076700"/>
            <a:ext cx="1577975" cy="701675"/>
            <a:chOff x="3886" y="2824"/>
            <a:chExt cx="994" cy="442"/>
          </a:xfrm>
        </p:grpSpPr>
        <p:sp>
          <p:nvSpPr>
            <p:cNvPr id="68814" name="Line 51">
              <a:extLst>
                <a:ext uri="{FF2B5EF4-FFF2-40B4-BE49-F238E27FC236}">
                  <a16:creationId xmlns:a16="http://schemas.microsoft.com/office/drawing/2014/main" id="{BF502546-0238-B647-9253-9B2FBD68F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6" y="2832"/>
              <a:ext cx="148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15" name="Line 56">
              <a:extLst>
                <a:ext uri="{FF2B5EF4-FFF2-40B4-BE49-F238E27FC236}">
                  <a16:creationId xmlns:a16="http://schemas.microsoft.com/office/drawing/2014/main" id="{5768F7AD-67E5-C94D-B4DC-624E7A517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824"/>
              <a:ext cx="0" cy="442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16" name="Line 57">
              <a:extLst>
                <a:ext uri="{FF2B5EF4-FFF2-40B4-BE49-F238E27FC236}">
                  <a16:creationId xmlns:a16="http://schemas.microsoft.com/office/drawing/2014/main" id="{3D2C9332-9475-FB4A-BC1E-98CF5EEAC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" y="3264"/>
              <a:ext cx="862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8658" name="Group 65">
            <a:extLst>
              <a:ext uri="{FF2B5EF4-FFF2-40B4-BE49-F238E27FC236}">
                <a16:creationId xmlns:a16="http://schemas.microsoft.com/office/drawing/2014/main" id="{5949FCE4-8C4E-3B48-BA01-CED565559A96}"/>
              </a:ext>
            </a:extLst>
          </p:cNvPr>
          <p:cNvGrpSpPr>
            <a:grpSpLocks/>
          </p:cNvGrpSpPr>
          <p:nvPr/>
        </p:nvGrpSpPr>
        <p:grpSpPr bwMode="auto">
          <a:xfrm>
            <a:off x="8448675" y="4025900"/>
            <a:ext cx="333375" cy="946150"/>
            <a:chOff x="5290" y="2792"/>
            <a:chExt cx="210" cy="596"/>
          </a:xfrm>
        </p:grpSpPr>
        <p:sp>
          <p:nvSpPr>
            <p:cNvPr id="68807" name="Line 58">
              <a:extLst>
                <a:ext uri="{FF2B5EF4-FFF2-40B4-BE49-F238E27FC236}">
                  <a16:creationId xmlns:a16="http://schemas.microsoft.com/office/drawing/2014/main" id="{94924962-44C1-C046-AFEF-729CC3551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792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8" name="Line 59">
              <a:extLst>
                <a:ext uri="{FF2B5EF4-FFF2-40B4-BE49-F238E27FC236}">
                  <a16:creationId xmlns:a16="http://schemas.microsoft.com/office/drawing/2014/main" id="{0DCBD8F9-FB85-2F42-96CA-2AC11B229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792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9" name="Line 60">
              <a:extLst>
                <a:ext uri="{FF2B5EF4-FFF2-40B4-BE49-F238E27FC236}">
                  <a16:creationId xmlns:a16="http://schemas.microsoft.com/office/drawing/2014/main" id="{04E6E7D8-A50C-134D-B710-C755F8FC3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283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10" name="Line 61">
              <a:extLst>
                <a:ext uri="{FF2B5EF4-FFF2-40B4-BE49-F238E27FC236}">
                  <a16:creationId xmlns:a16="http://schemas.microsoft.com/office/drawing/2014/main" id="{817518EE-55A8-7C4E-A473-4A6ED0CA0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844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11" name="Rectangle 62">
              <a:extLst>
                <a:ext uri="{FF2B5EF4-FFF2-40B4-BE49-F238E27FC236}">
                  <a16:creationId xmlns:a16="http://schemas.microsoft.com/office/drawing/2014/main" id="{8BE2BB61-5B3E-E441-8C85-957BB7E88C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297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68812" name="Rectangle 63">
              <a:extLst>
                <a:ext uri="{FF2B5EF4-FFF2-40B4-BE49-F238E27FC236}">
                  <a16:creationId xmlns:a16="http://schemas.microsoft.com/office/drawing/2014/main" id="{50A3DAB0-0AD2-0348-B61A-080F3ABB6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80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8813" name="Rectangle 64">
              <a:extLst>
                <a:ext uri="{FF2B5EF4-FFF2-40B4-BE49-F238E27FC236}">
                  <a16:creationId xmlns:a16="http://schemas.microsoft.com/office/drawing/2014/main" id="{8C5290BF-BD09-0B44-A620-65F53016D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19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68659" name="Line 67">
            <a:extLst>
              <a:ext uri="{FF2B5EF4-FFF2-40B4-BE49-F238E27FC236}">
                <a16:creationId xmlns:a16="http://schemas.microsoft.com/office/drawing/2014/main" id="{86594BC4-611F-E142-8B33-BB34C53A1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0700" y="4775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60" name="Line 69">
            <a:extLst>
              <a:ext uri="{FF2B5EF4-FFF2-40B4-BE49-F238E27FC236}">
                <a16:creationId xmlns:a16="http://schemas.microsoft.com/office/drawing/2014/main" id="{ED9D07B7-7A86-0446-9BF3-C36CB9E07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51562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61" name="Line 70">
            <a:extLst>
              <a:ext uri="{FF2B5EF4-FFF2-40B4-BE49-F238E27FC236}">
                <a16:creationId xmlns:a16="http://schemas.microsoft.com/office/drawing/2014/main" id="{2A16C1F1-02F5-F649-9617-ED1A33BF0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4851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62" name="Line 71">
            <a:extLst>
              <a:ext uri="{FF2B5EF4-FFF2-40B4-BE49-F238E27FC236}">
                <a16:creationId xmlns:a16="http://schemas.microsoft.com/office/drawing/2014/main" id="{3F525B9F-5854-7547-BCC2-7A23E632D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00" y="3098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63" name="Line 72">
            <a:extLst>
              <a:ext uri="{FF2B5EF4-FFF2-40B4-BE49-F238E27FC236}">
                <a16:creationId xmlns:a16="http://schemas.microsoft.com/office/drawing/2014/main" id="{E7A9504F-FFF3-D941-B552-AED72037F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4100" y="5003800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64" name="Line 73">
            <a:extLst>
              <a:ext uri="{FF2B5EF4-FFF2-40B4-BE49-F238E27FC236}">
                <a16:creationId xmlns:a16="http://schemas.microsoft.com/office/drawing/2014/main" id="{BDF7B57B-1FF1-B74C-A539-D577F6B90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5200" y="49403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02" name="Rectangle 74">
            <a:extLst>
              <a:ext uri="{FF2B5EF4-FFF2-40B4-BE49-F238E27FC236}">
                <a16:creationId xmlns:a16="http://schemas.microsoft.com/office/drawing/2014/main" id="{59286F80-0E40-F447-B3C6-291FE7B2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5630863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MemtoReg=1</a:t>
            </a:r>
          </a:p>
        </p:txBody>
      </p:sp>
      <p:grpSp>
        <p:nvGrpSpPr>
          <p:cNvPr id="68666" name="Group 79">
            <a:extLst>
              <a:ext uri="{FF2B5EF4-FFF2-40B4-BE49-F238E27FC236}">
                <a16:creationId xmlns:a16="http://schemas.microsoft.com/office/drawing/2014/main" id="{3E6CD033-B321-9848-AA62-5409EBD1176E}"/>
              </a:ext>
            </a:extLst>
          </p:cNvPr>
          <p:cNvGrpSpPr>
            <a:grpSpLocks/>
          </p:cNvGrpSpPr>
          <p:nvPr/>
        </p:nvGrpSpPr>
        <p:grpSpPr bwMode="auto">
          <a:xfrm>
            <a:off x="4622800" y="4711700"/>
            <a:ext cx="228600" cy="533400"/>
            <a:chOff x="2880" y="3224"/>
            <a:chExt cx="144" cy="336"/>
          </a:xfrm>
        </p:grpSpPr>
        <p:sp>
          <p:nvSpPr>
            <p:cNvPr id="68803" name="Line 75">
              <a:extLst>
                <a:ext uri="{FF2B5EF4-FFF2-40B4-BE49-F238E27FC236}">
                  <a16:creationId xmlns:a16="http://schemas.microsoft.com/office/drawing/2014/main" id="{8FF0A6B6-1366-4A49-9846-650F1F31B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224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4" name="Line 76">
              <a:extLst>
                <a:ext uri="{FF2B5EF4-FFF2-40B4-BE49-F238E27FC236}">
                  <a16:creationId xmlns:a16="http://schemas.microsoft.com/office/drawing/2014/main" id="{9C881710-02F2-B244-84C7-5957560BB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224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5" name="Line 77">
              <a:extLst>
                <a:ext uri="{FF2B5EF4-FFF2-40B4-BE49-F238E27FC236}">
                  <a16:creationId xmlns:a16="http://schemas.microsoft.com/office/drawing/2014/main" id="{00D9EB9D-8CF8-6F41-8375-70E6978C70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03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6" name="Line 78">
              <a:extLst>
                <a:ext uri="{FF2B5EF4-FFF2-40B4-BE49-F238E27FC236}">
                  <a16:creationId xmlns:a16="http://schemas.microsoft.com/office/drawing/2014/main" id="{F9B98C22-9066-EB43-85C4-81E8A48A5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255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67" name="Rectangle 80">
            <a:extLst>
              <a:ext uri="{FF2B5EF4-FFF2-40B4-BE49-F238E27FC236}">
                <a16:creationId xmlns:a16="http://schemas.microsoft.com/office/drawing/2014/main" id="{D1F829B2-FEB0-574C-9D3F-A74506E91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4959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8668" name="Rectangle 81">
            <a:extLst>
              <a:ext uri="{FF2B5EF4-FFF2-40B4-BE49-F238E27FC236}">
                <a16:creationId xmlns:a16="http://schemas.microsoft.com/office/drawing/2014/main" id="{661D0270-D680-5E4C-8B4B-A4526E46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46704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8669" name="Line 82">
            <a:extLst>
              <a:ext uri="{FF2B5EF4-FFF2-40B4-BE49-F238E27FC236}">
                <a16:creationId xmlns:a16="http://schemas.microsoft.com/office/drawing/2014/main" id="{091D964F-E692-2C48-94AE-BDF2D1493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0" y="52451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11" name="Rectangle 83">
            <a:extLst>
              <a:ext uri="{FF2B5EF4-FFF2-40B4-BE49-F238E27FC236}">
                <a16:creationId xmlns:a16="http://schemas.microsoft.com/office/drawing/2014/main" id="{C5795DF8-BF3F-AE40-AFF3-B7334C3EB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56308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RegDst=x</a:t>
            </a:r>
          </a:p>
        </p:txBody>
      </p:sp>
      <p:sp>
        <p:nvSpPr>
          <p:cNvPr id="68671" name="Rectangle 84">
            <a:extLst>
              <a:ext uri="{FF2B5EF4-FFF2-40B4-BE49-F238E27FC236}">
                <a16:creationId xmlns:a16="http://schemas.microsoft.com/office/drawing/2014/main" id="{02CFE0E8-73A5-B24E-8754-EB0B12A0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5704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68672" name="Rectangle 85">
            <a:extLst>
              <a:ext uri="{FF2B5EF4-FFF2-40B4-BE49-F238E27FC236}">
                <a16:creationId xmlns:a16="http://schemas.microsoft.com/office/drawing/2014/main" id="{ED4880F2-D3D5-FA45-B46C-F0F34037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8752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68673" name="Rectangle 86">
            <a:extLst>
              <a:ext uri="{FF2B5EF4-FFF2-40B4-BE49-F238E27FC236}">
                <a16:creationId xmlns:a16="http://schemas.microsoft.com/office/drawing/2014/main" id="{921D1EA3-C124-AF4A-A103-29D948AA0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1226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73815" name="Line 87">
            <a:extLst>
              <a:ext uri="{FF2B5EF4-FFF2-40B4-BE49-F238E27FC236}">
                <a16:creationId xmlns:a16="http://schemas.microsoft.com/office/drawing/2014/main" id="{F34EF6B3-21CD-2641-8A8B-B07293182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8514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75" name="Line 88">
            <a:extLst>
              <a:ext uri="{FF2B5EF4-FFF2-40B4-BE49-F238E27FC236}">
                <a16:creationId xmlns:a16="http://schemas.microsoft.com/office/drawing/2014/main" id="{AE84B85D-7378-BF45-ACDB-91DB8C700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098800"/>
            <a:ext cx="147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76" name="Rectangle 89">
            <a:extLst>
              <a:ext uri="{FF2B5EF4-FFF2-40B4-BE49-F238E27FC236}">
                <a16:creationId xmlns:a16="http://schemas.microsoft.com/office/drawing/2014/main" id="{6E7F7730-B69C-644C-B3C0-6592300BB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81781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68677" name="Line 90">
            <a:extLst>
              <a:ext uri="{FF2B5EF4-FFF2-40B4-BE49-F238E27FC236}">
                <a16:creationId xmlns:a16="http://schemas.microsoft.com/office/drawing/2014/main" id="{680A9DAC-6607-E547-B7E5-25FE63813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6900" y="30988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78" name="Rectangle 91">
            <a:extLst>
              <a:ext uri="{FF2B5EF4-FFF2-40B4-BE49-F238E27FC236}">
                <a16:creationId xmlns:a16="http://schemas.microsoft.com/office/drawing/2014/main" id="{0463FDE8-DB4F-F745-B806-B59832C7E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313" y="2925763"/>
            <a:ext cx="693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68679" name="Rectangle 92">
            <a:extLst>
              <a:ext uri="{FF2B5EF4-FFF2-40B4-BE49-F238E27FC236}">
                <a16:creationId xmlns:a16="http://schemas.microsoft.com/office/drawing/2014/main" id="{0DC8F89D-6AFB-0947-A69A-10423907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34274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68680" name="Rectangle 93">
            <a:extLst>
              <a:ext uri="{FF2B5EF4-FFF2-40B4-BE49-F238E27FC236}">
                <a16:creationId xmlns:a16="http://schemas.microsoft.com/office/drawing/2014/main" id="{C37B4E5F-4518-E94E-ABEF-E122064DC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1132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68681" name="Line 95">
            <a:extLst>
              <a:ext uri="{FF2B5EF4-FFF2-40B4-BE49-F238E27FC236}">
                <a16:creationId xmlns:a16="http://schemas.microsoft.com/office/drawing/2014/main" id="{1B63739D-784F-E443-8BEB-ABD075BF8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6900" y="51562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82" name="Line 96">
            <a:extLst>
              <a:ext uri="{FF2B5EF4-FFF2-40B4-BE49-F238E27FC236}">
                <a16:creationId xmlns:a16="http://schemas.microsoft.com/office/drawing/2014/main" id="{03A9D964-376F-2B42-B5C8-8813B30E76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6900" y="48514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25" name="Line 97">
            <a:extLst>
              <a:ext uri="{FF2B5EF4-FFF2-40B4-BE49-F238E27FC236}">
                <a16:creationId xmlns:a16="http://schemas.microsoft.com/office/drawing/2014/main" id="{3B86F1C5-F47E-F242-862B-BA33D3D60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5003800"/>
            <a:ext cx="15494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3933" name="Group 205">
            <a:extLst>
              <a:ext uri="{FF2B5EF4-FFF2-40B4-BE49-F238E27FC236}">
                <a16:creationId xmlns:a16="http://schemas.microsoft.com/office/drawing/2014/main" id="{0423D02C-EFA8-ED48-8BB6-5919F43EC270}"/>
              </a:ext>
            </a:extLst>
          </p:cNvPr>
          <p:cNvGrpSpPr>
            <a:grpSpLocks/>
          </p:cNvGrpSpPr>
          <p:nvPr/>
        </p:nvGrpSpPr>
        <p:grpSpPr bwMode="auto">
          <a:xfrm>
            <a:off x="3225800" y="4749800"/>
            <a:ext cx="5156200" cy="660400"/>
            <a:chOff x="2000" y="3248"/>
            <a:chExt cx="3248" cy="416"/>
          </a:xfrm>
        </p:grpSpPr>
        <p:sp>
          <p:nvSpPr>
            <p:cNvPr id="68799" name="Line 98">
              <a:extLst>
                <a:ext uri="{FF2B5EF4-FFF2-40B4-BE49-F238E27FC236}">
                  <a16:creationId xmlns:a16="http://schemas.microsoft.com/office/drawing/2014/main" id="{34C2FF7A-4073-5248-8FB9-7E5F32313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6" y="3408"/>
              <a:ext cx="148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0" name="Line 99">
              <a:extLst>
                <a:ext uri="{FF2B5EF4-FFF2-40B4-BE49-F238E27FC236}">
                  <a16:creationId xmlns:a16="http://schemas.microsoft.com/office/drawing/2014/main" id="{BAF0EDE8-138E-E14C-9BB9-B03AA93503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2" y="3406"/>
              <a:ext cx="0" cy="238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1" name="Line 100">
              <a:extLst>
                <a:ext uri="{FF2B5EF4-FFF2-40B4-BE49-F238E27FC236}">
                  <a16:creationId xmlns:a16="http://schemas.microsoft.com/office/drawing/2014/main" id="{1B0E52FF-0C9B-AD46-8B53-BD176C3D4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3648"/>
              <a:ext cx="3248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802" name="Line 101">
              <a:extLst>
                <a:ext uri="{FF2B5EF4-FFF2-40B4-BE49-F238E27FC236}">
                  <a16:creationId xmlns:a16="http://schemas.microsoft.com/office/drawing/2014/main" id="{F33295EB-5B8E-6E42-A652-C9FB299E9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248"/>
              <a:ext cx="0" cy="416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937" name="Group 209">
            <a:extLst>
              <a:ext uri="{FF2B5EF4-FFF2-40B4-BE49-F238E27FC236}">
                <a16:creationId xmlns:a16="http://schemas.microsoft.com/office/drawing/2014/main" id="{75A2A666-EBA1-2747-8D74-27C492F9A19E}"/>
              </a:ext>
            </a:extLst>
          </p:cNvPr>
          <p:cNvGrpSpPr>
            <a:grpSpLocks/>
          </p:cNvGrpSpPr>
          <p:nvPr/>
        </p:nvGrpSpPr>
        <p:grpSpPr bwMode="auto">
          <a:xfrm>
            <a:off x="2552700" y="3378200"/>
            <a:ext cx="1511300" cy="1498600"/>
            <a:chOff x="1576" y="2384"/>
            <a:chExt cx="952" cy="944"/>
          </a:xfrm>
        </p:grpSpPr>
        <p:sp>
          <p:nvSpPr>
            <p:cNvPr id="68794" name="Line 49">
              <a:extLst>
                <a:ext uri="{FF2B5EF4-FFF2-40B4-BE49-F238E27FC236}">
                  <a16:creationId xmlns:a16="http://schemas.microsoft.com/office/drawing/2014/main" id="{CF83B523-1061-244D-A419-B86980B66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2640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5" name="Line 50">
              <a:extLst>
                <a:ext uri="{FF2B5EF4-FFF2-40B4-BE49-F238E27FC236}">
                  <a16:creationId xmlns:a16="http://schemas.microsoft.com/office/drawing/2014/main" id="{D096A47A-B7C3-1542-A767-08495BDAE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2832"/>
              <a:ext cx="20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6" name="Line 68">
              <a:extLst>
                <a:ext uri="{FF2B5EF4-FFF2-40B4-BE49-F238E27FC236}">
                  <a16:creationId xmlns:a16="http://schemas.microsoft.com/office/drawing/2014/main" id="{3BFA697A-7025-684A-B9C0-EF716EB12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2400"/>
              <a:ext cx="832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7" name="Line 94">
              <a:extLst>
                <a:ext uri="{FF2B5EF4-FFF2-40B4-BE49-F238E27FC236}">
                  <a16:creationId xmlns:a16="http://schemas.microsoft.com/office/drawing/2014/main" id="{777276BE-6387-7942-B3BF-4A2901E38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384"/>
              <a:ext cx="0" cy="944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8" name="Line 106">
              <a:extLst>
                <a:ext uri="{FF2B5EF4-FFF2-40B4-BE49-F238E27FC236}">
                  <a16:creationId xmlns:a16="http://schemas.microsoft.com/office/drawing/2014/main" id="{F1525F4F-6FF5-C746-8FC3-FB8FF8317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3312"/>
              <a:ext cx="100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835" name="Line 107">
            <a:extLst>
              <a:ext uri="{FF2B5EF4-FFF2-40B4-BE49-F238E27FC236}">
                <a16:creationId xmlns:a16="http://schemas.microsoft.com/office/drawing/2014/main" id="{F39E1F16-E97D-5A49-8E52-8B3379F60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0988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87" name="Rectangle 108">
            <a:extLst>
              <a:ext uri="{FF2B5EF4-FFF2-40B4-BE49-F238E27FC236}">
                <a16:creationId xmlns:a16="http://schemas.microsoft.com/office/drawing/2014/main" id="{3B397A2E-09AD-D64F-B3FB-304BCD4E263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61269" y="3158331"/>
            <a:ext cx="693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3837" name="Line 109">
            <a:extLst>
              <a:ext uri="{FF2B5EF4-FFF2-40B4-BE49-F238E27FC236}">
                <a16:creationId xmlns:a16="http://schemas.microsoft.com/office/drawing/2014/main" id="{D220DBD9-C584-CA46-B864-B839C450D9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700" y="3708400"/>
            <a:ext cx="3937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89" name="Line 110">
            <a:extLst>
              <a:ext uri="{FF2B5EF4-FFF2-40B4-BE49-F238E27FC236}">
                <a16:creationId xmlns:a16="http://schemas.microsoft.com/office/drawing/2014/main" id="{DA1D2695-67C7-E847-BBC5-72DF86134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00" y="3708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0" name="Line 111">
            <a:extLst>
              <a:ext uri="{FF2B5EF4-FFF2-40B4-BE49-F238E27FC236}">
                <a16:creationId xmlns:a16="http://schemas.microsoft.com/office/drawing/2014/main" id="{92099737-7CDE-B24E-BC77-40DB6B7E01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7500" y="30988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1" name="Line 112">
            <a:extLst>
              <a:ext uri="{FF2B5EF4-FFF2-40B4-BE49-F238E27FC236}">
                <a16:creationId xmlns:a16="http://schemas.microsoft.com/office/drawing/2014/main" id="{21474253-9EAD-6E43-98DF-28F335D69C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7500" y="325120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8692" name="Group 118">
            <a:extLst>
              <a:ext uri="{FF2B5EF4-FFF2-40B4-BE49-F238E27FC236}">
                <a16:creationId xmlns:a16="http://schemas.microsoft.com/office/drawing/2014/main" id="{2DCD0232-BFFE-F848-B8E9-FCA1A42B1C4C}"/>
              </a:ext>
            </a:extLst>
          </p:cNvPr>
          <p:cNvGrpSpPr>
            <a:grpSpLocks/>
          </p:cNvGrpSpPr>
          <p:nvPr/>
        </p:nvGrpSpPr>
        <p:grpSpPr bwMode="auto">
          <a:xfrm>
            <a:off x="6899275" y="3022600"/>
            <a:ext cx="395288" cy="306388"/>
            <a:chOff x="4314" y="2160"/>
            <a:chExt cx="249" cy="193"/>
          </a:xfrm>
        </p:grpSpPr>
        <p:sp>
          <p:nvSpPr>
            <p:cNvPr id="68789" name="Arc 113">
              <a:extLst>
                <a:ext uri="{FF2B5EF4-FFF2-40B4-BE49-F238E27FC236}">
                  <a16:creationId xmlns:a16="http://schemas.microsoft.com/office/drawing/2014/main" id="{9F8E280C-FB0A-9041-A07D-DCBD35C58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169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0" name="Arc 114">
              <a:extLst>
                <a:ext uri="{FF2B5EF4-FFF2-40B4-BE49-F238E27FC236}">
                  <a16:creationId xmlns:a16="http://schemas.microsoft.com/office/drawing/2014/main" id="{83EB0CAD-CE2E-E349-88DA-02DC2E1D67D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265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1" name="Line 115">
              <a:extLst>
                <a:ext uri="{FF2B5EF4-FFF2-40B4-BE49-F238E27FC236}">
                  <a16:creationId xmlns:a16="http://schemas.microsoft.com/office/drawing/2014/main" id="{A0D99CD7-E773-6647-9FBA-911BF718D9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160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2" name="Line 116">
              <a:extLst>
                <a:ext uri="{FF2B5EF4-FFF2-40B4-BE49-F238E27FC236}">
                  <a16:creationId xmlns:a16="http://schemas.microsoft.com/office/drawing/2014/main" id="{50D2AC1B-B6C2-6649-8BAA-06909668B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352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93" name="Line 117">
              <a:extLst>
                <a:ext uri="{FF2B5EF4-FFF2-40B4-BE49-F238E27FC236}">
                  <a16:creationId xmlns:a16="http://schemas.microsoft.com/office/drawing/2014/main" id="{592AEC14-BC67-EE40-9871-2F4370DC8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16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93" name="Rectangle 119">
            <a:extLst>
              <a:ext uri="{FF2B5EF4-FFF2-40B4-BE49-F238E27FC236}">
                <a16:creationId xmlns:a16="http://schemas.microsoft.com/office/drawing/2014/main" id="{B109A0B6-0C3E-BD48-8D11-14168327DE7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86488" y="34210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73848" name="Rectangle 120">
            <a:extLst>
              <a:ext uri="{FF2B5EF4-FFF2-40B4-BE49-F238E27FC236}">
                <a16:creationId xmlns:a16="http://schemas.microsoft.com/office/drawing/2014/main" id="{19B8E90C-1E03-8E46-B1FD-BD469E58371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59550" y="1803400"/>
            <a:ext cx="1111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Branch=0</a:t>
            </a:r>
          </a:p>
        </p:txBody>
      </p:sp>
      <p:sp>
        <p:nvSpPr>
          <p:cNvPr id="68695" name="Line 121">
            <a:extLst>
              <a:ext uri="{FF2B5EF4-FFF2-40B4-BE49-F238E27FC236}">
                <a16:creationId xmlns:a16="http://schemas.microsoft.com/office/drawing/2014/main" id="{2F84489D-B305-A548-BF9B-9ADDC1A4B9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80200" y="3238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6" name="Line 122">
            <a:extLst>
              <a:ext uri="{FF2B5EF4-FFF2-40B4-BE49-F238E27FC236}">
                <a16:creationId xmlns:a16="http://schemas.microsoft.com/office/drawing/2014/main" id="{E2CD9A83-BE03-FE46-8771-C0CAD6A10F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57975" y="2105025"/>
            <a:ext cx="0" cy="10001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7" name="Line 123">
            <a:extLst>
              <a:ext uri="{FF2B5EF4-FFF2-40B4-BE49-F238E27FC236}">
                <a16:creationId xmlns:a16="http://schemas.microsoft.com/office/drawing/2014/main" id="{FE497909-8DF1-B045-82D5-3C4B1594E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5700" y="37084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98" name="Line 124">
            <a:extLst>
              <a:ext uri="{FF2B5EF4-FFF2-40B4-BE49-F238E27FC236}">
                <a16:creationId xmlns:a16="http://schemas.microsoft.com/office/drawing/2014/main" id="{9FF62B4B-CE8C-E34C-AA31-F747F907E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5700" y="30988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8699" name="Group 129">
            <a:extLst>
              <a:ext uri="{FF2B5EF4-FFF2-40B4-BE49-F238E27FC236}">
                <a16:creationId xmlns:a16="http://schemas.microsoft.com/office/drawing/2014/main" id="{DA1350B6-7F4A-BD48-A364-47389ECA562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425700"/>
            <a:ext cx="254000" cy="533400"/>
            <a:chOff x="688" y="1784"/>
            <a:chExt cx="160" cy="336"/>
          </a:xfrm>
        </p:grpSpPr>
        <p:sp>
          <p:nvSpPr>
            <p:cNvPr id="68785" name="Line 125">
              <a:extLst>
                <a:ext uri="{FF2B5EF4-FFF2-40B4-BE49-F238E27FC236}">
                  <a16:creationId xmlns:a16="http://schemas.microsoft.com/office/drawing/2014/main" id="{0578C320-C5EF-4F4A-B990-1405AD6D2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784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6" name="Line 126">
              <a:extLst>
                <a:ext uri="{FF2B5EF4-FFF2-40B4-BE49-F238E27FC236}">
                  <a16:creationId xmlns:a16="http://schemas.microsoft.com/office/drawing/2014/main" id="{690E4229-FC38-CA42-8E30-597F80F31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784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7" name="Line 127">
              <a:extLst>
                <a:ext uri="{FF2B5EF4-FFF2-40B4-BE49-F238E27FC236}">
                  <a16:creationId xmlns:a16="http://schemas.microsoft.com/office/drawing/2014/main" id="{C15CD628-8230-CB4E-BFFB-C5A3D4EF4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063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8" name="Line 128">
              <a:extLst>
                <a:ext uri="{FF2B5EF4-FFF2-40B4-BE49-F238E27FC236}">
                  <a16:creationId xmlns:a16="http://schemas.microsoft.com/office/drawing/2014/main" id="{D881121E-CC2C-3E47-B022-D0BC69A93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815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700" name="Rectangle 130">
            <a:extLst>
              <a:ext uri="{FF2B5EF4-FFF2-40B4-BE49-F238E27FC236}">
                <a16:creationId xmlns:a16="http://schemas.microsoft.com/office/drawing/2014/main" id="{46126F91-C861-6C4E-80D2-28AC4D4F1A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54113" y="24447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8701" name="Rectangle 131">
            <a:extLst>
              <a:ext uri="{FF2B5EF4-FFF2-40B4-BE49-F238E27FC236}">
                <a16:creationId xmlns:a16="http://schemas.microsoft.com/office/drawing/2014/main" id="{5326DD7F-639D-3846-A7E4-BAF996C6642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54113" y="26130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8702" name="Oval 134">
            <a:extLst>
              <a:ext uri="{FF2B5EF4-FFF2-40B4-BE49-F238E27FC236}">
                <a16:creationId xmlns:a16="http://schemas.microsoft.com/office/drawing/2014/main" id="{8CD4AE14-A42D-EB43-A463-2208F5FF4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0" y="280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703" name="Line 135">
            <a:extLst>
              <a:ext uri="{FF2B5EF4-FFF2-40B4-BE49-F238E27FC236}">
                <a16:creationId xmlns:a16="http://schemas.microsoft.com/office/drawing/2014/main" id="{D41B2DAB-A5A5-5942-B482-190EFC521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000" y="2654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4" name="Oval 136">
            <a:extLst>
              <a:ext uri="{FF2B5EF4-FFF2-40B4-BE49-F238E27FC236}">
                <a16:creationId xmlns:a16="http://schemas.microsoft.com/office/drawing/2014/main" id="{ECB8528D-6C46-5647-9673-6A7768B8B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280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705" name="Line 140">
            <a:extLst>
              <a:ext uri="{FF2B5EF4-FFF2-40B4-BE49-F238E27FC236}">
                <a16:creationId xmlns:a16="http://schemas.microsoft.com/office/drawing/2014/main" id="{6743B9BA-D006-4E4E-9328-AE136382AA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3500" y="25654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6" name="Line 141">
            <a:extLst>
              <a:ext uri="{FF2B5EF4-FFF2-40B4-BE49-F238E27FC236}">
                <a16:creationId xmlns:a16="http://schemas.microsoft.com/office/drawing/2014/main" id="{FA01F1C8-F492-D345-B4A0-5010384F6A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1600" y="25527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7" name="Line 142">
            <a:extLst>
              <a:ext uri="{FF2B5EF4-FFF2-40B4-BE49-F238E27FC236}">
                <a16:creationId xmlns:a16="http://schemas.microsoft.com/office/drawing/2014/main" id="{1CC6E008-6BA4-6742-ACC6-77BB873E2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3175000"/>
            <a:ext cx="298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8" name="Line 143">
            <a:extLst>
              <a:ext uri="{FF2B5EF4-FFF2-40B4-BE49-F238E27FC236}">
                <a16:creationId xmlns:a16="http://schemas.microsoft.com/office/drawing/2014/main" id="{7C9B018B-6914-6642-AEC8-ADCFABE0C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2700" y="2260600"/>
            <a:ext cx="6318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09" name="Line 144">
            <a:extLst>
              <a:ext uri="{FF2B5EF4-FFF2-40B4-BE49-F238E27FC236}">
                <a16:creationId xmlns:a16="http://schemas.microsoft.com/office/drawing/2014/main" id="{9D5BE848-597E-E941-9975-EF0C9064D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600" y="2273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0" name="Line 145">
            <a:extLst>
              <a:ext uri="{FF2B5EF4-FFF2-40B4-BE49-F238E27FC236}">
                <a16:creationId xmlns:a16="http://schemas.microsoft.com/office/drawing/2014/main" id="{D7A6E1C0-3098-7944-8913-D8604F46A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00" y="2273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1" name="Line 146">
            <a:extLst>
              <a:ext uri="{FF2B5EF4-FFF2-40B4-BE49-F238E27FC236}">
                <a16:creationId xmlns:a16="http://schemas.microsoft.com/office/drawing/2014/main" id="{E7771C86-7F39-CD4A-AB65-9507BDD9F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800" y="2654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2" name="Oval 147">
            <a:extLst>
              <a:ext uri="{FF2B5EF4-FFF2-40B4-BE49-F238E27FC236}">
                <a16:creationId xmlns:a16="http://schemas.microsoft.com/office/drawing/2014/main" id="{736DB2FB-8761-CF48-BBF2-7F7FB71D2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0" y="280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713" name="Line 148">
            <a:extLst>
              <a:ext uri="{FF2B5EF4-FFF2-40B4-BE49-F238E27FC236}">
                <a16:creationId xmlns:a16="http://schemas.microsoft.com/office/drawing/2014/main" id="{2371B2D6-F011-0B46-BFDA-3A6DE9D9B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0600" y="2654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4" name="Oval 149">
            <a:extLst>
              <a:ext uri="{FF2B5EF4-FFF2-40B4-BE49-F238E27FC236}">
                <a16:creationId xmlns:a16="http://schemas.microsoft.com/office/drawing/2014/main" id="{FCB894B0-100E-6243-A1D7-52C86E490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100" y="280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715" name="Line 150">
            <a:extLst>
              <a:ext uri="{FF2B5EF4-FFF2-40B4-BE49-F238E27FC236}">
                <a16:creationId xmlns:a16="http://schemas.microsoft.com/office/drawing/2014/main" id="{1F6C5ACA-FC29-394F-AE26-C6ACE6E837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600" y="2654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6" name="Oval 151">
            <a:extLst>
              <a:ext uri="{FF2B5EF4-FFF2-40B4-BE49-F238E27FC236}">
                <a16:creationId xmlns:a16="http://schemas.microsoft.com/office/drawing/2014/main" id="{D3D778A8-7DD9-4D45-8CB6-FD7400B6C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280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717" name="Line 152">
            <a:extLst>
              <a:ext uri="{FF2B5EF4-FFF2-40B4-BE49-F238E27FC236}">
                <a16:creationId xmlns:a16="http://schemas.microsoft.com/office/drawing/2014/main" id="{C6538E01-7B5D-E849-B7EA-5C51BEDD75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1400" y="1257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8" name="Line 153">
            <a:extLst>
              <a:ext uri="{FF2B5EF4-FFF2-40B4-BE49-F238E27FC236}">
                <a16:creationId xmlns:a16="http://schemas.microsoft.com/office/drawing/2014/main" id="{FA7CF11B-8290-164D-8AE2-23FB2F4E23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5400" y="1257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19" name="Line 154">
            <a:extLst>
              <a:ext uri="{FF2B5EF4-FFF2-40B4-BE49-F238E27FC236}">
                <a16:creationId xmlns:a16="http://schemas.microsoft.com/office/drawing/2014/main" id="{B95B9CBE-4B14-414E-9C82-BD055003DA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3000" y="12573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0" name="Line 155">
            <a:extLst>
              <a:ext uri="{FF2B5EF4-FFF2-40B4-BE49-F238E27FC236}">
                <a16:creationId xmlns:a16="http://schemas.microsoft.com/office/drawing/2014/main" id="{AE4AEF1E-70A1-544E-B6C9-A8CE7E528F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4200" y="1257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1" name="Line 156">
            <a:extLst>
              <a:ext uri="{FF2B5EF4-FFF2-40B4-BE49-F238E27FC236}">
                <a16:creationId xmlns:a16="http://schemas.microsoft.com/office/drawing/2014/main" id="{C30001E5-AE01-7843-A020-573F243A73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1800" y="12573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2" name="Line 157">
            <a:extLst>
              <a:ext uri="{FF2B5EF4-FFF2-40B4-BE49-F238E27FC236}">
                <a16:creationId xmlns:a16="http://schemas.microsoft.com/office/drawing/2014/main" id="{1698AB92-34B1-674B-A571-3BADB0E58F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3000" y="11811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3" name="Line 158">
            <a:extLst>
              <a:ext uri="{FF2B5EF4-FFF2-40B4-BE49-F238E27FC236}">
                <a16:creationId xmlns:a16="http://schemas.microsoft.com/office/drawing/2014/main" id="{BAB8B407-2940-9048-AC3B-EB5B3D9E11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70600" y="11811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4" name="Line 159">
            <a:extLst>
              <a:ext uri="{FF2B5EF4-FFF2-40B4-BE49-F238E27FC236}">
                <a16:creationId xmlns:a16="http://schemas.microsoft.com/office/drawing/2014/main" id="{A5655459-6AC0-5E4C-82A3-027C98103B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0" y="11811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5" name="Line 160">
            <a:extLst>
              <a:ext uri="{FF2B5EF4-FFF2-40B4-BE49-F238E27FC236}">
                <a16:creationId xmlns:a16="http://schemas.microsoft.com/office/drawing/2014/main" id="{A9AC389E-C1FE-9841-8D46-BA10B01991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9000" y="12573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6" name="Line 161">
            <a:extLst>
              <a:ext uri="{FF2B5EF4-FFF2-40B4-BE49-F238E27FC236}">
                <a16:creationId xmlns:a16="http://schemas.microsoft.com/office/drawing/2014/main" id="{F23B1EF9-47BE-A848-8BA3-CE8350582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4100" y="1422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90" name="Rectangle 162">
            <a:extLst>
              <a:ext uri="{FF2B5EF4-FFF2-40B4-BE49-F238E27FC236}">
                <a16:creationId xmlns:a16="http://schemas.microsoft.com/office/drawing/2014/main" id="{66C8401A-C980-D848-855A-E8176C395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1066800"/>
            <a:ext cx="12112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R’s Ifet</a:t>
            </a:r>
          </a:p>
        </p:txBody>
      </p:sp>
      <p:sp>
        <p:nvSpPr>
          <p:cNvPr id="68728" name="Line 163">
            <a:extLst>
              <a:ext uri="{FF2B5EF4-FFF2-40B4-BE49-F238E27FC236}">
                <a16:creationId xmlns:a16="http://schemas.microsoft.com/office/drawing/2014/main" id="{E00A8EFE-3214-5E41-B21D-2BA50EE56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1422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29" name="Line 167">
            <a:extLst>
              <a:ext uri="{FF2B5EF4-FFF2-40B4-BE49-F238E27FC236}">
                <a16:creationId xmlns:a16="http://schemas.microsoft.com/office/drawing/2014/main" id="{1455B90D-A1C6-F74B-B390-81504D937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8100" y="14224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96" name="Rectangle 168">
            <a:extLst>
              <a:ext uri="{FF2B5EF4-FFF2-40B4-BE49-F238E27FC236}">
                <a16:creationId xmlns:a16="http://schemas.microsoft.com/office/drawing/2014/main" id="{65980D49-DBD0-4044-B1B5-46FA811EA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913" y="1079500"/>
            <a:ext cx="1562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r>
              <a:rPr lang="zh-CN" altLang="en-US">
                <a:solidFill>
                  <a:srgbClr val="CC0000"/>
                </a:solidFill>
                <a:ea typeface="宋体" panose="02010600030101010101" pitchFamily="2" charset="-122"/>
              </a:rPr>
              <a:t>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Beq’s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68731" name="Line 169">
            <a:extLst>
              <a:ext uri="{FF2B5EF4-FFF2-40B4-BE49-F238E27FC236}">
                <a16:creationId xmlns:a16="http://schemas.microsoft.com/office/drawing/2014/main" id="{309697F9-B0D5-1245-B4CE-006DD31D0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6900" y="14224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98" name="Rectangle 170">
            <a:extLst>
              <a:ext uri="{FF2B5EF4-FFF2-40B4-BE49-F238E27FC236}">
                <a16:creationId xmlns:a16="http://schemas.microsoft.com/office/drawing/2014/main" id="{74EDE3A3-7993-364F-97A5-2E34809B3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1066800"/>
            <a:ext cx="16954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Store’s  Exec</a:t>
            </a:r>
          </a:p>
        </p:txBody>
      </p:sp>
      <p:sp>
        <p:nvSpPr>
          <p:cNvPr id="68733" name="Line 171">
            <a:extLst>
              <a:ext uri="{FF2B5EF4-FFF2-40B4-BE49-F238E27FC236}">
                <a16:creationId xmlns:a16="http://schemas.microsoft.com/office/drawing/2014/main" id="{4D2FF452-DD58-C84A-95F3-80B65CB0E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5700" y="14224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900" name="Rectangle 172">
            <a:extLst>
              <a:ext uri="{FF2B5EF4-FFF2-40B4-BE49-F238E27FC236}">
                <a16:creationId xmlns:a16="http://schemas.microsoft.com/office/drawing/2014/main" id="{3DA3FFFB-76DA-7A49-89EB-E6F8D6F7C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13" y="1054100"/>
            <a:ext cx="1798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Mem</a:t>
            </a:r>
          </a:p>
        </p:txBody>
      </p:sp>
      <p:grpSp>
        <p:nvGrpSpPr>
          <p:cNvPr id="73944" name="Group 216">
            <a:extLst>
              <a:ext uri="{FF2B5EF4-FFF2-40B4-BE49-F238E27FC236}">
                <a16:creationId xmlns:a16="http://schemas.microsoft.com/office/drawing/2014/main" id="{C4510628-35F7-EE44-BA9C-A955EAD5E410}"/>
              </a:ext>
            </a:extLst>
          </p:cNvPr>
          <p:cNvGrpSpPr>
            <a:grpSpLocks/>
          </p:cNvGrpSpPr>
          <p:nvPr/>
        </p:nvGrpSpPr>
        <p:grpSpPr bwMode="auto">
          <a:xfrm>
            <a:off x="330200" y="2540000"/>
            <a:ext cx="1638300" cy="1168400"/>
            <a:chOff x="208" y="1600"/>
            <a:chExt cx="1032" cy="736"/>
          </a:xfrm>
        </p:grpSpPr>
        <p:sp>
          <p:nvSpPr>
            <p:cNvPr id="68779" name="Line 132">
              <a:extLst>
                <a:ext uri="{FF2B5EF4-FFF2-40B4-BE49-F238E27FC236}">
                  <a16:creationId xmlns:a16="http://schemas.microsoft.com/office/drawing/2014/main" id="{58A60B22-9F48-9B4D-A814-4727434BD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760"/>
              <a:ext cx="376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0" name="Line 133">
              <a:extLst>
                <a:ext uri="{FF2B5EF4-FFF2-40B4-BE49-F238E27FC236}">
                  <a16:creationId xmlns:a16="http://schemas.microsoft.com/office/drawing/2014/main" id="{467D5962-2DA0-074F-9861-2B64FC22A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2" y="1760"/>
              <a:ext cx="0" cy="194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1" name="Line 137">
              <a:extLst>
                <a:ext uri="{FF2B5EF4-FFF2-40B4-BE49-F238E27FC236}">
                  <a16:creationId xmlns:a16="http://schemas.microsoft.com/office/drawing/2014/main" id="{8A17B2AE-6C2C-6644-A7B2-F588019D5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" y="1616"/>
              <a:ext cx="512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2" name="Line 138">
              <a:extLst>
                <a:ext uri="{FF2B5EF4-FFF2-40B4-BE49-F238E27FC236}">
                  <a16:creationId xmlns:a16="http://schemas.microsoft.com/office/drawing/2014/main" id="{5A54AED3-8FCB-2C45-88EE-E5FBE7FD8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" y="2328"/>
              <a:ext cx="240" cy="8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3" name="Line 139">
              <a:extLst>
                <a:ext uri="{FF2B5EF4-FFF2-40B4-BE49-F238E27FC236}">
                  <a16:creationId xmlns:a16="http://schemas.microsoft.com/office/drawing/2014/main" id="{601704F8-1D34-3C45-8C82-1052567EA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1632"/>
              <a:ext cx="0" cy="688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84" name="Line 173">
              <a:extLst>
                <a:ext uri="{FF2B5EF4-FFF2-40B4-BE49-F238E27FC236}">
                  <a16:creationId xmlns:a16="http://schemas.microsoft.com/office/drawing/2014/main" id="{B1541D02-A212-8147-991A-24B2B0D6A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600"/>
              <a:ext cx="208" cy="16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736" name="Line 174">
            <a:extLst>
              <a:ext uri="{FF2B5EF4-FFF2-40B4-BE49-F238E27FC236}">
                <a16:creationId xmlns:a16="http://schemas.microsoft.com/office/drawing/2014/main" id="{AB1E8063-5851-F544-9223-7909E557B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7800" y="4864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3936" name="Group 208">
            <a:extLst>
              <a:ext uri="{FF2B5EF4-FFF2-40B4-BE49-F238E27FC236}">
                <a16:creationId xmlns:a16="http://schemas.microsoft.com/office/drawing/2014/main" id="{4C7E85DF-3BA7-C74F-8982-B02F1BCC558A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3937000"/>
            <a:ext cx="1524000" cy="698500"/>
            <a:chOff x="2720" y="2736"/>
            <a:chExt cx="960" cy="440"/>
          </a:xfrm>
        </p:grpSpPr>
        <p:sp>
          <p:nvSpPr>
            <p:cNvPr id="68776" name="Line 52">
              <a:extLst>
                <a:ext uri="{FF2B5EF4-FFF2-40B4-BE49-F238E27FC236}">
                  <a16:creationId xmlns:a16="http://schemas.microsoft.com/office/drawing/2014/main" id="{BCF3A246-DD68-F940-A999-76EAD7B35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2"/>
              <a:ext cx="0" cy="424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77" name="Line 53">
              <a:extLst>
                <a:ext uri="{FF2B5EF4-FFF2-40B4-BE49-F238E27FC236}">
                  <a16:creationId xmlns:a16="http://schemas.microsoft.com/office/drawing/2014/main" id="{EECDC5D1-B080-3542-8680-91E615EB7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0" y="3168"/>
              <a:ext cx="850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78" name="Line 176">
              <a:extLst>
                <a:ext uri="{FF2B5EF4-FFF2-40B4-BE49-F238E27FC236}">
                  <a16:creationId xmlns:a16="http://schemas.microsoft.com/office/drawing/2014/main" id="{CF361436-8378-354E-A96F-AA6D966BF4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0" y="2736"/>
              <a:ext cx="12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738" name="Line 177">
            <a:extLst>
              <a:ext uri="{FF2B5EF4-FFF2-40B4-BE49-F238E27FC236}">
                <a16:creationId xmlns:a16="http://schemas.microsoft.com/office/drawing/2014/main" id="{A6024428-F080-8247-859B-469CE9B7E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4300" y="4089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39" name="Line 178">
            <a:extLst>
              <a:ext uri="{FF2B5EF4-FFF2-40B4-BE49-F238E27FC236}">
                <a16:creationId xmlns:a16="http://schemas.microsoft.com/office/drawing/2014/main" id="{012FA9CD-5C3E-BB4E-ADDC-2BE6E8FC8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4900" y="4089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3932" name="Group 204">
            <a:extLst>
              <a:ext uri="{FF2B5EF4-FFF2-40B4-BE49-F238E27FC236}">
                <a16:creationId xmlns:a16="http://schemas.microsoft.com/office/drawing/2014/main" id="{CC32EBBA-0AB8-1A48-8E76-9FE006737276}"/>
              </a:ext>
            </a:extLst>
          </p:cNvPr>
          <p:cNvGrpSpPr>
            <a:grpSpLocks/>
          </p:cNvGrpSpPr>
          <p:nvPr/>
        </p:nvGrpSpPr>
        <p:grpSpPr bwMode="auto">
          <a:xfrm>
            <a:off x="3530600" y="4165600"/>
            <a:ext cx="5384800" cy="1397000"/>
            <a:chOff x="2192" y="2880"/>
            <a:chExt cx="3392" cy="880"/>
          </a:xfrm>
        </p:grpSpPr>
        <p:sp>
          <p:nvSpPr>
            <p:cNvPr id="68770" name="Line 66">
              <a:extLst>
                <a:ext uri="{FF2B5EF4-FFF2-40B4-BE49-F238E27FC236}">
                  <a16:creationId xmlns:a16="http://schemas.microsoft.com/office/drawing/2014/main" id="{9214EA89-96F5-4746-A9D0-00DDAF17C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2" y="2880"/>
              <a:ext cx="244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71" name="Line 102">
              <a:extLst>
                <a:ext uri="{FF2B5EF4-FFF2-40B4-BE49-F238E27FC236}">
                  <a16:creationId xmlns:a16="http://schemas.microsoft.com/office/drawing/2014/main" id="{3F5213BD-8122-0144-A69A-03F66DE0C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8" y="3120"/>
              <a:ext cx="82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72" name="Line 103">
              <a:extLst>
                <a:ext uri="{FF2B5EF4-FFF2-40B4-BE49-F238E27FC236}">
                  <a16:creationId xmlns:a16="http://schemas.microsoft.com/office/drawing/2014/main" id="{4BE1DEC3-2748-9B4C-AE2F-743440AA3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3124"/>
              <a:ext cx="0" cy="604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73" name="Line 104">
              <a:extLst>
                <a:ext uri="{FF2B5EF4-FFF2-40B4-BE49-F238E27FC236}">
                  <a16:creationId xmlns:a16="http://schemas.microsoft.com/office/drawing/2014/main" id="{682DA5FA-D316-4D43-AA66-B37F3800C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2" y="3744"/>
              <a:ext cx="3392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74" name="Line 105">
              <a:extLst>
                <a:ext uri="{FF2B5EF4-FFF2-40B4-BE49-F238E27FC236}">
                  <a16:creationId xmlns:a16="http://schemas.microsoft.com/office/drawing/2014/main" id="{51C8B5F7-3D9D-C14F-BF01-D807861D9F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248"/>
              <a:ext cx="0" cy="512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75" name="Line 179">
              <a:extLst>
                <a:ext uri="{FF2B5EF4-FFF2-40B4-BE49-F238E27FC236}">
                  <a16:creationId xmlns:a16="http://schemas.microsoft.com/office/drawing/2014/main" id="{5E8B21D6-DBC9-4147-8DD3-1307DE1D8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" y="2890"/>
              <a:ext cx="154" cy="232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8741" name="Group 190">
            <a:extLst>
              <a:ext uri="{FF2B5EF4-FFF2-40B4-BE49-F238E27FC236}">
                <a16:creationId xmlns:a16="http://schemas.microsoft.com/office/drawing/2014/main" id="{FDB687A8-10A5-5E4B-BA53-6979AD07BC6A}"/>
              </a:ext>
            </a:extLst>
          </p:cNvPr>
          <p:cNvGrpSpPr>
            <a:grpSpLocks/>
          </p:cNvGrpSpPr>
          <p:nvPr/>
        </p:nvGrpSpPr>
        <p:grpSpPr bwMode="auto">
          <a:xfrm>
            <a:off x="2779713" y="2120900"/>
            <a:ext cx="754062" cy="1346200"/>
            <a:chOff x="1719" y="1592"/>
            <a:chExt cx="475" cy="848"/>
          </a:xfrm>
        </p:grpSpPr>
        <p:sp>
          <p:nvSpPr>
            <p:cNvPr id="68760" name="Line 180">
              <a:extLst>
                <a:ext uri="{FF2B5EF4-FFF2-40B4-BE49-F238E27FC236}">
                  <a16:creationId xmlns:a16="http://schemas.microsoft.com/office/drawing/2014/main" id="{9F1EA235-650C-2D4B-B680-14EF4BC6F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92"/>
              <a:ext cx="0" cy="32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761" name="Group 186">
              <a:extLst>
                <a:ext uri="{FF2B5EF4-FFF2-40B4-BE49-F238E27FC236}">
                  <a16:creationId xmlns:a16="http://schemas.microsoft.com/office/drawing/2014/main" id="{5513F480-2ED3-8A4F-8123-0E4BB6B5D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6" y="1914"/>
              <a:ext cx="208" cy="248"/>
              <a:chOff x="1986" y="1914"/>
              <a:chExt cx="208" cy="248"/>
            </a:xfrm>
          </p:grpSpPr>
          <p:sp>
            <p:nvSpPr>
              <p:cNvPr id="68765" name="Arc 181">
                <a:extLst>
                  <a:ext uri="{FF2B5EF4-FFF2-40B4-BE49-F238E27FC236}">
                    <a16:creationId xmlns:a16="http://schemas.microsoft.com/office/drawing/2014/main" id="{760FD8D6-67B6-7D45-A212-65D99CD9678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0" y="2073"/>
                <a:ext cx="89" cy="88"/>
              </a:xfrm>
              <a:custGeom>
                <a:avLst/>
                <a:gdLst>
                  <a:gd name="T0" fmla="*/ 0 w 21843"/>
                  <a:gd name="T1" fmla="*/ 0 h 21600"/>
                  <a:gd name="T2" fmla="*/ 0 w 21843"/>
                  <a:gd name="T3" fmla="*/ 0 h 21600"/>
                  <a:gd name="T4" fmla="*/ 0 w 21843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43" h="21600" fill="none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</a:path>
                  <a:path w="21843" h="21600" stroke="0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  <a:lnTo>
                      <a:pt x="244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766" name="Arc 182">
                <a:extLst>
                  <a:ext uri="{FF2B5EF4-FFF2-40B4-BE49-F238E27FC236}">
                    <a16:creationId xmlns:a16="http://schemas.microsoft.com/office/drawing/2014/main" id="{9FE9A32A-62A6-5443-8D41-1933C9D39870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003" y="2074"/>
                <a:ext cx="88" cy="87"/>
              </a:xfrm>
              <a:custGeom>
                <a:avLst/>
                <a:gdLst>
                  <a:gd name="T0" fmla="*/ 0 w 21599"/>
                  <a:gd name="T1" fmla="*/ 0 h 21599"/>
                  <a:gd name="T2" fmla="*/ 0 w 21599"/>
                  <a:gd name="T3" fmla="*/ 0 h 21599"/>
                  <a:gd name="T4" fmla="*/ 0 w 21599"/>
                  <a:gd name="T5" fmla="*/ 0 h 215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599" fill="none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</a:path>
                  <a:path w="21599" h="21599" stroke="0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  <a:lnTo>
                      <a:pt x="21599" y="21599"/>
                    </a:lnTo>
                    <a:lnTo>
                      <a:pt x="0" y="2135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767" name="Line 183">
                <a:extLst>
                  <a:ext uri="{FF2B5EF4-FFF2-40B4-BE49-F238E27FC236}">
                    <a16:creationId xmlns:a16="http://schemas.microsoft.com/office/drawing/2014/main" id="{99012446-04C6-3242-A39E-AC1A22E33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6" y="1914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768" name="Line 184">
                <a:extLst>
                  <a:ext uri="{FF2B5EF4-FFF2-40B4-BE49-F238E27FC236}">
                    <a16:creationId xmlns:a16="http://schemas.microsoft.com/office/drawing/2014/main" id="{826F416F-76A9-1F44-B8E9-080D55146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94" y="1914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769" name="Line 185">
                <a:extLst>
                  <a:ext uri="{FF2B5EF4-FFF2-40B4-BE49-F238E27FC236}">
                    <a16:creationId xmlns:a16="http://schemas.microsoft.com/office/drawing/2014/main" id="{E708316A-8520-3742-8674-215CAA1E5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86" y="1922"/>
                <a:ext cx="2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8762" name="Line 187">
              <a:extLst>
                <a:ext uri="{FF2B5EF4-FFF2-40B4-BE49-F238E27FC236}">
                  <a16:creationId xmlns:a16="http://schemas.microsoft.com/office/drawing/2014/main" id="{537F3EAC-018F-0949-A90C-9F3515A27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168"/>
              <a:ext cx="0" cy="27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63" name="Line 188">
              <a:extLst>
                <a:ext uri="{FF2B5EF4-FFF2-40B4-BE49-F238E27FC236}">
                  <a16:creationId xmlns:a16="http://schemas.microsoft.com/office/drawing/2014/main" id="{537D47DF-3B05-D04B-B384-F4FED7071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784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64" name="Rectangle 189">
              <a:extLst>
                <a:ext uri="{FF2B5EF4-FFF2-40B4-BE49-F238E27FC236}">
                  <a16:creationId xmlns:a16="http://schemas.microsoft.com/office/drawing/2014/main" id="{88C8BC83-3242-7144-9B78-698608CFF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680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</a:p>
          </p:txBody>
        </p:sp>
      </p:grpSp>
      <p:sp>
        <p:nvSpPr>
          <p:cNvPr id="68742" name="Line 191">
            <a:extLst>
              <a:ext uri="{FF2B5EF4-FFF2-40B4-BE49-F238E27FC236}">
                <a16:creationId xmlns:a16="http://schemas.microsoft.com/office/drawing/2014/main" id="{DACE80B6-115F-C648-AD7C-39344AD1D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9800" y="4711700"/>
            <a:ext cx="0" cy="1117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920" name="Rectangle 192">
            <a:extLst>
              <a:ext uri="{FF2B5EF4-FFF2-40B4-BE49-F238E27FC236}">
                <a16:creationId xmlns:a16="http://schemas.microsoft.com/office/drawing/2014/main" id="{9B5F7A7D-81C2-CE4E-A718-4EB8DA591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5872163"/>
            <a:ext cx="1400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MemWr=0</a:t>
            </a:r>
          </a:p>
        </p:txBody>
      </p:sp>
      <p:grpSp>
        <p:nvGrpSpPr>
          <p:cNvPr id="68744" name="Group 198">
            <a:extLst>
              <a:ext uri="{FF2B5EF4-FFF2-40B4-BE49-F238E27FC236}">
                <a16:creationId xmlns:a16="http://schemas.microsoft.com/office/drawing/2014/main" id="{9420F811-019E-7B40-82D6-4AFAC0C3BF28}"/>
              </a:ext>
            </a:extLst>
          </p:cNvPr>
          <p:cNvGrpSpPr>
            <a:grpSpLocks/>
          </p:cNvGrpSpPr>
          <p:nvPr/>
        </p:nvGrpSpPr>
        <p:grpSpPr bwMode="auto">
          <a:xfrm>
            <a:off x="6840538" y="5668963"/>
            <a:ext cx="358775" cy="304800"/>
            <a:chOff x="4277" y="3827"/>
            <a:chExt cx="226" cy="192"/>
          </a:xfrm>
        </p:grpSpPr>
        <p:sp>
          <p:nvSpPr>
            <p:cNvPr id="68755" name="Arc 193">
              <a:extLst>
                <a:ext uri="{FF2B5EF4-FFF2-40B4-BE49-F238E27FC236}">
                  <a16:creationId xmlns:a16="http://schemas.microsoft.com/office/drawing/2014/main" id="{C5B9545B-DA2C-2E48-B4DC-429850928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842"/>
              <a:ext cx="89" cy="77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56" name="Arc 194">
              <a:extLst>
                <a:ext uri="{FF2B5EF4-FFF2-40B4-BE49-F238E27FC236}">
                  <a16:creationId xmlns:a16="http://schemas.microsoft.com/office/drawing/2014/main" id="{0618DE0C-8BF1-5846-9E4D-8086984B524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5" y="3938"/>
              <a:ext cx="88" cy="77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57" name="Line 195">
              <a:extLst>
                <a:ext uri="{FF2B5EF4-FFF2-40B4-BE49-F238E27FC236}">
                  <a16:creationId xmlns:a16="http://schemas.microsoft.com/office/drawing/2014/main" id="{3EE78786-7160-AB4F-94B1-250D1C128A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827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58" name="Line 196">
              <a:extLst>
                <a:ext uri="{FF2B5EF4-FFF2-40B4-BE49-F238E27FC236}">
                  <a16:creationId xmlns:a16="http://schemas.microsoft.com/office/drawing/2014/main" id="{F1013876-24B3-EC41-81AD-55833A9E5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4019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759" name="Line 197">
              <a:extLst>
                <a:ext uri="{FF2B5EF4-FFF2-40B4-BE49-F238E27FC236}">
                  <a16:creationId xmlns:a16="http://schemas.microsoft.com/office/drawing/2014/main" id="{8601240C-5DF5-6045-8878-31CB7DE8F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" y="3835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745" name="Line 199">
            <a:extLst>
              <a:ext uri="{FF2B5EF4-FFF2-40B4-BE49-F238E27FC236}">
                <a16:creationId xmlns:a16="http://schemas.microsoft.com/office/drawing/2014/main" id="{3CCCBFE3-DE6F-644E-A210-2DF3D1A23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5842000"/>
            <a:ext cx="50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46" name="Line 200">
            <a:extLst>
              <a:ext uri="{FF2B5EF4-FFF2-40B4-BE49-F238E27FC236}">
                <a16:creationId xmlns:a16="http://schemas.microsoft.com/office/drawing/2014/main" id="{38E90236-C3A2-D44E-92CB-BB07768443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6500" y="5918200"/>
            <a:ext cx="558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47" name="Line 201">
            <a:extLst>
              <a:ext uri="{FF2B5EF4-FFF2-40B4-BE49-F238E27FC236}">
                <a16:creationId xmlns:a16="http://schemas.microsoft.com/office/drawing/2014/main" id="{7088DC8A-3CFC-574D-A338-DF95257AC4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5100" y="57658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748" name="Rectangle 202">
            <a:extLst>
              <a:ext uri="{FF2B5EF4-FFF2-40B4-BE49-F238E27FC236}">
                <a16:creationId xmlns:a16="http://schemas.microsoft.com/office/drawing/2014/main" id="{26A863E9-DDFB-2543-8D93-103B78DE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3" y="56134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73939" name="Text Box 211">
            <a:extLst>
              <a:ext uri="{FF2B5EF4-FFF2-40B4-BE49-F238E27FC236}">
                <a16:creationId xmlns:a16="http://schemas.microsoft.com/office/drawing/2014/main" id="{0E245AE5-2B7B-BA42-810A-EE1666599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375275"/>
            <a:ext cx="4029075" cy="139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同一周期寄存器有读和写，</a:t>
            </a:r>
          </a:p>
          <a:p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可能吗？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利用时钟上升和下降沿两次触发，能做到前半周期写，后半周期读</a:t>
            </a:r>
          </a:p>
        </p:txBody>
      </p:sp>
      <p:sp>
        <p:nvSpPr>
          <p:cNvPr id="73940" name="Text Box 212">
            <a:extLst>
              <a:ext uri="{FF2B5EF4-FFF2-40B4-BE49-F238E27FC236}">
                <a16:creationId xmlns:a16="http://schemas.microsoft.com/office/drawing/2014/main" id="{BBA65AD8-58E4-514B-80F6-C0C54BAA8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6105525"/>
            <a:ext cx="305752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ea typeface="黑体" panose="02010609060101010101" pitchFamily="49" charset="-122"/>
              </a:rPr>
              <a:t>寄存器的写口和读口可看成是独立的两个部件！</a:t>
            </a:r>
            <a:endParaRPr lang="en-US" altLang="zh-CN" sz="1900">
              <a:ea typeface="黑体" panose="02010609060101010101" pitchFamily="49" charset="-122"/>
            </a:endParaRPr>
          </a:p>
        </p:txBody>
      </p:sp>
      <p:grpSp>
        <p:nvGrpSpPr>
          <p:cNvPr id="73943" name="Group 215">
            <a:extLst>
              <a:ext uri="{FF2B5EF4-FFF2-40B4-BE49-F238E27FC236}">
                <a16:creationId xmlns:a16="http://schemas.microsoft.com/office/drawing/2014/main" id="{643E8E81-84EA-D640-B266-60DCE7B7EF5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066800"/>
            <a:ext cx="5715000" cy="1308100"/>
            <a:chOff x="2160" y="672"/>
            <a:chExt cx="3600" cy="824"/>
          </a:xfrm>
        </p:grpSpPr>
        <p:sp>
          <p:nvSpPr>
            <p:cNvPr id="68753" name="Rectangle 213">
              <a:extLst>
                <a:ext uri="{FF2B5EF4-FFF2-40B4-BE49-F238E27FC236}">
                  <a16:creationId xmlns:a16="http://schemas.microsoft.com/office/drawing/2014/main" id="{D691454D-990D-F94B-886B-9CFD3A26F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" y="672"/>
              <a:ext cx="65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0: </a:t>
              </a:r>
              <a:r>
                <a:rPr lang="en-US" altLang="zh-CN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Load’s  Wr</a:t>
              </a:r>
            </a:p>
          </p:txBody>
        </p:sp>
        <p:sp>
          <p:nvSpPr>
            <p:cNvPr id="68754" name="Line 214">
              <a:extLst>
                <a:ext uri="{FF2B5EF4-FFF2-40B4-BE49-F238E27FC236}">
                  <a16:creationId xmlns:a16="http://schemas.microsoft.com/office/drawing/2014/main" id="{1F44A6AF-0FC5-2D4E-8511-B258542D7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024"/>
              <a:ext cx="3000" cy="47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947" name="Rectangle 219">
            <a:extLst>
              <a:ext uri="{FF2B5EF4-FFF2-40B4-BE49-F238E27FC236}">
                <a16:creationId xmlns:a16="http://schemas.microsoft.com/office/drawing/2014/main" id="{41B8DFB1-D818-6246-BECD-11B50557ACE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1475" y="3308350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3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3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500"/>
                                        <p:tgtEl>
                                          <p:spTgt spid="7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7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5" dur="500"/>
                                        <p:tgtEl>
                                          <p:spTgt spid="7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7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7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61" grpId="0"/>
      <p:bldP spid="73890" grpId="0"/>
      <p:bldP spid="73896" grpId="0"/>
      <p:bldP spid="73898" grpId="0"/>
      <p:bldP spid="73900" grpId="0"/>
      <p:bldP spid="73920" grpId="0"/>
      <p:bldP spid="73940" grpId="0"/>
      <p:bldP spid="7394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3BD05A2-D9D9-8D46-832F-94C6ED766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091113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第六周期结束时的状态：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E4CAAE5-066D-0947-99BE-D8F5532CF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762000"/>
            <a:ext cx="8191500" cy="325438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4: </a:t>
            </a:r>
            <a:r>
              <a:rPr lang="en-US" altLang="zh-CN">
                <a:ea typeface="宋体" panose="02010600030101010101" pitchFamily="2" charset="-122"/>
              </a:rPr>
              <a:t>R’s Wr   8: Store’s Mem   12: Beq’s Exec   16: R’s Reg   20: R’s Ifet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354C2FD7-2EC4-D940-9502-55E586249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29F3BDD0-B3D8-0A44-97C3-62DCD124DB6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48570" y="4298156"/>
            <a:ext cx="2208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 Instruction @ 20</a:t>
            </a:r>
          </a:p>
        </p:txBody>
      </p:sp>
      <p:sp>
        <p:nvSpPr>
          <p:cNvPr id="70662" name="Line 6">
            <a:extLst>
              <a:ext uri="{FF2B5EF4-FFF2-40B4-BE49-F238E27FC236}">
                <a16:creationId xmlns:a16="http://schemas.microsoft.com/office/drawing/2014/main" id="{8E15B6E1-15C2-B240-9812-22A645031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5DECA914-E321-414F-981B-8ACC2985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4" name="Rectangle 8">
            <a:extLst>
              <a:ext uri="{FF2B5EF4-FFF2-40B4-BE49-F238E27FC236}">
                <a16:creationId xmlns:a16="http://schemas.microsoft.com/office/drawing/2014/main" id="{AF55B3E2-5B9C-7F46-9F8D-77DE830362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1326" y="4297362"/>
            <a:ext cx="24003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ID/Ex:</a:t>
            </a:r>
            <a:r>
              <a:rPr lang="en-US" altLang="zh-CN">
                <a:ea typeface="宋体" panose="02010600030101010101" pitchFamily="2" charset="-122"/>
              </a:rPr>
              <a:t>R-type’s busA &amp; B</a:t>
            </a:r>
          </a:p>
        </p:txBody>
      </p:sp>
      <p:sp>
        <p:nvSpPr>
          <p:cNvPr id="70665" name="Rectangle 9">
            <a:extLst>
              <a:ext uri="{FF2B5EF4-FFF2-40B4-BE49-F238E27FC236}">
                <a16:creationId xmlns:a16="http://schemas.microsoft.com/office/drawing/2014/main" id="{8C5A18DF-5ED7-7E45-942A-D8313E92C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6" name="Rectangle 10">
            <a:extLst>
              <a:ext uri="{FF2B5EF4-FFF2-40B4-BE49-F238E27FC236}">
                <a16:creationId xmlns:a16="http://schemas.microsoft.com/office/drawing/2014/main" id="{0ED92398-6F16-7F4C-90BF-3FCBE29DC87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92675" y="4295775"/>
            <a:ext cx="2238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: Beq’s Results</a:t>
            </a:r>
          </a:p>
        </p:txBody>
      </p:sp>
      <p:sp>
        <p:nvSpPr>
          <p:cNvPr id="70667" name="Rectangle 11">
            <a:extLst>
              <a:ext uri="{FF2B5EF4-FFF2-40B4-BE49-F238E27FC236}">
                <a16:creationId xmlns:a16="http://schemas.microsoft.com/office/drawing/2014/main" id="{205DBFEE-1649-2A43-9BA6-98FEBC85C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32893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8" name="Rectangle 12">
            <a:extLst>
              <a:ext uri="{FF2B5EF4-FFF2-40B4-BE49-F238E27FC236}">
                <a16:creationId xmlns:a16="http://schemas.microsoft.com/office/drawing/2014/main" id="{7A6A2BCC-3420-E34A-9034-95D197EB818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47670" y="4294981"/>
            <a:ext cx="2335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: Nothing for St</a:t>
            </a:r>
          </a:p>
        </p:txBody>
      </p:sp>
      <p:sp>
        <p:nvSpPr>
          <p:cNvPr id="70669" name="Rectangle 13">
            <a:extLst>
              <a:ext uri="{FF2B5EF4-FFF2-40B4-BE49-F238E27FC236}">
                <a16:creationId xmlns:a16="http://schemas.microsoft.com/office/drawing/2014/main" id="{2A6F89CA-6B30-D44A-A0B1-3D81110CA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2893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70" name="Rectangle 14">
            <a:extLst>
              <a:ext uri="{FF2B5EF4-FFF2-40B4-BE49-F238E27FC236}">
                <a16:creationId xmlns:a16="http://schemas.microsoft.com/office/drawing/2014/main" id="{7C2C9319-63BD-7448-A1D0-36630321E13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4175" y="3678238"/>
            <a:ext cx="892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 = 20</a:t>
            </a:r>
          </a:p>
        </p:txBody>
      </p:sp>
      <p:sp>
        <p:nvSpPr>
          <p:cNvPr id="70671" name="Rectangle 15">
            <a:extLst>
              <a:ext uri="{FF2B5EF4-FFF2-40B4-BE49-F238E27FC236}">
                <a16:creationId xmlns:a16="http://schemas.microsoft.com/office/drawing/2014/main" id="{0D58C499-ED41-D742-BE1D-23B0208F7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746500"/>
            <a:ext cx="636588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72" name="Rectangle 16">
            <a:extLst>
              <a:ext uri="{FF2B5EF4-FFF2-40B4-BE49-F238E27FC236}">
                <a16:creationId xmlns:a16="http://schemas.microsoft.com/office/drawing/2014/main" id="{E7D7D625-BA85-EA4F-875B-4C9BAD791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754438"/>
            <a:ext cx="67627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70673" name="Rectangle 17">
            <a:extLst>
              <a:ext uri="{FF2B5EF4-FFF2-40B4-BE49-F238E27FC236}">
                <a16:creationId xmlns:a16="http://schemas.microsoft.com/office/drawing/2014/main" id="{41D74B2B-83CF-F647-8AD0-3D11250F3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519613"/>
            <a:ext cx="4778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70674" name="Rectangle 18">
            <a:extLst>
              <a:ext uri="{FF2B5EF4-FFF2-40B4-BE49-F238E27FC236}">
                <a16:creationId xmlns:a16="http://schemas.microsoft.com/office/drawing/2014/main" id="{7DB222D7-A7DD-0845-899A-692D1460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748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70675" name="Rectangle 19">
            <a:extLst>
              <a:ext uri="{FF2B5EF4-FFF2-40B4-BE49-F238E27FC236}">
                <a16:creationId xmlns:a16="http://schemas.microsoft.com/office/drawing/2014/main" id="{EA6DB448-27AA-8B42-BB62-FBABDF977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291013"/>
            <a:ext cx="438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70676" name="Rectangle 20">
            <a:extLst>
              <a:ext uri="{FF2B5EF4-FFF2-40B4-BE49-F238E27FC236}">
                <a16:creationId xmlns:a16="http://schemas.microsoft.com/office/drawing/2014/main" id="{9E4C20D9-4490-8E47-82A3-A5FC80765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291013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70677" name="Rectangle 21">
            <a:extLst>
              <a:ext uri="{FF2B5EF4-FFF2-40B4-BE49-F238E27FC236}">
                <a16:creationId xmlns:a16="http://schemas.microsoft.com/office/drawing/2014/main" id="{AAEEE678-8378-1A40-B004-BD2AABEE8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32893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78" name="Rectangle 22">
            <a:extLst>
              <a:ext uri="{FF2B5EF4-FFF2-40B4-BE49-F238E27FC236}">
                <a16:creationId xmlns:a16="http://schemas.microsoft.com/office/drawing/2014/main" id="{72011358-40AA-2C41-9C5A-EAEFCF47C61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43616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70679" name="Rectangle 23">
            <a:extLst>
              <a:ext uri="{FF2B5EF4-FFF2-40B4-BE49-F238E27FC236}">
                <a16:creationId xmlns:a16="http://schemas.microsoft.com/office/drawing/2014/main" id="{404F34FD-7AB2-E04E-B1BD-BA347C221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91001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8D8CCBEA-4E83-9E4B-B5C3-36D54185A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053013"/>
            <a:ext cx="230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0681" name="Rectangle 25">
            <a:extLst>
              <a:ext uri="{FF2B5EF4-FFF2-40B4-BE49-F238E27FC236}">
                <a16:creationId xmlns:a16="http://schemas.microsoft.com/office/drawing/2014/main" id="{5239DA5A-B2BD-114F-A0B3-9B1ED2F22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38227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82" name="Rectangle 26">
            <a:extLst>
              <a:ext uri="{FF2B5EF4-FFF2-40B4-BE49-F238E27FC236}">
                <a16:creationId xmlns:a16="http://schemas.microsoft.com/office/drawing/2014/main" id="{495BED54-E070-D143-86EE-6303EC5FF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53548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70683" name="Rectangle 27">
            <a:extLst>
              <a:ext uri="{FF2B5EF4-FFF2-40B4-BE49-F238E27FC236}">
                <a16:creationId xmlns:a16="http://schemas.microsoft.com/office/drawing/2014/main" id="{1436C96C-CE85-BB49-948B-AD5B84807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4875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70684" name="Rectangle 28">
            <a:extLst>
              <a:ext uri="{FF2B5EF4-FFF2-40B4-BE49-F238E27FC236}">
                <a16:creationId xmlns:a16="http://schemas.microsoft.com/office/drawing/2014/main" id="{A7837C7C-8ED3-2E4B-9A21-495614051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3963988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70685" name="Rectangle 29">
            <a:extLst>
              <a:ext uri="{FF2B5EF4-FFF2-40B4-BE49-F238E27FC236}">
                <a16:creationId xmlns:a16="http://schemas.microsoft.com/office/drawing/2014/main" id="{B93567FA-2609-834B-B0CD-ED5D0E1FA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294188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70686" name="Rectangle 30">
            <a:extLst>
              <a:ext uri="{FF2B5EF4-FFF2-40B4-BE49-F238E27FC236}">
                <a16:creationId xmlns:a16="http://schemas.microsoft.com/office/drawing/2014/main" id="{DA5864D2-31E1-BD42-B454-0445EA503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8561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75807" name="Rectangle 31">
            <a:extLst>
              <a:ext uri="{FF2B5EF4-FFF2-40B4-BE49-F238E27FC236}">
                <a16:creationId xmlns:a16="http://schemas.microsoft.com/office/drawing/2014/main" id="{AC0B0E8B-D50B-AA40-A25D-02EAFC639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21510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RegWr=1</a:t>
            </a:r>
          </a:p>
        </p:txBody>
      </p:sp>
      <p:sp>
        <p:nvSpPr>
          <p:cNvPr id="70688" name="Line 32">
            <a:extLst>
              <a:ext uri="{FF2B5EF4-FFF2-40B4-BE49-F238E27FC236}">
                <a16:creationId xmlns:a16="http://schemas.microsoft.com/office/drawing/2014/main" id="{D2F2A660-FCEC-714E-ABDB-32D2A652D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789488"/>
            <a:ext cx="0" cy="121761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9" name="Rectangle 33">
            <a:extLst>
              <a:ext uri="{FF2B5EF4-FFF2-40B4-BE49-F238E27FC236}">
                <a16:creationId xmlns:a16="http://schemas.microsoft.com/office/drawing/2014/main" id="{7BB6CF59-6E66-0A44-8D94-5771E00EE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1336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ExtOp=1</a:t>
            </a:r>
            <a:endParaRPr lang="zh-CN" altLang="en-US" u="sng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90" name="Rectangle 35">
            <a:extLst>
              <a:ext uri="{FF2B5EF4-FFF2-40B4-BE49-F238E27FC236}">
                <a16:creationId xmlns:a16="http://schemas.microsoft.com/office/drawing/2014/main" id="{1FDCA969-A398-7B4E-B571-CA648AD72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2814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70691" name="Rectangle 36">
            <a:extLst>
              <a:ext uri="{FF2B5EF4-FFF2-40B4-BE49-F238E27FC236}">
                <a16:creationId xmlns:a16="http://schemas.microsoft.com/office/drawing/2014/main" id="{DE6C8196-06A1-6248-A540-842635690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2893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92" name="Rectangle 37">
            <a:extLst>
              <a:ext uri="{FF2B5EF4-FFF2-40B4-BE49-F238E27FC236}">
                <a16:creationId xmlns:a16="http://schemas.microsoft.com/office/drawing/2014/main" id="{9ACE6936-0CB5-4F41-A36E-D8EA2F8FA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811588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70693" name="Rectangle 38">
            <a:extLst>
              <a:ext uri="{FF2B5EF4-FFF2-40B4-BE49-F238E27FC236}">
                <a16:creationId xmlns:a16="http://schemas.microsoft.com/office/drawing/2014/main" id="{C6B75579-AB81-C548-82C8-F0897C5E8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065588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70694" name="Line 39">
            <a:extLst>
              <a:ext uri="{FF2B5EF4-FFF2-40B4-BE49-F238E27FC236}">
                <a16:creationId xmlns:a16="http://schemas.microsoft.com/office/drawing/2014/main" id="{0D03BB23-B859-6340-8D8B-666B07344F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4511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5" name="Rectangle 40">
            <a:extLst>
              <a:ext uri="{FF2B5EF4-FFF2-40B4-BE49-F238E27FC236}">
                <a16:creationId xmlns:a16="http://schemas.microsoft.com/office/drawing/2014/main" id="{805A3F53-B50A-BE4E-A81F-D22C8516C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560763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70696" name="Line 41">
            <a:extLst>
              <a:ext uri="{FF2B5EF4-FFF2-40B4-BE49-F238E27FC236}">
                <a16:creationId xmlns:a16="http://schemas.microsoft.com/office/drawing/2014/main" id="{F0D2C74F-57BC-DC4F-8E26-A5C3B50B0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222500"/>
            <a:ext cx="0" cy="1041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18" name="Rectangle 42">
            <a:extLst>
              <a:ext uri="{FF2B5EF4-FFF2-40B4-BE49-F238E27FC236}">
                <a16:creationId xmlns:a16="http://schemas.microsoft.com/office/drawing/2014/main" id="{E26BA02D-4B7E-DC43-A8B7-DFAF2B074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1905000"/>
            <a:ext cx="15049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ALUOp=Subu</a:t>
            </a:r>
          </a:p>
        </p:txBody>
      </p:sp>
      <p:sp>
        <p:nvSpPr>
          <p:cNvPr id="75819" name="Rectangle 43">
            <a:extLst>
              <a:ext uri="{FF2B5EF4-FFF2-40B4-BE49-F238E27FC236}">
                <a16:creationId xmlns:a16="http://schemas.microsoft.com/office/drawing/2014/main" id="{6412EF2A-ECFA-DB47-8E07-DCE513BA3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6019800"/>
            <a:ext cx="1155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ALUSrc=0</a:t>
            </a:r>
          </a:p>
        </p:txBody>
      </p:sp>
      <p:sp>
        <p:nvSpPr>
          <p:cNvPr id="70699" name="Line 44">
            <a:extLst>
              <a:ext uri="{FF2B5EF4-FFF2-40B4-BE49-F238E27FC236}">
                <a16:creationId xmlns:a16="http://schemas.microsoft.com/office/drawing/2014/main" id="{68D05AA9-829E-7444-9F18-2204F958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4425" y="3957638"/>
            <a:ext cx="358775" cy="4762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0" name="Line 48">
            <a:extLst>
              <a:ext uri="{FF2B5EF4-FFF2-40B4-BE49-F238E27FC236}">
                <a16:creationId xmlns:a16="http://schemas.microsoft.com/office/drawing/2014/main" id="{B0FCEFAD-E774-9246-86E2-E8151F775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4425" y="4267200"/>
            <a:ext cx="358775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1" name="Line 49">
            <a:extLst>
              <a:ext uri="{FF2B5EF4-FFF2-40B4-BE49-F238E27FC236}">
                <a16:creationId xmlns:a16="http://schemas.microsoft.com/office/drawing/2014/main" id="{EEC741E9-25F3-A546-A80B-05BA41663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41148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2" name="Line 50">
            <a:extLst>
              <a:ext uri="{FF2B5EF4-FFF2-40B4-BE49-F238E27FC236}">
                <a16:creationId xmlns:a16="http://schemas.microsoft.com/office/drawing/2014/main" id="{32C21907-A534-A848-9D57-3334B80B8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44196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3" name="Line 52">
            <a:extLst>
              <a:ext uri="{FF2B5EF4-FFF2-40B4-BE49-F238E27FC236}">
                <a16:creationId xmlns:a16="http://schemas.microsoft.com/office/drawing/2014/main" id="{52CB7E2A-791E-E948-A697-9E6BF0C887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279900"/>
            <a:ext cx="0" cy="669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4" name="Line 53">
            <a:extLst>
              <a:ext uri="{FF2B5EF4-FFF2-40B4-BE49-F238E27FC236}">
                <a16:creationId xmlns:a16="http://schemas.microsoft.com/office/drawing/2014/main" id="{0C13AE28-CBA0-8944-BFC9-9FBAD6963A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4213" y="4953000"/>
            <a:ext cx="13604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30" name="Line 54">
            <a:extLst>
              <a:ext uri="{FF2B5EF4-FFF2-40B4-BE49-F238E27FC236}">
                <a16:creationId xmlns:a16="http://schemas.microsoft.com/office/drawing/2014/main" id="{057533EA-C610-1741-A078-F1CA24F38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4263" y="4953000"/>
            <a:ext cx="592137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5984" name="Group 208">
            <a:extLst>
              <a:ext uri="{FF2B5EF4-FFF2-40B4-BE49-F238E27FC236}">
                <a16:creationId xmlns:a16="http://schemas.microsoft.com/office/drawing/2014/main" id="{1C131E25-8589-2B4B-8D80-EEB6DC74F8AC}"/>
              </a:ext>
            </a:extLst>
          </p:cNvPr>
          <p:cNvGrpSpPr>
            <a:grpSpLocks/>
          </p:cNvGrpSpPr>
          <p:nvPr/>
        </p:nvGrpSpPr>
        <p:grpSpPr bwMode="auto">
          <a:xfrm>
            <a:off x="6159500" y="4403725"/>
            <a:ext cx="596900" cy="257175"/>
            <a:chOff x="3880" y="2774"/>
            <a:chExt cx="376" cy="162"/>
          </a:xfrm>
        </p:grpSpPr>
        <p:sp>
          <p:nvSpPr>
            <p:cNvPr id="70862" name="Line 51">
              <a:extLst>
                <a:ext uri="{FF2B5EF4-FFF2-40B4-BE49-F238E27FC236}">
                  <a16:creationId xmlns:a16="http://schemas.microsoft.com/office/drawing/2014/main" id="{FDF05BFB-FC48-3144-9E9F-B800A2953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0" y="2784"/>
              <a:ext cx="154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63" name="Line 55">
              <a:extLst>
                <a:ext uri="{FF2B5EF4-FFF2-40B4-BE49-F238E27FC236}">
                  <a16:creationId xmlns:a16="http://schemas.microsoft.com/office/drawing/2014/main" id="{18B523CC-7C93-3A4C-B99B-036FC9F40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2925"/>
              <a:ext cx="226" cy="3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64" name="Line 56">
              <a:extLst>
                <a:ext uri="{FF2B5EF4-FFF2-40B4-BE49-F238E27FC236}">
                  <a16:creationId xmlns:a16="http://schemas.microsoft.com/office/drawing/2014/main" id="{EF211E6A-4D03-8D4C-913C-F6A7F1471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2774"/>
              <a:ext cx="1" cy="162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707" name="Line 57">
            <a:extLst>
              <a:ext uri="{FF2B5EF4-FFF2-40B4-BE49-F238E27FC236}">
                <a16:creationId xmlns:a16="http://schemas.microsoft.com/office/drawing/2014/main" id="{8EACC316-3032-2A4B-9F53-FCFF22A20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105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708" name="Group 65">
            <a:extLst>
              <a:ext uri="{FF2B5EF4-FFF2-40B4-BE49-F238E27FC236}">
                <a16:creationId xmlns:a16="http://schemas.microsoft.com/office/drawing/2014/main" id="{F4BBCDCE-10BF-2149-8B3A-AA8085093C48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4356100"/>
            <a:ext cx="333375" cy="946150"/>
            <a:chOff x="5290" y="2744"/>
            <a:chExt cx="210" cy="596"/>
          </a:xfrm>
        </p:grpSpPr>
        <p:sp>
          <p:nvSpPr>
            <p:cNvPr id="70855" name="Line 58">
              <a:extLst>
                <a:ext uri="{FF2B5EF4-FFF2-40B4-BE49-F238E27FC236}">
                  <a16:creationId xmlns:a16="http://schemas.microsoft.com/office/drawing/2014/main" id="{626FE08A-3FB0-8E45-BDC4-9A800160C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74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6" name="Line 59">
              <a:extLst>
                <a:ext uri="{FF2B5EF4-FFF2-40B4-BE49-F238E27FC236}">
                  <a16:creationId xmlns:a16="http://schemas.microsoft.com/office/drawing/2014/main" id="{E2FA9624-D98E-CF49-9290-9C4A84752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74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7" name="Line 60">
              <a:extLst>
                <a:ext uri="{FF2B5EF4-FFF2-40B4-BE49-F238E27FC236}">
                  <a16:creationId xmlns:a16="http://schemas.microsoft.com/office/drawing/2014/main" id="{49CCC2BD-A028-214E-8BC9-03EC256B1C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23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8" name="Line 61">
              <a:extLst>
                <a:ext uri="{FF2B5EF4-FFF2-40B4-BE49-F238E27FC236}">
                  <a16:creationId xmlns:a16="http://schemas.microsoft.com/office/drawing/2014/main" id="{8393C82F-6DB1-9D4D-9224-1B854489B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79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9" name="Rectangle 62">
              <a:extLst>
                <a:ext uri="{FF2B5EF4-FFF2-40B4-BE49-F238E27FC236}">
                  <a16:creationId xmlns:a16="http://schemas.microsoft.com/office/drawing/2014/main" id="{6B3981E2-86B8-0349-9478-6A8ED6C06F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70860" name="Rectangle 63">
              <a:extLst>
                <a:ext uri="{FF2B5EF4-FFF2-40B4-BE49-F238E27FC236}">
                  <a16:creationId xmlns:a16="http://schemas.microsoft.com/office/drawing/2014/main" id="{B70F67EE-CBB5-C34A-B25B-C7DA7F19A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75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0861" name="Rectangle 64">
              <a:extLst>
                <a:ext uri="{FF2B5EF4-FFF2-40B4-BE49-F238E27FC236}">
                  <a16:creationId xmlns:a16="http://schemas.microsoft.com/office/drawing/2014/main" id="{99FB205C-22F7-A247-B9A0-7BB7FAECA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15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70709" name="Line 66">
            <a:extLst>
              <a:ext uri="{FF2B5EF4-FFF2-40B4-BE49-F238E27FC236}">
                <a16:creationId xmlns:a16="http://schemas.microsoft.com/office/drawing/2014/main" id="{753063DA-3532-1B43-8BD4-74EC93F9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495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0" name="Line 68">
            <a:extLst>
              <a:ext uri="{FF2B5EF4-FFF2-40B4-BE49-F238E27FC236}">
                <a16:creationId xmlns:a16="http://schemas.microsoft.com/office/drawing/2014/main" id="{D84A739B-CCC4-DF42-83EF-AB8A5F59D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3733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1" name="Line 69">
            <a:extLst>
              <a:ext uri="{FF2B5EF4-FFF2-40B4-BE49-F238E27FC236}">
                <a16:creationId xmlns:a16="http://schemas.microsoft.com/office/drawing/2014/main" id="{FF49EE8C-D0D8-C24D-A363-73A05CDB9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5486400"/>
            <a:ext cx="13208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2" name="Line 70">
            <a:extLst>
              <a:ext uri="{FF2B5EF4-FFF2-40B4-BE49-F238E27FC236}">
                <a16:creationId xmlns:a16="http://schemas.microsoft.com/office/drawing/2014/main" id="{16A1EBA2-9DB3-A44F-A7F3-C34D53033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181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3" name="Line 71">
            <a:extLst>
              <a:ext uri="{FF2B5EF4-FFF2-40B4-BE49-F238E27FC236}">
                <a16:creationId xmlns:a16="http://schemas.microsoft.com/office/drawing/2014/main" id="{EB37AF3D-5A69-104F-A015-91F7358FD0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419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4" name="Line 72">
            <a:extLst>
              <a:ext uri="{FF2B5EF4-FFF2-40B4-BE49-F238E27FC236}">
                <a16:creationId xmlns:a16="http://schemas.microsoft.com/office/drawing/2014/main" id="{6BE4402F-1F0E-4E4B-BA80-A1DEF9771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5334000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5" name="Line 73">
            <a:extLst>
              <a:ext uri="{FF2B5EF4-FFF2-40B4-BE49-F238E27FC236}">
                <a16:creationId xmlns:a16="http://schemas.microsoft.com/office/drawing/2014/main" id="{5DA28111-E835-7540-A93D-EB1973823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2705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50" name="Rectangle 74">
            <a:extLst>
              <a:ext uri="{FF2B5EF4-FFF2-40B4-BE49-F238E27FC236}">
                <a16:creationId xmlns:a16="http://schemas.microsoft.com/office/drawing/2014/main" id="{F85B5B8D-8BBD-484C-AE20-A5A6B46B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5961063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MemtoReg=0</a:t>
            </a:r>
          </a:p>
        </p:txBody>
      </p:sp>
      <p:sp>
        <p:nvSpPr>
          <p:cNvPr id="70717" name="Line 75">
            <a:extLst>
              <a:ext uri="{FF2B5EF4-FFF2-40B4-BE49-F238E27FC236}">
                <a16:creationId xmlns:a16="http://schemas.microsoft.com/office/drawing/2014/main" id="{559B3958-E265-4946-AEBD-367513E9F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041900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8" name="Line 76">
            <a:extLst>
              <a:ext uri="{FF2B5EF4-FFF2-40B4-BE49-F238E27FC236}">
                <a16:creationId xmlns:a16="http://schemas.microsoft.com/office/drawing/2014/main" id="{B5497FF0-D136-A04A-9E4E-CE20B6326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4700" y="5041900"/>
            <a:ext cx="217488" cy="47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9" name="Line 77">
            <a:extLst>
              <a:ext uri="{FF2B5EF4-FFF2-40B4-BE49-F238E27FC236}">
                <a16:creationId xmlns:a16="http://schemas.microsoft.com/office/drawing/2014/main" id="{D330E9AF-91C3-B84E-B732-091C5A6891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5175" y="5475288"/>
            <a:ext cx="227013" cy="95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20" name="Line 78">
            <a:extLst>
              <a:ext uri="{FF2B5EF4-FFF2-40B4-BE49-F238E27FC236}">
                <a16:creationId xmlns:a16="http://schemas.microsoft.com/office/drawing/2014/main" id="{78DAD872-5F2D-8C43-AB35-E379F85BF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091113"/>
            <a:ext cx="0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21" name="Rectangle 80">
            <a:extLst>
              <a:ext uri="{FF2B5EF4-FFF2-40B4-BE49-F238E27FC236}">
                <a16:creationId xmlns:a16="http://schemas.microsoft.com/office/drawing/2014/main" id="{652C872A-27EA-A140-A40C-E7ECB5A6F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289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0722" name="Rectangle 81">
            <a:extLst>
              <a:ext uri="{FF2B5EF4-FFF2-40B4-BE49-F238E27FC236}">
                <a16:creationId xmlns:a16="http://schemas.microsoft.com/office/drawing/2014/main" id="{1E0C40DF-24EC-3742-B749-0AB4368CA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000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723" name="Line 82">
            <a:extLst>
              <a:ext uri="{FF2B5EF4-FFF2-40B4-BE49-F238E27FC236}">
                <a16:creationId xmlns:a16="http://schemas.microsoft.com/office/drawing/2014/main" id="{3FA18DDB-7E78-AF4B-87B6-38752B64B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5753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59" name="Rectangle 83">
            <a:extLst>
              <a:ext uri="{FF2B5EF4-FFF2-40B4-BE49-F238E27FC236}">
                <a16:creationId xmlns:a16="http://schemas.microsoft.com/office/drawing/2014/main" id="{E7EE2054-0865-844C-AF81-CC50BE9B5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59610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RegDst=x</a:t>
            </a:r>
          </a:p>
        </p:txBody>
      </p:sp>
      <p:sp>
        <p:nvSpPr>
          <p:cNvPr id="70725" name="Rectangle 84">
            <a:extLst>
              <a:ext uri="{FF2B5EF4-FFF2-40B4-BE49-F238E27FC236}">
                <a16:creationId xmlns:a16="http://schemas.microsoft.com/office/drawing/2014/main" id="{63D6375D-8357-B040-A66D-BAB8FE31C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900613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70726" name="Rectangle 85">
            <a:extLst>
              <a:ext uri="{FF2B5EF4-FFF2-40B4-BE49-F238E27FC236}">
                <a16:creationId xmlns:a16="http://schemas.microsoft.com/office/drawing/2014/main" id="{7F74B1B9-4369-6E49-BA2F-1A6A8286A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205413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70727" name="Rectangle 86">
            <a:extLst>
              <a:ext uri="{FF2B5EF4-FFF2-40B4-BE49-F238E27FC236}">
                <a16:creationId xmlns:a16="http://schemas.microsoft.com/office/drawing/2014/main" id="{AF203465-E4F3-A041-878A-7BA47EBD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452813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70728" name="Line 87">
            <a:extLst>
              <a:ext uri="{FF2B5EF4-FFF2-40B4-BE49-F238E27FC236}">
                <a16:creationId xmlns:a16="http://schemas.microsoft.com/office/drawing/2014/main" id="{6367952C-497A-3947-BA75-1D788003B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9425" y="5181600"/>
            <a:ext cx="46355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29" name="Line 88">
            <a:extLst>
              <a:ext uri="{FF2B5EF4-FFF2-40B4-BE49-F238E27FC236}">
                <a16:creationId xmlns:a16="http://schemas.microsoft.com/office/drawing/2014/main" id="{5492FC9B-A970-8D4A-A98F-EB3B8DD1F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4290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0" name="Rectangle 89">
            <a:extLst>
              <a:ext uri="{FF2B5EF4-FFF2-40B4-BE49-F238E27FC236}">
                <a16:creationId xmlns:a16="http://schemas.microsoft.com/office/drawing/2014/main" id="{EA50F296-BC77-BD46-9639-C3EFBF5E8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148013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0731" name="Rectangle 90">
            <a:extLst>
              <a:ext uri="{FF2B5EF4-FFF2-40B4-BE49-F238E27FC236}">
                <a16:creationId xmlns:a16="http://schemas.microsoft.com/office/drawing/2014/main" id="{A009F684-0CE2-5F4C-B5A9-D4FC9C86C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255963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0732" name="Rectangle 91">
            <a:extLst>
              <a:ext uri="{FF2B5EF4-FFF2-40B4-BE49-F238E27FC236}">
                <a16:creationId xmlns:a16="http://schemas.microsoft.com/office/drawing/2014/main" id="{A34C7DB5-55D4-014A-9A5B-8F7DADA32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757613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70733" name="Rectangle 92">
            <a:extLst>
              <a:ext uri="{FF2B5EF4-FFF2-40B4-BE49-F238E27FC236}">
                <a16:creationId xmlns:a16="http://schemas.microsoft.com/office/drawing/2014/main" id="{754C3FA6-C2F4-B444-B1F3-26819A475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443413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70734" name="Line 93">
            <a:extLst>
              <a:ext uri="{FF2B5EF4-FFF2-40B4-BE49-F238E27FC236}">
                <a16:creationId xmlns:a16="http://schemas.microsoft.com/office/drawing/2014/main" id="{3F3D797E-0A1E-474E-A878-C22A02864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089400"/>
            <a:ext cx="0" cy="11176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5" name="Line 94">
            <a:extLst>
              <a:ext uri="{FF2B5EF4-FFF2-40B4-BE49-F238E27FC236}">
                <a16:creationId xmlns:a16="http://schemas.microsoft.com/office/drawing/2014/main" id="{A727F7E4-7601-9948-B4C9-DBD32EA568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4864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6" name="Line 95">
            <a:extLst>
              <a:ext uri="{FF2B5EF4-FFF2-40B4-BE49-F238E27FC236}">
                <a16:creationId xmlns:a16="http://schemas.microsoft.com/office/drawing/2014/main" id="{3DEB00CC-2BBF-FE44-AAD6-B0AB80FCA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1816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7" name="Line 96">
            <a:extLst>
              <a:ext uri="{FF2B5EF4-FFF2-40B4-BE49-F238E27FC236}">
                <a16:creationId xmlns:a16="http://schemas.microsoft.com/office/drawing/2014/main" id="{DE22C105-B014-4040-BF61-8F2B38CE9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3340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5983" name="Group 207">
            <a:extLst>
              <a:ext uri="{FF2B5EF4-FFF2-40B4-BE49-F238E27FC236}">
                <a16:creationId xmlns:a16="http://schemas.microsoft.com/office/drawing/2014/main" id="{7706483F-DF18-5B41-9B2D-8B60030C0CA5}"/>
              </a:ext>
            </a:extLst>
          </p:cNvPr>
          <p:cNvGrpSpPr>
            <a:grpSpLocks/>
          </p:cNvGrpSpPr>
          <p:nvPr/>
        </p:nvGrpSpPr>
        <p:grpSpPr bwMode="auto">
          <a:xfrm>
            <a:off x="3175000" y="5080000"/>
            <a:ext cx="5156200" cy="660400"/>
            <a:chOff x="2000" y="3200"/>
            <a:chExt cx="3248" cy="416"/>
          </a:xfrm>
        </p:grpSpPr>
        <p:sp>
          <p:nvSpPr>
            <p:cNvPr id="70851" name="Line 97">
              <a:extLst>
                <a:ext uri="{FF2B5EF4-FFF2-40B4-BE49-F238E27FC236}">
                  <a16:creationId xmlns:a16="http://schemas.microsoft.com/office/drawing/2014/main" id="{3FE05419-1583-AF45-A015-0150869B7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3" y="3360"/>
              <a:ext cx="157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2" name="Line 98">
              <a:extLst>
                <a:ext uri="{FF2B5EF4-FFF2-40B4-BE49-F238E27FC236}">
                  <a16:creationId xmlns:a16="http://schemas.microsoft.com/office/drawing/2014/main" id="{22C40C8E-8AB3-514F-A7B9-197281B07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376"/>
              <a:ext cx="0" cy="208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3" name="Line 99">
              <a:extLst>
                <a:ext uri="{FF2B5EF4-FFF2-40B4-BE49-F238E27FC236}">
                  <a16:creationId xmlns:a16="http://schemas.microsoft.com/office/drawing/2014/main" id="{87EC8D16-624B-ED4A-86A2-01D697A53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3600"/>
              <a:ext cx="3248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4" name="Line 100">
              <a:extLst>
                <a:ext uri="{FF2B5EF4-FFF2-40B4-BE49-F238E27FC236}">
                  <a16:creationId xmlns:a16="http://schemas.microsoft.com/office/drawing/2014/main" id="{27CCA516-724B-F44F-B9C0-C7935019F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200"/>
              <a:ext cx="0" cy="416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739" name="Line 105">
            <a:extLst>
              <a:ext uri="{FF2B5EF4-FFF2-40B4-BE49-F238E27FC236}">
                <a16:creationId xmlns:a16="http://schemas.microsoft.com/office/drawing/2014/main" id="{A99DE5BE-2B9F-0B42-AFF2-386F33D9E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5181600"/>
            <a:ext cx="1016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40" name="Line 106">
            <a:extLst>
              <a:ext uri="{FF2B5EF4-FFF2-40B4-BE49-F238E27FC236}">
                <a16:creationId xmlns:a16="http://schemas.microsoft.com/office/drawing/2014/main" id="{1C7CCC20-9EC4-264C-B9D7-C64EB991D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9900" y="3429000"/>
            <a:ext cx="468313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41" name="Rectangle 107">
            <a:extLst>
              <a:ext uri="{FF2B5EF4-FFF2-40B4-BE49-F238E27FC236}">
                <a16:creationId xmlns:a16="http://schemas.microsoft.com/office/drawing/2014/main" id="{207919EB-3CA5-6A44-B336-157676B6771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58094" y="3472656"/>
            <a:ext cx="630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0742" name="Line 108">
            <a:extLst>
              <a:ext uri="{FF2B5EF4-FFF2-40B4-BE49-F238E27FC236}">
                <a16:creationId xmlns:a16="http://schemas.microsoft.com/office/drawing/2014/main" id="{179478AD-612F-AE40-B38A-E1BBEAC98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188" y="4038600"/>
            <a:ext cx="37782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5986" name="Group 210">
            <a:extLst>
              <a:ext uri="{FF2B5EF4-FFF2-40B4-BE49-F238E27FC236}">
                <a16:creationId xmlns:a16="http://schemas.microsoft.com/office/drawing/2014/main" id="{FC0A29B2-491A-0247-BA7C-BC3A4F8EDF02}"/>
              </a:ext>
            </a:extLst>
          </p:cNvPr>
          <p:cNvGrpSpPr>
            <a:grpSpLocks/>
          </p:cNvGrpSpPr>
          <p:nvPr/>
        </p:nvGrpSpPr>
        <p:grpSpPr bwMode="auto">
          <a:xfrm>
            <a:off x="5478463" y="3429000"/>
            <a:ext cx="382587" cy="609600"/>
            <a:chOff x="3451" y="2160"/>
            <a:chExt cx="241" cy="384"/>
          </a:xfrm>
        </p:grpSpPr>
        <p:sp>
          <p:nvSpPr>
            <p:cNvPr id="70849" name="Line 34">
              <a:extLst>
                <a:ext uri="{FF2B5EF4-FFF2-40B4-BE49-F238E27FC236}">
                  <a16:creationId xmlns:a16="http://schemas.microsoft.com/office/drawing/2014/main" id="{19EFB5C6-F854-E041-A9B7-461B65E92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160"/>
              <a:ext cx="241" cy="3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50" name="Line 109">
              <a:extLst>
                <a:ext uri="{FF2B5EF4-FFF2-40B4-BE49-F238E27FC236}">
                  <a16:creationId xmlns:a16="http://schemas.microsoft.com/office/drawing/2014/main" id="{89C86DDC-6E6B-DD49-AFC1-B3B043637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7" y="2544"/>
              <a:ext cx="235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744" name="Line 110">
            <a:extLst>
              <a:ext uri="{FF2B5EF4-FFF2-40B4-BE49-F238E27FC236}">
                <a16:creationId xmlns:a16="http://schemas.microsoft.com/office/drawing/2014/main" id="{BBA60ECF-2FF5-DD45-ABA5-5B4FF98EC7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4290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45" name="Line 111">
            <a:extLst>
              <a:ext uri="{FF2B5EF4-FFF2-40B4-BE49-F238E27FC236}">
                <a16:creationId xmlns:a16="http://schemas.microsoft.com/office/drawing/2014/main" id="{82492D0D-3477-A945-9D81-7A0130B99B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581400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746" name="Group 117">
            <a:extLst>
              <a:ext uri="{FF2B5EF4-FFF2-40B4-BE49-F238E27FC236}">
                <a16:creationId xmlns:a16="http://schemas.microsoft.com/office/drawing/2014/main" id="{04BF5919-83B1-9B46-B0EB-D85664415AC4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352800"/>
            <a:ext cx="395288" cy="306388"/>
            <a:chOff x="4314" y="2112"/>
            <a:chExt cx="249" cy="193"/>
          </a:xfrm>
        </p:grpSpPr>
        <p:sp>
          <p:nvSpPr>
            <p:cNvPr id="70844" name="Arc 112">
              <a:extLst>
                <a:ext uri="{FF2B5EF4-FFF2-40B4-BE49-F238E27FC236}">
                  <a16:creationId xmlns:a16="http://schemas.microsoft.com/office/drawing/2014/main" id="{E6A9A20E-9442-0642-BABA-834445BCF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121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45" name="Arc 113">
              <a:extLst>
                <a:ext uri="{FF2B5EF4-FFF2-40B4-BE49-F238E27FC236}">
                  <a16:creationId xmlns:a16="http://schemas.microsoft.com/office/drawing/2014/main" id="{2ADB9D13-2BD8-FA40-A017-EB48CD524EE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217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46" name="Line 114">
              <a:extLst>
                <a:ext uri="{FF2B5EF4-FFF2-40B4-BE49-F238E27FC236}">
                  <a16:creationId xmlns:a16="http://schemas.microsoft.com/office/drawing/2014/main" id="{7D6B12A5-263D-6040-9275-1236BFA986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112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47" name="Line 115">
              <a:extLst>
                <a:ext uri="{FF2B5EF4-FFF2-40B4-BE49-F238E27FC236}">
                  <a16:creationId xmlns:a16="http://schemas.microsoft.com/office/drawing/2014/main" id="{10E49BDA-F261-3F40-96E2-E2EB18B61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304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48" name="Line 116">
              <a:extLst>
                <a:ext uri="{FF2B5EF4-FFF2-40B4-BE49-F238E27FC236}">
                  <a16:creationId xmlns:a16="http://schemas.microsoft.com/office/drawing/2014/main" id="{3D921C82-100B-354D-8CC2-8843CA83F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1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747" name="Rectangle 118">
            <a:extLst>
              <a:ext uri="{FF2B5EF4-FFF2-40B4-BE49-F238E27FC236}">
                <a16:creationId xmlns:a16="http://schemas.microsoft.com/office/drawing/2014/main" id="{52932247-C34D-0342-A11E-CAA6E6E5571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73788" y="3751263"/>
            <a:ext cx="565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75895" name="Rectangle 119">
            <a:extLst>
              <a:ext uri="{FF2B5EF4-FFF2-40B4-BE49-F238E27FC236}">
                <a16:creationId xmlns:a16="http://schemas.microsoft.com/office/drawing/2014/main" id="{88C0F426-782A-6046-940E-6DA52F1EB73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2133600"/>
            <a:ext cx="1111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Branch=0</a:t>
            </a:r>
          </a:p>
        </p:txBody>
      </p:sp>
      <p:sp>
        <p:nvSpPr>
          <p:cNvPr id="70749" name="Line 120">
            <a:extLst>
              <a:ext uri="{FF2B5EF4-FFF2-40B4-BE49-F238E27FC236}">
                <a16:creationId xmlns:a16="http://schemas.microsoft.com/office/drawing/2014/main" id="{84AA7BA7-7C91-514A-9D30-BD371D192A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5687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50" name="Line 121">
            <a:extLst>
              <a:ext uri="{FF2B5EF4-FFF2-40B4-BE49-F238E27FC236}">
                <a16:creationId xmlns:a16="http://schemas.microsoft.com/office/drawing/2014/main" id="{B5615221-0493-4C4A-967B-00FE277660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3525" y="2425700"/>
            <a:ext cx="3175" cy="1003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51" name="Line 122">
            <a:extLst>
              <a:ext uri="{FF2B5EF4-FFF2-40B4-BE49-F238E27FC236}">
                <a16:creationId xmlns:a16="http://schemas.microsoft.com/office/drawing/2014/main" id="{6905B87D-D419-274B-B019-3EE667DC0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0386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52" name="Line 123">
            <a:extLst>
              <a:ext uri="{FF2B5EF4-FFF2-40B4-BE49-F238E27FC236}">
                <a16:creationId xmlns:a16="http://schemas.microsoft.com/office/drawing/2014/main" id="{2703D5C4-6E66-744E-A336-95585C6B3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429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753" name="Group 128">
            <a:extLst>
              <a:ext uri="{FF2B5EF4-FFF2-40B4-BE49-F238E27FC236}">
                <a16:creationId xmlns:a16="http://schemas.microsoft.com/office/drawing/2014/main" id="{FFECCBB7-12E3-064B-83EE-46FCE8FBC888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755900"/>
            <a:ext cx="254000" cy="533400"/>
            <a:chOff x="688" y="1736"/>
            <a:chExt cx="160" cy="336"/>
          </a:xfrm>
        </p:grpSpPr>
        <p:sp>
          <p:nvSpPr>
            <p:cNvPr id="70840" name="Line 124">
              <a:extLst>
                <a:ext uri="{FF2B5EF4-FFF2-40B4-BE49-F238E27FC236}">
                  <a16:creationId xmlns:a16="http://schemas.microsoft.com/office/drawing/2014/main" id="{3148CEE7-0E74-7948-AEC7-28146EFC9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736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41" name="Line 125">
              <a:extLst>
                <a:ext uri="{FF2B5EF4-FFF2-40B4-BE49-F238E27FC236}">
                  <a16:creationId xmlns:a16="http://schemas.microsoft.com/office/drawing/2014/main" id="{1F3D0311-592B-CF4A-A754-55F967D4F9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736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42" name="Line 126">
              <a:extLst>
                <a:ext uri="{FF2B5EF4-FFF2-40B4-BE49-F238E27FC236}">
                  <a16:creationId xmlns:a16="http://schemas.microsoft.com/office/drawing/2014/main" id="{B258AB53-EBB6-B245-8E47-36094D2D5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015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43" name="Line 127">
              <a:extLst>
                <a:ext uri="{FF2B5EF4-FFF2-40B4-BE49-F238E27FC236}">
                  <a16:creationId xmlns:a16="http://schemas.microsoft.com/office/drawing/2014/main" id="{D93BC86B-8143-E24C-9EA2-A05B30E04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767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754" name="Rectangle 129">
            <a:extLst>
              <a:ext uri="{FF2B5EF4-FFF2-40B4-BE49-F238E27FC236}">
                <a16:creationId xmlns:a16="http://schemas.microsoft.com/office/drawing/2014/main" id="{E9A53F32-DC1F-7142-B8B6-C8C84446A4C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774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0755" name="Rectangle 130">
            <a:extLst>
              <a:ext uri="{FF2B5EF4-FFF2-40B4-BE49-F238E27FC236}">
                <a16:creationId xmlns:a16="http://schemas.microsoft.com/office/drawing/2014/main" id="{32417B09-A0CD-934D-8E30-D95EA4C3DF0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9432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756" name="Line 131">
            <a:extLst>
              <a:ext uri="{FF2B5EF4-FFF2-40B4-BE49-F238E27FC236}">
                <a16:creationId xmlns:a16="http://schemas.microsoft.com/office/drawing/2014/main" id="{C11A3F13-C2A1-0C4D-A27B-BECF0B8D4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0800" y="3124200"/>
            <a:ext cx="582613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57" name="Line 132">
            <a:extLst>
              <a:ext uri="{FF2B5EF4-FFF2-40B4-BE49-F238E27FC236}">
                <a16:creationId xmlns:a16="http://schemas.microsoft.com/office/drawing/2014/main" id="{C1C97987-C702-AF4F-B2DE-75FA5663F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116263"/>
            <a:ext cx="0" cy="287337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58" name="Oval 133">
            <a:extLst>
              <a:ext uri="{FF2B5EF4-FFF2-40B4-BE49-F238E27FC236}">
                <a16:creationId xmlns:a16="http://schemas.microsoft.com/office/drawing/2014/main" id="{AE5CAD58-D84C-C846-961B-A2A518984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759" name="Line 134">
            <a:extLst>
              <a:ext uri="{FF2B5EF4-FFF2-40B4-BE49-F238E27FC236}">
                <a16:creationId xmlns:a16="http://schemas.microsoft.com/office/drawing/2014/main" id="{C930AD1F-614B-E145-86AF-72CF8CA90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0" name="Oval 135">
            <a:extLst>
              <a:ext uri="{FF2B5EF4-FFF2-40B4-BE49-F238E27FC236}">
                <a16:creationId xmlns:a16="http://schemas.microsoft.com/office/drawing/2014/main" id="{36FCF163-3B2E-7841-9D47-8205EB0CE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761" name="Line 136">
            <a:extLst>
              <a:ext uri="{FF2B5EF4-FFF2-40B4-BE49-F238E27FC236}">
                <a16:creationId xmlns:a16="http://schemas.microsoft.com/office/drawing/2014/main" id="{45CFE88A-A134-1344-95C7-F9434FA743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400" y="2895600"/>
            <a:ext cx="8128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2" name="Line 137">
            <a:extLst>
              <a:ext uri="{FF2B5EF4-FFF2-40B4-BE49-F238E27FC236}">
                <a16:creationId xmlns:a16="http://schemas.microsoft.com/office/drawing/2014/main" id="{E5999F21-F78E-CE4F-AC74-C0807B440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575" y="4038600"/>
            <a:ext cx="392113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3" name="Line 138">
            <a:extLst>
              <a:ext uri="{FF2B5EF4-FFF2-40B4-BE49-F238E27FC236}">
                <a16:creationId xmlns:a16="http://schemas.microsoft.com/office/drawing/2014/main" id="{B05F809F-CEAC-414E-BF3C-DE5EAA5F75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" y="2921000"/>
            <a:ext cx="0" cy="1125538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4" name="Line 139">
            <a:extLst>
              <a:ext uri="{FF2B5EF4-FFF2-40B4-BE49-F238E27FC236}">
                <a16:creationId xmlns:a16="http://schemas.microsoft.com/office/drawing/2014/main" id="{75DB6814-381E-5545-81ED-3E913CF1B3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28956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5" name="Line 140">
            <a:extLst>
              <a:ext uri="{FF2B5EF4-FFF2-40B4-BE49-F238E27FC236}">
                <a16:creationId xmlns:a16="http://schemas.microsoft.com/office/drawing/2014/main" id="{07FBC0D8-0DE6-AE4C-A497-4348EA1CE1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882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6" name="Line 141">
            <a:extLst>
              <a:ext uri="{FF2B5EF4-FFF2-40B4-BE49-F238E27FC236}">
                <a16:creationId xmlns:a16="http://schemas.microsoft.com/office/drawing/2014/main" id="{72224A53-C614-2840-94E9-B634A99D0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5052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7" name="Line 142">
            <a:extLst>
              <a:ext uri="{FF2B5EF4-FFF2-40B4-BE49-F238E27FC236}">
                <a16:creationId xmlns:a16="http://schemas.microsoft.com/office/drawing/2014/main" id="{38A0B6F8-1680-7148-BC52-1266395B6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5908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8" name="Line 143">
            <a:extLst>
              <a:ext uri="{FF2B5EF4-FFF2-40B4-BE49-F238E27FC236}">
                <a16:creationId xmlns:a16="http://schemas.microsoft.com/office/drawing/2014/main" id="{F4E09C6B-DC26-5A45-A3A1-4C6C7A5ED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6035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69" name="Line 144">
            <a:extLst>
              <a:ext uri="{FF2B5EF4-FFF2-40B4-BE49-F238E27FC236}">
                <a16:creationId xmlns:a16="http://schemas.microsoft.com/office/drawing/2014/main" id="{7694C317-CBB0-354B-9DCF-EAC303E7B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603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70" name="Line 145">
            <a:extLst>
              <a:ext uri="{FF2B5EF4-FFF2-40B4-BE49-F238E27FC236}">
                <a16:creationId xmlns:a16="http://schemas.microsoft.com/office/drawing/2014/main" id="{92758E98-7DA9-F746-84D6-E50911657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71" name="Oval 146">
            <a:extLst>
              <a:ext uri="{FF2B5EF4-FFF2-40B4-BE49-F238E27FC236}">
                <a16:creationId xmlns:a16="http://schemas.microsoft.com/office/drawing/2014/main" id="{5F361291-241F-E749-B3BB-075469BA5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772" name="Line 147">
            <a:extLst>
              <a:ext uri="{FF2B5EF4-FFF2-40B4-BE49-F238E27FC236}">
                <a16:creationId xmlns:a16="http://schemas.microsoft.com/office/drawing/2014/main" id="{B083B112-7331-4A46-AF1C-4DB112B55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73" name="Oval 148">
            <a:extLst>
              <a:ext uri="{FF2B5EF4-FFF2-40B4-BE49-F238E27FC236}">
                <a16:creationId xmlns:a16="http://schemas.microsoft.com/office/drawing/2014/main" id="{1BF9DD1D-778C-0F45-9897-E8E635BFB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774" name="Line 149">
            <a:extLst>
              <a:ext uri="{FF2B5EF4-FFF2-40B4-BE49-F238E27FC236}">
                <a16:creationId xmlns:a16="http://schemas.microsoft.com/office/drawing/2014/main" id="{57334A36-D6E5-DA4C-B8A2-53638B565A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984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75" name="Oval 150">
            <a:extLst>
              <a:ext uri="{FF2B5EF4-FFF2-40B4-BE49-F238E27FC236}">
                <a16:creationId xmlns:a16="http://schemas.microsoft.com/office/drawing/2014/main" id="{B424EF74-2760-3040-9F3C-E405E4569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136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776" name="Line 151">
            <a:extLst>
              <a:ext uri="{FF2B5EF4-FFF2-40B4-BE49-F238E27FC236}">
                <a16:creationId xmlns:a16="http://schemas.microsoft.com/office/drawing/2014/main" id="{884BEC46-EF9E-3F4C-BB4E-EDEC443EA8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15875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77" name="Line 152">
            <a:extLst>
              <a:ext uri="{FF2B5EF4-FFF2-40B4-BE49-F238E27FC236}">
                <a16:creationId xmlns:a16="http://schemas.microsoft.com/office/drawing/2014/main" id="{04E56E34-F2B8-4F47-A8C1-B92E07362B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15875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78" name="Line 153">
            <a:extLst>
              <a:ext uri="{FF2B5EF4-FFF2-40B4-BE49-F238E27FC236}">
                <a16:creationId xmlns:a16="http://schemas.microsoft.com/office/drawing/2014/main" id="{7671169E-7A7B-9C44-B9DE-F528AB9899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5875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79" name="Line 154">
            <a:extLst>
              <a:ext uri="{FF2B5EF4-FFF2-40B4-BE49-F238E27FC236}">
                <a16:creationId xmlns:a16="http://schemas.microsoft.com/office/drawing/2014/main" id="{7B244136-8662-1F49-93FC-FBFA93DDB9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15875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80" name="Line 155">
            <a:extLst>
              <a:ext uri="{FF2B5EF4-FFF2-40B4-BE49-F238E27FC236}">
                <a16:creationId xmlns:a16="http://schemas.microsoft.com/office/drawing/2014/main" id="{546F3B21-5FC1-2449-80AA-2ED58BFDBE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5875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81" name="Line 156">
            <a:extLst>
              <a:ext uri="{FF2B5EF4-FFF2-40B4-BE49-F238E27FC236}">
                <a16:creationId xmlns:a16="http://schemas.microsoft.com/office/drawing/2014/main" id="{77C4B56B-CA7B-0641-8BA2-2DE7E4FC90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1511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82" name="Line 157">
            <a:extLst>
              <a:ext uri="{FF2B5EF4-FFF2-40B4-BE49-F238E27FC236}">
                <a16:creationId xmlns:a16="http://schemas.microsoft.com/office/drawing/2014/main" id="{07AB4867-F107-D341-BC0A-190388E298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5113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83" name="Line 158">
            <a:extLst>
              <a:ext uri="{FF2B5EF4-FFF2-40B4-BE49-F238E27FC236}">
                <a16:creationId xmlns:a16="http://schemas.microsoft.com/office/drawing/2014/main" id="{7606523A-F1A2-B841-9A98-28DBE98678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5113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84" name="Line 159">
            <a:extLst>
              <a:ext uri="{FF2B5EF4-FFF2-40B4-BE49-F238E27FC236}">
                <a16:creationId xmlns:a16="http://schemas.microsoft.com/office/drawing/2014/main" id="{57E8104E-2413-174F-9867-6122448A21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5875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85" name="Line 160">
            <a:extLst>
              <a:ext uri="{FF2B5EF4-FFF2-40B4-BE49-F238E27FC236}">
                <a16:creationId xmlns:a16="http://schemas.microsoft.com/office/drawing/2014/main" id="{4C2C8081-C32F-BA42-ACEB-F4F0E5D24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17526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37" name="Rectangle 161">
            <a:extLst>
              <a:ext uri="{FF2B5EF4-FFF2-40B4-BE49-F238E27FC236}">
                <a16:creationId xmlns:a16="http://schemas.microsoft.com/office/drawing/2014/main" id="{F006D8DA-4E2E-544D-BF79-17D820ABD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1358900"/>
            <a:ext cx="1641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  <a:r>
              <a:rPr lang="zh-CN" altLang="en-US">
                <a:solidFill>
                  <a:srgbClr val="CC0000"/>
                </a:solidFill>
                <a:ea typeface="宋体" panose="02010600030101010101" pitchFamily="2" charset="-122"/>
              </a:rPr>
              <a:t>: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Ifet</a:t>
            </a:r>
          </a:p>
        </p:txBody>
      </p:sp>
      <p:sp>
        <p:nvSpPr>
          <p:cNvPr id="70787" name="Line 162">
            <a:extLst>
              <a:ext uri="{FF2B5EF4-FFF2-40B4-BE49-F238E27FC236}">
                <a16:creationId xmlns:a16="http://schemas.microsoft.com/office/drawing/2014/main" id="{D11BCEFA-146F-FD4A-89CD-8C8C679C2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1752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88" name="Line 166">
            <a:extLst>
              <a:ext uri="{FF2B5EF4-FFF2-40B4-BE49-F238E27FC236}">
                <a16:creationId xmlns:a16="http://schemas.microsoft.com/office/drawing/2014/main" id="{EEFFB937-F79B-324A-9468-285FAEC9E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17526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43" name="Rectangle 167">
            <a:extLst>
              <a:ext uri="{FF2B5EF4-FFF2-40B4-BE49-F238E27FC236}">
                <a16:creationId xmlns:a16="http://schemas.microsoft.com/office/drawing/2014/main" id="{E97A722B-FB79-E844-BF1D-EE79BCE24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1371600"/>
            <a:ext cx="1830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Reg</a:t>
            </a:r>
          </a:p>
        </p:txBody>
      </p:sp>
      <p:sp>
        <p:nvSpPr>
          <p:cNvPr id="70790" name="Line 168">
            <a:extLst>
              <a:ext uri="{FF2B5EF4-FFF2-40B4-BE49-F238E27FC236}">
                <a16:creationId xmlns:a16="http://schemas.microsoft.com/office/drawing/2014/main" id="{38DBAF04-609F-8F4F-984F-36DFB43EE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17526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45" name="Rectangle 169">
            <a:extLst>
              <a:ext uri="{FF2B5EF4-FFF2-40B4-BE49-F238E27FC236}">
                <a16:creationId xmlns:a16="http://schemas.microsoft.com/office/drawing/2014/main" id="{252446EF-EC46-9543-B435-4F223B76F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1371600"/>
            <a:ext cx="1671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Beq’s  Exec</a:t>
            </a:r>
          </a:p>
        </p:txBody>
      </p:sp>
      <p:sp>
        <p:nvSpPr>
          <p:cNvPr id="70792" name="Line 170">
            <a:extLst>
              <a:ext uri="{FF2B5EF4-FFF2-40B4-BE49-F238E27FC236}">
                <a16:creationId xmlns:a16="http://schemas.microsoft.com/office/drawing/2014/main" id="{1290474E-6AB6-4A4F-8C25-64861E93A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17526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47" name="Rectangle 171">
            <a:extLst>
              <a:ext uri="{FF2B5EF4-FFF2-40B4-BE49-F238E27FC236}">
                <a16:creationId xmlns:a16="http://schemas.microsoft.com/office/drawing/2014/main" id="{40A1C495-35D9-EA43-8B39-6A6116338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1371600"/>
            <a:ext cx="1685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Store’s  Mem</a:t>
            </a:r>
          </a:p>
        </p:txBody>
      </p:sp>
      <p:sp>
        <p:nvSpPr>
          <p:cNvPr id="70794" name="Line 172">
            <a:extLst>
              <a:ext uri="{FF2B5EF4-FFF2-40B4-BE49-F238E27FC236}">
                <a16:creationId xmlns:a16="http://schemas.microsoft.com/office/drawing/2014/main" id="{97BE8230-9B72-564D-99F9-BF0393F67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2200" y="2921000"/>
            <a:ext cx="254000" cy="1778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95" name="Line 173">
            <a:extLst>
              <a:ext uri="{FF2B5EF4-FFF2-40B4-BE49-F238E27FC236}">
                <a16:creationId xmlns:a16="http://schemas.microsoft.com/office/drawing/2014/main" id="{02FB0223-197C-E24C-9214-6BA46DEF1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207000"/>
            <a:ext cx="0" cy="2540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50" name="Rectangle 174">
            <a:extLst>
              <a:ext uri="{FF2B5EF4-FFF2-40B4-BE49-F238E27FC236}">
                <a16:creationId xmlns:a16="http://schemas.microsoft.com/office/drawing/2014/main" id="{CFDDE0C2-902E-4744-B4DB-614E368B1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863" y="1422400"/>
            <a:ext cx="11509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Wr</a:t>
            </a:r>
          </a:p>
        </p:txBody>
      </p:sp>
      <p:sp>
        <p:nvSpPr>
          <p:cNvPr id="70797" name="Line 176">
            <a:extLst>
              <a:ext uri="{FF2B5EF4-FFF2-40B4-BE49-F238E27FC236}">
                <a16:creationId xmlns:a16="http://schemas.microsoft.com/office/drawing/2014/main" id="{2DB76EFC-424B-654F-8D1C-4078385CC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419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98" name="Line 177">
            <a:extLst>
              <a:ext uri="{FF2B5EF4-FFF2-40B4-BE49-F238E27FC236}">
                <a16:creationId xmlns:a16="http://schemas.microsoft.com/office/drawing/2014/main" id="{816D9608-A05E-BA45-94ED-8E89EEAB8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419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5982" name="Group 206">
            <a:extLst>
              <a:ext uri="{FF2B5EF4-FFF2-40B4-BE49-F238E27FC236}">
                <a16:creationId xmlns:a16="http://schemas.microsoft.com/office/drawing/2014/main" id="{D3DCF639-26B4-1E46-B0FB-A927E130762C}"/>
              </a:ext>
            </a:extLst>
          </p:cNvPr>
          <p:cNvGrpSpPr>
            <a:grpSpLocks/>
          </p:cNvGrpSpPr>
          <p:nvPr/>
        </p:nvGrpSpPr>
        <p:grpSpPr bwMode="auto">
          <a:xfrm>
            <a:off x="3479800" y="4860925"/>
            <a:ext cx="5384800" cy="1031875"/>
            <a:chOff x="2192" y="3062"/>
            <a:chExt cx="3392" cy="650"/>
          </a:xfrm>
        </p:grpSpPr>
        <p:sp>
          <p:nvSpPr>
            <p:cNvPr id="70834" name="Line 67">
              <a:extLst>
                <a:ext uri="{FF2B5EF4-FFF2-40B4-BE49-F238E27FC236}">
                  <a16:creationId xmlns:a16="http://schemas.microsoft.com/office/drawing/2014/main" id="{C10C604C-6714-EE41-B57F-BE37355B0F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3" y="3216"/>
              <a:ext cx="229" cy="3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35" name="Line 101">
              <a:extLst>
                <a:ext uri="{FF2B5EF4-FFF2-40B4-BE49-F238E27FC236}">
                  <a16:creationId xmlns:a16="http://schemas.microsoft.com/office/drawing/2014/main" id="{02F5C8ED-4701-FF4C-A848-A4FA2DB78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4" y="3075"/>
              <a:ext cx="112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36" name="Line 102">
              <a:extLst>
                <a:ext uri="{FF2B5EF4-FFF2-40B4-BE49-F238E27FC236}">
                  <a16:creationId xmlns:a16="http://schemas.microsoft.com/office/drawing/2014/main" id="{53912F13-FD78-2C4F-B543-6D83C9AD3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3088"/>
              <a:ext cx="0" cy="592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37" name="Line 103">
              <a:extLst>
                <a:ext uri="{FF2B5EF4-FFF2-40B4-BE49-F238E27FC236}">
                  <a16:creationId xmlns:a16="http://schemas.microsoft.com/office/drawing/2014/main" id="{64029DD0-6BB9-9948-8188-B1441C873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2" y="3696"/>
              <a:ext cx="3392" cy="0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38" name="Line 104">
              <a:extLst>
                <a:ext uri="{FF2B5EF4-FFF2-40B4-BE49-F238E27FC236}">
                  <a16:creationId xmlns:a16="http://schemas.microsoft.com/office/drawing/2014/main" id="{97F4732B-6362-E547-B453-39C192F70C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200"/>
              <a:ext cx="0" cy="512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39" name="Line 178">
              <a:extLst>
                <a:ext uri="{FF2B5EF4-FFF2-40B4-BE49-F238E27FC236}">
                  <a16:creationId xmlns:a16="http://schemas.microsoft.com/office/drawing/2014/main" id="{6AA165C5-10A6-1F46-A587-6A9736C666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1" y="3062"/>
              <a:ext cx="157" cy="161"/>
            </a:xfrm>
            <a:prstGeom prst="line">
              <a:avLst/>
            </a:prstGeom>
            <a:noFill/>
            <a:ln w="508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800" name="Line 179">
            <a:extLst>
              <a:ext uri="{FF2B5EF4-FFF2-40B4-BE49-F238E27FC236}">
                <a16:creationId xmlns:a16="http://schemas.microsoft.com/office/drawing/2014/main" id="{DA56D673-3EE2-F645-9AEE-97320620C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7465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801" name="Line 180">
            <a:extLst>
              <a:ext uri="{FF2B5EF4-FFF2-40B4-BE49-F238E27FC236}">
                <a16:creationId xmlns:a16="http://schemas.microsoft.com/office/drawing/2014/main" id="{6991D9D0-3211-C04A-A362-8E7F682A5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6609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802" name="Group 191">
            <a:extLst>
              <a:ext uri="{FF2B5EF4-FFF2-40B4-BE49-F238E27FC236}">
                <a16:creationId xmlns:a16="http://schemas.microsoft.com/office/drawing/2014/main" id="{3975B2F9-828F-B940-B164-F3A152CAC784}"/>
              </a:ext>
            </a:extLst>
          </p:cNvPr>
          <p:cNvGrpSpPr>
            <a:grpSpLocks/>
          </p:cNvGrpSpPr>
          <p:nvPr/>
        </p:nvGrpSpPr>
        <p:grpSpPr bwMode="auto">
          <a:xfrm>
            <a:off x="2728913" y="2451100"/>
            <a:ext cx="754062" cy="1346200"/>
            <a:chOff x="1719" y="1544"/>
            <a:chExt cx="475" cy="848"/>
          </a:xfrm>
        </p:grpSpPr>
        <p:sp>
          <p:nvSpPr>
            <p:cNvPr id="70824" name="Line 181">
              <a:extLst>
                <a:ext uri="{FF2B5EF4-FFF2-40B4-BE49-F238E27FC236}">
                  <a16:creationId xmlns:a16="http://schemas.microsoft.com/office/drawing/2014/main" id="{121F9357-A14A-0D40-A5A7-7651301A1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44"/>
              <a:ext cx="0" cy="32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825" name="Group 187">
              <a:extLst>
                <a:ext uri="{FF2B5EF4-FFF2-40B4-BE49-F238E27FC236}">
                  <a16:creationId xmlns:a16="http://schemas.microsoft.com/office/drawing/2014/main" id="{78F7FBCF-E621-2F43-9669-17974C8F2C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6" y="1866"/>
              <a:ext cx="208" cy="248"/>
              <a:chOff x="1986" y="1866"/>
              <a:chExt cx="208" cy="248"/>
            </a:xfrm>
          </p:grpSpPr>
          <p:sp>
            <p:nvSpPr>
              <p:cNvPr id="70829" name="Arc 182">
                <a:extLst>
                  <a:ext uri="{FF2B5EF4-FFF2-40B4-BE49-F238E27FC236}">
                    <a16:creationId xmlns:a16="http://schemas.microsoft.com/office/drawing/2014/main" id="{66DF1A7D-E23D-9744-90DA-F6AEAE0F236F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0" y="2025"/>
                <a:ext cx="89" cy="88"/>
              </a:xfrm>
              <a:custGeom>
                <a:avLst/>
                <a:gdLst>
                  <a:gd name="T0" fmla="*/ 0 w 21843"/>
                  <a:gd name="T1" fmla="*/ 0 h 21600"/>
                  <a:gd name="T2" fmla="*/ 0 w 21843"/>
                  <a:gd name="T3" fmla="*/ 0 h 21600"/>
                  <a:gd name="T4" fmla="*/ 0 w 21843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43" h="21600" fill="none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</a:path>
                  <a:path w="21843" h="21600" stroke="0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  <a:lnTo>
                      <a:pt x="244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830" name="Arc 183">
                <a:extLst>
                  <a:ext uri="{FF2B5EF4-FFF2-40B4-BE49-F238E27FC236}">
                    <a16:creationId xmlns:a16="http://schemas.microsoft.com/office/drawing/2014/main" id="{EE41C91A-5DD3-8D4F-899B-177AF6717EAA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003" y="2026"/>
                <a:ext cx="88" cy="87"/>
              </a:xfrm>
              <a:custGeom>
                <a:avLst/>
                <a:gdLst>
                  <a:gd name="T0" fmla="*/ 0 w 21599"/>
                  <a:gd name="T1" fmla="*/ 0 h 21599"/>
                  <a:gd name="T2" fmla="*/ 0 w 21599"/>
                  <a:gd name="T3" fmla="*/ 0 h 21599"/>
                  <a:gd name="T4" fmla="*/ 0 w 21599"/>
                  <a:gd name="T5" fmla="*/ 0 h 215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599" fill="none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</a:path>
                  <a:path w="21599" h="21599" stroke="0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  <a:lnTo>
                      <a:pt x="21599" y="21599"/>
                    </a:lnTo>
                    <a:lnTo>
                      <a:pt x="0" y="2135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831" name="Line 184">
                <a:extLst>
                  <a:ext uri="{FF2B5EF4-FFF2-40B4-BE49-F238E27FC236}">
                    <a16:creationId xmlns:a16="http://schemas.microsoft.com/office/drawing/2014/main" id="{5B5D4C09-AC9C-8746-B929-0D8AFF784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6" y="1866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832" name="Line 185">
                <a:extLst>
                  <a:ext uri="{FF2B5EF4-FFF2-40B4-BE49-F238E27FC236}">
                    <a16:creationId xmlns:a16="http://schemas.microsoft.com/office/drawing/2014/main" id="{BB5BDA81-AEB7-8049-AF72-1F4CBEBE4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94" y="1866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833" name="Line 186">
                <a:extLst>
                  <a:ext uri="{FF2B5EF4-FFF2-40B4-BE49-F238E27FC236}">
                    <a16:creationId xmlns:a16="http://schemas.microsoft.com/office/drawing/2014/main" id="{7DEA3149-4596-7645-857D-43547BDA4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86" y="1874"/>
                <a:ext cx="2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0826" name="Line 188">
              <a:extLst>
                <a:ext uri="{FF2B5EF4-FFF2-40B4-BE49-F238E27FC236}">
                  <a16:creationId xmlns:a16="http://schemas.microsoft.com/office/drawing/2014/main" id="{8B5E6933-B8DA-A049-B53D-253F90D96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120"/>
              <a:ext cx="0" cy="27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27" name="Line 189">
              <a:extLst>
                <a:ext uri="{FF2B5EF4-FFF2-40B4-BE49-F238E27FC236}">
                  <a16:creationId xmlns:a16="http://schemas.microsoft.com/office/drawing/2014/main" id="{A7415A7A-9525-5644-BDE7-C7B228FFA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73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28" name="Rectangle 190">
              <a:extLst>
                <a:ext uri="{FF2B5EF4-FFF2-40B4-BE49-F238E27FC236}">
                  <a16:creationId xmlns:a16="http://schemas.microsoft.com/office/drawing/2014/main" id="{BFA73F48-51A0-DB42-A965-92D82BF3D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632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</a:p>
          </p:txBody>
        </p:sp>
      </p:grpSp>
      <p:sp>
        <p:nvSpPr>
          <p:cNvPr id="70803" name="Line 192">
            <a:extLst>
              <a:ext uri="{FF2B5EF4-FFF2-40B4-BE49-F238E27FC236}">
                <a16:creationId xmlns:a16="http://schemas.microsoft.com/office/drawing/2014/main" id="{C94C6A26-D81B-FB4C-B740-C62F98284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041900"/>
            <a:ext cx="0" cy="1117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69" name="Rectangle 193">
            <a:extLst>
              <a:ext uri="{FF2B5EF4-FFF2-40B4-BE49-F238E27FC236}">
                <a16:creationId xmlns:a16="http://schemas.microsoft.com/office/drawing/2014/main" id="{C029A342-31E4-3046-B587-019594C8E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6189663"/>
            <a:ext cx="1196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MemWr=1</a:t>
            </a:r>
          </a:p>
        </p:txBody>
      </p:sp>
      <p:grpSp>
        <p:nvGrpSpPr>
          <p:cNvPr id="70805" name="Group 199">
            <a:extLst>
              <a:ext uri="{FF2B5EF4-FFF2-40B4-BE49-F238E27FC236}">
                <a16:creationId xmlns:a16="http://schemas.microsoft.com/office/drawing/2014/main" id="{23F95D91-DD1D-3F49-9B04-7A70DF9483E8}"/>
              </a:ext>
            </a:extLst>
          </p:cNvPr>
          <p:cNvGrpSpPr>
            <a:grpSpLocks/>
          </p:cNvGrpSpPr>
          <p:nvPr/>
        </p:nvGrpSpPr>
        <p:grpSpPr bwMode="auto">
          <a:xfrm>
            <a:off x="6789738" y="5999163"/>
            <a:ext cx="358775" cy="304800"/>
            <a:chOff x="4277" y="3779"/>
            <a:chExt cx="226" cy="192"/>
          </a:xfrm>
        </p:grpSpPr>
        <p:sp>
          <p:nvSpPr>
            <p:cNvPr id="70819" name="Arc 194">
              <a:extLst>
                <a:ext uri="{FF2B5EF4-FFF2-40B4-BE49-F238E27FC236}">
                  <a16:creationId xmlns:a16="http://schemas.microsoft.com/office/drawing/2014/main" id="{9008AFED-96B8-2842-A0B0-308947617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794"/>
              <a:ext cx="89" cy="77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20" name="Arc 195">
              <a:extLst>
                <a:ext uri="{FF2B5EF4-FFF2-40B4-BE49-F238E27FC236}">
                  <a16:creationId xmlns:a16="http://schemas.microsoft.com/office/drawing/2014/main" id="{871FE2C7-4E90-944A-93C7-D2FA7410D0F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5" y="3890"/>
              <a:ext cx="88" cy="77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21" name="Line 196">
              <a:extLst>
                <a:ext uri="{FF2B5EF4-FFF2-40B4-BE49-F238E27FC236}">
                  <a16:creationId xmlns:a16="http://schemas.microsoft.com/office/drawing/2014/main" id="{3701DF20-B71D-7249-9FF3-DC4A9BAAE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779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22" name="Line 197">
              <a:extLst>
                <a:ext uri="{FF2B5EF4-FFF2-40B4-BE49-F238E27FC236}">
                  <a16:creationId xmlns:a16="http://schemas.microsoft.com/office/drawing/2014/main" id="{53798274-79C4-5B46-B6FB-CB1D7666B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971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823" name="Line 198">
              <a:extLst>
                <a:ext uri="{FF2B5EF4-FFF2-40B4-BE49-F238E27FC236}">
                  <a16:creationId xmlns:a16="http://schemas.microsoft.com/office/drawing/2014/main" id="{4A08CAAC-8E6A-8F46-8920-0EB3304F8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" y="3787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806" name="Line 200">
            <a:extLst>
              <a:ext uri="{FF2B5EF4-FFF2-40B4-BE49-F238E27FC236}">
                <a16:creationId xmlns:a16="http://schemas.microsoft.com/office/drawing/2014/main" id="{B71F966E-C3B8-3248-858A-A7E99A0BD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5500" y="6172200"/>
            <a:ext cx="50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807" name="Line 201">
            <a:extLst>
              <a:ext uri="{FF2B5EF4-FFF2-40B4-BE49-F238E27FC236}">
                <a16:creationId xmlns:a16="http://schemas.microsoft.com/office/drawing/2014/main" id="{BB341565-E935-4644-A545-4759D6516C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5700" y="6248400"/>
            <a:ext cx="558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808" name="Line 202">
            <a:extLst>
              <a:ext uri="{FF2B5EF4-FFF2-40B4-BE49-F238E27FC236}">
                <a16:creationId xmlns:a16="http://schemas.microsoft.com/office/drawing/2014/main" id="{CFB418F4-F397-A44A-8A44-DFA42FEE4F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60960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809" name="Rectangle 203">
            <a:extLst>
              <a:ext uri="{FF2B5EF4-FFF2-40B4-BE49-F238E27FC236}">
                <a16:creationId xmlns:a16="http://schemas.microsoft.com/office/drawing/2014/main" id="{7F8CEE89-572A-2245-AC33-C6557E100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913" y="58928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grpSp>
        <p:nvGrpSpPr>
          <p:cNvPr id="75988" name="Group 212">
            <a:extLst>
              <a:ext uri="{FF2B5EF4-FFF2-40B4-BE49-F238E27FC236}">
                <a16:creationId xmlns:a16="http://schemas.microsoft.com/office/drawing/2014/main" id="{5582DFB9-49AA-0D4C-9BED-10E4F6684577}"/>
              </a:ext>
            </a:extLst>
          </p:cNvPr>
          <p:cNvGrpSpPr>
            <a:grpSpLocks/>
          </p:cNvGrpSpPr>
          <p:nvPr/>
        </p:nvGrpSpPr>
        <p:grpSpPr bwMode="auto">
          <a:xfrm>
            <a:off x="4318000" y="3429000"/>
            <a:ext cx="571500" cy="842963"/>
            <a:chOff x="2720" y="2160"/>
            <a:chExt cx="360" cy="531"/>
          </a:xfrm>
        </p:grpSpPr>
        <p:sp>
          <p:nvSpPr>
            <p:cNvPr id="70813" name="Line 175">
              <a:extLst>
                <a:ext uri="{FF2B5EF4-FFF2-40B4-BE49-F238E27FC236}">
                  <a16:creationId xmlns:a16="http://schemas.microsoft.com/office/drawing/2014/main" id="{3A2343DE-17C6-E844-A835-06D411A52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0" y="2688"/>
              <a:ext cx="12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814" name="Group 209">
              <a:extLst>
                <a:ext uri="{FF2B5EF4-FFF2-40B4-BE49-F238E27FC236}">
                  <a16:creationId xmlns:a16="http://schemas.microsoft.com/office/drawing/2014/main" id="{86B2F4F9-47CD-2048-8621-17F32C7F7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5" y="2160"/>
              <a:ext cx="355" cy="531"/>
              <a:chOff x="2725" y="2160"/>
              <a:chExt cx="355" cy="531"/>
            </a:xfrm>
          </p:grpSpPr>
          <p:sp>
            <p:nvSpPr>
              <p:cNvPr id="70815" name="Line 45">
                <a:extLst>
                  <a:ext uri="{FF2B5EF4-FFF2-40B4-BE49-F238E27FC236}">
                    <a16:creationId xmlns:a16="http://schemas.microsoft.com/office/drawing/2014/main" id="{2920C7C4-BB98-EF43-8A5A-8F0FA0BE5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352"/>
                <a:ext cx="343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816" name="Line 46">
                <a:extLst>
                  <a:ext uri="{FF2B5EF4-FFF2-40B4-BE49-F238E27FC236}">
                    <a16:creationId xmlns:a16="http://schemas.microsoft.com/office/drawing/2014/main" id="{A6B0AFA6-92FA-C741-9304-2DC3C6CC7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8" y="2688"/>
                <a:ext cx="223" cy="3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817" name="Line 47">
                <a:extLst>
                  <a:ext uri="{FF2B5EF4-FFF2-40B4-BE49-F238E27FC236}">
                    <a16:creationId xmlns:a16="http://schemas.microsoft.com/office/drawing/2014/main" id="{EEC6D134-9FD8-A546-87FC-020DE3CCE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4" y="2496"/>
                <a:ext cx="337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818" name="Line 205">
                <a:extLst>
                  <a:ext uri="{FF2B5EF4-FFF2-40B4-BE49-F238E27FC236}">
                    <a16:creationId xmlns:a16="http://schemas.microsoft.com/office/drawing/2014/main" id="{156668EA-9658-0449-AA60-8CB46166F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25" y="2160"/>
                <a:ext cx="355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75987" name="Text Box 211">
            <a:extLst>
              <a:ext uri="{FF2B5EF4-FFF2-40B4-BE49-F238E27FC236}">
                <a16:creationId xmlns:a16="http://schemas.microsoft.com/office/drawing/2014/main" id="{0643CC4A-803E-6049-A191-77D34246E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5614988"/>
            <a:ext cx="23939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Ifetch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Reg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两个周期每条指令执行的都一样！</a:t>
            </a:r>
          </a:p>
        </p:txBody>
      </p:sp>
      <p:sp>
        <p:nvSpPr>
          <p:cNvPr id="208" name="Rectangle 219">
            <a:extLst>
              <a:ext uri="{FF2B5EF4-FFF2-40B4-BE49-F238E27FC236}">
                <a16:creationId xmlns:a16="http://schemas.microsoft.com/office/drawing/2014/main" id="{0CCBC348-DC66-ED4B-A7A7-5B9B5E1636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1306" y="3667919"/>
            <a:ext cx="3889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24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5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5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5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7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50" grpId="0"/>
      <p:bldP spid="75937" grpId="0"/>
      <p:bldP spid="75943" grpId="0"/>
      <p:bldP spid="75945" grpId="0"/>
      <p:bldP spid="75947" grpId="0"/>
      <p:bldP spid="75950" grpId="0"/>
      <p:bldP spid="75969" grpId="0"/>
      <p:bldP spid="75987" grpId="0"/>
      <p:bldP spid="20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82F7B36-92DC-8E4C-BFCA-E3E9B77BB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75615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第七周期结束时的状态：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2C7425EC-475A-F646-9658-8B60710AE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673100"/>
            <a:ext cx="8191500" cy="325438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8: </a:t>
            </a:r>
            <a:r>
              <a:rPr lang="en-US" altLang="zh-CN">
                <a:ea typeface="宋体" panose="02010600030101010101" pitchFamily="2" charset="-122"/>
              </a:rPr>
              <a:t>Store’s Wr   12: Beq’s Mem   16: R’s Exec   20: R’s Reg   24: R’s Ifet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E7D2B0C9-2ABA-3D4A-A894-0B38B06AD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FF9F03A9-9006-8C4A-8572-DDED47D1B85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24770" y="4069556"/>
            <a:ext cx="2208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 Instruction @ 24</a:t>
            </a:r>
          </a:p>
        </p:txBody>
      </p:sp>
      <p:sp>
        <p:nvSpPr>
          <p:cNvPr id="72710" name="Line 6">
            <a:extLst>
              <a:ext uri="{FF2B5EF4-FFF2-40B4-BE49-F238E27FC236}">
                <a16:creationId xmlns:a16="http://schemas.microsoft.com/office/drawing/2014/main" id="{99BAF49C-DC4B-2149-9D68-F51112F55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63C3B5DC-41FA-CF44-8B72-7AA38C9AC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9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12" name="Rectangle 8">
            <a:extLst>
              <a:ext uri="{FF2B5EF4-FFF2-40B4-BE49-F238E27FC236}">
                <a16:creationId xmlns:a16="http://schemas.microsoft.com/office/drawing/2014/main" id="{48361AA5-2321-E446-91FD-F2FBA6C0ACE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57526" y="4068762"/>
            <a:ext cx="24003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ID/Ex:</a:t>
            </a:r>
            <a:r>
              <a:rPr lang="en-US" altLang="zh-CN">
                <a:ea typeface="宋体" panose="02010600030101010101" pitchFamily="2" charset="-122"/>
              </a:rPr>
              <a:t>R-type’s busA &amp; B</a:t>
            </a:r>
          </a:p>
        </p:txBody>
      </p:sp>
      <p:sp>
        <p:nvSpPr>
          <p:cNvPr id="72713" name="Rectangle 9">
            <a:extLst>
              <a:ext uri="{FF2B5EF4-FFF2-40B4-BE49-F238E27FC236}">
                <a16:creationId xmlns:a16="http://schemas.microsoft.com/office/drawing/2014/main" id="{C3FC03E6-8CC9-0D45-9BB1-74D7B19B9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7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14" name="Rectangle 10">
            <a:extLst>
              <a:ext uri="{FF2B5EF4-FFF2-40B4-BE49-F238E27FC236}">
                <a16:creationId xmlns:a16="http://schemas.microsoft.com/office/drawing/2014/main" id="{2CE810B6-D0E0-5648-AE5B-E43E3556BC8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8388" y="4067175"/>
            <a:ext cx="2419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: Rtype’s Results</a:t>
            </a:r>
          </a:p>
        </p:txBody>
      </p:sp>
      <p:sp>
        <p:nvSpPr>
          <p:cNvPr id="72715" name="Rectangle 11">
            <a:extLst>
              <a:ext uri="{FF2B5EF4-FFF2-40B4-BE49-F238E27FC236}">
                <a16:creationId xmlns:a16="http://schemas.microsoft.com/office/drawing/2014/main" id="{9144D9F0-2FAA-834D-8FCC-4EC17EDE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16" name="Rectangle 12">
            <a:extLst>
              <a:ext uri="{FF2B5EF4-FFF2-40B4-BE49-F238E27FC236}">
                <a16:creationId xmlns:a16="http://schemas.microsoft.com/office/drawing/2014/main" id="{A91CDDBD-F79E-8843-83A7-C505D13359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72275" y="4070350"/>
            <a:ext cx="2441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Mem/Wr:</a:t>
            </a:r>
            <a:r>
              <a:rPr lang="en-US" altLang="zh-CN">
                <a:ea typeface="宋体" panose="02010600030101010101" pitchFamily="2" charset="-122"/>
              </a:rPr>
              <a:t>Nothing for Beq</a:t>
            </a:r>
          </a:p>
        </p:txBody>
      </p:sp>
      <p:sp>
        <p:nvSpPr>
          <p:cNvPr id="72717" name="Rectangle 13">
            <a:extLst>
              <a:ext uri="{FF2B5EF4-FFF2-40B4-BE49-F238E27FC236}">
                <a16:creationId xmlns:a16="http://schemas.microsoft.com/office/drawing/2014/main" id="{936777A1-0275-BB4D-9CEA-0FE418F0E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30607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18" name="Rectangle 14">
            <a:extLst>
              <a:ext uri="{FF2B5EF4-FFF2-40B4-BE49-F238E27FC236}">
                <a16:creationId xmlns:a16="http://schemas.microsoft.com/office/drawing/2014/main" id="{EDBCBEAA-797D-8F44-A447-C0CB0F691EE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0375" y="3449638"/>
            <a:ext cx="892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 = 24</a:t>
            </a:r>
          </a:p>
        </p:txBody>
      </p:sp>
      <p:sp>
        <p:nvSpPr>
          <p:cNvPr id="72719" name="Rectangle 15">
            <a:extLst>
              <a:ext uri="{FF2B5EF4-FFF2-40B4-BE49-F238E27FC236}">
                <a16:creationId xmlns:a16="http://schemas.microsoft.com/office/drawing/2014/main" id="{089F7CAB-C780-CD42-A4D9-D133775A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35179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20" name="Rectangle 16">
            <a:extLst>
              <a:ext uri="{FF2B5EF4-FFF2-40B4-BE49-F238E27FC236}">
                <a16:creationId xmlns:a16="http://schemas.microsoft.com/office/drawing/2014/main" id="{E1D6BAF9-F077-3F42-A575-A328729F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363" y="3525838"/>
            <a:ext cx="6604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72721" name="Rectangle 17">
            <a:extLst>
              <a:ext uri="{FF2B5EF4-FFF2-40B4-BE49-F238E27FC236}">
                <a16:creationId xmlns:a16="http://schemas.microsoft.com/office/drawing/2014/main" id="{0A8D4D52-A834-FF4F-8ADA-F595B71E3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4291013"/>
            <a:ext cx="4778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72722" name="Rectangle 18">
            <a:extLst>
              <a:ext uri="{FF2B5EF4-FFF2-40B4-BE49-F238E27FC236}">
                <a16:creationId xmlns:a16="http://schemas.microsoft.com/office/drawing/2014/main" id="{BDD691B0-FE46-E14F-8D14-A3E343D22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45339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72723" name="Rectangle 19">
            <a:extLst>
              <a:ext uri="{FF2B5EF4-FFF2-40B4-BE49-F238E27FC236}">
                <a16:creationId xmlns:a16="http://schemas.microsoft.com/office/drawing/2014/main" id="{0983EA96-399F-9444-A303-DA8238A4F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4076700"/>
            <a:ext cx="438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72724" name="Rectangle 20">
            <a:extLst>
              <a:ext uri="{FF2B5EF4-FFF2-40B4-BE49-F238E27FC236}">
                <a16:creationId xmlns:a16="http://schemas.microsoft.com/office/drawing/2014/main" id="{39E82536-EFD5-CC40-86A1-B7870DF4E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4048125"/>
            <a:ext cx="4175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72725" name="Rectangle 21">
            <a:extLst>
              <a:ext uri="{FF2B5EF4-FFF2-40B4-BE49-F238E27FC236}">
                <a16:creationId xmlns:a16="http://schemas.microsoft.com/office/drawing/2014/main" id="{FCA76E51-8E1E-6E46-890E-17CD9200B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5" y="30607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26" name="Rectangle 22">
            <a:extLst>
              <a:ext uri="{FF2B5EF4-FFF2-40B4-BE49-F238E27FC236}">
                <a16:creationId xmlns:a16="http://schemas.microsoft.com/office/drawing/2014/main" id="{61F04C5C-6FC7-2F4D-84A0-513880D70F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50170" y="41330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72727" name="Rectangle 23">
            <a:extLst>
              <a:ext uri="{FF2B5EF4-FFF2-40B4-BE49-F238E27FC236}">
                <a16:creationId xmlns:a16="http://schemas.microsoft.com/office/drawing/2014/main" id="{6A06A996-30D1-9A47-BDF0-399D14020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68141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2728" name="Rectangle 24">
            <a:extLst>
              <a:ext uri="{FF2B5EF4-FFF2-40B4-BE49-F238E27FC236}">
                <a16:creationId xmlns:a16="http://schemas.microsoft.com/office/drawing/2014/main" id="{FDD06EEF-4FFF-404C-BD95-5A78A23C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4824413"/>
            <a:ext cx="230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2729" name="Rectangle 25">
            <a:extLst>
              <a:ext uri="{FF2B5EF4-FFF2-40B4-BE49-F238E27FC236}">
                <a16:creationId xmlns:a16="http://schemas.microsoft.com/office/drawing/2014/main" id="{4D000CFB-BFBC-8042-A5BD-5A40FB2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75" y="35941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30" name="Rectangle 26">
            <a:extLst>
              <a:ext uri="{FF2B5EF4-FFF2-40B4-BE49-F238E27FC236}">
                <a16:creationId xmlns:a16="http://schemas.microsoft.com/office/drawing/2014/main" id="{32E9F71B-CDD5-C241-A42A-83E7BA5ED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450" y="4306888"/>
            <a:ext cx="6556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72731" name="Rectangle 27">
            <a:extLst>
              <a:ext uri="{FF2B5EF4-FFF2-40B4-BE49-F238E27FC236}">
                <a16:creationId xmlns:a16="http://schemas.microsoft.com/office/drawing/2014/main" id="{54D3B56D-6E11-AB43-9E03-1CB31438D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4646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72732" name="Rectangle 28">
            <a:extLst>
              <a:ext uri="{FF2B5EF4-FFF2-40B4-BE49-F238E27FC236}">
                <a16:creationId xmlns:a16="http://schemas.microsoft.com/office/drawing/2014/main" id="{D497DF12-024A-CB47-B0F8-3AE927984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3735388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72733" name="Rectangle 29">
            <a:extLst>
              <a:ext uri="{FF2B5EF4-FFF2-40B4-BE49-F238E27FC236}">
                <a16:creationId xmlns:a16="http://schemas.microsoft.com/office/drawing/2014/main" id="{E95716A0-BB49-E343-96C3-4B6C451FA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065588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72734" name="Rectangle 30">
            <a:extLst>
              <a:ext uri="{FF2B5EF4-FFF2-40B4-BE49-F238E27FC236}">
                <a16:creationId xmlns:a16="http://schemas.microsoft.com/office/drawing/2014/main" id="{8E29B485-8913-1849-BAD5-5884FB84A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627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77855" name="Rectangle 31">
            <a:extLst>
              <a:ext uri="{FF2B5EF4-FFF2-40B4-BE49-F238E27FC236}">
                <a16:creationId xmlns:a16="http://schemas.microsoft.com/office/drawing/2014/main" id="{5B1D8D42-7F61-5F42-A7B6-2B7929013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19224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72736" name="Line 32">
            <a:extLst>
              <a:ext uri="{FF2B5EF4-FFF2-40B4-BE49-F238E27FC236}">
                <a16:creationId xmlns:a16="http://schemas.microsoft.com/office/drawing/2014/main" id="{65EFED76-6F0B-2544-BB29-C44DA1471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58470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57" name="Rectangle 33">
            <a:extLst>
              <a:ext uri="{FF2B5EF4-FFF2-40B4-BE49-F238E27FC236}">
                <a16:creationId xmlns:a16="http://schemas.microsoft.com/office/drawing/2014/main" id="{3966CFC9-7FBC-4D46-81B0-B4B803D55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19050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ExtOp=x</a:t>
            </a:r>
          </a:p>
        </p:txBody>
      </p:sp>
      <p:sp>
        <p:nvSpPr>
          <p:cNvPr id="77858" name="Line 34">
            <a:extLst>
              <a:ext uri="{FF2B5EF4-FFF2-40B4-BE49-F238E27FC236}">
                <a16:creationId xmlns:a16="http://schemas.microsoft.com/office/drawing/2014/main" id="{6378977A-59AD-AB40-83AA-70C96703EC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9900" y="4178300"/>
            <a:ext cx="406400" cy="127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39" name="Rectangle 35">
            <a:extLst>
              <a:ext uri="{FF2B5EF4-FFF2-40B4-BE49-F238E27FC236}">
                <a16:creationId xmlns:a16="http://schemas.microsoft.com/office/drawing/2014/main" id="{3FEE9F83-E8FD-4B4B-8FD0-A62B2EF93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40528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72740" name="Rectangle 36">
            <a:extLst>
              <a:ext uri="{FF2B5EF4-FFF2-40B4-BE49-F238E27FC236}">
                <a16:creationId xmlns:a16="http://schemas.microsoft.com/office/drawing/2014/main" id="{452CDEC1-15DF-D24E-A48D-90989E60D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30607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41" name="Rectangle 37">
            <a:extLst>
              <a:ext uri="{FF2B5EF4-FFF2-40B4-BE49-F238E27FC236}">
                <a16:creationId xmlns:a16="http://schemas.microsoft.com/office/drawing/2014/main" id="{57705B53-707B-2540-A10D-42B3E78E2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582988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72742" name="Rectangle 38">
            <a:extLst>
              <a:ext uri="{FF2B5EF4-FFF2-40B4-BE49-F238E27FC236}">
                <a16:creationId xmlns:a16="http://schemas.microsoft.com/office/drawing/2014/main" id="{C5FA74F9-3708-CD43-A134-BD62A62AE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836988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72743" name="Line 39">
            <a:extLst>
              <a:ext uri="{FF2B5EF4-FFF2-40B4-BE49-F238E27FC236}">
                <a16:creationId xmlns:a16="http://schemas.microsoft.com/office/drawing/2014/main" id="{9D635CD3-440B-4148-BF9A-082350D99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225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44" name="Rectangle 40">
            <a:extLst>
              <a:ext uri="{FF2B5EF4-FFF2-40B4-BE49-F238E27FC236}">
                <a16:creationId xmlns:a16="http://schemas.microsoft.com/office/drawing/2014/main" id="{13B7E6A5-92BE-2042-8F1D-4DF950CBE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332163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72745" name="Line 41">
            <a:extLst>
              <a:ext uri="{FF2B5EF4-FFF2-40B4-BE49-F238E27FC236}">
                <a16:creationId xmlns:a16="http://schemas.microsoft.com/office/drawing/2014/main" id="{5DA01C72-73DA-024E-B00B-C54D19B90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93900"/>
            <a:ext cx="0" cy="1041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66" name="Rectangle 42">
            <a:extLst>
              <a:ext uri="{FF2B5EF4-FFF2-40B4-BE49-F238E27FC236}">
                <a16:creationId xmlns:a16="http://schemas.microsoft.com/office/drawing/2014/main" id="{6B728BCB-FE25-8C4D-B020-A417F7C4A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1676400"/>
            <a:ext cx="1630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ALUOp=R-type</a:t>
            </a:r>
          </a:p>
        </p:txBody>
      </p:sp>
      <p:sp>
        <p:nvSpPr>
          <p:cNvPr id="77867" name="Rectangle 43">
            <a:extLst>
              <a:ext uri="{FF2B5EF4-FFF2-40B4-BE49-F238E27FC236}">
                <a16:creationId xmlns:a16="http://schemas.microsoft.com/office/drawing/2014/main" id="{39CA7326-E030-B043-84D9-FCEE1D26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5791200"/>
            <a:ext cx="1155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ALUSrc=0</a:t>
            </a:r>
          </a:p>
        </p:txBody>
      </p:sp>
      <p:sp>
        <p:nvSpPr>
          <p:cNvPr id="72748" name="Line 44">
            <a:extLst>
              <a:ext uri="{FF2B5EF4-FFF2-40B4-BE49-F238E27FC236}">
                <a16:creationId xmlns:a16="http://schemas.microsoft.com/office/drawing/2014/main" id="{4639CA2B-5CF7-B742-ABB3-5EA458F13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200" y="37338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49" name="Line 45">
            <a:extLst>
              <a:ext uri="{FF2B5EF4-FFF2-40B4-BE49-F238E27FC236}">
                <a16:creationId xmlns:a16="http://schemas.microsoft.com/office/drawing/2014/main" id="{0122C3B8-3B4C-D944-B290-43E0A49AA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35052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0" name="Line 48">
            <a:extLst>
              <a:ext uri="{FF2B5EF4-FFF2-40B4-BE49-F238E27FC236}">
                <a16:creationId xmlns:a16="http://schemas.microsoft.com/office/drawing/2014/main" id="{815B0681-9727-7840-948B-F199BE48CE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200" y="40386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1" name="Line 49">
            <a:extLst>
              <a:ext uri="{FF2B5EF4-FFF2-40B4-BE49-F238E27FC236}">
                <a16:creationId xmlns:a16="http://schemas.microsoft.com/office/drawing/2014/main" id="{4EF0CF3E-2039-B44E-B9BC-FF104DFA4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38862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2" name="Line 50">
            <a:extLst>
              <a:ext uri="{FF2B5EF4-FFF2-40B4-BE49-F238E27FC236}">
                <a16:creationId xmlns:a16="http://schemas.microsoft.com/office/drawing/2014/main" id="{5ED31639-C160-504F-A4A4-48C012C35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41910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3" name="Line 51">
            <a:extLst>
              <a:ext uri="{FF2B5EF4-FFF2-40B4-BE49-F238E27FC236}">
                <a16:creationId xmlns:a16="http://schemas.microsoft.com/office/drawing/2014/main" id="{2EBBACEB-D24F-4C4C-B7DC-755BAAAE8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4191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4" name="Line 52">
            <a:extLst>
              <a:ext uri="{FF2B5EF4-FFF2-40B4-BE49-F238E27FC236}">
                <a16:creationId xmlns:a16="http://schemas.microsoft.com/office/drawing/2014/main" id="{C399F696-08FB-0D43-833B-735B94F53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051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5" name="Line 53">
            <a:extLst>
              <a:ext uri="{FF2B5EF4-FFF2-40B4-BE49-F238E27FC236}">
                <a16:creationId xmlns:a16="http://schemas.microsoft.com/office/drawing/2014/main" id="{BB07F4A6-A729-6D48-AA82-0F406BA61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4700" y="4724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6" name="Line 54">
            <a:extLst>
              <a:ext uri="{FF2B5EF4-FFF2-40B4-BE49-F238E27FC236}">
                <a16:creationId xmlns:a16="http://schemas.microsoft.com/office/drawing/2014/main" id="{A6F9E950-21F6-3941-8C05-512403756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4724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7" name="Line 55">
            <a:extLst>
              <a:ext uri="{FF2B5EF4-FFF2-40B4-BE49-F238E27FC236}">
                <a16:creationId xmlns:a16="http://schemas.microsoft.com/office/drawing/2014/main" id="{A133C5D0-C510-0641-9EA2-41A0E7AA7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4419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8" name="Line 56">
            <a:extLst>
              <a:ext uri="{FF2B5EF4-FFF2-40B4-BE49-F238E27FC236}">
                <a16:creationId xmlns:a16="http://schemas.microsoft.com/office/drawing/2014/main" id="{3D392966-370C-0040-A20F-94DE7FE9A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203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59" name="Line 57">
            <a:extLst>
              <a:ext uri="{FF2B5EF4-FFF2-40B4-BE49-F238E27FC236}">
                <a16:creationId xmlns:a16="http://schemas.microsoft.com/office/drawing/2014/main" id="{39DE1CED-E183-314B-A9A7-6E5E725A9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4876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2760" name="Group 65">
            <a:extLst>
              <a:ext uri="{FF2B5EF4-FFF2-40B4-BE49-F238E27FC236}">
                <a16:creationId xmlns:a16="http://schemas.microsoft.com/office/drawing/2014/main" id="{5CD800B9-F608-4441-B180-29FB177A778A}"/>
              </a:ext>
            </a:extLst>
          </p:cNvPr>
          <p:cNvGrpSpPr>
            <a:grpSpLocks/>
          </p:cNvGrpSpPr>
          <p:nvPr/>
        </p:nvGrpSpPr>
        <p:grpSpPr bwMode="auto">
          <a:xfrm>
            <a:off x="8474075" y="4127500"/>
            <a:ext cx="333375" cy="946150"/>
            <a:chOff x="5290" y="2744"/>
            <a:chExt cx="210" cy="596"/>
          </a:xfrm>
        </p:grpSpPr>
        <p:sp>
          <p:nvSpPr>
            <p:cNvPr id="72910" name="Line 58">
              <a:extLst>
                <a:ext uri="{FF2B5EF4-FFF2-40B4-BE49-F238E27FC236}">
                  <a16:creationId xmlns:a16="http://schemas.microsoft.com/office/drawing/2014/main" id="{6FEC7B6D-72B8-C345-B8D9-5CDA995E3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74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11" name="Line 59">
              <a:extLst>
                <a:ext uri="{FF2B5EF4-FFF2-40B4-BE49-F238E27FC236}">
                  <a16:creationId xmlns:a16="http://schemas.microsoft.com/office/drawing/2014/main" id="{C4D6D419-4931-3B41-8F90-38D50DF40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74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12" name="Line 60">
              <a:extLst>
                <a:ext uri="{FF2B5EF4-FFF2-40B4-BE49-F238E27FC236}">
                  <a16:creationId xmlns:a16="http://schemas.microsoft.com/office/drawing/2014/main" id="{9CC5F058-E77F-BB4C-8CF1-505C88B67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23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13" name="Line 61">
              <a:extLst>
                <a:ext uri="{FF2B5EF4-FFF2-40B4-BE49-F238E27FC236}">
                  <a16:creationId xmlns:a16="http://schemas.microsoft.com/office/drawing/2014/main" id="{D8D981D8-4DE1-6E47-9DAA-2D2EED6D0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79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14" name="Rectangle 62">
              <a:extLst>
                <a:ext uri="{FF2B5EF4-FFF2-40B4-BE49-F238E27FC236}">
                  <a16:creationId xmlns:a16="http://schemas.microsoft.com/office/drawing/2014/main" id="{0F501CEE-3AA4-224B-AA14-9C55027E50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72915" name="Rectangle 63">
              <a:extLst>
                <a:ext uri="{FF2B5EF4-FFF2-40B4-BE49-F238E27FC236}">
                  <a16:creationId xmlns:a16="http://schemas.microsoft.com/office/drawing/2014/main" id="{990AD0E1-0399-B64A-B2A7-0E1261333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75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2916" name="Rectangle 64">
              <a:extLst>
                <a:ext uri="{FF2B5EF4-FFF2-40B4-BE49-F238E27FC236}">
                  <a16:creationId xmlns:a16="http://schemas.microsoft.com/office/drawing/2014/main" id="{47246256-687B-204A-991D-62F8B5013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15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72761" name="Line 66">
            <a:extLst>
              <a:ext uri="{FF2B5EF4-FFF2-40B4-BE49-F238E27FC236}">
                <a16:creationId xmlns:a16="http://schemas.microsoft.com/office/drawing/2014/main" id="{25E67859-BBF2-0C4F-96B3-C8F9650C1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62" name="Line 67">
            <a:extLst>
              <a:ext uri="{FF2B5EF4-FFF2-40B4-BE49-F238E27FC236}">
                <a16:creationId xmlns:a16="http://schemas.microsoft.com/office/drawing/2014/main" id="{7B5D7E25-0F2F-9C49-ABAA-34ACD174A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4876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63" name="Line 68">
            <a:extLst>
              <a:ext uri="{FF2B5EF4-FFF2-40B4-BE49-F238E27FC236}">
                <a16:creationId xmlns:a16="http://schemas.microsoft.com/office/drawing/2014/main" id="{7B2724AA-FC97-F141-B615-BCBACCD24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35052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64" name="Line 69">
            <a:extLst>
              <a:ext uri="{FF2B5EF4-FFF2-40B4-BE49-F238E27FC236}">
                <a16:creationId xmlns:a16="http://schemas.microsoft.com/office/drawing/2014/main" id="{2B66585F-E83D-0045-87AA-8D50F5297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5257800"/>
            <a:ext cx="13208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65" name="Line 70">
            <a:extLst>
              <a:ext uri="{FF2B5EF4-FFF2-40B4-BE49-F238E27FC236}">
                <a16:creationId xmlns:a16="http://schemas.microsoft.com/office/drawing/2014/main" id="{6367657E-4D4F-E74A-8229-5CD63056F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4953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66" name="Line 71">
            <a:extLst>
              <a:ext uri="{FF2B5EF4-FFF2-40B4-BE49-F238E27FC236}">
                <a16:creationId xmlns:a16="http://schemas.microsoft.com/office/drawing/2014/main" id="{866EAF65-B177-DF49-AFDD-5EF7388452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3200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67" name="Line 73">
            <a:extLst>
              <a:ext uri="{FF2B5EF4-FFF2-40B4-BE49-F238E27FC236}">
                <a16:creationId xmlns:a16="http://schemas.microsoft.com/office/drawing/2014/main" id="{3F130FF7-A818-E54F-BA34-F2CCCCF8C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50419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98" name="Rectangle 74">
            <a:extLst>
              <a:ext uri="{FF2B5EF4-FFF2-40B4-BE49-F238E27FC236}">
                <a16:creationId xmlns:a16="http://schemas.microsoft.com/office/drawing/2014/main" id="{F20BA0ED-DE6B-8E4F-9A56-2043BAF2B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5732463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MemtoReg=x</a:t>
            </a:r>
          </a:p>
        </p:txBody>
      </p:sp>
      <p:grpSp>
        <p:nvGrpSpPr>
          <p:cNvPr id="72769" name="Group 79">
            <a:extLst>
              <a:ext uri="{FF2B5EF4-FFF2-40B4-BE49-F238E27FC236}">
                <a16:creationId xmlns:a16="http://schemas.microsoft.com/office/drawing/2014/main" id="{69C81EF9-75A1-0546-A2C3-ED53E48FAAC5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813300"/>
            <a:ext cx="228600" cy="533400"/>
            <a:chOff x="2880" y="3176"/>
            <a:chExt cx="144" cy="336"/>
          </a:xfrm>
        </p:grpSpPr>
        <p:sp>
          <p:nvSpPr>
            <p:cNvPr id="72906" name="Line 75">
              <a:extLst>
                <a:ext uri="{FF2B5EF4-FFF2-40B4-BE49-F238E27FC236}">
                  <a16:creationId xmlns:a16="http://schemas.microsoft.com/office/drawing/2014/main" id="{CCF73E72-E40D-444B-AB55-5EDC3B7F4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76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7" name="Line 76">
              <a:extLst>
                <a:ext uri="{FF2B5EF4-FFF2-40B4-BE49-F238E27FC236}">
                  <a16:creationId xmlns:a16="http://schemas.microsoft.com/office/drawing/2014/main" id="{D7B59112-F341-1943-A7F6-3C7324BF7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176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8" name="Line 77">
              <a:extLst>
                <a:ext uri="{FF2B5EF4-FFF2-40B4-BE49-F238E27FC236}">
                  <a16:creationId xmlns:a16="http://schemas.microsoft.com/office/drawing/2014/main" id="{CF2BFAD0-0FC4-8F44-917F-3F2275FF3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455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9" name="Line 78">
              <a:extLst>
                <a:ext uri="{FF2B5EF4-FFF2-40B4-BE49-F238E27FC236}">
                  <a16:creationId xmlns:a16="http://schemas.microsoft.com/office/drawing/2014/main" id="{61CACA52-0EBE-F045-B845-37BFEDE2E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207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770" name="Rectangle 80">
            <a:extLst>
              <a:ext uri="{FF2B5EF4-FFF2-40B4-BE49-F238E27FC236}">
                <a16:creationId xmlns:a16="http://schemas.microsoft.com/office/drawing/2014/main" id="{FE366EEE-94D7-8547-BEA7-B94D7288A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5060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2771" name="Rectangle 81">
            <a:extLst>
              <a:ext uri="{FF2B5EF4-FFF2-40B4-BE49-F238E27FC236}">
                <a16:creationId xmlns:a16="http://schemas.microsoft.com/office/drawing/2014/main" id="{BBC6D359-33FF-F84B-AA8E-76A507604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47720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2772" name="Line 82">
            <a:extLst>
              <a:ext uri="{FF2B5EF4-FFF2-40B4-BE49-F238E27FC236}">
                <a16:creationId xmlns:a16="http://schemas.microsoft.com/office/drawing/2014/main" id="{9DDE3E56-73F9-A147-85C0-72347A773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467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7" name="Rectangle 83">
            <a:extLst>
              <a:ext uri="{FF2B5EF4-FFF2-40B4-BE49-F238E27FC236}">
                <a16:creationId xmlns:a16="http://schemas.microsoft.com/office/drawing/2014/main" id="{6E415D4F-74EE-5348-99D6-9EB8EC608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38" y="57324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RegDst=1</a:t>
            </a:r>
          </a:p>
        </p:txBody>
      </p:sp>
      <p:sp>
        <p:nvSpPr>
          <p:cNvPr id="72774" name="Rectangle 84">
            <a:extLst>
              <a:ext uri="{FF2B5EF4-FFF2-40B4-BE49-F238E27FC236}">
                <a16:creationId xmlns:a16="http://schemas.microsoft.com/office/drawing/2014/main" id="{AA1EBA69-AD13-6A4F-9269-2CC7303A9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672013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72775" name="Rectangle 85">
            <a:extLst>
              <a:ext uri="{FF2B5EF4-FFF2-40B4-BE49-F238E27FC236}">
                <a16:creationId xmlns:a16="http://schemas.microsoft.com/office/drawing/2014/main" id="{2A365881-194C-2348-AE95-1086E055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976813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72776" name="Rectangle 86">
            <a:extLst>
              <a:ext uri="{FF2B5EF4-FFF2-40B4-BE49-F238E27FC236}">
                <a16:creationId xmlns:a16="http://schemas.microsoft.com/office/drawing/2014/main" id="{D305B445-257B-E54A-ACC2-D9D5DD39C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224213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72777" name="Line 87">
            <a:extLst>
              <a:ext uri="{FF2B5EF4-FFF2-40B4-BE49-F238E27FC236}">
                <a16:creationId xmlns:a16="http://schemas.microsoft.com/office/drawing/2014/main" id="{1BFCE172-E095-C74F-A216-A9C49DA29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4200" y="49530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78" name="Line 88">
            <a:extLst>
              <a:ext uri="{FF2B5EF4-FFF2-40B4-BE49-F238E27FC236}">
                <a16:creationId xmlns:a16="http://schemas.microsoft.com/office/drawing/2014/main" id="{E50FC64C-59E5-1E47-A726-7C020040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32004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79" name="Rectangle 89">
            <a:extLst>
              <a:ext uri="{FF2B5EF4-FFF2-40B4-BE49-F238E27FC236}">
                <a16:creationId xmlns:a16="http://schemas.microsoft.com/office/drawing/2014/main" id="{7846A3AD-5265-4042-B3EC-FF7C20C48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2919413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2780" name="Line 90">
            <a:extLst>
              <a:ext uri="{FF2B5EF4-FFF2-40B4-BE49-F238E27FC236}">
                <a16:creationId xmlns:a16="http://schemas.microsoft.com/office/drawing/2014/main" id="{50A14744-41B9-394E-A6F8-422048810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32004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81" name="Rectangle 91">
            <a:extLst>
              <a:ext uri="{FF2B5EF4-FFF2-40B4-BE49-F238E27FC236}">
                <a16:creationId xmlns:a16="http://schemas.microsoft.com/office/drawing/2014/main" id="{6D3479C6-CD34-3341-8352-D1C4F3AB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027363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2782" name="Rectangle 92">
            <a:extLst>
              <a:ext uri="{FF2B5EF4-FFF2-40B4-BE49-F238E27FC236}">
                <a16:creationId xmlns:a16="http://schemas.microsoft.com/office/drawing/2014/main" id="{8E09D54A-E3AC-BC47-A701-B83A1E105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529013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72783" name="Rectangle 93">
            <a:extLst>
              <a:ext uri="{FF2B5EF4-FFF2-40B4-BE49-F238E27FC236}">
                <a16:creationId xmlns:a16="http://schemas.microsoft.com/office/drawing/2014/main" id="{C5F6E105-4091-BD4A-A1CF-4562B36BE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214813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72784" name="Line 94">
            <a:extLst>
              <a:ext uri="{FF2B5EF4-FFF2-40B4-BE49-F238E27FC236}">
                <a16:creationId xmlns:a16="http://schemas.microsoft.com/office/drawing/2014/main" id="{E9D82BE2-58C7-6D4F-AF13-4AB123B277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3860800"/>
            <a:ext cx="0" cy="11176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85" name="Line 96">
            <a:extLst>
              <a:ext uri="{FF2B5EF4-FFF2-40B4-BE49-F238E27FC236}">
                <a16:creationId xmlns:a16="http://schemas.microsoft.com/office/drawing/2014/main" id="{5F9BEB38-E83E-054D-872B-757B7992D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4953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86" name="Line 97">
            <a:extLst>
              <a:ext uri="{FF2B5EF4-FFF2-40B4-BE49-F238E27FC236}">
                <a16:creationId xmlns:a16="http://schemas.microsoft.com/office/drawing/2014/main" id="{9FC22C99-1BD3-4B43-9160-BF2327E8D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51054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87" name="Line 98">
            <a:extLst>
              <a:ext uri="{FF2B5EF4-FFF2-40B4-BE49-F238E27FC236}">
                <a16:creationId xmlns:a16="http://schemas.microsoft.com/office/drawing/2014/main" id="{6CFBA6EA-7316-774C-BA2C-E9186BB4D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51054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88" name="Line 99">
            <a:extLst>
              <a:ext uri="{FF2B5EF4-FFF2-40B4-BE49-F238E27FC236}">
                <a16:creationId xmlns:a16="http://schemas.microsoft.com/office/drawing/2014/main" id="{5CF81E3B-EE1F-C049-9538-0F4870B1F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511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89" name="Line 100">
            <a:extLst>
              <a:ext uri="{FF2B5EF4-FFF2-40B4-BE49-F238E27FC236}">
                <a16:creationId xmlns:a16="http://schemas.microsoft.com/office/drawing/2014/main" id="{E9AE5422-35E9-C949-A279-6C91099D71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54864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0" name="Line 101">
            <a:extLst>
              <a:ext uri="{FF2B5EF4-FFF2-40B4-BE49-F238E27FC236}">
                <a16:creationId xmlns:a16="http://schemas.microsoft.com/office/drawing/2014/main" id="{DDD9CB5B-032B-694D-8F9E-9608F60DB1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8641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1" name="Line 102">
            <a:extLst>
              <a:ext uri="{FF2B5EF4-FFF2-40B4-BE49-F238E27FC236}">
                <a16:creationId xmlns:a16="http://schemas.microsoft.com/office/drawing/2014/main" id="{58F8EF3C-2758-E042-881F-EF8D36001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5700" y="46482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2" name="Line 103">
            <a:extLst>
              <a:ext uri="{FF2B5EF4-FFF2-40B4-BE49-F238E27FC236}">
                <a16:creationId xmlns:a16="http://schemas.microsoft.com/office/drawing/2014/main" id="{1D549C69-023E-904A-ACEC-9C0D953CC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46609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3" name="Line 104">
            <a:extLst>
              <a:ext uri="{FF2B5EF4-FFF2-40B4-BE49-F238E27FC236}">
                <a16:creationId xmlns:a16="http://schemas.microsoft.com/office/drawing/2014/main" id="{D2E96C66-BBBE-FF42-A322-36F58B60CD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5638800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4" name="Line 105">
            <a:extLst>
              <a:ext uri="{FF2B5EF4-FFF2-40B4-BE49-F238E27FC236}">
                <a16:creationId xmlns:a16="http://schemas.microsoft.com/office/drawing/2014/main" id="{1D2AD01F-6D1E-7741-A6BC-5310044E4F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1400" y="48641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5" name="Line 106">
            <a:extLst>
              <a:ext uri="{FF2B5EF4-FFF2-40B4-BE49-F238E27FC236}">
                <a16:creationId xmlns:a16="http://schemas.microsoft.com/office/drawing/2014/main" id="{B9DAF3F8-D8E3-4A44-B7F0-B00F36F2D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6200" y="4953000"/>
            <a:ext cx="1016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6" name="Line 107">
            <a:extLst>
              <a:ext uri="{FF2B5EF4-FFF2-40B4-BE49-F238E27FC236}">
                <a16:creationId xmlns:a16="http://schemas.microsoft.com/office/drawing/2014/main" id="{4ACDFD16-D598-0942-AA0C-0A41E1A725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4200" y="32004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7" name="Rectangle 108">
            <a:extLst>
              <a:ext uri="{FF2B5EF4-FFF2-40B4-BE49-F238E27FC236}">
                <a16:creationId xmlns:a16="http://schemas.microsoft.com/office/drawing/2014/main" id="{751107B7-7D8A-9F4E-9869-8E28C7AEB1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34294" y="3244056"/>
            <a:ext cx="630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72798" name="Line 109">
            <a:extLst>
              <a:ext uri="{FF2B5EF4-FFF2-40B4-BE49-F238E27FC236}">
                <a16:creationId xmlns:a16="http://schemas.microsoft.com/office/drawing/2014/main" id="{FBB852C6-BBBA-CB4F-9D3B-A6EC489FD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2200" y="3810000"/>
            <a:ext cx="330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9" name="Line 110">
            <a:extLst>
              <a:ext uri="{FF2B5EF4-FFF2-40B4-BE49-F238E27FC236}">
                <a16:creationId xmlns:a16="http://schemas.microsoft.com/office/drawing/2014/main" id="{63D96774-6A83-2344-AC89-932304695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3810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0" name="Line 111">
            <a:extLst>
              <a:ext uri="{FF2B5EF4-FFF2-40B4-BE49-F238E27FC236}">
                <a16:creationId xmlns:a16="http://schemas.microsoft.com/office/drawing/2014/main" id="{06A7EE96-8020-674B-96CF-3D6C667E79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2900" y="32004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2801" name="Group 118">
            <a:extLst>
              <a:ext uri="{FF2B5EF4-FFF2-40B4-BE49-F238E27FC236}">
                <a16:creationId xmlns:a16="http://schemas.microsoft.com/office/drawing/2014/main" id="{345A0B70-1659-A049-AABC-6CA48EE68435}"/>
              </a:ext>
            </a:extLst>
          </p:cNvPr>
          <p:cNvGrpSpPr>
            <a:grpSpLocks/>
          </p:cNvGrpSpPr>
          <p:nvPr/>
        </p:nvGrpSpPr>
        <p:grpSpPr bwMode="auto">
          <a:xfrm>
            <a:off x="6924675" y="3124200"/>
            <a:ext cx="395288" cy="306388"/>
            <a:chOff x="4314" y="2112"/>
            <a:chExt cx="249" cy="193"/>
          </a:xfrm>
        </p:grpSpPr>
        <p:sp>
          <p:nvSpPr>
            <p:cNvPr id="72901" name="Arc 113">
              <a:extLst>
                <a:ext uri="{FF2B5EF4-FFF2-40B4-BE49-F238E27FC236}">
                  <a16:creationId xmlns:a16="http://schemas.microsoft.com/office/drawing/2014/main" id="{7473F43C-9142-C740-A18F-82778195E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121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2" name="Arc 114">
              <a:extLst>
                <a:ext uri="{FF2B5EF4-FFF2-40B4-BE49-F238E27FC236}">
                  <a16:creationId xmlns:a16="http://schemas.microsoft.com/office/drawing/2014/main" id="{53D77DC3-3A8B-6D46-98B2-C74884D6617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217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3" name="Line 115">
              <a:extLst>
                <a:ext uri="{FF2B5EF4-FFF2-40B4-BE49-F238E27FC236}">
                  <a16:creationId xmlns:a16="http://schemas.microsoft.com/office/drawing/2014/main" id="{AF44B209-7691-4741-B4F0-A64CFA9ACC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112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4" name="Line 116">
              <a:extLst>
                <a:ext uri="{FF2B5EF4-FFF2-40B4-BE49-F238E27FC236}">
                  <a16:creationId xmlns:a16="http://schemas.microsoft.com/office/drawing/2014/main" id="{248ABADB-1017-4948-BE8D-6DEA81CC8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304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5" name="Line 117">
              <a:extLst>
                <a:ext uri="{FF2B5EF4-FFF2-40B4-BE49-F238E27FC236}">
                  <a16:creationId xmlns:a16="http://schemas.microsoft.com/office/drawing/2014/main" id="{D61936F8-2E16-934A-922A-CF88731D0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1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802" name="Rectangle 119">
            <a:extLst>
              <a:ext uri="{FF2B5EF4-FFF2-40B4-BE49-F238E27FC236}">
                <a16:creationId xmlns:a16="http://schemas.microsoft.com/office/drawing/2014/main" id="{E9628EED-719E-C246-BFB6-69700E2896B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64263" y="3522663"/>
            <a:ext cx="565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77944" name="Rectangle 120">
            <a:extLst>
              <a:ext uri="{FF2B5EF4-FFF2-40B4-BE49-F238E27FC236}">
                <a16:creationId xmlns:a16="http://schemas.microsoft.com/office/drawing/2014/main" id="{16FE6B20-6C0F-E64A-B2F9-0F2C47C6C53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84950" y="1905000"/>
            <a:ext cx="1111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Branch=1</a:t>
            </a:r>
          </a:p>
        </p:txBody>
      </p:sp>
      <p:sp>
        <p:nvSpPr>
          <p:cNvPr id="72804" name="Line 122">
            <a:extLst>
              <a:ext uri="{FF2B5EF4-FFF2-40B4-BE49-F238E27FC236}">
                <a16:creationId xmlns:a16="http://schemas.microsoft.com/office/drawing/2014/main" id="{FDBABB74-EB8A-0843-B807-6EBC7CBCFB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92900" y="2197100"/>
            <a:ext cx="15875" cy="1016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8030" name="Group 206">
            <a:extLst>
              <a:ext uri="{FF2B5EF4-FFF2-40B4-BE49-F238E27FC236}">
                <a16:creationId xmlns:a16="http://schemas.microsoft.com/office/drawing/2014/main" id="{EC2E27F6-B1E9-7941-9DC9-DAD00486A333}"/>
              </a:ext>
            </a:extLst>
          </p:cNvPr>
          <p:cNvGrpSpPr>
            <a:grpSpLocks/>
          </p:cNvGrpSpPr>
          <p:nvPr/>
        </p:nvGrpSpPr>
        <p:grpSpPr bwMode="auto">
          <a:xfrm>
            <a:off x="6273800" y="3327400"/>
            <a:ext cx="688975" cy="508000"/>
            <a:chOff x="3904" y="2240"/>
            <a:chExt cx="434" cy="320"/>
          </a:xfrm>
        </p:grpSpPr>
        <p:sp>
          <p:nvSpPr>
            <p:cNvPr id="72898" name="Line 112">
              <a:extLst>
                <a:ext uri="{FF2B5EF4-FFF2-40B4-BE49-F238E27FC236}">
                  <a16:creationId xmlns:a16="http://schemas.microsoft.com/office/drawing/2014/main" id="{88191D76-13D0-A74B-B451-6DB156DC0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0" y="2256"/>
              <a:ext cx="178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99" name="Line 121">
              <a:extLst>
                <a:ext uri="{FF2B5EF4-FFF2-40B4-BE49-F238E27FC236}">
                  <a16:creationId xmlns:a16="http://schemas.microsoft.com/office/drawing/2014/main" id="{7562E7F7-D1B9-1C49-AB4D-5F7DC72A7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240"/>
              <a:ext cx="0" cy="32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00" name="Line 123">
              <a:extLst>
                <a:ext uri="{FF2B5EF4-FFF2-40B4-BE49-F238E27FC236}">
                  <a16:creationId xmlns:a16="http://schemas.microsoft.com/office/drawing/2014/main" id="{3AF1CCC2-9BD0-6144-AE50-DAD1F31E7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4" y="2544"/>
              <a:ext cx="25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2806" name="Group 129">
            <a:extLst>
              <a:ext uri="{FF2B5EF4-FFF2-40B4-BE49-F238E27FC236}">
                <a16:creationId xmlns:a16="http://schemas.microsoft.com/office/drawing/2014/main" id="{100E9B15-8978-C645-99ED-073D9216497F}"/>
              </a:ext>
            </a:extLst>
          </p:cNvPr>
          <p:cNvGrpSpPr>
            <a:grpSpLocks/>
          </p:cNvGrpSpPr>
          <p:nvPr/>
        </p:nvGrpSpPr>
        <p:grpSpPr bwMode="auto">
          <a:xfrm>
            <a:off x="1168400" y="2527300"/>
            <a:ext cx="254000" cy="533400"/>
            <a:chOff x="688" y="1736"/>
            <a:chExt cx="160" cy="336"/>
          </a:xfrm>
        </p:grpSpPr>
        <p:sp>
          <p:nvSpPr>
            <p:cNvPr id="72894" name="Line 125">
              <a:extLst>
                <a:ext uri="{FF2B5EF4-FFF2-40B4-BE49-F238E27FC236}">
                  <a16:creationId xmlns:a16="http://schemas.microsoft.com/office/drawing/2014/main" id="{844893DB-1E95-CC41-B50F-51E89BCD1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736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95" name="Line 126">
              <a:extLst>
                <a:ext uri="{FF2B5EF4-FFF2-40B4-BE49-F238E27FC236}">
                  <a16:creationId xmlns:a16="http://schemas.microsoft.com/office/drawing/2014/main" id="{2D487201-497B-FA41-8D71-FE47D155EA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736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96" name="Line 127">
              <a:extLst>
                <a:ext uri="{FF2B5EF4-FFF2-40B4-BE49-F238E27FC236}">
                  <a16:creationId xmlns:a16="http://schemas.microsoft.com/office/drawing/2014/main" id="{A643C4C4-58F6-6347-BBF9-4C4FF85C7E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015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97" name="Line 128">
              <a:extLst>
                <a:ext uri="{FF2B5EF4-FFF2-40B4-BE49-F238E27FC236}">
                  <a16:creationId xmlns:a16="http://schemas.microsoft.com/office/drawing/2014/main" id="{F12375DA-5DCD-D549-BCEE-24E798FB4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767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807" name="Rectangle 130">
            <a:extLst>
              <a:ext uri="{FF2B5EF4-FFF2-40B4-BE49-F238E27FC236}">
                <a16:creationId xmlns:a16="http://schemas.microsoft.com/office/drawing/2014/main" id="{8D332513-0442-1946-8AD0-8C17BB6D638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79513" y="2546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2808" name="Rectangle 131">
            <a:extLst>
              <a:ext uri="{FF2B5EF4-FFF2-40B4-BE49-F238E27FC236}">
                <a16:creationId xmlns:a16="http://schemas.microsoft.com/office/drawing/2014/main" id="{2945296A-0640-7E42-BFA8-4131662B7E4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79513" y="2714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2809" name="Line 132">
            <a:extLst>
              <a:ext uri="{FF2B5EF4-FFF2-40B4-BE49-F238E27FC236}">
                <a16:creationId xmlns:a16="http://schemas.microsoft.com/office/drawing/2014/main" id="{86E6DFC8-485A-494E-BD7D-89E1F5CD7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2895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0" name="Line 133">
            <a:extLst>
              <a:ext uri="{FF2B5EF4-FFF2-40B4-BE49-F238E27FC236}">
                <a16:creationId xmlns:a16="http://schemas.microsoft.com/office/drawing/2014/main" id="{857307D7-2234-5640-9520-2EA972A25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083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1" name="Oval 134">
            <a:extLst>
              <a:ext uri="{FF2B5EF4-FFF2-40B4-BE49-F238E27FC236}">
                <a16:creationId xmlns:a16="http://schemas.microsoft.com/office/drawing/2014/main" id="{ECC916A2-8FE4-5C47-AB39-46A92B38F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812" name="Line 135">
            <a:extLst>
              <a:ext uri="{FF2B5EF4-FFF2-40B4-BE49-F238E27FC236}">
                <a16:creationId xmlns:a16="http://schemas.microsoft.com/office/drawing/2014/main" id="{331864B3-E283-6744-8483-3EBB6BF17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3" name="Oval 136">
            <a:extLst>
              <a:ext uri="{FF2B5EF4-FFF2-40B4-BE49-F238E27FC236}">
                <a16:creationId xmlns:a16="http://schemas.microsoft.com/office/drawing/2014/main" id="{FF9F4DED-B9E4-1D45-A89D-DF0823A32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78031" name="Group 207">
            <a:extLst>
              <a:ext uri="{FF2B5EF4-FFF2-40B4-BE49-F238E27FC236}">
                <a16:creationId xmlns:a16="http://schemas.microsoft.com/office/drawing/2014/main" id="{602E014B-041B-0B4B-B3B9-D23A882C03B3}"/>
              </a:ext>
            </a:extLst>
          </p:cNvPr>
          <p:cNvGrpSpPr>
            <a:grpSpLocks/>
          </p:cNvGrpSpPr>
          <p:nvPr/>
        </p:nvGrpSpPr>
        <p:grpSpPr bwMode="auto">
          <a:xfrm>
            <a:off x="1346200" y="2641600"/>
            <a:ext cx="5156200" cy="584200"/>
            <a:chOff x="800" y="1808"/>
            <a:chExt cx="3248" cy="368"/>
          </a:xfrm>
        </p:grpSpPr>
        <p:sp>
          <p:nvSpPr>
            <p:cNvPr id="72891" name="Line 124">
              <a:extLst>
                <a:ext uri="{FF2B5EF4-FFF2-40B4-BE49-F238E27FC236}">
                  <a16:creationId xmlns:a16="http://schemas.microsoft.com/office/drawing/2014/main" id="{B196AF06-2581-4E4D-89C2-DCF64E291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4" y="2160"/>
              <a:ext cx="112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92" name="Line 140">
              <a:extLst>
                <a:ext uri="{FF2B5EF4-FFF2-40B4-BE49-F238E27FC236}">
                  <a16:creationId xmlns:a16="http://schemas.microsoft.com/office/drawing/2014/main" id="{7B1EEC0F-DE57-D141-883A-731A5ECC9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0" y="1824"/>
              <a:ext cx="3248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93" name="Line 141">
              <a:extLst>
                <a:ext uri="{FF2B5EF4-FFF2-40B4-BE49-F238E27FC236}">
                  <a16:creationId xmlns:a16="http://schemas.microsoft.com/office/drawing/2014/main" id="{6F121740-4E9E-C246-B1CE-21827FF6ED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808"/>
              <a:ext cx="0" cy="368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8032" name="Group 208">
            <a:extLst>
              <a:ext uri="{FF2B5EF4-FFF2-40B4-BE49-F238E27FC236}">
                <a16:creationId xmlns:a16="http://schemas.microsoft.com/office/drawing/2014/main" id="{33AB5232-8D87-2444-83C2-411FF3BC0F8B}"/>
              </a:ext>
            </a:extLst>
          </p:cNvPr>
          <p:cNvGrpSpPr>
            <a:grpSpLocks/>
          </p:cNvGrpSpPr>
          <p:nvPr/>
        </p:nvGrpSpPr>
        <p:grpSpPr bwMode="auto">
          <a:xfrm>
            <a:off x="1277938" y="2347913"/>
            <a:ext cx="6342062" cy="941387"/>
            <a:chOff x="757" y="1623"/>
            <a:chExt cx="3995" cy="593"/>
          </a:xfrm>
        </p:grpSpPr>
        <p:sp>
          <p:nvSpPr>
            <p:cNvPr id="72887" name="Line 142">
              <a:extLst>
                <a:ext uri="{FF2B5EF4-FFF2-40B4-BE49-F238E27FC236}">
                  <a16:creationId xmlns:a16="http://schemas.microsoft.com/office/drawing/2014/main" id="{CC773F93-68A3-DD4F-A3E2-4D508DD84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" y="2208"/>
              <a:ext cx="160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88" name="Line 143">
              <a:extLst>
                <a:ext uri="{FF2B5EF4-FFF2-40B4-BE49-F238E27FC236}">
                  <a16:creationId xmlns:a16="http://schemas.microsoft.com/office/drawing/2014/main" id="{FEB0C71F-C931-A644-9C40-B987A2795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" y="1623"/>
              <a:ext cx="3979" cy="9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89" name="Line 144">
              <a:extLst>
                <a:ext uri="{FF2B5EF4-FFF2-40B4-BE49-F238E27FC236}">
                  <a16:creationId xmlns:a16="http://schemas.microsoft.com/office/drawing/2014/main" id="{C0E86D3D-4836-744B-8639-04B95DF49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624"/>
              <a:ext cx="0" cy="592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90" name="Line 145">
              <a:extLst>
                <a:ext uri="{FF2B5EF4-FFF2-40B4-BE49-F238E27FC236}">
                  <a16:creationId xmlns:a16="http://schemas.microsoft.com/office/drawing/2014/main" id="{0C5F0056-BD3F-084D-92FA-B942FE980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648"/>
              <a:ext cx="0" cy="96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816" name="Line 146">
            <a:extLst>
              <a:ext uri="{FF2B5EF4-FFF2-40B4-BE49-F238E27FC236}">
                <a16:creationId xmlns:a16="http://schemas.microsoft.com/office/drawing/2014/main" id="{A45EFAEE-D8DD-F94E-AFA7-8A9172B87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7" name="Oval 147">
            <a:extLst>
              <a:ext uri="{FF2B5EF4-FFF2-40B4-BE49-F238E27FC236}">
                <a16:creationId xmlns:a16="http://schemas.microsoft.com/office/drawing/2014/main" id="{1F14F5AC-573F-DF48-9FAB-CB928327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818" name="Line 148">
            <a:extLst>
              <a:ext uri="{FF2B5EF4-FFF2-40B4-BE49-F238E27FC236}">
                <a16:creationId xmlns:a16="http://schemas.microsoft.com/office/drawing/2014/main" id="{71D4F81D-D1D6-FA4A-8AF0-FBC5D7CD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19" name="Oval 149">
            <a:extLst>
              <a:ext uri="{FF2B5EF4-FFF2-40B4-BE49-F238E27FC236}">
                <a16:creationId xmlns:a16="http://schemas.microsoft.com/office/drawing/2014/main" id="{3B6A2D29-EB9C-2E40-8633-E6C90CB75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820" name="Line 150">
            <a:extLst>
              <a:ext uri="{FF2B5EF4-FFF2-40B4-BE49-F238E27FC236}">
                <a16:creationId xmlns:a16="http://schemas.microsoft.com/office/drawing/2014/main" id="{48AC89D4-7CA6-7940-AAAB-A5BACB081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1" name="Oval 151">
            <a:extLst>
              <a:ext uri="{FF2B5EF4-FFF2-40B4-BE49-F238E27FC236}">
                <a16:creationId xmlns:a16="http://schemas.microsoft.com/office/drawing/2014/main" id="{088ACC82-DEB6-0F4A-BB4B-25022BAAB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822" name="Line 152">
            <a:extLst>
              <a:ext uri="{FF2B5EF4-FFF2-40B4-BE49-F238E27FC236}">
                <a16:creationId xmlns:a16="http://schemas.microsoft.com/office/drawing/2014/main" id="{7AB55E25-9604-034B-89AA-58AF3E5DA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6800" y="1358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3" name="Line 153">
            <a:extLst>
              <a:ext uri="{FF2B5EF4-FFF2-40B4-BE49-F238E27FC236}">
                <a16:creationId xmlns:a16="http://schemas.microsoft.com/office/drawing/2014/main" id="{A29D5A43-4A3E-734C-B500-D7A318C8CB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1358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4" name="Line 154">
            <a:extLst>
              <a:ext uri="{FF2B5EF4-FFF2-40B4-BE49-F238E27FC236}">
                <a16:creationId xmlns:a16="http://schemas.microsoft.com/office/drawing/2014/main" id="{8DB7B2AD-CAA7-734F-8841-FCFC58CB0A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13589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5" name="Line 155">
            <a:extLst>
              <a:ext uri="{FF2B5EF4-FFF2-40B4-BE49-F238E27FC236}">
                <a16:creationId xmlns:a16="http://schemas.microsoft.com/office/drawing/2014/main" id="{67792033-227F-6248-BBEA-1C9AC95CF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1358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6" name="Line 156">
            <a:extLst>
              <a:ext uri="{FF2B5EF4-FFF2-40B4-BE49-F238E27FC236}">
                <a16:creationId xmlns:a16="http://schemas.microsoft.com/office/drawing/2014/main" id="{F877069F-11D0-B04D-AF4A-8CF81F2624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3589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7" name="Line 157">
            <a:extLst>
              <a:ext uri="{FF2B5EF4-FFF2-40B4-BE49-F238E27FC236}">
                <a16:creationId xmlns:a16="http://schemas.microsoft.com/office/drawing/2014/main" id="{573443E8-BF04-6249-9D51-51723EF5F8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8" name="Line 158">
            <a:extLst>
              <a:ext uri="{FF2B5EF4-FFF2-40B4-BE49-F238E27FC236}">
                <a16:creationId xmlns:a16="http://schemas.microsoft.com/office/drawing/2014/main" id="{900252A8-5F99-AB4B-A6EA-4057DFD061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12827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29" name="Line 159">
            <a:extLst>
              <a:ext uri="{FF2B5EF4-FFF2-40B4-BE49-F238E27FC236}">
                <a16:creationId xmlns:a16="http://schemas.microsoft.com/office/drawing/2014/main" id="{2AFD7D8C-7CD1-8544-A0C2-5E99F6CF73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12827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30" name="Line 160">
            <a:extLst>
              <a:ext uri="{FF2B5EF4-FFF2-40B4-BE49-F238E27FC236}">
                <a16:creationId xmlns:a16="http://schemas.microsoft.com/office/drawing/2014/main" id="{1115EBB6-00B0-AD4C-93C4-50619DDDE5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13589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31" name="Line 161">
            <a:extLst>
              <a:ext uri="{FF2B5EF4-FFF2-40B4-BE49-F238E27FC236}">
                <a16:creationId xmlns:a16="http://schemas.microsoft.com/office/drawing/2014/main" id="{F0A8681B-8E3B-E04C-AEB8-4BFD304D6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524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86" name="Rectangle 162">
            <a:extLst>
              <a:ext uri="{FF2B5EF4-FFF2-40B4-BE49-F238E27FC236}">
                <a16:creationId xmlns:a16="http://schemas.microsoft.com/office/drawing/2014/main" id="{9244C573-BA62-8A49-9598-D44EBD36F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143000"/>
            <a:ext cx="1633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24: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Ifet</a:t>
            </a:r>
          </a:p>
        </p:txBody>
      </p:sp>
      <p:sp>
        <p:nvSpPr>
          <p:cNvPr id="72833" name="Line 163">
            <a:extLst>
              <a:ext uri="{FF2B5EF4-FFF2-40B4-BE49-F238E27FC236}">
                <a16:creationId xmlns:a16="http://schemas.microsoft.com/office/drawing/2014/main" id="{FC368F40-11F3-CB40-BE97-37D85B442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1524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34" name="Line 167">
            <a:extLst>
              <a:ext uri="{FF2B5EF4-FFF2-40B4-BE49-F238E27FC236}">
                <a16:creationId xmlns:a16="http://schemas.microsoft.com/office/drawing/2014/main" id="{511C13FD-FAFF-0A41-9054-0804F4E12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15240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92" name="Rectangle 168">
            <a:extLst>
              <a:ext uri="{FF2B5EF4-FFF2-40B4-BE49-F238E27FC236}">
                <a16:creationId xmlns:a16="http://schemas.microsoft.com/office/drawing/2014/main" id="{DF313518-B90D-CA42-9E2D-F755AEF85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1143000"/>
            <a:ext cx="1830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Reg</a:t>
            </a:r>
          </a:p>
        </p:txBody>
      </p:sp>
      <p:sp>
        <p:nvSpPr>
          <p:cNvPr id="72836" name="Line 169">
            <a:extLst>
              <a:ext uri="{FF2B5EF4-FFF2-40B4-BE49-F238E27FC236}">
                <a16:creationId xmlns:a16="http://schemas.microsoft.com/office/drawing/2014/main" id="{65233408-A11E-904E-BD07-8CF9C331C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15240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94" name="Rectangle 170">
            <a:extLst>
              <a:ext uri="{FF2B5EF4-FFF2-40B4-BE49-F238E27FC236}">
                <a16:creationId xmlns:a16="http://schemas.microsoft.com/office/drawing/2014/main" id="{CCAF975C-633C-F74D-ABB7-DE5EBEBDF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1143000"/>
            <a:ext cx="19208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Exec</a:t>
            </a:r>
          </a:p>
        </p:txBody>
      </p:sp>
      <p:sp>
        <p:nvSpPr>
          <p:cNvPr id="72838" name="Line 171">
            <a:extLst>
              <a:ext uri="{FF2B5EF4-FFF2-40B4-BE49-F238E27FC236}">
                <a16:creationId xmlns:a16="http://schemas.microsoft.com/office/drawing/2014/main" id="{0E3077A4-53C3-8C42-A0C2-C20042D7B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15240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96" name="Rectangle 172">
            <a:extLst>
              <a:ext uri="{FF2B5EF4-FFF2-40B4-BE49-F238E27FC236}">
                <a16:creationId xmlns:a16="http://schemas.microsoft.com/office/drawing/2014/main" id="{340BEFC7-0F2A-0E4A-BC2B-4CA865381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1143000"/>
            <a:ext cx="1662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Beq’s  Mem</a:t>
            </a:r>
          </a:p>
        </p:txBody>
      </p:sp>
      <p:grpSp>
        <p:nvGrpSpPr>
          <p:cNvPr id="78039" name="Group 215">
            <a:extLst>
              <a:ext uri="{FF2B5EF4-FFF2-40B4-BE49-F238E27FC236}">
                <a16:creationId xmlns:a16="http://schemas.microsoft.com/office/drawing/2014/main" id="{9DDCFD08-A1E8-9D48-A1C9-E0CB90003C89}"/>
              </a:ext>
            </a:extLst>
          </p:cNvPr>
          <p:cNvGrpSpPr>
            <a:grpSpLocks/>
          </p:cNvGrpSpPr>
          <p:nvPr/>
        </p:nvGrpSpPr>
        <p:grpSpPr bwMode="auto">
          <a:xfrm>
            <a:off x="355600" y="2667000"/>
            <a:ext cx="1066800" cy="1174750"/>
            <a:chOff x="224" y="1680"/>
            <a:chExt cx="672" cy="740"/>
          </a:xfrm>
        </p:grpSpPr>
        <p:grpSp>
          <p:nvGrpSpPr>
            <p:cNvPr id="72882" name="Group 209">
              <a:extLst>
                <a:ext uri="{FF2B5EF4-FFF2-40B4-BE49-F238E27FC236}">
                  <a16:creationId xmlns:a16="http://schemas.microsoft.com/office/drawing/2014/main" id="{C437BA92-84AF-254F-B492-8ACC0E352E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1680"/>
              <a:ext cx="512" cy="740"/>
              <a:chOff x="176" y="1824"/>
              <a:chExt cx="512" cy="740"/>
            </a:xfrm>
          </p:grpSpPr>
          <p:sp>
            <p:nvSpPr>
              <p:cNvPr id="72884" name="Line 137">
                <a:extLst>
                  <a:ext uri="{FF2B5EF4-FFF2-40B4-BE49-F238E27FC236}">
                    <a16:creationId xmlns:a16="http://schemas.microsoft.com/office/drawing/2014/main" id="{E9351710-B2C2-7347-AA60-720B4E94F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" y="1824"/>
                <a:ext cx="512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85" name="Line 138">
                <a:extLst>
                  <a:ext uri="{FF2B5EF4-FFF2-40B4-BE49-F238E27FC236}">
                    <a16:creationId xmlns:a16="http://schemas.microsoft.com/office/drawing/2014/main" id="{3F41507F-3F02-6846-AD05-BCD4EBB2E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" y="2544"/>
                <a:ext cx="208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86" name="Line 139">
                <a:extLst>
                  <a:ext uri="{FF2B5EF4-FFF2-40B4-BE49-F238E27FC236}">
                    <a16:creationId xmlns:a16="http://schemas.microsoft.com/office/drawing/2014/main" id="{16F76A00-6CA9-CB47-A4CA-321194C0A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840"/>
                <a:ext cx="0" cy="724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2883" name="Line 173">
              <a:extLst>
                <a:ext uri="{FF2B5EF4-FFF2-40B4-BE49-F238E27FC236}">
                  <a16:creationId xmlns:a16="http://schemas.microsoft.com/office/drawing/2014/main" id="{E383F397-7F31-BB41-B8E0-DCBE1E8F7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1680"/>
              <a:ext cx="160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841" name="Line 174">
            <a:extLst>
              <a:ext uri="{FF2B5EF4-FFF2-40B4-BE49-F238E27FC236}">
                <a16:creationId xmlns:a16="http://schemas.microsoft.com/office/drawing/2014/main" id="{A378D4DF-A5C9-FD45-AA1A-3BD2F16AA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978400"/>
            <a:ext cx="0" cy="2540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99" name="Rectangle 175">
            <a:extLst>
              <a:ext uri="{FF2B5EF4-FFF2-40B4-BE49-F238E27FC236}">
                <a16:creationId xmlns:a16="http://schemas.microsoft.com/office/drawing/2014/main" id="{33D3BB67-0F76-084A-B9AA-CCDE0F99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5288" y="1143000"/>
            <a:ext cx="1128712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Store’s  Wr</a:t>
            </a:r>
          </a:p>
        </p:txBody>
      </p:sp>
      <p:grpSp>
        <p:nvGrpSpPr>
          <p:cNvPr id="78038" name="Group 214">
            <a:extLst>
              <a:ext uri="{FF2B5EF4-FFF2-40B4-BE49-F238E27FC236}">
                <a16:creationId xmlns:a16="http://schemas.microsoft.com/office/drawing/2014/main" id="{A9AACB76-059C-464F-B12F-3291B05EB9EC}"/>
              </a:ext>
            </a:extLst>
          </p:cNvPr>
          <p:cNvGrpSpPr>
            <a:grpSpLocks/>
          </p:cNvGrpSpPr>
          <p:nvPr/>
        </p:nvGrpSpPr>
        <p:grpSpPr bwMode="auto">
          <a:xfrm>
            <a:off x="4394200" y="3733800"/>
            <a:ext cx="533400" cy="304800"/>
            <a:chOff x="2768" y="2352"/>
            <a:chExt cx="336" cy="192"/>
          </a:xfrm>
        </p:grpSpPr>
        <p:grpSp>
          <p:nvGrpSpPr>
            <p:cNvPr id="72878" name="Group 211">
              <a:extLst>
                <a:ext uri="{FF2B5EF4-FFF2-40B4-BE49-F238E27FC236}">
                  <a16:creationId xmlns:a16="http://schemas.microsoft.com/office/drawing/2014/main" id="{248FB73D-1ECD-B64D-B14C-53CFA0A7B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0" y="2352"/>
              <a:ext cx="304" cy="192"/>
              <a:chOff x="2752" y="2496"/>
              <a:chExt cx="304" cy="192"/>
            </a:xfrm>
          </p:grpSpPr>
          <p:sp>
            <p:nvSpPr>
              <p:cNvPr id="72880" name="Line 46">
                <a:extLst>
                  <a:ext uri="{FF2B5EF4-FFF2-40B4-BE49-F238E27FC236}">
                    <a16:creationId xmlns:a16="http://schemas.microsoft.com/office/drawing/2014/main" id="{89C7B538-608F-9C42-86E2-AA07B09A4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8" y="2688"/>
                <a:ext cx="208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81" name="Line 47">
                <a:extLst>
                  <a:ext uri="{FF2B5EF4-FFF2-40B4-BE49-F238E27FC236}">
                    <a16:creationId xmlns:a16="http://schemas.microsoft.com/office/drawing/2014/main" id="{909F8B98-4A6E-3845-BADE-EBDFFE5DA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2496"/>
                <a:ext cx="304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2879" name="Line 176">
              <a:extLst>
                <a:ext uri="{FF2B5EF4-FFF2-40B4-BE49-F238E27FC236}">
                  <a16:creationId xmlns:a16="http://schemas.microsoft.com/office/drawing/2014/main" id="{DE3A1D6A-6B7E-A847-8908-55535B678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8" y="2544"/>
              <a:ext cx="12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844" name="Line 177">
            <a:extLst>
              <a:ext uri="{FF2B5EF4-FFF2-40B4-BE49-F238E27FC236}">
                <a16:creationId xmlns:a16="http://schemas.microsoft.com/office/drawing/2014/main" id="{3C9277DF-99E5-5F4A-BCDB-6C0508EC11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4191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45" name="Line 178">
            <a:extLst>
              <a:ext uri="{FF2B5EF4-FFF2-40B4-BE49-F238E27FC236}">
                <a16:creationId xmlns:a16="http://schemas.microsoft.com/office/drawing/2014/main" id="{04A1E0AB-1D45-3B47-AD24-7816CD742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4191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46" name="Line 179">
            <a:extLst>
              <a:ext uri="{FF2B5EF4-FFF2-40B4-BE49-F238E27FC236}">
                <a16:creationId xmlns:a16="http://schemas.microsoft.com/office/drawing/2014/main" id="{2C376096-1B5E-6543-81B0-644232A6C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517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47" name="Line 180">
            <a:extLst>
              <a:ext uri="{FF2B5EF4-FFF2-40B4-BE49-F238E27FC236}">
                <a16:creationId xmlns:a16="http://schemas.microsoft.com/office/drawing/2014/main" id="{856A9D1E-BA28-2347-AE4F-FB81F471A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4323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8036" name="Group 212">
            <a:extLst>
              <a:ext uri="{FF2B5EF4-FFF2-40B4-BE49-F238E27FC236}">
                <a16:creationId xmlns:a16="http://schemas.microsoft.com/office/drawing/2014/main" id="{96A5D248-FCC3-8843-9387-FCECC90FAFC2}"/>
              </a:ext>
            </a:extLst>
          </p:cNvPr>
          <p:cNvGrpSpPr>
            <a:grpSpLocks/>
          </p:cNvGrpSpPr>
          <p:nvPr/>
        </p:nvGrpSpPr>
        <p:grpSpPr bwMode="auto">
          <a:xfrm>
            <a:off x="4394200" y="5092700"/>
            <a:ext cx="1524000" cy="190500"/>
            <a:chOff x="2720" y="3352"/>
            <a:chExt cx="960" cy="120"/>
          </a:xfrm>
        </p:grpSpPr>
        <p:sp>
          <p:nvSpPr>
            <p:cNvPr id="72875" name="Line 72">
              <a:extLst>
                <a:ext uri="{FF2B5EF4-FFF2-40B4-BE49-F238E27FC236}">
                  <a16:creationId xmlns:a16="http://schemas.microsoft.com/office/drawing/2014/main" id="{EA8CE931-4FFF-8749-8416-AE47BCF33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0" y="3360"/>
              <a:ext cx="640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76" name="Line 95">
              <a:extLst>
                <a:ext uri="{FF2B5EF4-FFF2-40B4-BE49-F238E27FC236}">
                  <a16:creationId xmlns:a16="http://schemas.microsoft.com/office/drawing/2014/main" id="{F93286F1-7A7E-6B4A-8508-FB4CC4036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3456"/>
              <a:ext cx="144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77" name="Line 181">
              <a:extLst>
                <a:ext uri="{FF2B5EF4-FFF2-40B4-BE49-F238E27FC236}">
                  <a16:creationId xmlns:a16="http://schemas.microsoft.com/office/drawing/2014/main" id="{F74F3179-F20E-E84F-ABB7-10DDD5F41D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6" y="3352"/>
              <a:ext cx="160" cy="12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2849" name="Group 192">
            <a:extLst>
              <a:ext uri="{FF2B5EF4-FFF2-40B4-BE49-F238E27FC236}">
                <a16:creationId xmlns:a16="http://schemas.microsoft.com/office/drawing/2014/main" id="{2B74EFFC-C9B5-104A-A118-577192D312F4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2222500"/>
            <a:ext cx="754062" cy="1346200"/>
            <a:chOff x="1719" y="1544"/>
            <a:chExt cx="475" cy="848"/>
          </a:xfrm>
        </p:grpSpPr>
        <p:sp>
          <p:nvSpPr>
            <p:cNvPr id="72865" name="Line 182">
              <a:extLst>
                <a:ext uri="{FF2B5EF4-FFF2-40B4-BE49-F238E27FC236}">
                  <a16:creationId xmlns:a16="http://schemas.microsoft.com/office/drawing/2014/main" id="{C9F4C14D-26A9-FD4B-B0A5-78910529C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44"/>
              <a:ext cx="0" cy="32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2866" name="Group 188">
              <a:extLst>
                <a:ext uri="{FF2B5EF4-FFF2-40B4-BE49-F238E27FC236}">
                  <a16:creationId xmlns:a16="http://schemas.microsoft.com/office/drawing/2014/main" id="{54AB0118-5314-4242-9423-85CF91D543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6" y="1866"/>
              <a:ext cx="208" cy="248"/>
              <a:chOff x="1986" y="1866"/>
              <a:chExt cx="208" cy="248"/>
            </a:xfrm>
          </p:grpSpPr>
          <p:sp>
            <p:nvSpPr>
              <p:cNvPr id="72870" name="Arc 183">
                <a:extLst>
                  <a:ext uri="{FF2B5EF4-FFF2-40B4-BE49-F238E27FC236}">
                    <a16:creationId xmlns:a16="http://schemas.microsoft.com/office/drawing/2014/main" id="{F50F4600-67DE-1E4D-B36A-0D80D9F3DC8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0" y="2025"/>
                <a:ext cx="89" cy="88"/>
              </a:xfrm>
              <a:custGeom>
                <a:avLst/>
                <a:gdLst>
                  <a:gd name="T0" fmla="*/ 0 w 21843"/>
                  <a:gd name="T1" fmla="*/ 0 h 21600"/>
                  <a:gd name="T2" fmla="*/ 0 w 21843"/>
                  <a:gd name="T3" fmla="*/ 0 h 21600"/>
                  <a:gd name="T4" fmla="*/ 0 w 21843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43" h="21600" fill="none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</a:path>
                  <a:path w="21843" h="21600" stroke="0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  <a:lnTo>
                      <a:pt x="244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71" name="Arc 184">
                <a:extLst>
                  <a:ext uri="{FF2B5EF4-FFF2-40B4-BE49-F238E27FC236}">
                    <a16:creationId xmlns:a16="http://schemas.microsoft.com/office/drawing/2014/main" id="{00FA0990-0CD6-BA47-BC79-DB3A94B34218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003" y="2026"/>
                <a:ext cx="88" cy="87"/>
              </a:xfrm>
              <a:custGeom>
                <a:avLst/>
                <a:gdLst>
                  <a:gd name="T0" fmla="*/ 0 w 21599"/>
                  <a:gd name="T1" fmla="*/ 0 h 21599"/>
                  <a:gd name="T2" fmla="*/ 0 w 21599"/>
                  <a:gd name="T3" fmla="*/ 0 h 21599"/>
                  <a:gd name="T4" fmla="*/ 0 w 21599"/>
                  <a:gd name="T5" fmla="*/ 0 h 215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599" fill="none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</a:path>
                  <a:path w="21599" h="21599" stroke="0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  <a:lnTo>
                      <a:pt x="21599" y="21599"/>
                    </a:lnTo>
                    <a:lnTo>
                      <a:pt x="0" y="2135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72" name="Line 185">
                <a:extLst>
                  <a:ext uri="{FF2B5EF4-FFF2-40B4-BE49-F238E27FC236}">
                    <a16:creationId xmlns:a16="http://schemas.microsoft.com/office/drawing/2014/main" id="{D8048DF4-53FF-E041-811C-C2D951054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6" y="1866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73" name="Line 186">
                <a:extLst>
                  <a:ext uri="{FF2B5EF4-FFF2-40B4-BE49-F238E27FC236}">
                    <a16:creationId xmlns:a16="http://schemas.microsoft.com/office/drawing/2014/main" id="{7F90D697-2013-3645-AD31-ADA92BF69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94" y="1866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74" name="Line 187">
                <a:extLst>
                  <a:ext uri="{FF2B5EF4-FFF2-40B4-BE49-F238E27FC236}">
                    <a16:creationId xmlns:a16="http://schemas.microsoft.com/office/drawing/2014/main" id="{2BBFDFDB-00A4-ED47-BD6A-5FAF51D02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86" y="1874"/>
                <a:ext cx="2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2867" name="Line 189">
              <a:extLst>
                <a:ext uri="{FF2B5EF4-FFF2-40B4-BE49-F238E27FC236}">
                  <a16:creationId xmlns:a16="http://schemas.microsoft.com/office/drawing/2014/main" id="{E2362A9E-C17D-BA41-8727-7D90E5105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120"/>
              <a:ext cx="0" cy="27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68" name="Line 190">
              <a:extLst>
                <a:ext uri="{FF2B5EF4-FFF2-40B4-BE49-F238E27FC236}">
                  <a16:creationId xmlns:a16="http://schemas.microsoft.com/office/drawing/2014/main" id="{597A6A0B-5390-6E47-9FD2-B0582699B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73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69" name="Rectangle 191">
              <a:extLst>
                <a:ext uri="{FF2B5EF4-FFF2-40B4-BE49-F238E27FC236}">
                  <a16:creationId xmlns:a16="http://schemas.microsoft.com/office/drawing/2014/main" id="{B3429D3B-B39C-984A-AAB4-35A1F6986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632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</a:p>
          </p:txBody>
        </p:sp>
      </p:grpSp>
      <p:sp>
        <p:nvSpPr>
          <p:cNvPr id="72850" name="Line 193">
            <a:extLst>
              <a:ext uri="{FF2B5EF4-FFF2-40B4-BE49-F238E27FC236}">
                <a16:creationId xmlns:a16="http://schemas.microsoft.com/office/drawing/2014/main" id="{EBCE38F4-8AD5-5345-898D-668235547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813300"/>
            <a:ext cx="0" cy="1117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018" name="Rectangle 194">
            <a:extLst>
              <a:ext uri="{FF2B5EF4-FFF2-40B4-BE49-F238E27FC236}">
                <a16:creationId xmlns:a16="http://schemas.microsoft.com/office/drawing/2014/main" id="{F4A589A3-8294-AF41-9AE7-7CB62A5E3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6003925"/>
            <a:ext cx="1312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MemWr=0</a:t>
            </a:r>
          </a:p>
        </p:txBody>
      </p:sp>
      <p:grpSp>
        <p:nvGrpSpPr>
          <p:cNvPr id="72852" name="Group 200">
            <a:extLst>
              <a:ext uri="{FF2B5EF4-FFF2-40B4-BE49-F238E27FC236}">
                <a16:creationId xmlns:a16="http://schemas.microsoft.com/office/drawing/2014/main" id="{2C54C734-9C6D-F045-91E9-A19E110A59D1}"/>
              </a:ext>
            </a:extLst>
          </p:cNvPr>
          <p:cNvGrpSpPr>
            <a:grpSpLocks/>
          </p:cNvGrpSpPr>
          <p:nvPr/>
        </p:nvGrpSpPr>
        <p:grpSpPr bwMode="auto">
          <a:xfrm>
            <a:off x="6865938" y="5770563"/>
            <a:ext cx="358775" cy="304800"/>
            <a:chOff x="4277" y="3779"/>
            <a:chExt cx="226" cy="192"/>
          </a:xfrm>
        </p:grpSpPr>
        <p:sp>
          <p:nvSpPr>
            <p:cNvPr id="72860" name="Arc 195">
              <a:extLst>
                <a:ext uri="{FF2B5EF4-FFF2-40B4-BE49-F238E27FC236}">
                  <a16:creationId xmlns:a16="http://schemas.microsoft.com/office/drawing/2014/main" id="{E42B9202-0650-A74D-9981-CC52C65DF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794"/>
              <a:ext cx="89" cy="77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61" name="Arc 196">
              <a:extLst>
                <a:ext uri="{FF2B5EF4-FFF2-40B4-BE49-F238E27FC236}">
                  <a16:creationId xmlns:a16="http://schemas.microsoft.com/office/drawing/2014/main" id="{DC68C9D2-E9D5-824D-8EE8-A23440C2149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5" y="3890"/>
              <a:ext cx="88" cy="77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62" name="Line 197">
              <a:extLst>
                <a:ext uri="{FF2B5EF4-FFF2-40B4-BE49-F238E27FC236}">
                  <a16:creationId xmlns:a16="http://schemas.microsoft.com/office/drawing/2014/main" id="{6268A0D5-4DA9-4247-A2D2-414CDB5C6F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779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63" name="Line 198">
              <a:extLst>
                <a:ext uri="{FF2B5EF4-FFF2-40B4-BE49-F238E27FC236}">
                  <a16:creationId xmlns:a16="http://schemas.microsoft.com/office/drawing/2014/main" id="{1C666A62-7C34-3A46-8FA8-D4C5A6B35E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971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864" name="Line 199">
              <a:extLst>
                <a:ext uri="{FF2B5EF4-FFF2-40B4-BE49-F238E27FC236}">
                  <a16:creationId xmlns:a16="http://schemas.microsoft.com/office/drawing/2014/main" id="{E91A4F7B-CD53-5F43-ABBA-0F97B90B3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" y="3787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853" name="Line 201">
            <a:extLst>
              <a:ext uri="{FF2B5EF4-FFF2-40B4-BE49-F238E27FC236}">
                <a16:creationId xmlns:a16="http://schemas.microsoft.com/office/drawing/2014/main" id="{6C5FDF9B-10E1-E54C-A47D-8EDB138D4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5943600"/>
            <a:ext cx="50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54" name="Line 202">
            <a:extLst>
              <a:ext uri="{FF2B5EF4-FFF2-40B4-BE49-F238E27FC236}">
                <a16:creationId xmlns:a16="http://schemas.microsoft.com/office/drawing/2014/main" id="{1A2A3D87-3A86-B741-9FD4-6EADA414BB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6019800"/>
            <a:ext cx="558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55" name="Line 203">
            <a:extLst>
              <a:ext uri="{FF2B5EF4-FFF2-40B4-BE49-F238E27FC236}">
                <a16:creationId xmlns:a16="http://schemas.microsoft.com/office/drawing/2014/main" id="{FEFB5C85-C9AB-AB41-8B8D-271678EB8C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58674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56" name="Rectangle 204">
            <a:extLst>
              <a:ext uri="{FF2B5EF4-FFF2-40B4-BE49-F238E27FC236}">
                <a16:creationId xmlns:a16="http://schemas.microsoft.com/office/drawing/2014/main" id="{5E1B4425-C454-0A44-83DE-0F5AEC711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56769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78034" name="Text Box 210">
            <a:extLst>
              <a:ext uri="{FF2B5EF4-FFF2-40B4-BE49-F238E27FC236}">
                <a16:creationId xmlns:a16="http://schemas.microsoft.com/office/drawing/2014/main" id="{D82283EA-B7E8-F848-9DAD-3507A3E22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4341813"/>
            <a:ext cx="1322387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假定相等，</a:t>
            </a:r>
          </a:p>
          <a:p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则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Zero=1</a:t>
            </a:r>
          </a:p>
          <a:p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转移目标地址送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PC!</a:t>
            </a:r>
          </a:p>
        </p:txBody>
      </p:sp>
      <p:sp>
        <p:nvSpPr>
          <p:cNvPr id="78037" name="Text Box 213">
            <a:extLst>
              <a:ext uri="{FF2B5EF4-FFF2-40B4-BE49-F238E27FC236}">
                <a16:creationId xmlns:a16="http://schemas.microsoft.com/office/drawing/2014/main" id="{6C4F1C3B-3E37-4B4A-92D6-B0407E1DC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5699125"/>
            <a:ext cx="2938462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这里出现反向数据流</a:t>
            </a:r>
            <a:r>
              <a:rPr lang="en-US" altLang="zh-CN" sz="1800"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  <a:p>
            <a:pPr>
              <a:spcBef>
                <a:spcPct val="20000"/>
              </a:spcBef>
            </a:pPr>
            <a:r>
              <a:rPr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转移目标地址反向送给</a:t>
            </a:r>
            <a:r>
              <a:rPr lang="en-US" altLang="zh-CN" sz="1800">
                <a:latin typeface="Arial" panose="020B0604020202020204" pitchFamily="34" charset="0"/>
                <a:ea typeface="黑体" panose="02010609060101010101" pitchFamily="49" charset="-122"/>
              </a:rPr>
              <a:t>PC</a:t>
            </a:r>
            <a:r>
              <a:rPr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可能会导致控制冒险！</a:t>
            </a:r>
          </a:p>
        </p:txBody>
      </p:sp>
      <p:sp>
        <p:nvSpPr>
          <p:cNvPr id="212" name="Rectangle 219">
            <a:extLst>
              <a:ext uri="{FF2B5EF4-FFF2-40B4-BE49-F238E27FC236}">
                <a16:creationId xmlns:a16="http://schemas.microsoft.com/office/drawing/2014/main" id="{5FBDA02D-6CC4-D845-80C0-6F21A5D9E1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6700" y="3306763"/>
            <a:ext cx="593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8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8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8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8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7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77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7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7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7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7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7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86" grpId="0"/>
      <p:bldP spid="77992" grpId="0"/>
      <p:bldP spid="77994" grpId="0"/>
      <p:bldP spid="77996" grpId="0"/>
      <p:bldP spid="77999" grpId="0"/>
      <p:bldP spid="78018" grpId="0"/>
      <p:bldP spid="78037" grpId="0"/>
      <p:bldP spid="2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D0F90D1E-9228-2149-B03C-2557E44DE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77800"/>
            <a:ext cx="6862763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总结前面的流水线执行过程</a:t>
            </a:r>
          </a:p>
        </p:txBody>
      </p:sp>
      <p:sp>
        <p:nvSpPr>
          <p:cNvPr id="282778" name="Rectangle 154">
            <a:extLst>
              <a:ext uri="{FF2B5EF4-FFF2-40B4-BE49-F238E27FC236}">
                <a16:creationId xmlns:a16="http://schemas.microsoft.com/office/drawing/2014/main" id="{E48EB691-54E2-DD49-BCCD-7D76B7E88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424363"/>
            <a:ext cx="9017000" cy="2222500"/>
          </a:xfrm>
          <a:noFill/>
        </p:spPr>
        <p:txBody>
          <a:bodyPr/>
          <a:lstStyle/>
          <a:p>
            <a:pPr marL="342900" indent="-342900">
              <a:lnSpc>
                <a:spcPct val="105000"/>
              </a:lnSpc>
              <a:spcBef>
                <a:spcPct val="0"/>
              </a:spcBef>
            </a:pPr>
            <a:r>
              <a:rPr lang="zh-CN" altLang="en-US" sz="1700">
                <a:ea typeface="黑体" panose="02010609060101010101" pitchFamily="49" charset="-122"/>
              </a:rPr>
              <a:t>回忆刚才的过程，回答以下问题：</a:t>
            </a:r>
            <a:endParaRPr lang="en-US" altLang="zh-CN" sz="170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05000"/>
              </a:lnSpc>
              <a:spcBef>
                <a:spcPct val="0"/>
              </a:spcBef>
            </a:pPr>
            <a:r>
              <a:rPr lang="en-US" altLang="zh-CN" sz="1700">
                <a:ea typeface="黑体" panose="02010609060101010101" pitchFamily="49" charset="-122"/>
              </a:rPr>
              <a:t>Branch</a:t>
            </a:r>
            <a:r>
              <a:rPr lang="zh-CN" altLang="en-US" sz="1700">
                <a:ea typeface="黑体" panose="02010609060101010101" pitchFamily="49" charset="-122"/>
              </a:rPr>
              <a:t>指令何时确定是否转移？转移目标地址在第几周期计算出来？</a:t>
            </a:r>
            <a:endParaRPr lang="en-US" altLang="zh-CN" sz="1700">
              <a:ea typeface="黑体" panose="02010609060101010101" pitchFamily="49" charset="-122"/>
            </a:endParaRPr>
          </a:p>
          <a:p>
            <a:pPr marL="1143000" lvl="2" indent="-228600">
              <a:lnSpc>
                <a:spcPct val="105000"/>
              </a:lnSpc>
              <a:spcBef>
                <a:spcPct val="0"/>
              </a:spcBef>
            </a:pPr>
            <a:r>
              <a:rPr lang="zh-CN" altLang="en-US" sz="1700">
                <a:ea typeface="黑体" panose="02010609060101010101" pitchFamily="49" charset="-122"/>
              </a:rPr>
              <a:t>第六周期得到</a:t>
            </a:r>
            <a:r>
              <a:rPr lang="en-US" altLang="zh-CN" sz="1700">
                <a:ea typeface="黑体" panose="02010609060101010101" pitchFamily="49" charset="-122"/>
              </a:rPr>
              <a:t>Zero</a:t>
            </a:r>
            <a:r>
              <a:rPr lang="zh-CN" altLang="en-US" sz="1700">
                <a:ea typeface="黑体" panose="02010609060101010101" pitchFamily="49" charset="-122"/>
              </a:rPr>
              <a:t>和转移地址、第七周期控制转移地址送到</a:t>
            </a:r>
            <a:r>
              <a:rPr lang="en-US" altLang="zh-CN" sz="1700">
                <a:ea typeface="黑体" panose="02010609060101010101" pitchFamily="49" charset="-122"/>
              </a:rPr>
              <a:t>PC</a:t>
            </a:r>
            <a:r>
              <a:rPr lang="zh-CN" altLang="en-US" sz="1700">
                <a:ea typeface="黑体" panose="02010609060101010101" pitchFamily="49" charset="-122"/>
              </a:rPr>
              <a:t>输入端、第八周期开始才能根据转移地址取指令</a:t>
            </a:r>
          </a:p>
          <a:p>
            <a:pPr marL="1143000" lvl="2" indent="-228600">
              <a:lnSpc>
                <a:spcPct val="105000"/>
              </a:lnSpc>
              <a:spcBef>
                <a:spcPct val="0"/>
              </a:spcBef>
            </a:pP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如果</a:t>
            </a:r>
            <a:r>
              <a:rPr lang="en-US" altLang="zh-CN" sz="1700">
                <a:solidFill>
                  <a:srgbClr val="008000"/>
                </a:solidFill>
                <a:ea typeface="黑体" panose="02010609060101010101" pitchFamily="49" charset="-122"/>
              </a:rPr>
              <a:t>Branch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指令执行结果是需要转移（称为</a:t>
            </a:r>
            <a:r>
              <a:rPr lang="en-US" altLang="zh-CN" sz="1700">
                <a:solidFill>
                  <a:srgbClr val="008000"/>
                </a:solidFill>
                <a:ea typeface="黑体" panose="02010609060101010101" pitchFamily="49" charset="-122"/>
              </a:rPr>
              <a:t>taken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），则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  <a:hlinkClick r:id="rId3" action="ppaction://hlinksldjump"/>
              </a:rPr>
              <a:t>流水线会怎样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？</a:t>
            </a:r>
          </a:p>
          <a:p>
            <a:pPr marL="742950" lvl="1" indent="-285750">
              <a:lnSpc>
                <a:spcPct val="105000"/>
              </a:lnSpc>
              <a:spcBef>
                <a:spcPct val="0"/>
              </a:spcBef>
            </a:pPr>
            <a:r>
              <a:rPr lang="en-US" altLang="zh-CN" sz="1700">
                <a:ea typeface="黑体" panose="02010609060101010101" pitchFamily="49" charset="-122"/>
              </a:rPr>
              <a:t>Load</a:t>
            </a:r>
            <a:r>
              <a:rPr lang="zh-CN" altLang="en-US" sz="1700">
                <a:ea typeface="黑体" panose="02010609060101010101" pitchFamily="49" charset="-122"/>
              </a:rPr>
              <a:t>指令何时能把数据写到寄存器？第几周期开始写数据？</a:t>
            </a:r>
          </a:p>
          <a:p>
            <a:pPr marL="1143000" lvl="2" indent="-228600">
              <a:lnSpc>
                <a:spcPct val="105000"/>
              </a:lnSpc>
              <a:spcBef>
                <a:spcPct val="0"/>
              </a:spcBef>
            </a:pPr>
            <a:r>
              <a:rPr lang="zh-CN" altLang="en-US" sz="1700">
                <a:ea typeface="黑体" panose="02010609060101010101" pitchFamily="49" charset="-122"/>
              </a:rPr>
              <a:t>第五周期写入、第六周期开始才能使用</a:t>
            </a:r>
          </a:p>
          <a:p>
            <a:pPr marL="1143000" lvl="2" indent="-228600">
              <a:lnSpc>
                <a:spcPct val="105000"/>
              </a:lnSpc>
              <a:spcBef>
                <a:spcPct val="0"/>
              </a:spcBef>
            </a:pP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如果后面</a:t>
            </a:r>
            <a:r>
              <a:rPr lang="en-US" altLang="zh-CN" sz="1700">
                <a:solidFill>
                  <a:srgbClr val="008000"/>
                </a:solidFill>
                <a:ea typeface="黑体" panose="02010609060101010101" pitchFamily="49" charset="-122"/>
              </a:rPr>
              <a:t>R-Type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的操作数是</a:t>
            </a:r>
            <a:r>
              <a:rPr lang="en-US" altLang="zh-CN" sz="1700">
                <a:solidFill>
                  <a:srgbClr val="008000"/>
                </a:solidFill>
                <a:ea typeface="黑体" panose="02010609060101010101" pitchFamily="49" charset="-122"/>
              </a:rPr>
              <a:t>load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指令目标寄存器的内容，则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  <a:hlinkClick r:id="rId4" action="ppaction://hlinksldjump"/>
              </a:rPr>
              <a:t>流水线怎样</a:t>
            </a:r>
            <a:r>
              <a:rPr lang="zh-CN" altLang="en-US" sz="1700">
                <a:solidFill>
                  <a:srgbClr val="008000"/>
                </a:solidFill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74756" name="Rectangle 446">
            <a:extLst>
              <a:ext uri="{FF2B5EF4-FFF2-40B4-BE49-F238E27FC236}">
                <a16:creationId xmlns:a16="http://schemas.microsoft.com/office/drawing/2014/main" id="{BB36557D-782A-BA47-A1EC-403F50D6F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952500"/>
            <a:ext cx="688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Clock</a:t>
            </a:r>
          </a:p>
        </p:txBody>
      </p:sp>
      <p:grpSp>
        <p:nvGrpSpPr>
          <p:cNvPr id="74757" name="Group 447">
            <a:extLst>
              <a:ext uri="{FF2B5EF4-FFF2-40B4-BE49-F238E27FC236}">
                <a16:creationId xmlns:a16="http://schemas.microsoft.com/office/drawing/2014/main" id="{DE5A7848-1502-C842-AAB5-D85D95B9D9A7}"/>
              </a:ext>
            </a:extLst>
          </p:cNvPr>
          <p:cNvGrpSpPr>
            <a:grpSpLocks/>
          </p:cNvGrpSpPr>
          <p:nvPr/>
        </p:nvGrpSpPr>
        <p:grpSpPr bwMode="auto">
          <a:xfrm>
            <a:off x="808038" y="939800"/>
            <a:ext cx="790575" cy="254000"/>
            <a:chOff x="624" y="664"/>
            <a:chExt cx="520" cy="160"/>
          </a:xfrm>
        </p:grpSpPr>
        <p:sp>
          <p:nvSpPr>
            <p:cNvPr id="74933" name="Line 448">
              <a:extLst>
                <a:ext uri="{FF2B5EF4-FFF2-40B4-BE49-F238E27FC236}">
                  <a16:creationId xmlns:a16="http://schemas.microsoft.com/office/drawing/2014/main" id="{3FB4EE6A-3E8A-E045-BE1E-61B708954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34" name="Line 449">
              <a:extLst>
                <a:ext uri="{FF2B5EF4-FFF2-40B4-BE49-F238E27FC236}">
                  <a16:creationId xmlns:a16="http://schemas.microsoft.com/office/drawing/2014/main" id="{AD2B6FC2-C94A-444D-890B-0994C451A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35" name="Line 450">
              <a:extLst>
                <a:ext uri="{FF2B5EF4-FFF2-40B4-BE49-F238E27FC236}">
                  <a16:creationId xmlns:a16="http://schemas.microsoft.com/office/drawing/2014/main" id="{95BE1AB0-AAA4-FA44-AC8C-B411A7E84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36" name="Line 451">
              <a:extLst>
                <a:ext uri="{FF2B5EF4-FFF2-40B4-BE49-F238E27FC236}">
                  <a16:creationId xmlns:a16="http://schemas.microsoft.com/office/drawing/2014/main" id="{4B5284A6-6E0E-4842-9503-B4D5102BF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0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58" name="Group 452">
            <a:extLst>
              <a:ext uri="{FF2B5EF4-FFF2-40B4-BE49-F238E27FC236}">
                <a16:creationId xmlns:a16="http://schemas.microsoft.com/office/drawing/2014/main" id="{8C102012-461E-014F-95B3-987F33BDBCCA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939800"/>
            <a:ext cx="790575" cy="254000"/>
            <a:chOff x="1152" y="664"/>
            <a:chExt cx="520" cy="160"/>
          </a:xfrm>
        </p:grpSpPr>
        <p:sp>
          <p:nvSpPr>
            <p:cNvPr id="74929" name="Line 453">
              <a:extLst>
                <a:ext uri="{FF2B5EF4-FFF2-40B4-BE49-F238E27FC236}">
                  <a16:creationId xmlns:a16="http://schemas.microsoft.com/office/drawing/2014/main" id="{9FD35DC3-2621-0245-90C4-122BA5801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30" name="Line 454">
              <a:extLst>
                <a:ext uri="{FF2B5EF4-FFF2-40B4-BE49-F238E27FC236}">
                  <a16:creationId xmlns:a16="http://schemas.microsoft.com/office/drawing/2014/main" id="{0976439D-EDB5-F041-8396-EC2914EDF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31" name="Line 455">
              <a:extLst>
                <a:ext uri="{FF2B5EF4-FFF2-40B4-BE49-F238E27FC236}">
                  <a16:creationId xmlns:a16="http://schemas.microsoft.com/office/drawing/2014/main" id="{632DEDEF-D6FC-024B-A62D-4972ECDF2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32" name="Line 456">
              <a:extLst>
                <a:ext uri="{FF2B5EF4-FFF2-40B4-BE49-F238E27FC236}">
                  <a16:creationId xmlns:a16="http://schemas.microsoft.com/office/drawing/2014/main" id="{545E9909-77AD-D74F-93F4-3562F66E3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8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59" name="Group 457">
            <a:extLst>
              <a:ext uri="{FF2B5EF4-FFF2-40B4-BE49-F238E27FC236}">
                <a16:creationId xmlns:a16="http://schemas.microsoft.com/office/drawing/2014/main" id="{76EECF77-C3B7-654D-99C9-9E156CEF9551}"/>
              </a:ext>
            </a:extLst>
          </p:cNvPr>
          <p:cNvGrpSpPr>
            <a:grpSpLocks/>
          </p:cNvGrpSpPr>
          <p:nvPr/>
        </p:nvGrpSpPr>
        <p:grpSpPr bwMode="auto">
          <a:xfrm>
            <a:off x="2414588" y="939800"/>
            <a:ext cx="790575" cy="254000"/>
            <a:chOff x="1680" y="664"/>
            <a:chExt cx="520" cy="160"/>
          </a:xfrm>
        </p:grpSpPr>
        <p:sp>
          <p:nvSpPr>
            <p:cNvPr id="74925" name="Line 458">
              <a:extLst>
                <a:ext uri="{FF2B5EF4-FFF2-40B4-BE49-F238E27FC236}">
                  <a16:creationId xmlns:a16="http://schemas.microsoft.com/office/drawing/2014/main" id="{73B8C365-BCFE-3E45-BEAF-583F4D477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26" name="Line 459">
              <a:extLst>
                <a:ext uri="{FF2B5EF4-FFF2-40B4-BE49-F238E27FC236}">
                  <a16:creationId xmlns:a16="http://schemas.microsoft.com/office/drawing/2014/main" id="{B3E5D1CC-91B6-8B45-8D5E-B8B7B9081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27" name="Line 460">
              <a:extLst>
                <a:ext uri="{FF2B5EF4-FFF2-40B4-BE49-F238E27FC236}">
                  <a16:creationId xmlns:a16="http://schemas.microsoft.com/office/drawing/2014/main" id="{2592E1D4-CAA4-3D47-90D0-6A2BA550D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28" name="Line 461">
              <a:extLst>
                <a:ext uri="{FF2B5EF4-FFF2-40B4-BE49-F238E27FC236}">
                  <a16:creationId xmlns:a16="http://schemas.microsoft.com/office/drawing/2014/main" id="{6FB06634-8608-2C41-BE62-D9A9B02FC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6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60" name="Group 462">
            <a:extLst>
              <a:ext uri="{FF2B5EF4-FFF2-40B4-BE49-F238E27FC236}">
                <a16:creationId xmlns:a16="http://schemas.microsoft.com/office/drawing/2014/main" id="{3750EECF-DCA9-E348-8C87-B28425E89D43}"/>
              </a:ext>
            </a:extLst>
          </p:cNvPr>
          <p:cNvGrpSpPr>
            <a:grpSpLocks/>
          </p:cNvGrpSpPr>
          <p:nvPr/>
        </p:nvGrpSpPr>
        <p:grpSpPr bwMode="auto">
          <a:xfrm>
            <a:off x="3217863" y="939800"/>
            <a:ext cx="790575" cy="254000"/>
            <a:chOff x="2208" y="664"/>
            <a:chExt cx="520" cy="160"/>
          </a:xfrm>
        </p:grpSpPr>
        <p:sp>
          <p:nvSpPr>
            <p:cNvPr id="74921" name="Line 463">
              <a:extLst>
                <a:ext uri="{FF2B5EF4-FFF2-40B4-BE49-F238E27FC236}">
                  <a16:creationId xmlns:a16="http://schemas.microsoft.com/office/drawing/2014/main" id="{F1A72DE6-666B-8D4B-8AB0-C46CA92EE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6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22" name="Line 464">
              <a:extLst>
                <a:ext uri="{FF2B5EF4-FFF2-40B4-BE49-F238E27FC236}">
                  <a16:creationId xmlns:a16="http://schemas.microsoft.com/office/drawing/2014/main" id="{F7F1F6E6-006A-8D47-B12B-AF59F2425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23" name="Line 465">
              <a:extLst>
                <a:ext uri="{FF2B5EF4-FFF2-40B4-BE49-F238E27FC236}">
                  <a16:creationId xmlns:a16="http://schemas.microsoft.com/office/drawing/2014/main" id="{2D6E59AE-D30E-9249-BE13-A2B43F8646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24" name="Line 466">
              <a:extLst>
                <a:ext uri="{FF2B5EF4-FFF2-40B4-BE49-F238E27FC236}">
                  <a16:creationId xmlns:a16="http://schemas.microsoft.com/office/drawing/2014/main" id="{5E4AA492-7B87-1B44-AF71-7EBED2D56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4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61" name="Group 467">
            <a:extLst>
              <a:ext uri="{FF2B5EF4-FFF2-40B4-BE49-F238E27FC236}">
                <a16:creationId xmlns:a16="http://schemas.microsoft.com/office/drawing/2014/main" id="{CBC92498-A025-EC4C-B101-DC175DEFAC69}"/>
              </a:ext>
            </a:extLst>
          </p:cNvPr>
          <p:cNvGrpSpPr>
            <a:grpSpLocks/>
          </p:cNvGrpSpPr>
          <p:nvPr/>
        </p:nvGrpSpPr>
        <p:grpSpPr bwMode="auto">
          <a:xfrm>
            <a:off x="4021138" y="939800"/>
            <a:ext cx="790575" cy="254000"/>
            <a:chOff x="2736" y="664"/>
            <a:chExt cx="520" cy="160"/>
          </a:xfrm>
        </p:grpSpPr>
        <p:sp>
          <p:nvSpPr>
            <p:cNvPr id="74917" name="Line 468">
              <a:extLst>
                <a:ext uri="{FF2B5EF4-FFF2-40B4-BE49-F238E27FC236}">
                  <a16:creationId xmlns:a16="http://schemas.microsoft.com/office/drawing/2014/main" id="{52F2B190-E81F-B341-B1E5-CCA6E8551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8" name="Line 469">
              <a:extLst>
                <a:ext uri="{FF2B5EF4-FFF2-40B4-BE49-F238E27FC236}">
                  <a16:creationId xmlns:a16="http://schemas.microsoft.com/office/drawing/2014/main" id="{461D14CB-C909-854E-A6D3-EBA775F5D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9" name="Line 470">
              <a:extLst>
                <a:ext uri="{FF2B5EF4-FFF2-40B4-BE49-F238E27FC236}">
                  <a16:creationId xmlns:a16="http://schemas.microsoft.com/office/drawing/2014/main" id="{009A9267-EEFB-4544-BB59-F4DCBCB622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20" name="Line 471">
              <a:extLst>
                <a:ext uri="{FF2B5EF4-FFF2-40B4-BE49-F238E27FC236}">
                  <a16:creationId xmlns:a16="http://schemas.microsoft.com/office/drawing/2014/main" id="{129958F0-1EBE-8F4A-A4E7-288BE0E9F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62" name="Group 472">
            <a:extLst>
              <a:ext uri="{FF2B5EF4-FFF2-40B4-BE49-F238E27FC236}">
                <a16:creationId xmlns:a16="http://schemas.microsoft.com/office/drawing/2014/main" id="{9E6A2383-8B3A-1844-AA6D-387BC8113D60}"/>
              </a:ext>
            </a:extLst>
          </p:cNvPr>
          <p:cNvGrpSpPr>
            <a:grpSpLocks/>
          </p:cNvGrpSpPr>
          <p:nvPr/>
        </p:nvGrpSpPr>
        <p:grpSpPr bwMode="auto">
          <a:xfrm>
            <a:off x="4824413" y="939800"/>
            <a:ext cx="790575" cy="254000"/>
            <a:chOff x="3264" y="664"/>
            <a:chExt cx="520" cy="160"/>
          </a:xfrm>
        </p:grpSpPr>
        <p:sp>
          <p:nvSpPr>
            <p:cNvPr id="74913" name="Line 473">
              <a:extLst>
                <a:ext uri="{FF2B5EF4-FFF2-40B4-BE49-F238E27FC236}">
                  <a16:creationId xmlns:a16="http://schemas.microsoft.com/office/drawing/2014/main" id="{912B007B-7F25-E848-A8CA-A07DADDBA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2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4" name="Line 474">
              <a:extLst>
                <a:ext uri="{FF2B5EF4-FFF2-40B4-BE49-F238E27FC236}">
                  <a16:creationId xmlns:a16="http://schemas.microsoft.com/office/drawing/2014/main" id="{19933671-879D-AE47-8869-08C846CE9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5" name="Line 475">
              <a:extLst>
                <a:ext uri="{FF2B5EF4-FFF2-40B4-BE49-F238E27FC236}">
                  <a16:creationId xmlns:a16="http://schemas.microsoft.com/office/drawing/2014/main" id="{A947907C-4479-C344-8549-3FB213F0F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6" name="Line 476">
              <a:extLst>
                <a:ext uri="{FF2B5EF4-FFF2-40B4-BE49-F238E27FC236}">
                  <a16:creationId xmlns:a16="http://schemas.microsoft.com/office/drawing/2014/main" id="{9B08425C-067C-8C4E-B5D1-CC226C917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63" name="Group 477">
            <a:extLst>
              <a:ext uri="{FF2B5EF4-FFF2-40B4-BE49-F238E27FC236}">
                <a16:creationId xmlns:a16="http://schemas.microsoft.com/office/drawing/2014/main" id="{27ADBB0D-22E3-5F4A-B0A3-7011757440AE}"/>
              </a:ext>
            </a:extLst>
          </p:cNvPr>
          <p:cNvGrpSpPr>
            <a:grpSpLocks/>
          </p:cNvGrpSpPr>
          <p:nvPr/>
        </p:nvGrpSpPr>
        <p:grpSpPr bwMode="auto">
          <a:xfrm>
            <a:off x="5627688" y="939800"/>
            <a:ext cx="790575" cy="254000"/>
            <a:chOff x="3792" y="664"/>
            <a:chExt cx="520" cy="160"/>
          </a:xfrm>
        </p:grpSpPr>
        <p:sp>
          <p:nvSpPr>
            <p:cNvPr id="74909" name="Line 478">
              <a:extLst>
                <a:ext uri="{FF2B5EF4-FFF2-40B4-BE49-F238E27FC236}">
                  <a16:creationId xmlns:a16="http://schemas.microsoft.com/office/drawing/2014/main" id="{EDE25A09-8F40-EF4A-A384-BD134AE4C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0" name="Line 479">
              <a:extLst>
                <a:ext uri="{FF2B5EF4-FFF2-40B4-BE49-F238E27FC236}">
                  <a16:creationId xmlns:a16="http://schemas.microsoft.com/office/drawing/2014/main" id="{D9B03DC0-5CAE-E244-80C8-86BDD6427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1" name="Line 480">
              <a:extLst>
                <a:ext uri="{FF2B5EF4-FFF2-40B4-BE49-F238E27FC236}">
                  <a16:creationId xmlns:a16="http://schemas.microsoft.com/office/drawing/2014/main" id="{43089F82-13FE-F24F-A557-58D09558D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12" name="Line 481">
              <a:extLst>
                <a:ext uri="{FF2B5EF4-FFF2-40B4-BE49-F238E27FC236}">
                  <a16:creationId xmlns:a16="http://schemas.microsoft.com/office/drawing/2014/main" id="{CA1ED4E9-5E30-7E43-9A6D-711DBCA7C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8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764" name="Group 482">
            <a:extLst>
              <a:ext uri="{FF2B5EF4-FFF2-40B4-BE49-F238E27FC236}">
                <a16:creationId xmlns:a16="http://schemas.microsoft.com/office/drawing/2014/main" id="{1AACE09D-AE62-CA45-A9D6-EBB4AE1BB795}"/>
              </a:ext>
            </a:extLst>
          </p:cNvPr>
          <p:cNvGrpSpPr>
            <a:grpSpLocks/>
          </p:cNvGrpSpPr>
          <p:nvPr/>
        </p:nvGrpSpPr>
        <p:grpSpPr bwMode="auto">
          <a:xfrm>
            <a:off x="6430963" y="939800"/>
            <a:ext cx="790575" cy="254000"/>
            <a:chOff x="4320" y="664"/>
            <a:chExt cx="520" cy="160"/>
          </a:xfrm>
        </p:grpSpPr>
        <p:sp>
          <p:nvSpPr>
            <p:cNvPr id="74905" name="Line 483">
              <a:extLst>
                <a:ext uri="{FF2B5EF4-FFF2-40B4-BE49-F238E27FC236}">
                  <a16:creationId xmlns:a16="http://schemas.microsoft.com/office/drawing/2014/main" id="{28B6C20C-2356-4E47-BE88-156F6C182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8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06" name="Line 484">
              <a:extLst>
                <a:ext uri="{FF2B5EF4-FFF2-40B4-BE49-F238E27FC236}">
                  <a16:creationId xmlns:a16="http://schemas.microsoft.com/office/drawing/2014/main" id="{C1A8F9B4-4EC2-3042-834E-3EBACF68F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07" name="Line 485">
              <a:extLst>
                <a:ext uri="{FF2B5EF4-FFF2-40B4-BE49-F238E27FC236}">
                  <a16:creationId xmlns:a16="http://schemas.microsoft.com/office/drawing/2014/main" id="{28100ADB-20AB-584F-A4C8-38AA9D90D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908" name="Line 486">
              <a:extLst>
                <a:ext uri="{FF2B5EF4-FFF2-40B4-BE49-F238E27FC236}">
                  <a16:creationId xmlns:a16="http://schemas.microsoft.com/office/drawing/2014/main" id="{3A11565C-6A81-8C49-835A-ED38A3C9E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6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765" name="Line 487">
            <a:extLst>
              <a:ext uri="{FF2B5EF4-FFF2-40B4-BE49-F238E27FC236}">
                <a16:creationId xmlns:a16="http://schemas.microsoft.com/office/drawing/2014/main" id="{2B2A7C0F-E1A1-B74A-9B0A-5EB01EF77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025" y="952500"/>
            <a:ext cx="3413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6" name="Line 488">
            <a:extLst>
              <a:ext uri="{FF2B5EF4-FFF2-40B4-BE49-F238E27FC236}">
                <a16:creationId xmlns:a16="http://schemas.microsoft.com/office/drawing/2014/main" id="{93E580E1-050D-5A40-BF37-F8B8A1F56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5350" y="1181100"/>
            <a:ext cx="4143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7" name="Line 489">
            <a:extLst>
              <a:ext uri="{FF2B5EF4-FFF2-40B4-BE49-F238E27FC236}">
                <a16:creationId xmlns:a16="http://schemas.microsoft.com/office/drawing/2014/main" id="{43AB8EEF-53B8-B54B-9339-4A656F44A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4238" y="9652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8" name="Rectangle 490">
            <a:extLst>
              <a:ext uri="{FF2B5EF4-FFF2-40B4-BE49-F238E27FC236}">
                <a16:creationId xmlns:a16="http://schemas.microsoft.com/office/drawing/2014/main" id="{B909EF1B-B20F-464D-BEFD-F9918BF96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1</a:t>
            </a:r>
          </a:p>
        </p:txBody>
      </p:sp>
      <p:sp>
        <p:nvSpPr>
          <p:cNvPr id="74769" name="Rectangle 491">
            <a:extLst>
              <a:ext uri="{FF2B5EF4-FFF2-40B4-BE49-F238E27FC236}">
                <a16:creationId xmlns:a16="http://schemas.microsoft.com/office/drawing/2014/main" id="{CB81E7E4-2CB3-BF42-927F-84DCE123E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025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2</a:t>
            </a:r>
          </a:p>
        </p:txBody>
      </p:sp>
      <p:sp>
        <p:nvSpPr>
          <p:cNvPr id="74770" name="Rectangle 492">
            <a:extLst>
              <a:ext uri="{FF2B5EF4-FFF2-40B4-BE49-F238E27FC236}">
                <a16:creationId xmlns:a16="http://schemas.microsoft.com/office/drawing/2014/main" id="{1DA38BB0-E39F-9C4F-9BDC-71D308E8A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325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3</a:t>
            </a:r>
          </a:p>
        </p:txBody>
      </p:sp>
      <p:sp>
        <p:nvSpPr>
          <p:cNvPr id="74771" name="Rectangle 493">
            <a:extLst>
              <a:ext uri="{FF2B5EF4-FFF2-40B4-BE49-F238E27FC236}">
                <a16:creationId xmlns:a16="http://schemas.microsoft.com/office/drawing/2014/main" id="{B23B1081-9F1D-F045-A533-65B3EA1C0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4</a:t>
            </a:r>
          </a:p>
        </p:txBody>
      </p:sp>
      <p:sp>
        <p:nvSpPr>
          <p:cNvPr id="74772" name="Rectangle 494">
            <a:extLst>
              <a:ext uri="{FF2B5EF4-FFF2-40B4-BE49-F238E27FC236}">
                <a16:creationId xmlns:a16="http://schemas.microsoft.com/office/drawing/2014/main" id="{8F9541EA-054C-754C-830E-C44A3F94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5</a:t>
            </a:r>
          </a:p>
        </p:txBody>
      </p:sp>
      <p:sp>
        <p:nvSpPr>
          <p:cNvPr id="74773" name="Rectangle 495">
            <a:extLst>
              <a:ext uri="{FF2B5EF4-FFF2-40B4-BE49-F238E27FC236}">
                <a16:creationId xmlns:a16="http://schemas.microsoft.com/office/drawing/2014/main" id="{56C2DF29-73B0-5F4B-B87B-749FF1B16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6</a:t>
            </a:r>
          </a:p>
        </p:txBody>
      </p:sp>
      <p:sp>
        <p:nvSpPr>
          <p:cNvPr id="74774" name="Rectangle 496">
            <a:extLst>
              <a:ext uri="{FF2B5EF4-FFF2-40B4-BE49-F238E27FC236}">
                <a16:creationId xmlns:a16="http://schemas.microsoft.com/office/drawing/2014/main" id="{67DD46BE-DEB5-B94E-AB2A-B72B33998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0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7</a:t>
            </a:r>
          </a:p>
        </p:txBody>
      </p:sp>
      <p:sp>
        <p:nvSpPr>
          <p:cNvPr id="74775" name="Rectangle 497">
            <a:extLst>
              <a:ext uri="{FF2B5EF4-FFF2-40B4-BE49-F238E27FC236}">
                <a16:creationId xmlns:a16="http://schemas.microsoft.com/office/drawing/2014/main" id="{A9672D49-FC3A-E048-949F-D5BECA0A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675" y="5715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8</a:t>
            </a:r>
          </a:p>
        </p:txBody>
      </p:sp>
      <p:grpSp>
        <p:nvGrpSpPr>
          <p:cNvPr id="74776" name="Group 498">
            <a:extLst>
              <a:ext uri="{FF2B5EF4-FFF2-40B4-BE49-F238E27FC236}">
                <a16:creationId xmlns:a16="http://schemas.microsoft.com/office/drawing/2014/main" id="{181219A3-C6C0-C34B-8ED2-D7265E6B4E1A}"/>
              </a:ext>
            </a:extLst>
          </p:cNvPr>
          <p:cNvGrpSpPr>
            <a:grpSpLocks/>
          </p:cNvGrpSpPr>
          <p:nvPr/>
        </p:nvGrpSpPr>
        <p:grpSpPr bwMode="auto">
          <a:xfrm>
            <a:off x="819150" y="1346200"/>
            <a:ext cx="3992563" cy="333375"/>
            <a:chOff x="632" y="960"/>
            <a:chExt cx="2624" cy="210"/>
          </a:xfrm>
        </p:grpSpPr>
        <p:grpSp>
          <p:nvGrpSpPr>
            <p:cNvPr id="74890" name="Group 499">
              <a:extLst>
                <a:ext uri="{FF2B5EF4-FFF2-40B4-BE49-F238E27FC236}">
                  <a16:creationId xmlns:a16="http://schemas.microsoft.com/office/drawing/2014/main" id="{21DFAE5C-1486-1145-853B-D627761F6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" y="960"/>
              <a:ext cx="512" cy="210"/>
              <a:chOff x="632" y="960"/>
              <a:chExt cx="512" cy="210"/>
            </a:xfrm>
          </p:grpSpPr>
          <p:sp>
            <p:nvSpPr>
              <p:cNvPr id="74903" name="Rectangle 500">
                <a:extLst>
                  <a:ext uri="{FF2B5EF4-FFF2-40B4-BE49-F238E27FC236}">
                    <a16:creationId xmlns:a16="http://schemas.microsoft.com/office/drawing/2014/main" id="{8CE215CE-CDCA-5940-9BDF-9B6326893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904" name="Rectangle 501">
                <a:extLst>
                  <a:ext uri="{FF2B5EF4-FFF2-40B4-BE49-F238E27FC236}">
                    <a16:creationId xmlns:a16="http://schemas.microsoft.com/office/drawing/2014/main" id="{F52741A1-2C2B-CA48-861A-39105C872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3" y="960"/>
                <a:ext cx="45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4891" name="Group 502">
              <a:extLst>
                <a:ext uri="{FF2B5EF4-FFF2-40B4-BE49-F238E27FC236}">
                  <a16:creationId xmlns:a16="http://schemas.microsoft.com/office/drawing/2014/main" id="{2F3271F7-EC8C-FA4B-B2C6-FA9EBD8D5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" y="960"/>
              <a:ext cx="594" cy="210"/>
              <a:chOff x="1143" y="960"/>
              <a:chExt cx="594" cy="210"/>
            </a:xfrm>
          </p:grpSpPr>
          <p:sp>
            <p:nvSpPr>
              <p:cNvPr id="74901" name="Rectangle 503">
                <a:extLst>
                  <a:ext uri="{FF2B5EF4-FFF2-40B4-BE49-F238E27FC236}">
                    <a16:creationId xmlns:a16="http://schemas.microsoft.com/office/drawing/2014/main" id="{12CA9EDE-F0A3-A842-842F-1FF78D047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902" name="Rectangle 504">
                <a:extLst>
                  <a:ext uri="{FF2B5EF4-FFF2-40B4-BE49-F238E27FC236}">
                    <a16:creationId xmlns:a16="http://schemas.microsoft.com/office/drawing/2014/main" id="{6FF1746F-099C-6544-A905-E5895B6B5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960"/>
                <a:ext cx="59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4892" name="Group 505">
              <a:extLst>
                <a:ext uri="{FF2B5EF4-FFF2-40B4-BE49-F238E27FC236}">
                  <a16:creationId xmlns:a16="http://schemas.microsoft.com/office/drawing/2014/main" id="{F0819F5E-4EF3-DA43-9B3E-135E22756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960"/>
              <a:ext cx="512" cy="210"/>
              <a:chOff x="1688" y="960"/>
              <a:chExt cx="512" cy="210"/>
            </a:xfrm>
          </p:grpSpPr>
          <p:sp>
            <p:nvSpPr>
              <p:cNvPr id="74899" name="Rectangle 506">
                <a:extLst>
                  <a:ext uri="{FF2B5EF4-FFF2-40B4-BE49-F238E27FC236}">
                    <a16:creationId xmlns:a16="http://schemas.microsoft.com/office/drawing/2014/main" id="{F2EC1433-E11B-AB49-96B2-B50815FCD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900" name="Rectangle 507">
                <a:extLst>
                  <a:ext uri="{FF2B5EF4-FFF2-40B4-BE49-F238E27FC236}">
                    <a16:creationId xmlns:a16="http://schemas.microsoft.com/office/drawing/2014/main" id="{C1E3B2DE-7B97-1A41-A876-A24F18111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960"/>
                <a:ext cx="39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4893" name="Group 508">
              <a:extLst>
                <a:ext uri="{FF2B5EF4-FFF2-40B4-BE49-F238E27FC236}">
                  <a16:creationId xmlns:a16="http://schemas.microsoft.com/office/drawing/2014/main" id="{48FA8319-02E2-E745-93F7-357C3E7797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960"/>
              <a:ext cx="512" cy="210"/>
              <a:chOff x="2216" y="960"/>
              <a:chExt cx="512" cy="210"/>
            </a:xfrm>
          </p:grpSpPr>
          <p:sp>
            <p:nvSpPr>
              <p:cNvPr id="74897" name="Rectangle 509">
                <a:extLst>
                  <a:ext uri="{FF2B5EF4-FFF2-40B4-BE49-F238E27FC236}">
                    <a16:creationId xmlns:a16="http://schemas.microsoft.com/office/drawing/2014/main" id="{23044C7F-2D48-204C-B097-D2230EE21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98" name="Rectangle 510">
                <a:extLst>
                  <a:ext uri="{FF2B5EF4-FFF2-40B4-BE49-F238E27FC236}">
                    <a16:creationId xmlns:a16="http://schemas.microsoft.com/office/drawing/2014/main" id="{9A601D12-137C-3343-B937-4791EF7D0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960"/>
                <a:ext cx="4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4894" name="Group 511">
              <a:extLst>
                <a:ext uri="{FF2B5EF4-FFF2-40B4-BE49-F238E27FC236}">
                  <a16:creationId xmlns:a16="http://schemas.microsoft.com/office/drawing/2014/main" id="{C552B1C8-11E8-EE4E-8703-38DE23A45C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960"/>
              <a:ext cx="512" cy="210"/>
              <a:chOff x="2744" y="960"/>
              <a:chExt cx="512" cy="210"/>
            </a:xfrm>
          </p:grpSpPr>
          <p:sp>
            <p:nvSpPr>
              <p:cNvPr id="74895" name="Rectangle 512">
                <a:extLst>
                  <a:ext uri="{FF2B5EF4-FFF2-40B4-BE49-F238E27FC236}">
                    <a16:creationId xmlns:a16="http://schemas.microsoft.com/office/drawing/2014/main" id="{D037800C-8ACB-6441-A8B6-EEE519B15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96" name="Rectangle 513">
                <a:extLst>
                  <a:ext uri="{FF2B5EF4-FFF2-40B4-BE49-F238E27FC236}">
                    <a16:creationId xmlns:a16="http://schemas.microsoft.com/office/drawing/2014/main" id="{17E4182D-ADBB-F44E-8FAC-8CCFEECCC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960"/>
                <a:ext cx="31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4777" name="Rectangle 514">
            <a:extLst>
              <a:ext uri="{FF2B5EF4-FFF2-40B4-BE49-F238E27FC236}">
                <a16:creationId xmlns:a16="http://schemas.microsoft.com/office/drawing/2014/main" id="{6B5E95DC-BF1D-C643-8D02-7BCD79401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1346200"/>
            <a:ext cx="8524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0: </a:t>
            </a:r>
            <a:r>
              <a:rPr lang="en-US" altLang="zh-CN">
                <a:ea typeface="宋体" panose="02010600030101010101" pitchFamily="2" charset="-122"/>
              </a:rPr>
              <a:t>Load</a:t>
            </a:r>
          </a:p>
        </p:txBody>
      </p:sp>
      <p:grpSp>
        <p:nvGrpSpPr>
          <p:cNvPr id="74778" name="Group 515">
            <a:extLst>
              <a:ext uri="{FF2B5EF4-FFF2-40B4-BE49-F238E27FC236}">
                <a16:creationId xmlns:a16="http://schemas.microsoft.com/office/drawing/2014/main" id="{1E32D144-7744-D642-93DF-732BF2766DDD}"/>
              </a:ext>
            </a:extLst>
          </p:cNvPr>
          <p:cNvGrpSpPr>
            <a:grpSpLocks/>
          </p:cNvGrpSpPr>
          <p:nvPr/>
        </p:nvGrpSpPr>
        <p:grpSpPr bwMode="auto">
          <a:xfrm>
            <a:off x="1622425" y="1739900"/>
            <a:ext cx="3992563" cy="333375"/>
            <a:chOff x="1160" y="1248"/>
            <a:chExt cx="2624" cy="210"/>
          </a:xfrm>
        </p:grpSpPr>
        <p:grpSp>
          <p:nvGrpSpPr>
            <p:cNvPr id="74875" name="Group 516">
              <a:extLst>
                <a:ext uri="{FF2B5EF4-FFF2-40B4-BE49-F238E27FC236}">
                  <a16:creationId xmlns:a16="http://schemas.microsoft.com/office/drawing/2014/main" id="{CB3D964E-B6D8-8C44-A5E2-2BB1441CAA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1248"/>
              <a:ext cx="512" cy="210"/>
              <a:chOff x="1160" y="1248"/>
              <a:chExt cx="512" cy="210"/>
            </a:xfrm>
          </p:grpSpPr>
          <p:sp>
            <p:nvSpPr>
              <p:cNvPr id="74888" name="Rectangle 517">
                <a:extLst>
                  <a:ext uri="{FF2B5EF4-FFF2-40B4-BE49-F238E27FC236}">
                    <a16:creationId xmlns:a16="http://schemas.microsoft.com/office/drawing/2014/main" id="{4E663DF4-0100-6D4D-920D-03D445BD7D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89" name="Rectangle 518">
                <a:extLst>
                  <a:ext uri="{FF2B5EF4-FFF2-40B4-BE49-F238E27FC236}">
                    <a16:creationId xmlns:a16="http://schemas.microsoft.com/office/drawing/2014/main" id="{8DF60248-CA11-D244-A844-26A2E9962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248"/>
                <a:ext cx="45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4876" name="Group 519">
              <a:extLst>
                <a:ext uri="{FF2B5EF4-FFF2-40B4-BE49-F238E27FC236}">
                  <a16:creationId xmlns:a16="http://schemas.microsoft.com/office/drawing/2014/main" id="{A4BE1FD1-8614-AF47-9EC7-244B7965E8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1" y="1248"/>
              <a:ext cx="594" cy="210"/>
              <a:chOff x="1671" y="1248"/>
              <a:chExt cx="594" cy="210"/>
            </a:xfrm>
          </p:grpSpPr>
          <p:sp>
            <p:nvSpPr>
              <p:cNvPr id="74886" name="Rectangle 520">
                <a:extLst>
                  <a:ext uri="{FF2B5EF4-FFF2-40B4-BE49-F238E27FC236}">
                    <a16:creationId xmlns:a16="http://schemas.microsoft.com/office/drawing/2014/main" id="{7DAEEA29-D3ED-9140-A557-8FB5D7D9A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87" name="Rectangle 521">
                <a:extLst>
                  <a:ext uri="{FF2B5EF4-FFF2-40B4-BE49-F238E27FC236}">
                    <a16:creationId xmlns:a16="http://schemas.microsoft.com/office/drawing/2014/main" id="{A8E4DB95-403D-C149-A7CB-9B20F7300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1248"/>
                <a:ext cx="59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4877" name="Group 522">
              <a:extLst>
                <a:ext uri="{FF2B5EF4-FFF2-40B4-BE49-F238E27FC236}">
                  <a16:creationId xmlns:a16="http://schemas.microsoft.com/office/drawing/2014/main" id="{A277D376-1212-224B-9159-65597D4B3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1248"/>
              <a:ext cx="512" cy="210"/>
              <a:chOff x="2216" y="1248"/>
              <a:chExt cx="512" cy="210"/>
            </a:xfrm>
          </p:grpSpPr>
          <p:sp>
            <p:nvSpPr>
              <p:cNvPr id="74884" name="Rectangle 523">
                <a:extLst>
                  <a:ext uri="{FF2B5EF4-FFF2-40B4-BE49-F238E27FC236}">
                    <a16:creationId xmlns:a16="http://schemas.microsoft.com/office/drawing/2014/main" id="{31450A4B-959E-2544-9DFC-06746560B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85" name="Rectangle 524">
                <a:extLst>
                  <a:ext uri="{FF2B5EF4-FFF2-40B4-BE49-F238E27FC236}">
                    <a16:creationId xmlns:a16="http://schemas.microsoft.com/office/drawing/2014/main" id="{0EA28B9A-FEE6-E24E-8FC5-73E1DADE4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1248"/>
                <a:ext cx="39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4878" name="Group 525">
              <a:extLst>
                <a:ext uri="{FF2B5EF4-FFF2-40B4-BE49-F238E27FC236}">
                  <a16:creationId xmlns:a16="http://schemas.microsoft.com/office/drawing/2014/main" id="{44BC5B59-2A4B-3C44-A55D-ECC8B9E042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248"/>
              <a:ext cx="512" cy="210"/>
              <a:chOff x="2744" y="1248"/>
              <a:chExt cx="512" cy="210"/>
            </a:xfrm>
          </p:grpSpPr>
          <p:sp>
            <p:nvSpPr>
              <p:cNvPr id="74882" name="Rectangle 526">
                <a:extLst>
                  <a:ext uri="{FF2B5EF4-FFF2-40B4-BE49-F238E27FC236}">
                    <a16:creationId xmlns:a16="http://schemas.microsoft.com/office/drawing/2014/main" id="{C4DCFD3D-6772-1544-9089-5890C8E39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83" name="Rectangle 527">
                <a:extLst>
                  <a:ext uri="{FF2B5EF4-FFF2-40B4-BE49-F238E27FC236}">
                    <a16:creationId xmlns:a16="http://schemas.microsoft.com/office/drawing/2014/main" id="{2F7B350F-2B73-F149-B7FD-39BC05B5D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248"/>
                <a:ext cx="4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4879" name="Group 528">
              <a:extLst>
                <a:ext uri="{FF2B5EF4-FFF2-40B4-BE49-F238E27FC236}">
                  <a16:creationId xmlns:a16="http://schemas.microsoft.com/office/drawing/2014/main" id="{97FBC9FE-AF9B-F549-81E6-7343AAD880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248"/>
              <a:ext cx="512" cy="210"/>
              <a:chOff x="3272" y="1248"/>
              <a:chExt cx="512" cy="210"/>
            </a:xfrm>
          </p:grpSpPr>
          <p:sp>
            <p:nvSpPr>
              <p:cNvPr id="74880" name="Rectangle 529">
                <a:extLst>
                  <a:ext uri="{FF2B5EF4-FFF2-40B4-BE49-F238E27FC236}">
                    <a16:creationId xmlns:a16="http://schemas.microsoft.com/office/drawing/2014/main" id="{AF533A57-F7F6-794F-80A0-B18BD4617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81" name="Rectangle 530">
                <a:extLst>
                  <a:ext uri="{FF2B5EF4-FFF2-40B4-BE49-F238E27FC236}">
                    <a16:creationId xmlns:a16="http://schemas.microsoft.com/office/drawing/2014/main" id="{2F05018B-027E-C341-B422-9A2946916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248"/>
                <a:ext cx="31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4779" name="Rectangle 531">
            <a:extLst>
              <a:ext uri="{FF2B5EF4-FFF2-40B4-BE49-F238E27FC236}">
                <a16:creationId xmlns:a16="http://schemas.microsoft.com/office/drawing/2014/main" id="{BCCDF357-66A2-4D40-B1B9-2FEC1C1CE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1739900"/>
            <a:ext cx="9890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4: 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74780" name="Group 532">
            <a:extLst>
              <a:ext uri="{FF2B5EF4-FFF2-40B4-BE49-F238E27FC236}">
                <a16:creationId xmlns:a16="http://schemas.microsoft.com/office/drawing/2014/main" id="{2B080ECD-2C39-114E-B397-9D96AB67F88A}"/>
              </a:ext>
            </a:extLst>
          </p:cNvPr>
          <p:cNvGrpSpPr>
            <a:grpSpLocks/>
          </p:cNvGrpSpPr>
          <p:nvPr/>
        </p:nvGrpSpPr>
        <p:grpSpPr bwMode="auto">
          <a:xfrm>
            <a:off x="2425700" y="2159000"/>
            <a:ext cx="3992563" cy="333375"/>
            <a:chOff x="1688" y="1536"/>
            <a:chExt cx="2624" cy="210"/>
          </a:xfrm>
        </p:grpSpPr>
        <p:grpSp>
          <p:nvGrpSpPr>
            <p:cNvPr id="74860" name="Group 533">
              <a:extLst>
                <a:ext uri="{FF2B5EF4-FFF2-40B4-BE49-F238E27FC236}">
                  <a16:creationId xmlns:a16="http://schemas.microsoft.com/office/drawing/2014/main" id="{3198432F-8A85-174D-AAD4-D577088D35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1536"/>
              <a:ext cx="512" cy="210"/>
              <a:chOff x="1688" y="1536"/>
              <a:chExt cx="512" cy="210"/>
            </a:xfrm>
          </p:grpSpPr>
          <p:sp>
            <p:nvSpPr>
              <p:cNvPr id="74873" name="Rectangle 534">
                <a:extLst>
                  <a:ext uri="{FF2B5EF4-FFF2-40B4-BE49-F238E27FC236}">
                    <a16:creationId xmlns:a16="http://schemas.microsoft.com/office/drawing/2014/main" id="{01A4B34D-E7C6-9F46-984A-8EFB7FF80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74" name="Rectangle 535">
                <a:extLst>
                  <a:ext uri="{FF2B5EF4-FFF2-40B4-BE49-F238E27FC236}">
                    <a16:creationId xmlns:a16="http://schemas.microsoft.com/office/drawing/2014/main" id="{928E8589-A07F-3747-A15C-57227897B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1536"/>
                <a:ext cx="45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4861" name="Group 536">
              <a:extLst>
                <a:ext uri="{FF2B5EF4-FFF2-40B4-BE49-F238E27FC236}">
                  <a16:creationId xmlns:a16="http://schemas.microsoft.com/office/drawing/2014/main" id="{5D9EEC68-831D-4F4E-AE11-5EC10F20B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1536"/>
              <a:ext cx="594" cy="210"/>
              <a:chOff x="2199" y="1536"/>
              <a:chExt cx="594" cy="210"/>
            </a:xfrm>
          </p:grpSpPr>
          <p:sp>
            <p:nvSpPr>
              <p:cNvPr id="74871" name="Rectangle 537">
                <a:extLst>
                  <a:ext uri="{FF2B5EF4-FFF2-40B4-BE49-F238E27FC236}">
                    <a16:creationId xmlns:a16="http://schemas.microsoft.com/office/drawing/2014/main" id="{75BB35DC-A60F-3B43-85A9-5C6B32F91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72" name="Rectangle 538">
                <a:extLst>
                  <a:ext uri="{FF2B5EF4-FFF2-40B4-BE49-F238E27FC236}">
                    <a16:creationId xmlns:a16="http://schemas.microsoft.com/office/drawing/2014/main" id="{07D370DE-2B97-924A-BA27-F615DBFEC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1536"/>
                <a:ext cx="59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4862" name="Group 539">
              <a:extLst>
                <a:ext uri="{FF2B5EF4-FFF2-40B4-BE49-F238E27FC236}">
                  <a16:creationId xmlns:a16="http://schemas.microsoft.com/office/drawing/2014/main" id="{B50EA8E5-C58A-C44E-8AFF-7EF330FA3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536"/>
              <a:ext cx="512" cy="210"/>
              <a:chOff x="2744" y="1536"/>
              <a:chExt cx="512" cy="210"/>
            </a:xfrm>
          </p:grpSpPr>
          <p:sp>
            <p:nvSpPr>
              <p:cNvPr id="74869" name="Rectangle 540">
                <a:extLst>
                  <a:ext uri="{FF2B5EF4-FFF2-40B4-BE49-F238E27FC236}">
                    <a16:creationId xmlns:a16="http://schemas.microsoft.com/office/drawing/2014/main" id="{625C6862-3AE0-9744-975D-1177D37D2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70" name="Rectangle 541">
                <a:extLst>
                  <a:ext uri="{FF2B5EF4-FFF2-40B4-BE49-F238E27FC236}">
                    <a16:creationId xmlns:a16="http://schemas.microsoft.com/office/drawing/2014/main" id="{745BB298-0032-424E-92F7-3DB0754AF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536"/>
                <a:ext cx="39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4863" name="Group 542">
              <a:extLst>
                <a:ext uri="{FF2B5EF4-FFF2-40B4-BE49-F238E27FC236}">
                  <a16:creationId xmlns:a16="http://schemas.microsoft.com/office/drawing/2014/main" id="{78928703-2F6D-4C41-BADE-AA3CDF7A6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536"/>
              <a:ext cx="512" cy="210"/>
              <a:chOff x="3272" y="1536"/>
              <a:chExt cx="512" cy="210"/>
            </a:xfrm>
          </p:grpSpPr>
          <p:sp>
            <p:nvSpPr>
              <p:cNvPr id="74867" name="Rectangle 543">
                <a:extLst>
                  <a:ext uri="{FF2B5EF4-FFF2-40B4-BE49-F238E27FC236}">
                    <a16:creationId xmlns:a16="http://schemas.microsoft.com/office/drawing/2014/main" id="{776303DF-038E-A643-A60C-03D82F276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68" name="Rectangle 544">
                <a:extLst>
                  <a:ext uri="{FF2B5EF4-FFF2-40B4-BE49-F238E27FC236}">
                    <a16:creationId xmlns:a16="http://schemas.microsoft.com/office/drawing/2014/main" id="{149B2656-10B0-4843-9A76-BA101ACE6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536"/>
                <a:ext cx="4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4864" name="Group 545">
              <a:extLst>
                <a:ext uri="{FF2B5EF4-FFF2-40B4-BE49-F238E27FC236}">
                  <a16:creationId xmlns:a16="http://schemas.microsoft.com/office/drawing/2014/main" id="{56D4261F-1690-664E-A57D-37AC2A43AD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1536"/>
              <a:ext cx="512" cy="210"/>
              <a:chOff x="3800" y="1536"/>
              <a:chExt cx="512" cy="210"/>
            </a:xfrm>
          </p:grpSpPr>
          <p:sp>
            <p:nvSpPr>
              <p:cNvPr id="74865" name="Rectangle 546">
                <a:extLst>
                  <a:ext uri="{FF2B5EF4-FFF2-40B4-BE49-F238E27FC236}">
                    <a16:creationId xmlns:a16="http://schemas.microsoft.com/office/drawing/2014/main" id="{C1F7EA4C-5800-744B-9E1D-57B82D2BD3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66" name="Rectangle 547">
                <a:extLst>
                  <a:ext uri="{FF2B5EF4-FFF2-40B4-BE49-F238E27FC236}">
                    <a16:creationId xmlns:a16="http://schemas.microsoft.com/office/drawing/2014/main" id="{C7D4BECB-3556-3542-BE11-CB0694ABB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1536"/>
                <a:ext cx="31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4781" name="Rectangle 548">
            <a:extLst>
              <a:ext uri="{FF2B5EF4-FFF2-40B4-BE49-F238E27FC236}">
                <a16:creationId xmlns:a16="http://schemas.microsoft.com/office/drawing/2014/main" id="{BE17A0B6-D107-FA4D-B140-AC3F42860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144713"/>
            <a:ext cx="8651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8: </a:t>
            </a:r>
            <a:r>
              <a:rPr lang="en-US" altLang="zh-CN">
                <a:ea typeface="宋体" panose="02010600030101010101" pitchFamily="2" charset="-122"/>
              </a:rPr>
              <a:t>Store</a:t>
            </a:r>
          </a:p>
        </p:txBody>
      </p:sp>
      <p:grpSp>
        <p:nvGrpSpPr>
          <p:cNvPr id="74782" name="Group 549">
            <a:extLst>
              <a:ext uri="{FF2B5EF4-FFF2-40B4-BE49-F238E27FC236}">
                <a16:creationId xmlns:a16="http://schemas.microsoft.com/office/drawing/2014/main" id="{684362E5-63C3-A546-AB10-1DF3D2B87183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2578100"/>
            <a:ext cx="3992563" cy="333375"/>
            <a:chOff x="2216" y="1824"/>
            <a:chExt cx="2624" cy="210"/>
          </a:xfrm>
        </p:grpSpPr>
        <p:grpSp>
          <p:nvGrpSpPr>
            <p:cNvPr id="74845" name="Group 550">
              <a:extLst>
                <a:ext uri="{FF2B5EF4-FFF2-40B4-BE49-F238E27FC236}">
                  <a16:creationId xmlns:a16="http://schemas.microsoft.com/office/drawing/2014/main" id="{5DAE862A-1083-444C-9E77-998B6234F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1824"/>
              <a:ext cx="512" cy="210"/>
              <a:chOff x="2216" y="1824"/>
              <a:chExt cx="512" cy="210"/>
            </a:xfrm>
          </p:grpSpPr>
          <p:sp>
            <p:nvSpPr>
              <p:cNvPr id="74858" name="Rectangle 551">
                <a:extLst>
                  <a:ext uri="{FF2B5EF4-FFF2-40B4-BE49-F238E27FC236}">
                    <a16:creationId xmlns:a16="http://schemas.microsoft.com/office/drawing/2014/main" id="{826F1357-97B2-C94B-9D63-02B2941FA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59" name="Rectangle 552">
                <a:extLst>
                  <a:ext uri="{FF2B5EF4-FFF2-40B4-BE49-F238E27FC236}">
                    <a16:creationId xmlns:a16="http://schemas.microsoft.com/office/drawing/2014/main" id="{051E226B-1284-CB43-B73D-60E39DD85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7" y="1824"/>
                <a:ext cx="45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4846" name="Group 553">
              <a:extLst>
                <a:ext uri="{FF2B5EF4-FFF2-40B4-BE49-F238E27FC236}">
                  <a16:creationId xmlns:a16="http://schemas.microsoft.com/office/drawing/2014/main" id="{6F5D6D36-0837-F640-A874-BCFA75AB3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824"/>
              <a:ext cx="594" cy="210"/>
              <a:chOff x="2727" y="1824"/>
              <a:chExt cx="594" cy="210"/>
            </a:xfrm>
          </p:grpSpPr>
          <p:sp>
            <p:nvSpPr>
              <p:cNvPr id="74856" name="Rectangle 554">
                <a:extLst>
                  <a:ext uri="{FF2B5EF4-FFF2-40B4-BE49-F238E27FC236}">
                    <a16:creationId xmlns:a16="http://schemas.microsoft.com/office/drawing/2014/main" id="{109D8896-8C4E-2E4F-9241-42F33BA08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57" name="Rectangle 555">
                <a:extLst>
                  <a:ext uri="{FF2B5EF4-FFF2-40B4-BE49-F238E27FC236}">
                    <a16:creationId xmlns:a16="http://schemas.microsoft.com/office/drawing/2014/main" id="{E4DECADD-A444-2140-B405-DC1B48D7C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7" y="1824"/>
                <a:ext cx="59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4847" name="Group 556">
              <a:extLst>
                <a:ext uri="{FF2B5EF4-FFF2-40B4-BE49-F238E27FC236}">
                  <a16:creationId xmlns:a16="http://schemas.microsoft.com/office/drawing/2014/main" id="{40D27E6A-5B4E-D948-8ED9-164ABA1A9E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824"/>
              <a:ext cx="512" cy="210"/>
              <a:chOff x="3272" y="1824"/>
              <a:chExt cx="512" cy="210"/>
            </a:xfrm>
          </p:grpSpPr>
          <p:sp>
            <p:nvSpPr>
              <p:cNvPr id="74854" name="Rectangle 557">
                <a:extLst>
                  <a:ext uri="{FF2B5EF4-FFF2-40B4-BE49-F238E27FC236}">
                    <a16:creationId xmlns:a16="http://schemas.microsoft.com/office/drawing/2014/main" id="{7261374C-4F5B-4E4A-B0E1-3CDF2DA13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55" name="Rectangle 558">
                <a:extLst>
                  <a:ext uri="{FF2B5EF4-FFF2-40B4-BE49-F238E27FC236}">
                    <a16:creationId xmlns:a16="http://schemas.microsoft.com/office/drawing/2014/main" id="{556352D9-FD58-FA40-BBCB-5E17D61D1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824"/>
                <a:ext cx="39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4848" name="Group 559">
              <a:extLst>
                <a:ext uri="{FF2B5EF4-FFF2-40B4-BE49-F238E27FC236}">
                  <a16:creationId xmlns:a16="http://schemas.microsoft.com/office/drawing/2014/main" id="{5E13DEC3-3890-6748-A35E-68335C57BE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1824"/>
              <a:ext cx="512" cy="210"/>
              <a:chOff x="3800" y="1824"/>
              <a:chExt cx="512" cy="210"/>
            </a:xfrm>
          </p:grpSpPr>
          <p:sp>
            <p:nvSpPr>
              <p:cNvPr id="74852" name="Rectangle 560">
                <a:extLst>
                  <a:ext uri="{FF2B5EF4-FFF2-40B4-BE49-F238E27FC236}">
                    <a16:creationId xmlns:a16="http://schemas.microsoft.com/office/drawing/2014/main" id="{7504A85A-D21E-CB4D-8025-FACB30BAC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53" name="Rectangle 561">
                <a:extLst>
                  <a:ext uri="{FF2B5EF4-FFF2-40B4-BE49-F238E27FC236}">
                    <a16:creationId xmlns:a16="http://schemas.microsoft.com/office/drawing/2014/main" id="{3A995DC9-1F0E-E644-B9AB-952B36C11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1824"/>
                <a:ext cx="4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4849" name="Group 562">
              <a:extLst>
                <a:ext uri="{FF2B5EF4-FFF2-40B4-BE49-F238E27FC236}">
                  <a16:creationId xmlns:a16="http://schemas.microsoft.com/office/drawing/2014/main" id="{8B978F8F-CAF4-0C4E-AF45-D0C5D7E276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8" y="1824"/>
              <a:ext cx="512" cy="210"/>
              <a:chOff x="4328" y="1824"/>
              <a:chExt cx="512" cy="210"/>
            </a:xfrm>
          </p:grpSpPr>
          <p:sp>
            <p:nvSpPr>
              <p:cNvPr id="74850" name="Rectangle 563">
                <a:extLst>
                  <a:ext uri="{FF2B5EF4-FFF2-40B4-BE49-F238E27FC236}">
                    <a16:creationId xmlns:a16="http://schemas.microsoft.com/office/drawing/2014/main" id="{D6B0501B-2636-B044-92A1-ABB27C057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51" name="Rectangle 564">
                <a:extLst>
                  <a:ext uri="{FF2B5EF4-FFF2-40B4-BE49-F238E27FC236}">
                    <a16:creationId xmlns:a16="http://schemas.microsoft.com/office/drawing/2014/main" id="{A3B9550B-AE61-AB4C-BB6C-E307E3E48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1824"/>
                <a:ext cx="31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4783" name="Rectangle 565">
            <a:extLst>
              <a:ext uri="{FF2B5EF4-FFF2-40B4-BE49-F238E27FC236}">
                <a16:creationId xmlns:a16="http://schemas.microsoft.com/office/drawing/2014/main" id="{C56EF70E-5D2E-994A-8E07-1D55709F0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578100"/>
            <a:ext cx="219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12: </a:t>
            </a:r>
            <a:r>
              <a:rPr lang="en-US" altLang="zh-CN">
                <a:ea typeface="宋体" panose="02010600030101010101" pitchFamily="2" charset="-122"/>
              </a:rPr>
              <a:t>Beq (target is 1000)</a:t>
            </a:r>
          </a:p>
        </p:txBody>
      </p:sp>
      <p:sp>
        <p:nvSpPr>
          <p:cNvPr id="74784" name="Line 566">
            <a:extLst>
              <a:ext uri="{FF2B5EF4-FFF2-40B4-BE49-F238E27FC236}">
                <a16:creationId xmlns:a16="http://schemas.microsoft.com/office/drawing/2014/main" id="{A380720C-FDD8-9741-BDDB-3BC03A7C6C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4888" y="774700"/>
            <a:ext cx="0" cy="2997200"/>
          </a:xfrm>
          <a:prstGeom prst="line">
            <a:avLst/>
          </a:prstGeom>
          <a:noFill/>
          <a:ln w="38100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85" name="Line 567">
            <a:extLst>
              <a:ext uri="{FF2B5EF4-FFF2-40B4-BE49-F238E27FC236}">
                <a16:creationId xmlns:a16="http://schemas.microsoft.com/office/drawing/2014/main" id="{BD058B17-FBA7-5A4E-9B99-605C848C2F7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18263" y="774700"/>
            <a:ext cx="38100" cy="34036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4786" name="Group 577">
            <a:extLst>
              <a:ext uri="{FF2B5EF4-FFF2-40B4-BE49-F238E27FC236}">
                <a16:creationId xmlns:a16="http://schemas.microsoft.com/office/drawing/2014/main" id="{3BF20C7D-EDBB-CC40-8CBF-DE498B11ADF3}"/>
              </a:ext>
            </a:extLst>
          </p:cNvPr>
          <p:cNvGrpSpPr>
            <a:grpSpLocks/>
          </p:cNvGrpSpPr>
          <p:nvPr/>
        </p:nvGrpSpPr>
        <p:grpSpPr bwMode="auto">
          <a:xfrm>
            <a:off x="3987800" y="2959100"/>
            <a:ext cx="4102100" cy="333375"/>
            <a:chOff x="1160" y="1248"/>
            <a:chExt cx="2624" cy="210"/>
          </a:xfrm>
        </p:grpSpPr>
        <p:grpSp>
          <p:nvGrpSpPr>
            <p:cNvPr id="74830" name="Group 578">
              <a:extLst>
                <a:ext uri="{FF2B5EF4-FFF2-40B4-BE49-F238E27FC236}">
                  <a16:creationId xmlns:a16="http://schemas.microsoft.com/office/drawing/2014/main" id="{519D6885-03D8-434F-AFAF-48FA0B1F4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1248"/>
              <a:ext cx="512" cy="210"/>
              <a:chOff x="1160" y="1248"/>
              <a:chExt cx="512" cy="210"/>
            </a:xfrm>
          </p:grpSpPr>
          <p:sp>
            <p:nvSpPr>
              <p:cNvPr id="74843" name="Rectangle 579">
                <a:extLst>
                  <a:ext uri="{FF2B5EF4-FFF2-40B4-BE49-F238E27FC236}">
                    <a16:creationId xmlns:a16="http://schemas.microsoft.com/office/drawing/2014/main" id="{F3E6B1A2-784B-AB4E-A2A6-B71C8088B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44" name="Rectangle 580">
                <a:extLst>
                  <a:ext uri="{FF2B5EF4-FFF2-40B4-BE49-F238E27FC236}">
                    <a16:creationId xmlns:a16="http://schemas.microsoft.com/office/drawing/2014/main" id="{44575F4F-1759-AC46-A8E7-2670027D1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248"/>
                <a:ext cx="44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4831" name="Group 581">
              <a:extLst>
                <a:ext uri="{FF2B5EF4-FFF2-40B4-BE49-F238E27FC236}">
                  <a16:creationId xmlns:a16="http://schemas.microsoft.com/office/drawing/2014/main" id="{EB01B296-C502-5B4B-85D9-8DA149B1CE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1" y="1248"/>
              <a:ext cx="577" cy="210"/>
              <a:chOff x="1671" y="1248"/>
              <a:chExt cx="577" cy="210"/>
            </a:xfrm>
          </p:grpSpPr>
          <p:sp>
            <p:nvSpPr>
              <p:cNvPr id="74841" name="Rectangle 582">
                <a:extLst>
                  <a:ext uri="{FF2B5EF4-FFF2-40B4-BE49-F238E27FC236}">
                    <a16:creationId xmlns:a16="http://schemas.microsoft.com/office/drawing/2014/main" id="{1E91721E-5D5F-B747-A366-64F7D46A2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42" name="Rectangle 583">
                <a:extLst>
                  <a:ext uri="{FF2B5EF4-FFF2-40B4-BE49-F238E27FC236}">
                    <a16:creationId xmlns:a16="http://schemas.microsoft.com/office/drawing/2014/main" id="{FFF95569-114A-A749-979C-B5F74BE13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1248"/>
                <a:ext cx="5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4832" name="Group 584">
              <a:extLst>
                <a:ext uri="{FF2B5EF4-FFF2-40B4-BE49-F238E27FC236}">
                  <a16:creationId xmlns:a16="http://schemas.microsoft.com/office/drawing/2014/main" id="{5CFCAB50-CDAF-724B-B86A-33DCDF97F5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1248"/>
              <a:ext cx="512" cy="210"/>
              <a:chOff x="2216" y="1248"/>
              <a:chExt cx="512" cy="210"/>
            </a:xfrm>
          </p:grpSpPr>
          <p:sp>
            <p:nvSpPr>
              <p:cNvPr id="74839" name="Rectangle 585">
                <a:extLst>
                  <a:ext uri="{FF2B5EF4-FFF2-40B4-BE49-F238E27FC236}">
                    <a16:creationId xmlns:a16="http://schemas.microsoft.com/office/drawing/2014/main" id="{33CE8649-4F64-F948-B895-93412F7C6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40" name="Rectangle 586">
                <a:extLst>
                  <a:ext uri="{FF2B5EF4-FFF2-40B4-BE49-F238E27FC236}">
                    <a16:creationId xmlns:a16="http://schemas.microsoft.com/office/drawing/2014/main" id="{E2473E8F-1A29-6E44-97E5-1820BCDD1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1248"/>
                <a:ext cx="38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4833" name="Group 587">
              <a:extLst>
                <a:ext uri="{FF2B5EF4-FFF2-40B4-BE49-F238E27FC236}">
                  <a16:creationId xmlns:a16="http://schemas.microsoft.com/office/drawing/2014/main" id="{CC727DDD-0E97-8049-8667-E17F21AE66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248"/>
              <a:ext cx="512" cy="210"/>
              <a:chOff x="2744" y="1248"/>
              <a:chExt cx="512" cy="210"/>
            </a:xfrm>
          </p:grpSpPr>
          <p:sp>
            <p:nvSpPr>
              <p:cNvPr id="74837" name="Rectangle 588">
                <a:extLst>
                  <a:ext uri="{FF2B5EF4-FFF2-40B4-BE49-F238E27FC236}">
                    <a16:creationId xmlns:a16="http://schemas.microsoft.com/office/drawing/2014/main" id="{8ED08D85-AA52-0B4B-A282-E5BC503B2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38" name="Rectangle 589">
                <a:extLst>
                  <a:ext uri="{FF2B5EF4-FFF2-40B4-BE49-F238E27FC236}">
                    <a16:creationId xmlns:a16="http://schemas.microsoft.com/office/drawing/2014/main" id="{0A2E85B5-A8A4-D24D-8837-CA9B7B710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248"/>
                <a:ext cx="40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4834" name="Group 590">
              <a:extLst>
                <a:ext uri="{FF2B5EF4-FFF2-40B4-BE49-F238E27FC236}">
                  <a16:creationId xmlns:a16="http://schemas.microsoft.com/office/drawing/2014/main" id="{7AC224C7-9748-AB49-9769-A2151F7284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248"/>
              <a:ext cx="512" cy="210"/>
              <a:chOff x="3272" y="1248"/>
              <a:chExt cx="512" cy="210"/>
            </a:xfrm>
          </p:grpSpPr>
          <p:sp>
            <p:nvSpPr>
              <p:cNvPr id="74835" name="Rectangle 591">
                <a:extLst>
                  <a:ext uri="{FF2B5EF4-FFF2-40B4-BE49-F238E27FC236}">
                    <a16:creationId xmlns:a16="http://schemas.microsoft.com/office/drawing/2014/main" id="{3837412B-84DA-7941-A870-A85CBF2C8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36" name="Rectangle 592">
                <a:extLst>
                  <a:ext uri="{FF2B5EF4-FFF2-40B4-BE49-F238E27FC236}">
                    <a16:creationId xmlns:a16="http://schemas.microsoft.com/office/drawing/2014/main" id="{93D60344-BA6F-C846-90F6-0DF79B8F3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248"/>
                <a:ext cx="30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4787" name="Rectangle 593">
            <a:extLst>
              <a:ext uri="{FF2B5EF4-FFF2-40B4-BE49-F238E27FC236}">
                <a16:creationId xmlns:a16="http://schemas.microsoft.com/office/drawing/2014/main" id="{29014D98-FAD6-024D-A82B-B1D72CCB1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2908300"/>
            <a:ext cx="10906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16: 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74788" name="Group 594">
            <a:extLst>
              <a:ext uri="{FF2B5EF4-FFF2-40B4-BE49-F238E27FC236}">
                <a16:creationId xmlns:a16="http://schemas.microsoft.com/office/drawing/2014/main" id="{D6F0BD70-7A64-0345-BF21-7C7313E35C3D}"/>
              </a:ext>
            </a:extLst>
          </p:cNvPr>
          <p:cNvGrpSpPr>
            <a:grpSpLocks/>
          </p:cNvGrpSpPr>
          <p:nvPr/>
        </p:nvGrpSpPr>
        <p:grpSpPr bwMode="auto">
          <a:xfrm>
            <a:off x="4813300" y="3352800"/>
            <a:ext cx="4089400" cy="333375"/>
            <a:chOff x="1688" y="1536"/>
            <a:chExt cx="2624" cy="210"/>
          </a:xfrm>
        </p:grpSpPr>
        <p:grpSp>
          <p:nvGrpSpPr>
            <p:cNvPr id="74815" name="Group 595">
              <a:extLst>
                <a:ext uri="{FF2B5EF4-FFF2-40B4-BE49-F238E27FC236}">
                  <a16:creationId xmlns:a16="http://schemas.microsoft.com/office/drawing/2014/main" id="{16BA1D11-812D-F74E-BA6E-FD120982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1536"/>
              <a:ext cx="512" cy="210"/>
              <a:chOff x="1688" y="1536"/>
              <a:chExt cx="512" cy="210"/>
            </a:xfrm>
          </p:grpSpPr>
          <p:sp>
            <p:nvSpPr>
              <p:cNvPr id="74828" name="Rectangle 596">
                <a:extLst>
                  <a:ext uri="{FF2B5EF4-FFF2-40B4-BE49-F238E27FC236}">
                    <a16:creationId xmlns:a16="http://schemas.microsoft.com/office/drawing/2014/main" id="{4C15F591-FA80-494E-A716-589F93C06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29" name="Rectangle 597">
                <a:extLst>
                  <a:ext uri="{FF2B5EF4-FFF2-40B4-BE49-F238E27FC236}">
                    <a16:creationId xmlns:a16="http://schemas.microsoft.com/office/drawing/2014/main" id="{F6827744-8252-494E-966F-A337934AC5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1536"/>
                <a:ext cx="44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4816" name="Group 598">
              <a:extLst>
                <a:ext uri="{FF2B5EF4-FFF2-40B4-BE49-F238E27FC236}">
                  <a16:creationId xmlns:a16="http://schemas.microsoft.com/office/drawing/2014/main" id="{F0BBC21C-C019-5B40-9329-9E26D2ACFC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1536"/>
              <a:ext cx="580" cy="210"/>
              <a:chOff x="2199" y="1536"/>
              <a:chExt cx="580" cy="210"/>
            </a:xfrm>
          </p:grpSpPr>
          <p:sp>
            <p:nvSpPr>
              <p:cNvPr id="74826" name="Rectangle 599">
                <a:extLst>
                  <a:ext uri="{FF2B5EF4-FFF2-40B4-BE49-F238E27FC236}">
                    <a16:creationId xmlns:a16="http://schemas.microsoft.com/office/drawing/2014/main" id="{CA32B11B-56D6-0C41-ACFF-5F1D846AD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27" name="Rectangle 600">
                <a:extLst>
                  <a:ext uri="{FF2B5EF4-FFF2-40B4-BE49-F238E27FC236}">
                    <a16:creationId xmlns:a16="http://schemas.microsoft.com/office/drawing/2014/main" id="{6E0B5963-BCEC-9A45-9E3F-B04E16F44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1536"/>
                <a:ext cx="58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4817" name="Group 601">
              <a:extLst>
                <a:ext uri="{FF2B5EF4-FFF2-40B4-BE49-F238E27FC236}">
                  <a16:creationId xmlns:a16="http://schemas.microsoft.com/office/drawing/2014/main" id="{E83A61A6-05E3-0844-BB70-63F14130EC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536"/>
              <a:ext cx="512" cy="210"/>
              <a:chOff x="2744" y="1536"/>
              <a:chExt cx="512" cy="210"/>
            </a:xfrm>
          </p:grpSpPr>
          <p:sp>
            <p:nvSpPr>
              <p:cNvPr id="74824" name="Rectangle 602">
                <a:extLst>
                  <a:ext uri="{FF2B5EF4-FFF2-40B4-BE49-F238E27FC236}">
                    <a16:creationId xmlns:a16="http://schemas.microsoft.com/office/drawing/2014/main" id="{02D42331-2ACD-3547-91EE-26EE011F4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25" name="Rectangle 603">
                <a:extLst>
                  <a:ext uri="{FF2B5EF4-FFF2-40B4-BE49-F238E27FC236}">
                    <a16:creationId xmlns:a16="http://schemas.microsoft.com/office/drawing/2014/main" id="{939BA5D9-FA41-BE42-BC64-A737159B9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536"/>
                <a:ext cx="38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4818" name="Group 604">
              <a:extLst>
                <a:ext uri="{FF2B5EF4-FFF2-40B4-BE49-F238E27FC236}">
                  <a16:creationId xmlns:a16="http://schemas.microsoft.com/office/drawing/2014/main" id="{856A21BB-8074-494B-A5A9-9594397EAE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536"/>
              <a:ext cx="512" cy="210"/>
              <a:chOff x="3272" y="1536"/>
              <a:chExt cx="512" cy="210"/>
            </a:xfrm>
          </p:grpSpPr>
          <p:sp>
            <p:nvSpPr>
              <p:cNvPr id="74822" name="Rectangle 605">
                <a:extLst>
                  <a:ext uri="{FF2B5EF4-FFF2-40B4-BE49-F238E27FC236}">
                    <a16:creationId xmlns:a16="http://schemas.microsoft.com/office/drawing/2014/main" id="{8CDBD207-934A-D84C-937D-E3E1D4EC5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23" name="Rectangle 606">
                <a:extLst>
                  <a:ext uri="{FF2B5EF4-FFF2-40B4-BE49-F238E27FC236}">
                    <a16:creationId xmlns:a16="http://schemas.microsoft.com/office/drawing/2014/main" id="{33C83EE7-CA36-A64C-9303-5F9FF9A80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536"/>
                <a:ext cx="40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4819" name="Group 607">
              <a:extLst>
                <a:ext uri="{FF2B5EF4-FFF2-40B4-BE49-F238E27FC236}">
                  <a16:creationId xmlns:a16="http://schemas.microsoft.com/office/drawing/2014/main" id="{3B3A64DD-77AF-414A-97DA-62154AD45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1536"/>
              <a:ext cx="512" cy="210"/>
              <a:chOff x="3800" y="1536"/>
              <a:chExt cx="512" cy="210"/>
            </a:xfrm>
          </p:grpSpPr>
          <p:sp>
            <p:nvSpPr>
              <p:cNvPr id="74820" name="Rectangle 608">
                <a:extLst>
                  <a:ext uri="{FF2B5EF4-FFF2-40B4-BE49-F238E27FC236}">
                    <a16:creationId xmlns:a16="http://schemas.microsoft.com/office/drawing/2014/main" id="{E32AC029-52F9-3148-9A73-1464CC054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4821" name="Rectangle 609">
                <a:extLst>
                  <a:ext uri="{FF2B5EF4-FFF2-40B4-BE49-F238E27FC236}">
                    <a16:creationId xmlns:a16="http://schemas.microsoft.com/office/drawing/2014/main" id="{DABC99FE-B7B6-B243-B673-271273E3C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1536"/>
                <a:ext cx="30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grpSp>
        <p:nvGrpSpPr>
          <p:cNvPr id="74789" name="Group 611">
            <a:extLst>
              <a:ext uri="{FF2B5EF4-FFF2-40B4-BE49-F238E27FC236}">
                <a16:creationId xmlns:a16="http://schemas.microsoft.com/office/drawing/2014/main" id="{C5EFDBD5-F9E8-0144-932F-408D4B99ABB6}"/>
              </a:ext>
            </a:extLst>
          </p:cNvPr>
          <p:cNvGrpSpPr>
            <a:grpSpLocks/>
          </p:cNvGrpSpPr>
          <p:nvPr/>
        </p:nvGrpSpPr>
        <p:grpSpPr bwMode="auto">
          <a:xfrm>
            <a:off x="5626100" y="3733800"/>
            <a:ext cx="812800" cy="333375"/>
            <a:chOff x="2216" y="1824"/>
            <a:chExt cx="512" cy="210"/>
          </a:xfrm>
        </p:grpSpPr>
        <p:sp>
          <p:nvSpPr>
            <p:cNvPr id="74813" name="Rectangle 612">
              <a:extLst>
                <a:ext uri="{FF2B5EF4-FFF2-40B4-BE49-F238E27FC236}">
                  <a16:creationId xmlns:a16="http://schemas.microsoft.com/office/drawing/2014/main" id="{AB48777D-255B-2943-BB63-B3E4142E6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6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814" name="Rectangle 613">
              <a:extLst>
                <a:ext uri="{FF2B5EF4-FFF2-40B4-BE49-F238E27FC236}">
                  <a16:creationId xmlns:a16="http://schemas.microsoft.com/office/drawing/2014/main" id="{0240FB63-3367-384B-A87A-E3BEC2F20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1824"/>
              <a:ext cx="43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Ifetch</a:t>
              </a:r>
            </a:p>
          </p:txBody>
        </p:sp>
      </p:grpSp>
      <p:grpSp>
        <p:nvGrpSpPr>
          <p:cNvPr id="74790" name="Group 614">
            <a:extLst>
              <a:ext uri="{FF2B5EF4-FFF2-40B4-BE49-F238E27FC236}">
                <a16:creationId xmlns:a16="http://schemas.microsoft.com/office/drawing/2014/main" id="{11C0D76E-3BEC-2845-B13C-4F15C11915E1}"/>
              </a:ext>
            </a:extLst>
          </p:cNvPr>
          <p:cNvGrpSpPr>
            <a:grpSpLocks/>
          </p:cNvGrpSpPr>
          <p:nvPr/>
        </p:nvGrpSpPr>
        <p:grpSpPr bwMode="auto">
          <a:xfrm>
            <a:off x="6437313" y="3733800"/>
            <a:ext cx="903287" cy="333375"/>
            <a:chOff x="2727" y="1824"/>
            <a:chExt cx="569" cy="210"/>
          </a:xfrm>
        </p:grpSpPr>
        <p:sp>
          <p:nvSpPr>
            <p:cNvPr id="74811" name="Rectangle 615">
              <a:extLst>
                <a:ext uri="{FF2B5EF4-FFF2-40B4-BE49-F238E27FC236}">
                  <a16:creationId xmlns:a16="http://schemas.microsoft.com/office/drawing/2014/main" id="{320CCEE7-783B-1048-8E5B-8D4E8E3A0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812" name="Rectangle 616">
              <a:extLst>
                <a:ext uri="{FF2B5EF4-FFF2-40B4-BE49-F238E27FC236}">
                  <a16:creationId xmlns:a16="http://schemas.microsoft.com/office/drawing/2014/main" id="{7386CAB7-33AC-7F4E-A4B7-D071DCF58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824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</p:grpSp>
      <p:grpSp>
        <p:nvGrpSpPr>
          <p:cNvPr id="74791" name="Group 617">
            <a:extLst>
              <a:ext uri="{FF2B5EF4-FFF2-40B4-BE49-F238E27FC236}">
                <a16:creationId xmlns:a16="http://schemas.microsoft.com/office/drawing/2014/main" id="{F0E248EE-0DAC-CF43-8E1C-93619C8CCBFE}"/>
              </a:ext>
            </a:extLst>
          </p:cNvPr>
          <p:cNvGrpSpPr>
            <a:grpSpLocks/>
          </p:cNvGrpSpPr>
          <p:nvPr/>
        </p:nvGrpSpPr>
        <p:grpSpPr bwMode="auto">
          <a:xfrm>
            <a:off x="7289800" y="3733800"/>
            <a:ext cx="812800" cy="333375"/>
            <a:chOff x="3272" y="1824"/>
            <a:chExt cx="512" cy="210"/>
          </a:xfrm>
        </p:grpSpPr>
        <p:sp>
          <p:nvSpPr>
            <p:cNvPr id="74809" name="Rectangle 618">
              <a:extLst>
                <a:ext uri="{FF2B5EF4-FFF2-40B4-BE49-F238E27FC236}">
                  <a16:creationId xmlns:a16="http://schemas.microsoft.com/office/drawing/2014/main" id="{BF9D4A69-2153-B94A-8977-7D1BD6098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810" name="Rectangle 619">
              <a:extLst>
                <a:ext uri="{FF2B5EF4-FFF2-40B4-BE49-F238E27FC236}">
                  <a16:creationId xmlns:a16="http://schemas.microsoft.com/office/drawing/2014/main" id="{F0FFA59F-D9EC-1349-ACB1-2D3326F29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824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</p:grpSp>
      <p:grpSp>
        <p:nvGrpSpPr>
          <p:cNvPr id="74792" name="Group 620">
            <a:extLst>
              <a:ext uri="{FF2B5EF4-FFF2-40B4-BE49-F238E27FC236}">
                <a16:creationId xmlns:a16="http://schemas.microsoft.com/office/drawing/2014/main" id="{D34A597C-C906-1443-B043-514836F6714E}"/>
              </a:ext>
            </a:extLst>
          </p:cNvPr>
          <p:cNvGrpSpPr>
            <a:grpSpLocks/>
          </p:cNvGrpSpPr>
          <p:nvPr/>
        </p:nvGrpSpPr>
        <p:grpSpPr bwMode="auto">
          <a:xfrm>
            <a:off x="8128000" y="3733800"/>
            <a:ext cx="812800" cy="333375"/>
            <a:chOff x="3800" y="1824"/>
            <a:chExt cx="512" cy="210"/>
          </a:xfrm>
        </p:grpSpPr>
        <p:sp>
          <p:nvSpPr>
            <p:cNvPr id="74807" name="Rectangle 621">
              <a:extLst>
                <a:ext uri="{FF2B5EF4-FFF2-40B4-BE49-F238E27FC236}">
                  <a16:creationId xmlns:a16="http://schemas.microsoft.com/office/drawing/2014/main" id="{FFD8622E-6673-534C-BA97-F997E8732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1832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808" name="Rectangle 622">
              <a:extLst>
                <a:ext uri="{FF2B5EF4-FFF2-40B4-BE49-F238E27FC236}">
                  <a16:creationId xmlns:a16="http://schemas.microsoft.com/office/drawing/2014/main" id="{5D9A62EE-C16E-F54A-910E-3AF66CE3F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1824"/>
              <a:ext cx="3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</p:grpSp>
      <p:sp>
        <p:nvSpPr>
          <p:cNvPr id="74793" name="Rectangle 626">
            <a:extLst>
              <a:ext uri="{FF2B5EF4-FFF2-40B4-BE49-F238E27FC236}">
                <a16:creationId xmlns:a16="http://schemas.microsoft.com/office/drawing/2014/main" id="{24C51D29-786C-D444-B15B-F2642B6E2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3695700"/>
            <a:ext cx="10906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24: 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74794" name="Rectangle 627">
            <a:extLst>
              <a:ext uri="{FF2B5EF4-FFF2-40B4-BE49-F238E27FC236}">
                <a16:creationId xmlns:a16="http://schemas.microsoft.com/office/drawing/2014/main" id="{AEEDB364-16CF-D343-B803-58D9C512E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3327400"/>
            <a:ext cx="10906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20: 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74795" name="Group 629">
            <a:extLst>
              <a:ext uri="{FF2B5EF4-FFF2-40B4-BE49-F238E27FC236}">
                <a16:creationId xmlns:a16="http://schemas.microsoft.com/office/drawing/2014/main" id="{24968226-D1F7-E148-A376-67F5008C7C51}"/>
              </a:ext>
            </a:extLst>
          </p:cNvPr>
          <p:cNvGrpSpPr>
            <a:grpSpLocks/>
          </p:cNvGrpSpPr>
          <p:nvPr/>
        </p:nvGrpSpPr>
        <p:grpSpPr bwMode="auto">
          <a:xfrm>
            <a:off x="6464300" y="4152900"/>
            <a:ext cx="812800" cy="333375"/>
            <a:chOff x="2744" y="2112"/>
            <a:chExt cx="512" cy="210"/>
          </a:xfrm>
        </p:grpSpPr>
        <p:sp>
          <p:nvSpPr>
            <p:cNvPr id="74805" name="Rectangle 630">
              <a:extLst>
                <a:ext uri="{FF2B5EF4-FFF2-40B4-BE49-F238E27FC236}">
                  <a16:creationId xmlns:a16="http://schemas.microsoft.com/office/drawing/2014/main" id="{A3C4E4D1-DF5D-CA4C-9962-C2E2406DC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120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806" name="Rectangle 631">
              <a:extLst>
                <a:ext uri="{FF2B5EF4-FFF2-40B4-BE49-F238E27FC236}">
                  <a16:creationId xmlns:a16="http://schemas.microsoft.com/office/drawing/2014/main" id="{DF020B7F-5F53-374A-831D-52B62D614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" y="2112"/>
              <a:ext cx="43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Ifetch</a:t>
              </a:r>
            </a:p>
          </p:txBody>
        </p:sp>
      </p:grpSp>
      <p:grpSp>
        <p:nvGrpSpPr>
          <p:cNvPr id="74796" name="Group 632">
            <a:extLst>
              <a:ext uri="{FF2B5EF4-FFF2-40B4-BE49-F238E27FC236}">
                <a16:creationId xmlns:a16="http://schemas.microsoft.com/office/drawing/2014/main" id="{EE0181A4-4060-FE4E-8305-152D3D4F55E9}"/>
              </a:ext>
            </a:extLst>
          </p:cNvPr>
          <p:cNvGrpSpPr>
            <a:grpSpLocks/>
          </p:cNvGrpSpPr>
          <p:nvPr/>
        </p:nvGrpSpPr>
        <p:grpSpPr bwMode="auto">
          <a:xfrm>
            <a:off x="7262813" y="4152900"/>
            <a:ext cx="903287" cy="333375"/>
            <a:chOff x="3255" y="2112"/>
            <a:chExt cx="569" cy="210"/>
          </a:xfrm>
        </p:grpSpPr>
        <p:sp>
          <p:nvSpPr>
            <p:cNvPr id="74803" name="Rectangle 633">
              <a:extLst>
                <a:ext uri="{FF2B5EF4-FFF2-40B4-BE49-F238E27FC236}">
                  <a16:creationId xmlns:a16="http://schemas.microsoft.com/office/drawing/2014/main" id="{75876D18-A3A5-1C4D-949A-3DA482562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2120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804" name="Rectangle 634">
              <a:extLst>
                <a:ext uri="{FF2B5EF4-FFF2-40B4-BE49-F238E27FC236}">
                  <a16:creationId xmlns:a16="http://schemas.microsoft.com/office/drawing/2014/main" id="{48B84589-0C12-B44A-9B5F-871091D2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2112"/>
              <a:ext cx="5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Reg/Dec</a:t>
              </a:r>
            </a:p>
          </p:txBody>
        </p:sp>
      </p:grpSp>
      <p:grpSp>
        <p:nvGrpSpPr>
          <p:cNvPr id="74797" name="Group 635">
            <a:extLst>
              <a:ext uri="{FF2B5EF4-FFF2-40B4-BE49-F238E27FC236}">
                <a16:creationId xmlns:a16="http://schemas.microsoft.com/office/drawing/2014/main" id="{9AD95F7C-3E28-8544-9727-FA8CCD6E6E46}"/>
              </a:ext>
            </a:extLst>
          </p:cNvPr>
          <p:cNvGrpSpPr>
            <a:grpSpLocks/>
          </p:cNvGrpSpPr>
          <p:nvPr/>
        </p:nvGrpSpPr>
        <p:grpSpPr bwMode="auto">
          <a:xfrm>
            <a:off x="8128000" y="4152900"/>
            <a:ext cx="812800" cy="333375"/>
            <a:chOff x="3800" y="2112"/>
            <a:chExt cx="512" cy="210"/>
          </a:xfrm>
        </p:grpSpPr>
        <p:sp>
          <p:nvSpPr>
            <p:cNvPr id="74801" name="Rectangle 636">
              <a:extLst>
                <a:ext uri="{FF2B5EF4-FFF2-40B4-BE49-F238E27FC236}">
                  <a16:creationId xmlns:a16="http://schemas.microsoft.com/office/drawing/2014/main" id="{06905094-B1B7-A343-87D7-5BC4FC4B0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2120"/>
              <a:ext cx="51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802" name="Rectangle 637">
              <a:extLst>
                <a:ext uri="{FF2B5EF4-FFF2-40B4-BE49-F238E27FC236}">
                  <a16:creationId xmlns:a16="http://schemas.microsoft.com/office/drawing/2014/main" id="{F8BEDF9D-5094-B043-BE3B-E95829113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2112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Exec</a:t>
              </a:r>
            </a:p>
          </p:txBody>
        </p:sp>
      </p:grpSp>
      <p:sp>
        <p:nvSpPr>
          <p:cNvPr id="74798" name="Rectangle 644">
            <a:extLst>
              <a:ext uri="{FF2B5EF4-FFF2-40B4-BE49-F238E27FC236}">
                <a16:creationId xmlns:a16="http://schemas.microsoft.com/office/drawing/2014/main" id="{2756DD4D-FBED-5D49-B6B1-28D71E655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713" y="4152900"/>
            <a:ext cx="1790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1000: </a:t>
            </a:r>
            <a:r>
              <a:rPr lang="en-US" altLang="zh-CN">
                <a:ea typeface="宋体" panose="02010600030101010101" pitchFamily="2" charset="-122"/>
              </a:rPr>
              <a:t>Target of Br</a:t>
            </a:r>
          </a:p>
        </p:txBody>
      </p:sp>
      <p:sp>
        <p:nvSpPr>
          <p:cNvPr id="74799" name="Line 645">
            <a:extLst>
              <a:ext uri="{FF2B5EF4-FFF2-40B4-BE49-F238E27FC236}">
                <a16:creationId xmlns:a16="http://schemas.microsoft.com/office/drawing/2014/main" id="{2E64574D-BAFF-E24D-B3E7-A327758D08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8338" y="647700"/>
            <a:ext cx="12700" cy="24257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3270" name="Rectangle 646">
            <a:extLst>
              <a:ext uri="{FF2B5EF4-FFF2-40B4-BE49-F238E27FC236}">
                <a16:creationId xmlns:a16="http://schemas.microsoft.com/office/drawing/2014/main" id="{B17C7802-3825-C34A-9F2B-08A414452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575" y="2508250"/>
            <a:ext cx="2552700" cy="2044700"/>
          </a:xfrm>
          <a:prstGeom prst="rect">
            <a:avLst/>
          </a:prstGeom>
          <a:solidFill>
            <a:srgbClr val="FF99CC">
              <a:alpha val="3803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2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2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2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2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2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2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27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D949F42F-898F-584B-B461-463A90287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716588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转移分支指令</a:t>
            </a:r>
            <a:r>
              <a:rPr lang="en-US" altLang="zh-CN">
                <a:ea typeface="宋体" panose="02010600030101010101" pitchFamily="2" charset="-122"/>
              </a:rPr>
              <a:t>(Branch)</a:t>
            </a:r>
            <a:r>
              <a:rPr lang="zh-CN" altLang="en-US">
                <a:ea typeface="宋体" panose="02010600030101010101" pitchFamily="2" charset="-122"/>
              </a:rPr>
              <a:t>引起的“延迟”现象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4652D1CE-B108-314B-8A16-4C038278D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238" y="3954463"/>
            <a:ext cx="8713787" cy="2292350"/>
          </a:xfrm>
          <a:noFill/>
        </p:spPr>
        <p:txBody>
          <a:bodyPr/>
          <a:lstStyle/>
          <a:p>
            <a:r>
              <a:rPr lang="zh-CN" altLang="en-US" sz="2000">
                <a:ea typeface="黑体" panose="02010609060101010101" pitchFamily="49" charset="-122"/>
              </a:rPr>
              <a:t>虽然</a:t>
            </a:r>
            <a:r>
              <a:rPr lang="en-US" altLang="zh-CN" sz="2000">
                <a:ea typeface="黑体" panose="02010609060101010101" pitchFamily="49" charset="-122"/>
              </a:rPr>
              <a:t>Beq</a:t>
            </a:r>
            <a:r>
              <a:rPr lang="zh-CN" altLang="en-US" sz="2000">
                <a:ea typeface="黑体" panose="02010609060101010101" pitchFamily="49" charset="-122"/>
              </a:rPr>
              <a:t>指令在第四周期取出，但</a:t>
            </a:r>
            <a:r>
              <a:rPr lang="en-US" altLang="zh-CN" sz="2000">
                <a:ea typeface="黑体" panose="02010609060101010101" pitchFamily="49" charset="-122"/>
              </a:rPr>
              <a:t>:</a:t>
            </a:r>
          </a:p>
          <a:p>
            <a:pPr lvl="1"/>
            <a:r>
              <a:rPr lang="zh-CN" altLang="en-US" sz="2000">
                <a:ea typeface="黑体" panose="02010609060101010101" pitchFamily="49" charset="-122"/>
              </a:rPr>
              <a:t>目标地址在第七周期才被送到</a:t>
            </a:r>
            <a:r>
              <a:rPr lang="en-US" altLang="zh-CN" sz="2000">
                <a:ea typeface="黑体" panose="02010609060101010101" pitchFamily="49" charset="-122"/>
              </a:rPr>
              <a:t>PC</a:t>
            </a:r>
            <a:r>
              <a:rPr lang="zh-CN" altLang="en-US" sz="2000">
                <a:ea typeface="黑体" panose="02010609060101010101" pitchFamily="49" charset="-122"/>
              </a:rPr>
              <a:t>的输入端</a:t>
            </a:r>
          </a:p>
          <a:p>
            <a:pPr lvl="1"/>
            <a:r>
              <a:rPr lang="zh-CN" altLang="en-US" sz="2000">
                <a:ea typeface="黑体" panose="02010609060101010101" pitchFamily="49" charset="-122"/>
              </a:rPr>
              <a:t>第八周期才能取出目标地址处的指令执行</a:t>
            </a:r>
          </a:p>
          <a:p>
            <a:pPr lvl="1"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结果：在取目标指令之前，已有三条指令被取出，取错了三条指令！</a:t>
            </a:r>
          </a:p>
          <a:p>
            <a:r>
              <a:rPr lang="zh-CN" altLang="en-US" sz="2000">
                <a:ea typeface="黑体" panose="02010609060101010101" pitchFamily="49" charset="-122"/>
              </a:rPr>
              <a:t>这种现象称为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控制冒险（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Control Hazard 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）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zh-CN" altLang="en-US" sz="2000">
                <a:ea typeface="黑体" panose="02010609060101010101" pitchFamily="49" charset="-122"/>
              </a:rPr>
              <a:t>   （注：也称为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分支冒险或转移冒险（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Branch Hazard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）</a:t>
            </a:r>
            <a:r>
              <a:rPr lang="en-US" altLang="zh-CN" sz="2000">
                <a:ea typeface="黑体" panose="02010609060101010101" pitchFamily="49" charset="-122"/>
              </a:rPr>
              <a:t> </a:t>
            </a:r>
            <a:r>
              <a:rPr lang="zh-CN" altLang="en-US" sz="2000">
                <a:ea typeface="黑体" panose="02010609060101010101" pitchFamily="49" charset="-122"/>
              </a:rPr>
              <a:t>）</a:t>
            </a:r>
            <a:endParaRPr lang="en-US" altLang="zh-CN" sz="2000">
              <a:ea typeface="黑体" panose="02010609060101010101" pitchFamily="49" charset="-122"/>
            </a:endParaRPr>
          </a:p>
        </p:txBody>
      </p:sp>
      <p:grpSp>
        <p:nvGrpSpPr>
          <p:cNvPr id="75780" name="Group 8">
            <a:extLst>
              <a:ext uri="{FF2B5EF4-FFF2-40B4-BE49-F238E27FC236}">
                <a16:creationId xmlns:a16="http://schemas.microsoft.com/office/drawing/2014/main" id="{6270ED9A-D8FF-614A-95BA-75FD352149F2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054100"/>
            <a:ext cx="825500" cy="254000"/>
            <a:chOff x="624" y="664"/>
            <a:chExt cx="520" cy="160"/>
          </a:xfrm>
        </p:grpSpPr>
        <p:sp>
          <p:nvSpPr>
            <p:cNvPr id="75932" name="Line 4">
              <a:extLst>
                <a:ext uri="{FF2B5EF4-FFF2-40B4-BE49-F238E27FC236}">
                  <a16:creationId xmlns:a16="http://schemas.microsoft.com/office/drawing/2014/main" id="{81C518E5-F9B9-5545-8941-F755CEF4E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33" name="Line 5">
              <a:extLst>
                <a:ext uri="{FF2B5EF4-FFF2-40B4-BE49-F238E27FC236}">
                  <a16:creationId xmlns:a16="http://schemas.microsoft.com/office/drawing/2014/main" id="{CC7A496A-F8FC-9046-BF8D-4689FE64B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34" name="Line 6">
              <a:extLst>
                <a:ext uri="{FF2B5EF4-FFF2-40B4-BE49-F238E27FC236}">
                  <a16:creationId xmlns:a16="http://schemas.microsoft.com/office/drawing/2014/main" id="{C569908F-0C68-2E43-B096-5B8DE084B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35" name="Line 7">
              <a:extLst>
                <a:ext uri="{FF2B5EF4-FFF2-40B4-BE49-F238E27FC236}">
                  <a16:creationId xmlns:a16="http://schemas.microsoft.com/office/drawing/2014/main" id="{CE208E8F-E962-4B40-AE7A-0D20239DD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0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781" name="Group 13">
            <a:extLst>
              <a:ext uri="{FF2B5EF4-FFF2-40B4-BE49-F238E27FC236}">
                <a16:creationId xmlns:a16="http://schemas.microsoft.com/office/drawing/2014/main" id="{0ACEFC40-1B36-9B4A-95D3-88BA88F2BF8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054100"/>
            <a:ext cx="825500" cy="254000"/>
            <a:chOff x="1152" y="664"/>
            <a:chExt cx="520" cy="160"/>
          </a:xfrm>
        </p:grpSpPr>
        <p:sp>
          <p:nvSpPr>
            <p:cNvPr id="75928" name="Line 9">
              <a:extLst>
                <a:ext uri="{FF2B5EF4-FFF2-40B4-BE49-F238E27FC236}">
                  <a16:creationId xmlns:a16="http://schemas.microsoft.com/office/drawing/2014/main" id="{198FA8B1-FE38-9248-8A2C-7E4171A0B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29" name="Line 10">
              <a:extLst>
                <a:ext uri="{FF2B5EF4-FFF2-40B4-BE49-F238E27FC236}">
                  <a16:creationId xmlns:a16="http://schemas.microsoft.com/office/drawing/2014/main" id="{A99AB2AF-9735-4745-B924-CA43C4D09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30" name="Line 11">
              <a:extLst>
                <a:ext uri="{FF2B5EF4-FFF2-40B4-BE49-F238E27FC236}">
                  <a16:creationId xmlns:a16="http://schemas.microsoft.com/office/drawing/2014/main" id="{956CB740-F3F4-084D-ADF4-BDF4AEDD63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31" name="Line 12">
              <a:extLst>
                <a:ext uri="{FF2B5EF4-FFF2-40B4-BE49-F238E27FC236}">
                  <a16:creationId xmlns:a16="http://schemas.microsoft.com/office/drawing/2014/main" id="{27E6358C-FB8E-0D43-B6B1-C82189C7B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8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782" name="Group 18">
            <a:extLst>
              <a:ext uri="{FF2B5EF4-FFF2-40B4-BE49-F238E27FC236}">
                <a16:creationId xmlns:a16="http://schemas.microsoft.com/office/drawing/2014/main" id="{33F3B2DB-A231-1344-A731-C2692B6F544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054100"/>
            <a:ext cx="825500" cy="254000"/>
            <a:chOff x="1680" y="664"/>
            <a:chExt cx="520" cy="160"/>
          </a:xfrm>
        </p:grpSpPr>
        <p:sp>
          <p:nvSpPr>
            <p:cNvPr id="75924" name="Line 14">
              <a:extLst>
                <a:ext uri="{FF2B5EF4-FFF2-40B4-BE49-F238E27FC236}">
                  <a16:creationId xmlns:a16="http://schemas.microsoft.com/office/drawing/2014/main" id="{58C4BED7-BCB5-5746-B0CF-F69345CCA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25" name="Line 15">
              <a:extLst>
                <a:ext uri="{FF2B5EF4-FFF2-40B4-BE49-F238E27FC236}">
                  <a16:creationId xmlns:a16="http://schemas.microsoft.com/office/drawing/2014/main" id="{A4A5D69E-A7B2-2942-95E5-B100F5A74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26" name="Line 16">
              <a:extLst>
                <a:ext uri="{FF2B5EF4-FFF2-40B4-BE49-F238E27FC236}">
                  <a16:creationId xmlns:a16="http://schemas.microsoft.com/office/drawing/2014/main" id="{E8A3385E-F54B-CE4B-85F8-0F74F88351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27" name="Line 17">
              <a:extLst>
                <a:ext uri="{FF2B5EF4-FFF2-40B4-BE49-F238E27FC236}">
                  <a16:creationId xmlns:a16="http://schemas.microsoft.com/office/drawing/2014/main" id="{236DC113-DE33-CC49-8264-A33809BF5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6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783" name="Group 23">
            <a:extLst>
              <a:ext uri="{FF2B5EF4-FFF2-40B4-BE49-F238E27FC236}">
                <a16:creationId xmlns:a16="http://schemas.microsoft.com/office/drawing/2014/main" id="{DAD4DB31-79FC-3044-BCD5-8FD8F9A98C0B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054100"/>
            <a:ext cx="825500" cy="254000"/>
            <a:chOff x="2208" y="664"/>
            <a:chExt cx="520" cy="160"/>
          </a:xfrm>
        </p:grpSpPr>
        <p:sp>
          <p:nvSpPr>
            <p:cNvPr id="75920" name="Line 19">
              <a:extLst>
                <a:ext uri="{FF2B5EF4-FFF2-40B4-BE49-F238E27FC236}">
                  <a16:creationId xmlns:a16="http://schemas.microsoft.com/office/drawing/2014/main" id="{F1C34102-0C0C-EF4F-8F83-B4A36591C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6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21" name="Line 20">
              <a:extLst>
                <a:ext uri="{FF2B5EF4-FFF2-40B4-BE49-F238E27FC236}">
                  <a16:creationId xmlns:a16="http://schemas.microsoft.com/office/drawing/2014/main" id="{7F21287F-DC6E-FE4C-98BF-339BAFB7F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22" name="Line 21">
              <a:extLst>
                <a:ext uri="{FF2B5EF4-FFF2-40B4-BE49-F238E27FC236}">
                  <a16:creationId xmlns:a16="http://schemas.microsoft.com/office/drawing/2014/main" id="{34C2606D-BE3E-4340-92C9-528F44A5B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23" name="Line 22">
              <a:extLst>
                <a:ext uri="{FF2B5EF4-FFF2-40B4-BE49-F238E27FC236}">
                  <a16:creationId xmlns:a16="http://schemas.microsoft.com/office/drawing/2014/main" id="{832B5A14-123D-6148-ADE0-2117A2CA0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4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784" name="Group 28">
            <a:extLst>
              <a:ext uri="{FF2B5EF4-FFF2-40B4-BE49-F238E27FC236}">
                <a16:creationId xmlns:a16="http://schemas.microsoft.com/office/drawing/2014/main" id="{5F57990F-212D-A349-94FF-620A1CEB58E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054100"/>
            <a:ext cx="825500" cy="254000"/>
            <a:chOff x="2736" y="664"/>
            <a:chExt cx="520" cy="160"/>
          </a:xfrm>
        </p:grpSpPr>
        <p:sp>
          <p:nvSpPr>
            <p:cNvPr id="75916" name="Line 24">
              <a:extLst>
                <a:ext uri="{FF2B5EF4-FFF2-40B4-BE49-F238E27FC236}">
                  <a16:creationId xmlns:a16="http://schemas.microsoft.com/office/drawing/2014/main" id="{769B2189-FCF3-2147-B6F4-B394A4F49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7" name="Line 25">
              <a:extLst>
                <a:ext uri="{FF2B5EF4-FFF2-40B4-BE49-F238E27FC236}">
                  <a16:creationId xmlns:a16="http://schemas.microsoft.com/office/drawing/2014/main" id="{F148B362-E740-AF4F-8E66-AAE4CAD3B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8" name="Line 26">
              <a:extLst>
                <a:ext uri="{FF2B5EF4-FFF2-40B4-BE49-F238E27FC236}">
                  <a16:creationId xmlns:a16="http://schemas.microsoft.com/office/drawing/2014/main" id="{B2521347-BC87-1440-9DA8-9CB6A5A6D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9" name="Line 27">
              <a:extLst>
                <a:ext uri="{FF2B5EF4-FFF2-40B4-BE49-F238E27FC236}">
                  <a16:creationId xmlns:a16="http://schemas.microsoft.com/office/drawing/2014/main" id="{D708B61E-DBED-9E47-8509-5CC8786A0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785" name="Group 33">
            <a:extLst>
              <a:ext uri="{FF2B5EF4-FFF2-40B4-BE49-F238E27FC236}">
                <a16:creationId xmlns:a16="http://schemas.microsoft.com/office/drawing/2014/main" id="{56E2E292-127C-C447-AB29-42872FFB8631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054100"/>
            <a:ext cx="825500" cy="254000"/>
            <a:chOff x="3264" y="664"/>
            <a:chExt cx="520" cy="160"/>
          </a:xfrm>
        </p:grpSpPr>
        <p:sp>
          <p:nvSpPr>
            <p:cNvPr id="75912" name="Line 29">
              <a:extLst>
                <a:ext uri="{FF2B5EF4-FFF2-40B4-BE49-F238E27FC236}">
                  <a16:creationId xmlns:a16="http://schemas.microsoft.com/office/drawing/2014/main" id="{E2EF1792-F1BD-C144-8252-D0DD3A490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2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3" name="Line 30">
              <a:extLst>
                <a:ext uri="{FF2B5EF4-FFF2-40B4-BE49-F238E27FC236}">
                  <a16:creationId xmlns:a16="http://schemas.microsoft.com/office/drawing/2014/main" id="{49AEE504-4107-184A-9BBB-C39BAE984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4" name="Line 31">
              <a:extLst>
                <a:ext uri="{FF2B5EF4-FFF2-40B4-BE49-F238E27FC236}">
                  <a16:creationId xmlns:a16="http://schemas.microsoft.com/office/drawing/2014/main" id="{18B5109A-7553-FE4C-A47C-124BB399C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5" name="Line 32">
              <a:extLst>
                <a:ext uri="{FF2B5EF4-FFF2-40B4-BE49-F238E27FC236}">
                  <a16:creationId xmlns:a16="http://schemas.microsoft.com/office/drawing/2014/main" id="{43BB09F1-1072-F74C-BDF0-3F6FF2C43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786" name="Group 38">
            <a:extLst>
              <a:ext uri="{FF2B5EF4-FFF2-40B4-BE49-F238E27FC236}">
                <a16:creationId xmlns:a16="http://schemas.microsoft.com/office/drawing/2014/main" id="{64C35FC7-FC78-2D43-BAF1-F0DE4FD9AD9A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054100"/>
            <a:ext cx="825500" cy="254000"/>
            <a:chOff x="3792" y="664"/>
            <a:chExt cx="520" cy="160"/>
          </a:xfrm>
        </p:grpSpPr>
        <p:sp>
          <p:nvSpPr>
            <p:cNvPr id="75908" name="Line 34">
              <a:extLst>
                <a:ext uri="{FF2B5EF4-FFF2-40B4-BE49-F238E27FC236}">
                  <a16:creationId xmlns:a16="http://schemas.microsoft.com/office/drawing/2014/main" id="{69E5647F-1595-E94D-9722-A78C0754C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09" name="Line 35">
              <a:extLst>
                <a:ext uri="{FF2B5EF4-FFF2-40B4-BE49-F238E27FC236}">
                  <a16:creationId xmlns:a16="http://schemas.microsoft.com/office/drawing/2014/main" id="{84EBDEF1-9739-1840-8CE4-BAE3B5689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0" name="Line 36">
              <a:extLst>
                <a:ext uri="{FF2B5EF4-FFF2-40B4-BE49-F238E27FC236}">
                  <a16:creationId xmlns:a16="http://schemas.microsoft.com/office/drawing/2014/main" id="{E85233B4-28E8-434D-981B-4CDD4DBC04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1" name="Line 37">
              <a:extLst>
                <a:ext uri="{FF2B5EF4-FFF2-40B4-BE49-F238E27FC236}">
                  <a16:creationId xmlns:a16="http://schemas.microsoft.com/office/drawing/2014/main" id="{B76DAACE-7186-2248-8975-F7E69063F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8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787" name="Group 43">
            <a:extLst>
              <a:ext uri="{FF2B5EF4-FFF2-40B4-BE49-F238E27FC236}">
                <a16:creationId xmlns:a16="http://schemas.microsoft.com/office/drawing/2014/main" id="{E6435ACB-3DF2-A94D-825C-6CA72DB1E30F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054100"/>
            <a:ext cx="825500" cy="254000"/>
            <a:chOff x="4320" y="664"/>
            <a:chExt cx="520" cy="160"/>
          </a:xfrm>
        </p:grpSpPr>
        <p:sp>
          <p:nvSpPr>
            <p:cNvPr id="75904" name="Line 39">
              <a:extLst>
                <a:ext uri="{FF2B5EF4-FFF2-40B4-BE49-F238E27FC236}">
                  <a16:creationId xmlns:a16="http://schemas.microsoft.com/office/drawing/2014/main" id="{FF1CAB03-4DE3-204C-B247-A28381714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8" y="81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05" name="Line 40">
              <a:extLst>
                <a:ext uri="{FF2B5EF4-FFF2-40B4-BE49-F238E27FC236}">
                  <a16:creationId xmlns:a16="http://schemas.microsoft.com/office/drawing/2014/main" id="{869057F8-F309-2641-BDFF-F5560F617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68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06" name="Line 41">
              <a:extLst>
                <a:ext uri="{FF2B5EF4-FFF2-40B4-BE49-F238E27FC236}">
                  <a16:creationId xmlns:a16="http://schemas.microsoft.com/office/drawing/2014/main" id="{2C78BD29-8666-DA4A-99BD-F480D7100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66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07" name="Line 42">
              <a:extLst>
                <a:ext uri="{FF2B5EF4-FFF2-40B4-BE49-F238E27FC236}">
                  <a16:creationId xmlns:a16="http://schemas.microsoft.com/office/drawing/2014/main" id="{C5251DEB-228C-334D-828A-7FC72DB88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6" y="67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5788" name="Line 44">
            <a:extLst>
              <a:ext uri="{FF2B5EF4-FFF2-40B4-BE49-F238E27FC236}">
                <a16:creationId xmlns:a16="http://schemas.microsoft.com/office/drawing/2014/main" id="{EF5B79FA-3C0F-A54A-9C0D-FF716BC52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1066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9" name="Line 45">
            <a:extLst>
              <a:ext uri="{FF2B5EF4-FFF2-40B4-BE49-F238E27FC236}">
                <a16:creationId xmlns:a16="http://schemas.microsoft.com/office/drawing/2014/main" id="{034AC381-4179-FB4C-8F9C-9F45AD692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8900" y="12954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0" name="Line 46">
            <a:extLst>
              <a:ext uri="{FF2B5EF4-FFF2-40B4-BE49-F238E27FC236}">
                <a16:creationId xmlns:a16="http://schemas.microsoft.com/office/drawing/2014/main" id="{F056A189-D17C-0F41-9111-C04976053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079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1" name="Line 47">
            <a:extLst>
              <a:ext uri="{FF2B5EF4-FFF2-40B4-BE49-F238E27FC236}">
                <a16:creationId xmlns:a16="http://schemas.microsoft.com/office/drawing/2014/main" id="{033A620F-E29C-9C4D-9CDE-351C261233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2" name="Line 48">
            <a:extLst>
              <a:ext uri="{FF2B5EF4-FFF2-40B4-BE49-F238E27FC236}">
                <a16:creationId xmlns:a16="http://schemas.microsoft.com/office/drawing/2014/main" id="{C49907BF-6476-4F4E-8D5E-DE9C3DEE59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3" name="Rectangle 49">
            <a:extLst>
              <a:ext uri="{FF2B5EF4-FFF2-40B4-BE49-F238E27FC236}">
                <a16:creationId xmlns:a16="http://schemas.microsoft.com/office/drawing/2014/main" id="{0A86E07C-B0A3-3845-BE85-9E95A60EA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4</a:t>
            </a:r>
          </a:p>
        </p:txBody>
      </p:sp>
      <p:sp>
        <p:nvSpPr>
          <p:cNvPr id="75794" name="Rectangle 50">
            <a:extLst>
              <a:ext uri="{FF2B5EF4-FFF2-40B4-BE49-F238E27FC236}">
                <a16:creationId xmlns:a16="http://schemas.microsoft.com/office/drawing/2014/main" id="{A707AA09-9408-B54D-98F1-8F0BC394B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5</a:t>
            </a:r>
          </a:p>
        </p:txBody>
      </p:sp>
      <p:sp>
        <p:nvSpPr>
          <p:cNvPr id="75795" name="Line 51">
            <a:extLst>
              <a:ext uri="{FF2B5EF4-FFF2-40B4-BE49-F238E27FC236}">
                <a16:creationId xmlns:a16="http://schemas.microsoft.com/office/drawing/2014/main" id="{A7DA6100-8798-B144-B342-E1D39C680F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6" name="Line 52">
            <a:extLst>
              <a:ext uri="{FF2B5EF4-FFF2-40B4-BE49-F238E27FC236}">
                <a16:creationId xmlns:a16="http://schemas.microsoft.com/office/drawing/2014/main" id="{5FECF7F2-BC74-2A46-AC69-56396D6DC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7" name="Line 53">
            <a:extLst>
              <a:ext uri="{FF2B5EF4-FFF2-40B4-BE49-F238E27FC236}">
                <a16:creationId xmlns:a16="http://schemas.microsoft.com/office/drawing/2014/main" id="{E474CC83-9395-D34A-9B88-737F3B8427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8" name="Line 54">
            <a:extLst>
              <a:ext uri="{FF2B5EF4-FFF2-40B4-BE49-F238E27FC236}">
                <a16:creationId xmlns:a16="http://schemas.microsoft.com/office/drawing/2014/main" id="{EEE8C389-B223-ED48-87B6-71D074148E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9" name="Line 55">
            <a:extLst>
              <a:ext uri="{FF2B5EF4-FFF2-40B4-BE49-F238E27FC236}">
                <a16:creationId xmlns:a16="http://schemas.microsoft.com/office/drawing/2014/main" id="{B9E997A0-47D8-3343-8F0F-E84F8E5989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0" name="Line 56">
            <a:extLst>
              <a:ext uri="{FF2B5EF4-FFF2-40B4-BE49-F238E27FC236}">
                <a16:creationId xmlns:a16="http://schemas.microsoft.com/office/drawing/2014/main" id="{C7EB3334-C290-7345-A83E-1CB09C5F04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1" name="Line 57">
            <a:extLst>
              <a:ext uri="{FF2B5EF4-FFF2-40B4-BE49-F238E27FC236}">
                <a16:creationId xmlns:a16="http://schemas.microsoft.com/office/drawing/2014/main" id="{373E3BA0-6C4F-8A49-9445-0ACEAF9504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6731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2" name="Rectangle 58">
            <a:extLst>
              <a:ext uri="{FF2B5EF4-FFF2-40B4-BE49-F238E27FC236}">
                <a16:creationId xmlns:a16="http://schemas.microsoft.com/office/drawing/2014/main" id="{59E84251-66AF-AC49-A377-70D71581E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6</a:t>
            </a:r>
          </a:p>
        </p:txBody>
      </p:sp>
      <p:sp>
        <p:nvSpPr>
          <p:cNvPr id="75803" name="Rectangle 59">
            <a:extLst>
              <a:ext uri="{FF2B5EF4-FFF2-40B4-BE49-F238E27FC236}">
                <a16:creationId xmlns:a16="http://schemas.microsoft.com/office/drawing/2014/main" id="{AEAC3065-2545-3C40-BA1E-43894E3F1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7</a:t>
            </a:r>
          </a:p>
        </p:txBody>
      </p:sp>
      <p:sp>
        <p:nvSpPr>
          <p:cNvPr id="75804" name="Rectangle 60">
            <a:extLst>
              <a:ext uri="{FF2B5EF4-FFF2-40B4-BE49-F238E27FC236}">
                <a16:creationId xmlns:a16="http://schemas.microsoft.com/office/drawing/2014/main" id="{C60D4D29-F6C3-CE4A-A450-F3E2DA04B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8</a:t>
            </a:r>
          </a:p>
        </p:txBody>
      </p:sp>
      <p:sp>
        <p:nvSpPr>
          <p:cNvPr id="75805" name="Rectangle 61">
            <a:extLst>
              <a:ext uri="{FF2B5EF4-FFF2-40B4-BE49-F238E27FC236}">
                <a16:creationId xmlns:a16="http://schemas.microsoft.com/office/drawing/2014/main" id="{FDEC4F3E-C6C3-494E-9375-DA2DDF064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6858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9</a:t>
            </a:r>
          </a:p>
        </p:txBody>
      </p:sp>
      <p:sp>
        <p:nvSpPr>
          <p:cNvPr id="75806" name="Rectangle 62">
            <a:extLst>
              <a:ext uri="{FF2B5EF4-FFF2-40B4-BE49-F238E27FC236}">
                <a16:creationId xmlns:a16="http://schemas.microsoft.com/office/drawing/2014/main" id="{448967BF-DDA0-5841-ABAB-10E83BA44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685800"/>
            <a:ext cx="920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10</a:t>
            </a:r>
          </a:p>
        </p:txBody>
      </p:sp>
      <p:sp>
        <p:nvSpPr>
          <p:cNvPr id="75807" name="Rectangle 63">
            <a:extLst>
              <a:ext uri="{FF2B5EF4-FFF2-40B4-BE49-F238E27FC236}">
                <a16:creationId xmlns:a16="http://schemas.microsoft.com/office/drawing/2014/main" id="{5513D7F2-923D-8246-A107-26A92115B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685800"/>
            <a:ext cx="920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11</a:t>
            </a:r>
          </a:p>
        </p:txBody>
      </p:sp>
      <p:sp>
        <p:nvSpPr>
          <p:cNvPr id="75808" name="Line 130">
            <a:extLst>
              <a:ext uri="{FF2B5EF4-FFF2-40B4-BE49-F238E27FC236}">
                <a16:creationId xmlns:a16="http://schemas.microsoft.com/office/drawing/2014/main" id="{C8C11862-0052-2347-A4A4-959811C0FD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358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9" name="Line 131">
            <a:extLst>
              <a:ext uri="{FF2B5EF4-FFF2-40B4-BE49-F238E27FC236}">
                <a16:creationId xmlns:a16="http://schemas.microsoft.com/office/drawing/2014/main" id="{8DAC31B0-529F-C14F-8C3C-361EF57A54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13589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10" name="Line 132">
            <a:extLst>
              <a:ext uri="{FF2B5EF4-FFF2-40B4-BE49-F238E27FC236}">
                <a16:creationId xmlns:a16="http://schemas.microsoft.com/office/drawing/2014/main" id="{6BC92266-E691-E34F-A3AF-6BB5D3CABA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1358900"/>
            <a:ext cx="0" cy="1473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11" name="Oval 133">
            <a:extLst>
              <a:ext uri="{FF2B5EF4-FFF2-40B4-BE49-F238E27FC236}">
                <a16:creationId xmlns:a16="http://schemas.microsoft.com/office/drawing/2014/main" id="{0828BF62-3D65-E341-862A-CFA916C78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996950"/>
            <a:ext cx="139700" cy="2806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5812" name="Rectangle 136">
            <a:extLst>
              <a:ext uri="{FF2B5EF4-FFF2-40B4-BE49-F238E27FC236}">
                <a16:creationId xmlns:a16="http://schemas.microsoft.com/office/drawing/2014/main" id="{EEFC3C99-B68E-1B47-801B-9F49680DF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0668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grpSp>
        <p:nvGrpSpPr>
          <p:cNvPr id="75813" name="Group 158">
            <a:extLst>
              <a:ext uri="{FF2B5EF4-FFF2-40B4-BE49-F238E27FC236}">
                <a16:creationId xmlns:a16="http://schemas.microsoft.com/office/drawing/2014/main" id="{6A836584-6DFB-514B-A6CA-68A1A9DD4BF0}"/>
              </a:ext>
            </a:extLst>
          </p:cNvPr>
          <p:cNvGrpSpPr>
            <a:grpSpLocks/>
          </p:cNvGrpSpPr>
          <p:nvPr/>
        </p:nvGrpSpPr>
        <p:grpSpPr bwMode="auto">
          <a:xfrm>
            <a:off x="1003300" y="1574800"/>
            <a:ext cx="4165600" cy="333375"/>
            <a:chOff x="632" y="960"/>
            <a:chExt cx="2624" cy="210"/>
          </a:xfrm>
        </p:grpSpPr>
        <p:grpSp>
          <p:nvGrpSpPr>
            <p:cNvPr id="75889" name="Group 159">
              <a:extLst>
                <a:ext uri="{FF2B5EF4-FFF2-40B4-BE49-F238E27FC236}">
                  <a16:creationId xmlns:a16="http://schemas.microsoft.com/office/drawing/2014/main" id="{2CFDC2AF-83DD-1B4E-BEF5-CE7505133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" y="960"/>
              <a:ext cx="512" cy="210"/>
              <a:chOff x="632" y="960"/>
              <a:chExt cx="512" cy="210"/>
            </a:xfrm>
          </p:grpSpPr>
          <p:sp>
            <p:nvSpPr>
              <p:cNvPr id="75902" name="Rectangle 160">
                <a:extLst>
                  <a:ext uri="{FF2B5EF4-FFF2-40B4-BE49-F238E27FC236}">
                    <a16:creationId xmlns:a16="http://schemas.microsoft.com/office/drawing/2014/main" id="{4B7FAE08-9954-3F4E-B6BD-8C0F8DA44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903" name="Rectangle 161">
                <a:extLst>
                  <a:ext uri="{FF2B5EF4-FFF2-40B4-BE49-F238E27FC236}">
                    <a16:creationId xmlns:a16="http://schemas.microsoft.com/office/drawing/2014/main" id="{B77C5FBC-094C-8E46-B89D-6180C2BC6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3" y="960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5890" name="Group 162">
              <a:extLst>
                <a:ext uri="{FF2B5EF4-FFF2-40B4-BE49-F238E27FC236}">
                  <a16:creationId xmlns:a16="http://schemas.microsoft.com/office/drawing/2014/main" id="{60CC80B8-BA48-2F42-8311-41A06FEB5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" y="960"/>
              <a:ext cx="569" cy="210"/>
              <a:chOff x="1143" y="960"/>
              <a:chExt cx="569" cy="210"/>
            </a:xfrm>
          </p:grpSpPr>
          <p:sp>
            <p:nvSpPr>
              <p:cNvPr id="75900" name="Rectangle 163">
                <a:extLst>
                  <a:ext uri="{FF2B5EF4-FFF2-40B4-BE49-F238E27FC236}">
                    <a16:creationId xmlns:a16="http://schemas.microsoft.com/office/drawing/2014/main" id="{0E8BED93-FDEB-0946-A8CB-AB9F4A4C9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901" name="Rectangle 164">
                <a:extLst>
                  <a:ext uri="{FF2B5EF4-FFF2-40B4-BE49-F238E27FC236}">
                    <a16:creationId xmlns:a16="http://schemas.microsoft.com/office/drawing/2014/main" id="{EA9D8D19-3D39-5843-BC35-E6878F2E9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960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5891" name="Group 165">
              <a:extLst>
                <a:ext uri="{FF2B5EF4-FFF2-40B4-BE49-F238E27FC236}">
                  <a16:creationId xmlns:a16="http://schemas.microsoft.com/office/drawing/2014/main" id="{400AAC01-2B69-0746-91F7-E6AFB408E9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960"/>
              <a:ext cx="512" cy="210"/>
              <a:chOff x="1688" y="960"/>
              <a:chExt cx="512" cy="210"/>
            </a:xfrm>
          </p:grpSpPr>
          <p:sp>
            <p:nvSpPr>
              <p:cNvPr id="75898" name="Rectangle 166">
                <a:extLst>
                  <a:ext uri="{FF2B5EF4-FFF2-40B4-BE49-F238E27FC236}">
                    <a16:creationId xmlns:a16="http://schemas.microsoft.com/office/drawing/2014/main" id="{35E96202-8F10-204E-9B25-FD595BD18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99" name="Rectangle 167">
                <a:extLst>
                  <a:ext uri="{FF2B5EF4-FFF2-40B4-BE49-F238E27FC236}">
                    <a16:creationId xmlns:a16="http://schemas.microsoft.com/office/drawing/2014/main" id="{D521E862-6B74-E44E-A1BF-0BC05C58F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960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5892" name="Group 168">
              <a:extLst>
                <a:ext uri="{FF2B5EF4-FFF2-40B4-BE49-F238E27FC236}">
                  <a16:creationId xmlns:a16="http://schemas.microsoft.com/office/drawing/2014/main" id="{925F8A6E-F64F-4748-8B3A-408BFF22F3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960"/>
              <a:ext cx="512" cy="210"/>
              <a:chOff x="2216" y="960"/>
              <a:chExt cx="512" cy="210"/>
            </a:xfrm>
          </p:grpSpPr>
          <p:sp>
            <p:nvSpPr>
              <p:cNvPr id="75896" name="Rectangle 169">
                <a:extLst>
                  <a:ext uri="{FF2B5EF4-FFF2-40B4-BE49-F238E27FC236}">
                    <a16:creationId xmlns:a16="http://schemas.microsoft.com/office/drawing/2014/main" id="{81913B88-8AEE-4C48-9392-5FD3F8664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97" name="Rectangle 170">
                <a:extLst>
                  <a:ext uri="{FF2B5EF4-FFF2-40B4-BE49-F238E27FC236}">
                    <a16:creationId xmlns:a16="http://schemas.microsoft.com/office/drawing/2014/main" id="{93EBD2EC-97CD-3444-9FD5-1AA59861F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960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5893" name="Group 171">
              <a:extLst>
                <a:ext uri="{FF2B5EF4-FFF2-40B4-BE49-F238E27FC236}">
                  <a16:creationId xmlns:a16="http://schemas.microsoft.com/office/drawing/2014/main" id="{2DA4D406-CBF2-034B-98C1-F20A27BBD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960"/>
              <a:ext cx="512" cy="210"/>
              <a:chOff x="2744" y="960"/>
              <a:chExt cx="512" cy="210"/>
            </a:xfrm>
          </p:grpSpPr>
          <p:sp>
            <p:nvSpPr>
              <p:cNvPr id="75894" name="Rectangle 172">
                <a:extLst>
                  <a:ext uri="{FF2B5EF4-FFF2-40B4-BE49-F238E27FC236}">
                    <a16:creationId xmlns:a16="http://schemas.microsoft.com/office/drawing/2014/main" id="{0FD71E0A-C1A9-D844-81AB-AF083D74B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9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95" name="Rectangle 173">
                <a:extLst>
                  <a:ext uri="{FF2B5EF4-FFF2-40B4-BE49-F238E27FC236}">
                    <a16:creationId xmlns:a16="http://schemas.microsoft.com/office/drawing/2014/main" id="{1A3B16C7-9ED7-064D-9841-FEB8660E7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960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grpSp>
        <p:nvGrpSpPr>
          <p:cNvPr id="75814" name="Group 174">
            <a:extLst>
              <a:ext uri="{FF2B5EF4-FFF2-40B4-BE49-F238E27FC236}">
                <a16:creationId xmlns:a16="http://schemas.microsoft.com/office/drawing/2014/main" id="{651D6420-5312-984B-995C-766E03714166}"/>
              </a:ext>
            </a:extLst>
          </p:cNvPr>
          <p:cNvGrpSpPr>
            <a:grpSpLocks/>
          </p:cNvGrpSpPr>
          <p:nvPr/>
        </p:nvGrpSpPr>
        <p:grpSpPr bwMode="auto">
          <a:xfrm>
            <a:off x="1841500" y="1981200"/>
            <a:ext cx="4165600" cy="333375"/>
            <a:chOff x="1160" y="1248"/>
            <a:chExt cx="2624" cy="210"/>
          </a:xfrm>
        </p:grpSpPr>
        <p:grpSp>
          <p:nvGrpSpPr>
            <p:cNvPr id="75874" name="Group 175">
              <a:extLst>
                <a:ext uri="{FF2B5EF4-FFF2-40B4-BE49-F238E27FC236}">
                  <a16:creationId xmlns:a16="http://schemas.microsoft.com/office/drawing/2014/main" id="{1BB5E312-70D1-3840-9511-988CDCE804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1248"/>
              <a:ext cx="512" cy="210"/>
              <a:chOff x="1160" y="1248"/>
              <a:chExt cx="512" cy="210"/>
            </a:xfrm>
          </p:grpSpPr>
          <p:sp>
            <p:nvSpPr>
              <p:cNvPr id="75887" name="Rectangle 176">
                <a:extLst>
                  <a:ext uri="{FF2B5EF4-FFF2-40B4-BE49-F238E27FC236}">
                    <a16:creationId xmlns:a16="http://schemas.microsoft.com/office/drawing/2014/main" id="{62FA346D-84E5-064C-BF61-791A5D6DB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88" name="Rectangle 177">
                <a:extLst>
                  <a:ext uri="{FF2B5EF4-FFF2-40B4-BE49-F238E27FC236}">
                    <a16:creationId xmlns:a16="http://schemas.microsoft.com/office/drawing/2014/main" id="{E972A787-6942-8042-9005-3CB48ED2A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248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5875" name="Group 178">
              <a:extLst>
                <a:ext uri="{FF2B5EF4-FFF2-40B4-BE49-F238E27FC236}">
                  <a16:creationId xmlns:a16="http://schemas.microsoft.com/office/drawing/2014/main" id="{16EE4AC0-27FF-E54C-9137-39344D0637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1" y="1248"/>
              <a:ext cx="569" cy="210"/>
              <a:chOff x="1671" y="1248"/>
              <a:chExt cx="569" cy="210"/>
            </a:xfrm>
          </p:grpSpPr>
          <p:sp>
            <p:nvSpPr>
              <p:cNvPr id="75885" name="Rectangle 179">
                <a:extLst>
                  <a:ext uri="{FF2B5EF4-FFF2-40B4-BE49-F238E27FC236}">
                    <a16:creationId xmlns:a16="http://schemas.microsoft.com/office/drawing/2014/main" id="{71A8053B-90A2-1E47-AE71-D9C74612F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86" name="Rectangle 180">
                <a:extLst>
                  <a:ext uri="{FF2B5EF4-FFF2-40B4-BE49-F238E27FC236}">
                    <a16:creationId xmlns:a16="http://schemas.microsoft.com/office/drawing/2014/main" id="{041BE58E-9FFB-3945-B9B7-963879197E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" y="1248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5876" name="Group 181">
              <a:extLst>
                <a:ext uri="{FF2B5EF4-FFF2-40B4-BE49-F238E27FC236}">
                  <a16:creationId xmlns:a16="http://schemas.microsoft.com/office/drawing/2014/main" id="{9820563B-BE32-9646-BCC6-B9F34C5EF7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1248"/>
              <a:ext cx="512" cy="210"/>
              <a:chOff x="2216" y="1248"/>
              <a:chExt cx="512" cy="210"/>
            </a:xfrm>
          </p:grpSpPr>
          <p:sp>
            <p:nvSpPr>
              <p:cNvPr id="75883" name="Rectangle 182">
                <a:extLst>
                  <a:ext uri="{FF2B5EF4-FFF2-40B4-BE49-F238E27FC236}">
                    <a16:creationId xmlns:a16="http://schemas.microsoft.com/office/drawing/2014/main" id="{B467BAC6-E07B-9744-8566-0027576FA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84" name="Rectangle 183">
                <a:extLst>
                  <a:ext uri="{FF2B5EF4-FFF2-40B4-BE49-F238E27FC236}">
                    <a16:creationId xmlns:a16="http://schemas.microsoft.com/office/drawing/2014/main" id="{DA5E6BCC-956C-084C-BDD8-BD6D12AB6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1248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5877" name="Group 184">
              <a:extLst>
                <a:ext uri="{FF2B5EF4-FFF2-40B4-BE49-F238E27FC236}">
                  <a16:creationId xmlns:a16="http://schemas.microsoft.com/office/drawing/2014/main" id="{C3B53519-9A87-CD48-A003-AEA1B5022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248"/>
              <a:ext cx="512" cy="210"/>
              <a:chOff x="2744" y="1248"/>
              <a:chExt cx="512" cy="210"/>
            </a:xfrm>
          </p:grpSpPr>
          <p:sp>
            <p:nvSpPr>
              <p:cNvPr id="75881" name="Rectangle 185">
                <a:extLst>
                  <a:ext uri="{FF2B5EF4-FFF2-40B4-BE49-F238E27FC236}">
                    <a16:creationId xmlns:a16="http://schemas.microsoft.com/office/drawing/2014/main" id="{8FF3A5F3-AC1D-FE4F-8944-4534BE46C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82" name="Rectangle 186">
                <a:extLst>
                  <a:ext uri="{FF2B5EF4-FFF2-40B4-BE49-F238E27FC236}">
                    <a16:creationId xmlns:a16="http://schemas.microsoft.com/office/drawing/2014/main" id="{89C8BBFE-D21E-4A4A-9686-264FBA002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248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5878" name="Group 187">
              <a:extLst>
                <a:ext uri="{FF2B5EF4-FFF2-40B4-BE49-F238E27FC236}">
                  <a16:creationId xmlns:a16="http://schemas.microsoft.com/office/drawing/2014/main" id="{2DA98006-571A-CA4F-9EC8-753D0C931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248"/>
              <a:ext cx="512" cy="210"/>
              <a:chOff x="3272" y="1248"/>
              <a:chExt cx="512" cy="210"/>
            </a:xfrm>
          </p:grpSpPr>
          <p:sp>
            <p:nvSpPr>
              <p:cNvPr id="75879" name="Rectangle 188">
                <a:extLst>
                  <a:ext uri="{FF2B5EF4-FFF2-40B4-BE49-F238E27FC236}">
                    <a16:creationId xmlns:a16="http://schemas.microsoft.com/office/drawing/2014/main" id="{C1D84125-D9C7-1744-AE4D-AFC855574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25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80" name="Rectangle 189">
                <a:extLst>
                  <a:ext uri="{FF2B5EF4-FFF2-40B4-BE49-F238E27FC236}">
                    <a16:creationId xmlns:a16="http://schemas.microsoft.com/office/drawing/2014/main" id="{E448F448-7451-BF43-9B87-AAAB1E21F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248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5815" name="Rectangle 190">
            <a:extLst>
              <a:ext uri="{FF2B5EF4-FFF2-40B4-BE49-F238E27FC236}">
                <a16:creationId xmlns:a16="http://schemas.microsoft.com/office/drawing/2014/main" id="{33FB02E6-BED8-694F-8B5B-324AEB546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2000250"/>
            <a:ext cx="10906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16: 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75816" name="Group 191">
            <a:extLst>
              <a:ext uri="{FF2B5EF4-FFF2-40B4-BE49-F238E27FC236}">
                <a16:creationId xmlns:a16="http://schemas.microsoft.com/office/drawing/2014/main" id="{C6C6507A-2763-E34B-80C5-3BBF14860C92}"/>
              </a:ext>
            </a:extLst>
          </p:cNvPr>
          <p:cNvGrpSpPr>
            <a:grpSpLocks/>
          </p:cNvGrpSpPr>
          <p:nvPr/>
        </p:nvGrpSpPr>
        <p:grpSpPr bwMode="auto">
          <a:xfrm>
            <a:off x="2679700" y="2374900"/>
            <a:ext cx="4165600" cy="333375"/>
            <a:chOff x="1688" y="1536"/>
            <a:chExt cx="2624" cy="210"/>
          </a:xfrm>
        </p:grpSpPr>
        <p:grpSp>
          <p:nvGrpSpPr>
            <p:cNvPr id="75859" name="Group 192">
              <a:extLst>
                <a:ext uri="{FF2B5EF4-FFF2-40B4-BE49-F238E27FC236}">
                  <a16:creationId xmlns:a16="http://schemas.microsoft.com/office/drawing/2014/main" id="{6D51C4B6-F72C-9F41-8752-7D4C212E67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" y="1536"/>
              <a:ext cx="512" cy="210"/>
              <a:chOff x="1688" y="1536"/>
              <a:chExt cx="512" cy="210"/>
            </a:xfrm>
          </p:grpSpPr>
          <p:sp>
            <p:nvSpPr>
              <p:cNvPr id="75872" name="Rectangle 193">
                <a:extLst>
                  <a:ext uri="{FF2B5EF4-FFF2-40B4-BE49-F238E27FC236}">
                    <a16:creationId xmlns:a16="http://schemas.microsoft.com/office/drawing/2014/main" id="{162827B8-1E07-0043-B4CA-732320BCD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73" name="Rectangle 194">
                <a:extLst>
                  <a:ext uri="{FF2B5EF4-FFF2-40B4-BE49-F238E27FC236}">
                    <a16:creationId xmlns:a16="http://schemas.microsoft.com/office/drawing/2014/main" id="{8DE22B3A-4630-FD41-BEB0-1F6CAFA52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1536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5860" name="Group 195">
              <a:extLst>
                <a:ext uri="{FF2B5EF4-FFF2-40B4-BE49-F238E27FC236}">
                  <a16:creationId xmlns:a16="http://schemas.microsoft.com/office/drawing/2014/main" id="{BD18358F-BDC3-4441-B820-1ED17FF0DC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1536"/>
              <a:ext cx="569" cy="210"/>
              <a:chOff x="2199" y="1536"/>
              <a:chExt cx="569" cy="210"/>
            </a:xfrm>
          </p:grpSpPr>
          <p:sp>
            <p:nvSpPr>
              <p:cNvPr id="75870" name="Rectangle 196">
                <a:extLst>
                  <a:ext uri="{FF2B5EF4-FFF2-40B4-BE49-F238E27FC236}">
                    <a16:creationId xmlns:a16="http://schemas.microsoft.com/office/drawing/2014/main" id="{BA77563B-DC70-9F41-A827-BBA34C00B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71" name="Rectangle 197">
                <a:extLst>
                  <a:ext uri="{FF2B5EF4-FFF2-40B4-BE49-F238E27FC236}">
                    <a16:creationId xmlns:a16="http://schemas.microsoft.com/office/drawing/2014/main" id="{0069D546-3CCA-6E49-881C-22FD999E4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1536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5861" name="Group 198">
              <a:extLst>
                <a:ext uri="{FF2B5EF4-FFF2-40B4-BE49-F238E27FC236}">
                  <a16:creationId xmlns:a16="http://schemas.microsoft.com/office/drawing/2014/main" id="{C466537A-029A-6843-B3E5-66CFBBF43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536"/>
              <a:ext cx="512" cy="210"/>
              <a:chOff x="2744" y="1536"/>
              <a:chExt cx="512" cy="210"/>
            </a:xfrm>
          </p:grpSpPr>
          <p:sp>
            <p:nvSpPr>
              <p:cNvPr id="75868" name="Rectangle 199">
                <a:extLst>
                  <a:ext uri="{FF2B5EF4-FFF2-40B4-BE49-F238E27FC236}">
                    <a16:creationId xmlns:a16="http://schemas.microsoft.com/office/drawing/2014/main" id="{7CA0C5B0-7407-0844-8C5C-A245A1B3B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69" name="Rectangle 200">
                <a:extLst>
                  <a:ext uri="{FF2B5EF4-FFF2-40B4-BE49-F238E27FC236}">
                    <a16:creationId xmlns:a16="http://schemas.microsoft.com/office/drawing/2014/main" id="{FF42ED7B-F9B4-C947-BA3B-C6CC0DE9D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536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5862" name="Group 201">
              <a:extLst>
                <a:ext uri="{FF2B5EF4-FFF2-40B4-BE49-F238E27FC236}">
                  <a16:creationId xmlns:a16="http://schemas.microsoft.com/office/drawing/2014/main" id="{9E45CD77-77E6-FC48-BE79-0ADC03516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536"/>
              <a:ext cx="512" cy="210"/>
              <a:chOff x="3272" y="1536"/>
              <a:chExt cx="512" cy="210"/>
            </a:xfrm>
          </p:grpSpPr>
          <p:sp>
            <p:nvSpPr>
              <p:cNvPr id="75866" name="Rectangle 202">
                <a:extLst>
                  <a:ext uri="{FF2B5EF4-FFF2-40B4-BE49-F238E27FC236}">
                    <a16:creationId xmlns:a16="http://schemas.microsoft.com/office/drawing/2014/main" id="{5795D3CC-FCDA-1246-B938-1904949F9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67" name="Rectangle 203">
                <a:extLst>
                  <a:ext uri="{FF2B5EF4-FFF2-40B4-BE49-F238E27FC236}">
                    <a16:creationId xmlns:a16="http://schemas.microsoft.com/office/drawing/2014/main" id="{B431BC42-F4E3-0447-B442-873D33E1B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536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5863" name="Group 204">
              <a:extLst>
                <a:ext uri="{FF2B5EF4-FFF2-40B4-BE49-F238E27FC236}">
                  <a16:creationId xmlns:a16="http://schemas.microsoft.com/office/drawing/2014/main" id="{0194656C-E2D5-B647-AC81-4790E83933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1536"/>
              <a:ext cx="512" cy="210"/>
              <a:chOff x="3800" y="1536"/>
              <a:chExt cx="512" cy="210"/>
            </a:xfrm>
          </p:grpSpPr>
          <p:sp>
            <p:nvSpPr>
              <p:cNvPr id="75864" name="Rectangle 205">
                <a:extLst>
                  <a:ext uri="{FF2B5EF4-FFF2-40B4-BE49-F238E27FC236}">
                    <a16:creationId xmlns:a16="http://schemas.microsoft.com/office/drawing/2014/main" id="{77B6CF91-53E1-1B42-8765-3B5760A89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54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65" name="Rectangle 206">
                <a:extLst>
                  <a:ext uri="{FF2B5EF4-FFF2-40B4-BE49-F238E27FC236}">
                    <a16:creationId xmlns:a16="http://schemas.microsoft.com/office/drawing/2014/main" id="{B8A5E71D-CFF7-654F-A68A-2CF75A7F2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1536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grpSp>
        <p:nvGrpSpPr>
          <p:cNvPr id="75817" name="Group 207">
            <a:extLst>
              <a:ext uri="{FF2B5EF4-FFF2-40B4-BE49-F238E27FC236}">
                <a16:creationId xmlns:a16="http://schemas.microsoft.com/office/drawing/2014/main" id="{0C12161D-AC89-4B40-91CA-978125845D1C}"/>
              </a:ext>
            </a:extLst>
          </p:cNvPr>
          <p:cNvGrpSpPr>
            <a:grpSpLocks/>
          </p:cNvGrpSpPr>
          <p:nvPr/>
        </p:nvGrpSpPr>
        <p:grpSpPr bwMode="auto">
          <a:xfrm>
            <a:off x="3517900" y="2768600"/>
            <a:ext cx="4165600" cy="333375"/>
            <a:chOff x="2216" y="1824"/>
            <a:chExt cx="2624" cy="210"/>
          </a:xfrm>
        </p:grpSpPr>
        <p:grpSp>
          <p:nvGrpSpPr>
            <p:cNvPr id="75844" name="Group 208">
              <a:extLst>
                <a:ext uri="{FF2B5EF4-FFF2-40B4-BE49-F238E27FC236}">
                  <a16:creationId xmlns:a16="http://schemas.microsoft.com/office/drawing/2014/main" id="{D292504B-C9E9-4341-9E7B-42BE81C6F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1824"/>
              <a:ext cx="512" cy="210"/>
              <a:chOff x="2216" y="1824"/>
              <a:chExt cx="512" cy="210"/>
            </a:xfrm>
          </p:grpSpPr>
          <p:sp>
            <p:nvSpPr>
              <p:cNvPr id="75857" name="Rectangle 209">
                <a:extLst>
                  <a:ext uri="{FF2B5EF4-FFF2-40B4-BE49-F238E27FC236}">
                    <a16:creationId xmlns:a16="http://schemas.microsoft.com/office/drawing/2014/main" id="{282FEE97-DAC1-934F-9F98-4270AE45A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58" name="Rectangle 210">
                <a:extLst>
                  <a:ext uri="{FF2B5EF4-FFF2-40B4-BE49-F238E27FC236}">
                    <a16:creationId xmlns:a16="http://schemas.microsoft.com/office/drawing/2014/main" id="{1B45E60D-040C-EB4F-96D5-8939C59FE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7" y="1824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5845" name="Group 211">
              <a:extLst>
                <a:ext uri="{FF2B5EF4-FFF2-40B4-BE49-F238E27FC236}">
                  <a16:creationId xmlns:a16="http://schemas.microsoft.com/office/drawing/2014/main" id="{AF54105D-473D-FF47-8826-92B4CE7D43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824"/>
              <a:ext cx="569" cy="210"/>
              <a:chOff x="2727" y="1824"/>
              <a:chExt cx="569" cy="210"/>
            </a:xfrm>
          </p:grpSpPr>
          <p:sp>
            <p:nvSpPr>
              <p:cNvPr id="75855" name="Rectangle 212">
                <a:extLst>
                  <a:ext uri="{FF2B5EF4-FFF2-40B4-BE49-F238E27FC236}">
                    <a16:creationId xmlns:a16="http://schemas.microsoft.com/office/drawing/2014/main" id="{6C98BD8C-7751-AE49-B6D7-B64E1318A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56" name="Rectangle 213">
                <a:extLst>
                  <a:ext uri="{FF2B5EF4-FFF2-40B4-BE49-F238E27FC236}">
                    <a16:creationId xmlns:a16="http://schemas.microsoft.com/office/drawing/2014/main" id="{A0E64793-CF55-2D40-94AA-B6570F934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7" y="1824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5846" name="Group 214">
              <a:extLst>
                <a:ext uri="{FF2B5EF4-FFF2-40B4-BE49-F238E27FC236}">
                  <a16:creationId xmlns:a16="http://schemas.microsoft.com/office/drawing/2014/main" id="{772BCA38-F8A7-1146-AD5A-F4724D6851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824"/>
              <a:ext cx="512" cy="210"/>
              <a:chOff x="3272" y="1824"/>
              <a:chExt cx="512" cy="210"/>
            </a:xfrm>
          </p:grpSpPr>
          <p:sp>
            <p:nvSpPr>
              <p:cNvPr id="75853" name="Rectangle 215">
                <a:extLst>
                  <a:ext uri="{FF2B5EF4-FFF2-40B4-BE49-F238E27FC236}">
                    <a16:creationId xmlns:a16="http://schemas.microsoft.com/office/drawing/2014/main" id="{2F1E0E54-ABEE-164C-937F-E8137A751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54" name="Rectangle 216">
                <a:extLst>
                  <a:ext uri="{FF2B5EF4-FFF2-40B4-BE49-F238E27FC236}">
                    <a16:creationId xmlns:a16="http://schemas.microsoft.com/office/drawing/2014/main" id="{25B97736-5635-714C-9C8B-F998947BA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1824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5847" name="Group 217">
              <a:extLst>
                <a:ext uri="{FF2B5EF4-FFF2-40B4-BE49-F238E27FC236}">
                  <a16:creationId xmlns:a16="http://schemas.microsoft.com/office/drawing/2014/main" id="{D799FE32-B956-A745-A300-0B93DE15FB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1824"/>
              <a:ext cx="512" cy="210"/>
              <a:chOff x="3800" y="1824"/>
              <a:chExt cx="512" cy="210"/>
            </a:xfrm>
          </p:grpSpPr>
          <p:sp>
            <p:nvSpPr>
              <p:cNvPr id="75851" name="Rectangle 218">
                <a:extLst>
                  <a:ext uri="{FF2B5EF4-FFF2-40B4-BE49-F238E27FC236}">
                    <a16:creationId xmlns:a16="http://schemas.microsoft.com/office/drawing/2014/main" id="{862A2B50-F966-FA42-8361-7A58DFD45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52" name="Rectangle 219">
                <a:extLst>
                  <a:ext uri="{FF2B5EF4-FFF2-40B4-BE49-F238E27FC236}">
                    <a16:creationId xmlns:a16="http://schemas.microsoft.com/office/drawing/2014/main" id="{B32108A0-F85A-9046-ADD6-6C481EDC2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182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5848" name="Group 220">
              <a:extLst>
                <a:ext uri="{FF2B5EF4-FFF2-40B4-BE49-F238E27FC236}">
                  <a16:creationId xmlns:a16="http://schemas.microsoft.com/office/drawing/2014/main" id="{EF79E654-C473-0349-A33F-1A3CB78F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8" y="1824"/>
              <a:ext cx="512" cy="210"/>
              <a:chOff x="4328" y="1824"/>
              <a:chExt cx="512" cy="210"/>
            </a:xfrm>
          </p:grpSpPr>
          <p:sp>
            <p:nvSpPr>
              <p:cNvPr id="75849" name="Rectangle 221">
                <a:extLst>
                  <a:ext uri="{FF2B5EF4-FFF2-40B4-BE49-F238E27FC236}">
                    <a16:creationId xmlns:a16="http://schemas.microsoft.com/office/drawing/2014/main" id="{B7CD7C21-F85A-B845-8E35-1C8B871B6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183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50" name="Rectangle 222">
                <a:extLst>
                  <a:ext uri="{FF2B5EF4-FFF2-40B4-BE49-F238E27FC236}">
                    <a16:creationId xmlns:a16="http://schemas.microsoft.com/office/drawing/2014/main" id="{5822ABCB-CD44-D949-9B67-D86ED4A22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1824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5818" name="Rectangle 223">
            <a:extLst>
              <a:ext uri="{FF2B5EF4-FFF2-40B4-BE49-F238E27FC236}">
                <a16:creationId xmlns:a16="http://schemas.microsoft.com/office/drawing/2014/main" id="{3AEE5120-C4CD-E04E-9F2E-F0C85D80E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768600"/>
            <a:ext cx="10906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24: 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75819" name="Line 224">
            <a:extLst>
              <a:ext uri="{FF2B5EF4-FFF2-40B4-BE49-F238E27FC236}">
                <a16:creationId xmlns:a16="http://schemas.microsoft.com/office/drawing/2014/main" id="{57EAA350-C311-224B-8299-242EB148CD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358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20" name="Line 225">
            <a:extLst>
              <a:ext uri="{FF2B5EF4-FFF2-40B4-BE49-F238E27FC236}">
                <a16:creationId xmlns:a16="http://schemas.microsoft.com/office/drawing/2014/main" id="{994E6DFC-B98D-BC4B-AD26-4E704185A9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13589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21" name="Line 226">
            <a:extLst>
              <a:ext uri="{FF2B5EF4-FFF2-40B4-BE49-F238E27FC236}">
                <a16:creationId xmlns:a16="http://schemas.microsoft.com/office/drawing/2014/main" id="{D0CE175B-C96C-D64C-9ECA-6EE23765EF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1358900"/>
            <a:ext cx="0" cy="1473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22" name="Rectangle 227">
            <a:extLst>
              <a:ext uri="{FF2B5EF4-FFF2-40B4-BE49-F238E27FC236}">
                <a16:creationId xmlns:a16="http://schemas.microsoft.com/office/drawing/2014/main" id="{3D5E3DAF-9DE9-E541-B063-1CDD06841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1574800"/>
            <a:ext cx="14827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12: </a:t>
            </a:r>
            <a:r>
              <a:rPr lang="en-US" altLang="zh-CN">
                <a:ea typeface="宋体" panose="02010600030101010101" pitchFamily="2" charset="-122"/>
              </a:rPr>
              <a:t>Beq</a:t>
            </a:r>
          </a:p>
          <a:p>
            <a:r>
              <a:rPr lang="en-US" altLang="zh-CN">
                <a:ea typeface="宋体" panose="02010600030101010101" pitchFamily="2" charset="-122"/>
              </a:rPr>
              <a:t>(target is 1000)</a:t>
            </a:r>
          </a:p>
        </p:txBody>
      </p:sp>
      <p:sp>
        <p:nvSpPr>
          <p:cNvPr id="75823" name="Rectangle 228">
            <a:extLst>
              <a:ext uri="{FF2B5EF4-FFF2-40B4-BE49-F238E27FC236}">
                <a16:creationId xmlns:a16="http://schemas.microsoft.com/office/drawing/2014/main" id="{01C822DC-B74F-E44A-8A46-8E22D1957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2374900"/>
            <a:ext cx="10906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20: 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grpSp>
        <p:nvGrpSpPr>
          <p:cNvPr id="75824" name="Group 229">
            <a:extLst>
              <a:ext uri="{FF2B5EF4-FFF2-40B4-BE49-F238E27FC236}">
                <a16:creationId xmlns:a16="http://schemas.microsoft.com/office/drawing/2014/main" id="{9752DE31-48A4-D541-813D-43F5CA8452E8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3175000"/>
            <a:ext cx="4165600" cy="333375"/>
            <a:chOff x="2744" y="2112"/>
            <a:chExt cx="2624" cy="210"/>
          </a:xfrm>
        </p:grpSpPr>
        <p:grpSp>
          <p:nvGrpSpPr>
            <p:cNvPr id="75829" name="Group 230">
              <a:extLst>
                <a:ext uri="{FF2B5EF4-FFF2-40B4-BE49-F238E27FC236}">
                  <a16:creationId xmlns:a16="http://schemas.microsoft.com/office/drawing/2014/main" id="{EA70A191-DC90-5547-B8AE-DAFE9169E0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2112"/>
              <a:ext cx="512" cy="210"/>
              <a:chOff x="2744" y="2112"/>
              <a:chExt cx="512" cy="210"/>
            </a:xfrm>
          </p:grpSpPr>
          <p:sp>
            <p:nvSpPr>
              <p:cNvPr id="75842" name="Rectangle 231">
                <a:extLst>
                  <a:ext uri="{FF2B5EF4-FFF2-40B4-BE49-F238E27FC236}">
                    <a16:creationId xmlns:a16="http://schemas.microsoft.com/office/drawing/2014/main" id="{E76330CB-4C2D-FA4A-A45F-B5A9B55E5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1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43" name="Rectangle 232">
                <a:extLst>
                  <a:ext uri="{FF2B5EF4-FFF2-40B4-BE49-F238E27FC236}">
                    <a16:creationId xmlns:a16="http://schemas.microsoft.com/office/drawing/2014/main" id="{8CB7EF6E-4530-A74D-84C8-049AA4498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5" y="2112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5830" name="Group 233">
              <a:extLst>
                <a:ext uri="{FF2B5EF4-FFF2-40B4-BE49-F238E27FC236}">
                  <a16:creationId xmlns:a16="http://schemas.microsoft.com/office/drawing/2014/main" id="{80B917E2-AD0C-694D-A2D9-061D2DD27D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5" y="2112"/>
              <a:ext cx="569" cy="210"/>
              <a:chOff x="3255" y="2112"/>
              <a:chExt cx="569" cy="210"/>
            </a:xfrm>
          </p:grpSpPr>
          <p:sp>
            <p:nvSpPr>
              <p:cNvPr id="75840" name="Rectangle 234">
                <a:extLst>
                  <a:ext uri="{FF2B5EF4-FFF2-40B4-BE49-F238E27FC236}">
                    <a16:creationId xmlns:a16="http://schemas.microsoft.com/office/drawing/2014/main" id="{B62C3A61-2B4A-B24A-B724-D6720D38D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21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41" name="Rectangle 235">
                <a:extLst>
                  <a:ext uri="{FF2B5EF4-FFF2-40B4-BE49-F238E27FC236}">
                    <a16:creationId xmlns:a16="http://schemas.microsoft.com/office/drawing/2014/main" id="{6DA70DE1-0EFE-6F43-A5D1-EFB2E60D4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2112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5831" name="Group 236">
              <a:extLst>
                <a:ext uri="{FF2B5EF4-FFF2-40B4-BE49-F238E27FC236}">
                  <a16:creationId xmlns:a16="http://schemas.microsoft.com/office/drawing/2014/main" id="{102B63A1-FE98-894C-9929-7020736B6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" y="2112"/>
              <a:ext cx="512" cy="210"/>
              <a:chOff x="3800" y="2112"/>
              <a:chExt cx="512" cy="210"/>
            </a:xfrm>
          </p:grpSpPr>
          <p:sp>
            <p:nvSpPr>
              <p:cNvPr id="75838" name="Rectangle 237">
                <a:extLst>
                  <a:ext uri="{FF2B5EF4-FFF2-40B4-BE49-F238E27FC236}">
                    <a16:creationId xmlns:a16="http://schemas.microsoft.com/office/drawing/2014/main" id="{CB480C61-DA15-3747-A35D-08DEBD3E2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21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39" name="Rectangle 238">
                <a:extLst>
                  <a:ext uri="{FF2B5EF4-FFF2-40B4-BE49-F238E27FC236}">
                    <a16:creationId xmlns:a16="http://schemas.microsoft.com/office/drawing/2014/main" id="{B71E826A-1C86-224B-9215-71E907C58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2112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5832" name="Group 239">
              <a:extLst>
                <a:ext uri="{FF2B5EF4-FFF2-40B4-BE49-F238E27FC236}">
                  <a16:creationId xmlns:a16="http://schemas.microsoft.com/office/drawing/2014/main" id="{35CDB7AE-B538-1940-9F24-E07BDFF8B4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8" y="2112"/>
              <a:ext cx="512" cy="210"/>
              <a:chOff x="4328" y="2112"/>
              <a:chExt cx="512" cy="210"/>
            </a:xfrm>
          </p:grpSpPr>
          <p:sp>
            <p:nvSpPr>
              <p:cNvPr id="75836" name="Rectangle 240">
                <a:extLst>
                  <a:ext uri="{FF2B5EF4-FFF2-40B4-BE49-F238E27FC236}">
                    <a16:creationId xmlns:a16="http://schemas.microsoft.com/office/drawing/2014/main" id="{375F7B75-6BF2-3643-95D7-765F7622F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21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37" name="Rectangle 241">
                <a:extLst>
                  <a:ext uri="{FF2B5EF4-FFF2-40B4-BE49-F238E27FC236}">
                    <a16:creationId xmlns:a16="http://schemas.microsoft.com/office/drawing/2014/main" id="{30DC32C5-A9D4-BD44-9C63-CB153DDA6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" y="2112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5833" name="Group 242">
              <a:extLst>
                <a:ext uri="{FF2B5EF4-FFF2-40B4-BE49-F238E27FC236}">
                  <a16:creationId xmlns:a16="http://schemas.microsoft.com/office/drawing/2014/main" id="{C8F3167B-D99E-E245-BB22-5FBBBEA30C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6" y="2112"/>
              <a:ext cx="512" cy="210"/>
              <a:chOff x="4856" y="2112"/>
              <a:chExt cx="512" cy="210"/>
            </a:xfrm>
          </p:grpSpPr>
          <p:sp>
            <p:nvSpPr>
              <p:cNvPr id="75834" name="Rectangle 243">
                <a:extLst>
                  <a:ext uri="{FF2B5EF4-FFF2-40B4-BE49-F238E27FC236}">
                    <a16:creationId xmlns:a16="http://schemas.microsoft.com/office/drawing/2014/main" id="{E9BB81E5-4C11-544C-9847-3DCB6BF67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6" y="212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35" name="Rectangle 244">
                <a:extLst>
                  <a:ext uri="{FF2B5EF4-FFF2-40B4-BE49-F238E27FC236}">
                    <a16:creationId xmlns:a16="http://schemas.microsoft.com/office/drawing/2014/main" id="{422D07D4-3278-084D-8DB3-DA593DD4E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5" y="2112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5825" name="Rectangle 245">
            <a:extLst>
              <a:ext uri="{FF2B5EF4-FFF2-40B4-BE49-F238E27FC236}">
                <a16:creationId xmlns:a16="http://schemas.microsoft.com/office/drawing/2014/main" id="{79FFB471-12A7-D64D-8ACB-0C84316B1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3175000"/>
            <a:ext cx="1790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1000: </a:t>
            </a:r>
            <a:r>
              <a:rPr lang="en-US" altLang="zh-CN">
                <a:ea typeface="宋体" panose="02010600030101010101" pitchFamily="2" charset="-122"/>
              </a:rPr>
              <a:t>Target of Br</a:t>
            </a:r>
          </a:p>
        </p:txBody>
      </p:sp>
      <p:sp>
        <p:nvSpPr>
          <p:cNvPr id="75826" name="Line 246">
            <a:extLst>
              <a:ext uri="{FF2B5EF4-FFF2-40B4-BE49-F238E27FC236}">
                <a16:creationId xmlns:a16="http://schemas.microsoft.com/office/drawing/2014/main" id="{5BE5E3DF-AA5A-CD4E-B62F-4DFE59BE0C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1765300"/>
            <a:ext cx="279400" cy="1651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119" name="Text Box 247">
            <a:extLst>
              <a:ext uri="{FF2B5EF4-FFF2-40B4-BE49-F238E27FC236}">
                <a16:creationId xmlns:a16="http://schemas.microsoft.com/office/drawing/2014/main" id="{47DB11C4-BA93-E540-9E2E-CE1B20478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663" y="6153150"/>
            <a:ext cx="1231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  <a:hlinkClick r:id="rId3" action="ppaction://hlinksldjump"/>
              </a:rPr>
              <a:t>BACK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80120" name="Rectangle 248">
            <a:extLst>
              <a:ext uri="{FF2B5EF4-FFF2-40B4-BE49-F238E27FC236}">
                <a16:creationId xmlns:a16="http://schemas.microsoft.com/office/drawing/2014/main" id="{2C5CC1A8-8A18-A641-8C76-8AA7FF990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900" y="1943100"/>
            <a:ext cx="2657475" cy="1193800"/>
          </a:xfrm>
          <a:prstGeom prst="rect">
            <a:avLst/>
          </a:prstGeom>
          <a:solidFill>
            <a:srgbClr val="FF99CC">
              <a:alpha val="45882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0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9DC018D-1D41-4B4F-B5E7-575CDE8FC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6411913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装入指令</a:t>
            </a:r>
            <a:r>
              <a:rPr lang="en-US" altLang="zh-CN">
                <a:ea typeface="宋体" panose="02010600030101010101" pitchFamily="2" charset="-122"/>
              </a:rPr>
              <a:t>(Load)</a:t>
            </a:r>
            <a:r>
              <a:rPr lang="zh-CN" altLang="en-US">
                <a:ea typeface="宋体" panose="02010600030101010101" pitchFamily="2" charset="-122"/>
              </a:rPr>
              <a:t>引起的“延迟”现象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F1F3F4C-936F-9241-81B5-165628903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838" y="4067175"/>
            <a:ext cx="8820150" cy="1895475"/>
          </a:xfrm>
          <a:noFill/>
        </p:spPr>
        <p:txBody>
          <a:bodyPr/>
          <a:lstStyle/>
          <a:p>
            <a:r>
              <a:rPr lang="zh-CN" altLang="en-US" sz="2000">
                <a:ea typeface="黑体" panose="02010609060101010101" pitchFamily="49" charset="-122"/>
              </a:rPr>
              <a:t>尽管</a:t>
            </a:r>
            <a:r>
              <a:rPr lang="en-US" altLang="zh-CN" sz="2000">
                <a:ea typeface="黑体" panose="02010609060101010101" pitchFamily="49" charset="-122"/>
              </a:rPr>
              <a:t>Load</a:t>
            </a:r>
            <a:r>
              <a:rPr lang="zh-CN" altLang="en-US" sz="2000">
                <a:ea typeface="黑体" panose="02010609060101010101" pitchFamily="49" charset="-122"/>
              </a:rPr>
              <a:t>指令在第一周期就被取出，但</a:t>
            </a:r>
            <a:r>
              <a:rPr lang="en-US" altLang="zh-CN" sz="2000">
                <a:ea typeface="黑体" panose="02010609060101010101" pitchFamily="49" charset="-122"/>
              </a:rPr>
              <a:t>:</a:t>
            </a:r>
          </a:p>
          <a:p>
            <a:pPr lvl="1"/>
            <a:r>
              <a:rPr lang="zh-CN" altLang="en-US" sz="2000">
                <a:ea typeface="黑体" panose="02010609060101010101" pitchFamily="49" charset="-122"/>
              </a:rPr>
              <a:t>数据在第五周期结束才被写入寄存器</a:t>
            </a:r>
          </a:p>
          <a:p>
            <a:pPr lvl="1"/>
            <a:r>
              <a:rPr lang="zh-CN" altLang="en-US" sz="2000">
                <a:ea typeface="黑体" panose="02010609060101010101" pitchFamily="49" charset="-122"/>
              </a:rPr>
              <a:t>到第六周期写入的数据才能被用</a:t>
            </a:r>
          </a:p>
          <a:p>
            <a:pPr lvl="1"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结果：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如果随后指令要用到</a:t>
            </a:r>
            <a:r>
              <a:rPr lang="en-US" altLang="zh-CN" sz="2000">
                <a:solidFill>
                  <a:schemeClr val="accent1"/>
                </a:solidFill>
                <a:ea typeface="黑体" panose="02010609060101010101" pitchFamily="49" charset="-122"/>
              </a:rPr>
              <a:t>Load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的数据的话，就需延迟三条指令！</a:t>
            </a:r>
            <a:endParaRPr lang="en-US" altLang="zh-CN" sz="2000">
              <a:ea typeface="黑体" panose="02010609060101010101" pitchFamily="49" charset="-122"/>
            </a:endParaRPr>
          </a:p>
          <a:p>
            <a:r>
              <a:rPr lang="zh-CN" altLang="en-US" sz="2000">
                <a:ea typeface="黑体" panose="02010609060101010101" pitchFamily="49" charset="-122"/>
              </a:rPr>
              <a:t>这种现象被称为 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数据冒险 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(Data Hazard)</a:t>
            </a:r>
            <a:r>
              <a:rPr lang="en-US" altLang="zh-CN" sz="2000">
                <a:ea typeface="黑体" panose="02010609060101010101" pitchFamily="49" charset="-122"/>
              </a:rPr>
              <a:t> </a:t>
            </a:r>
            <a:r>
              <a:rPr lang="zh-CN" altLang="en-US" sz="2000">
                <a:ea typeface="黑体" panose="02010609060101010101" pitchFamily="49" charset="-122"/>
              </a:rPr>
              <a:t>或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数据相关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(Data Dependency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6A75A5F0-6390-104E-A77C-ADC0719BA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143000"/>
            <a:ext cx="688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Clock</a:t>
            </a:r>
          </a:p>
        </p:txBody>
      </p:sp>
      <p:grpSp>
        <p:nvGrpSpPr>
          <p:cNvPr id="77829" name="Group 9">
            <a:extLst>
              <a:ext uri="{FF2B5EF4-FFF2-40B4-BE49-F238E27FC236}">
                <a16:creationId xmlns:a16="http://schemas.microsoft.com/office/drawing/2014/main" id="{6E2DBFCC-DFA1-0549-A1B6-3AF4EE2DE83A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130300"/>
            <a:ext cx="825500" cy="254000"/>
            <a:chOff x="768" y="712"/>
            <a:chExt cx="520" cy="160"/>
          </a:xfrm>
        </p:grpSpPr>
        <p:sp>
          <p:nvSpPr>
            <p:cNvPr id="77976" name="Line 5">
              <a:extLst>
                <a:ext uri="{FF2B5EF4-FFF2-40B4-BE49-F238E27FC236}">
                  <a16:creationId xmlns:a16="http://schemas.microsoft.com/office/drawing/2014/main" id="{1C1E408C-FB35-774C-A68F-BC5C8ECF5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7" name="Line 6">
              <a:extLst>
                <a:ext uri="{FF2B5EF4-FFF2-40B4-BE49-F238E27FC236}">
                  <a16:creationId xmlns:a16="http://schemas.microsoft.com/office/drawing/2014/main" id="{4B51C5BA-3D38-BB4C-BCC6-DF1C32C59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8" name="Line 7">
              <a:extLst>
                <a:ext uri="{FF2B5EF4-FFF2-40B4-BE49-F238E27FC236}">
                  <a16:creationId xmlns:a16="http://schemas.microsoft.com/office/drawing/2014/main" id="{017AF47C-6F11-424C-B2A2-C2D1E44B33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9" name="Line 8">
              <a:extLst>
                <a:ext uri="{FF2B5EF4-FFF2-40B4-BE49-F238E27FC236}">
                  <a16:creationId xmlns:a16="http://schemas.microsoft.com/office/drawing/2014/main" id="{3F8E7727-33AA-6F4B-B7F5-593E89AF5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0" name="Group 14">
            <a:extLst>
              <a:ext uri="{FF2B5EF4-FFF2-40B4-BE49-F238E27FC236}">
                <a16:creationId xmlns:a16="http://schemas.microsoft.com/office/drawing/2014/main" id="{81A38EF8-8205-484E-97BA-40A429D93DB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130300"/>
            <a:ext cx="825500" cy="254000"/>
            <a:chOff x="1296" y="712"/>
            <a:chExt cx="520" cy="160"/>
          </a:xfrm>
        </p:grpSpPr>
        <p:sp>
          <p:nvSpPr>
            <p:cNvPr id="77972" name="Line 10">
              <a:extLst>
                <a:ext uri="{FF2B5EF4-FFF2-40B4-BE49-F238E27FC236}">
                  <a16:creationId xmlns:a16="http://schemas.microsoft.com/office/drawing/2014/main" id="{4D5EF642-9DCE-1345-9B6F-B67C7C161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4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3" name="Line 11">
              <a:extLst>
                <a:ext uri="{FF2B5EF4-FFF2-40B4-BE49-F238E27FC236}">
                  <a16:creationId xmlns:a16="http://schemas.microsoft.com/office/drawing/2014/main" id="{AA76AEF4-E0AC-3444-9948-C03878511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4" name="Line 12">
              <a:extLst>
                <a:ext uri="{FF2B5EF4-FFF2-40B4-BE49-F238E27FC236}">
                  <a16:creationId xmlns:a16="http://schemas.microsoft.com/office/drawing/2014/main" id="{15B51357-4350-9749-BAF1-E5AE37490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5" name="Line 13">
              <a:extLst>
                <a:ext uri="{FF2B5EF4-FFF2-40B4-BE49-F238E27FC236}">
                  <a16:creationId xmlns:a16="http://schemas.microsoft.com/office/drawing/2014/main" id="{8ACC6D7F-9895-054A-958E-CAE536B3B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1" name="Group 19">
            <a:extLst>
              <a:ext uri="{FF2B5EF4-FFF2-40B4-BE49-F238E27FC236}">
                <a16:creationId xmlns:a16="http://schemas.microsoft.com/office/drawing/2014/main" id="{9CE2E00C-F65B-D242-9460-0D62644641BF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130300"/>
            <a:ext cx="825500" cy="254000"/>
            <a:chOff x="1824" y="712"/>
            <a:chExt cx="520" cy="160"/>
          </a:xfrm>
        </p:grpSpPr>
        <p:sp>
          <p:nvSpPr>
            <p:cNvPr id="77968" name="Line 15">
              <a:extLst>
                <a:ext uri="{FF2B5EF4-FFF2-40B4-BE49-F238E27FC236}">
                  <a16:creationId xmlns:a16="http://schemas.microsoft.com/office/drawing/2014/main" id="{DBBBEBEB-0FE6-1E48-AD0D-9EB2221CE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69" name="Line 16">
              <a:extLst>
                <a:ext uri="{FF2B5EF4-FFF2-40B4-BE49-F238E27FC236}">
                  <a16:creationId xmlns:a16="http://schemas.microsoft.com/office/drawing/2014/main" id="{C3CA8365-5DE8-FF49-A759-C4C8F164E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0" name="Line 17">
              <a:extLst>
                <a:ext uri="{FF2B5EF4-FFF2-40B4-BE49-F238E27FC236}">
                  <a16:creationId xmlns:a16="http://schemas.microsoft.com/office/drawing/2014/main" id="{A4D085FE-096F-AC40-91DF-7572AFF14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71" name="Line 18">
              <a:extLst>
                <a:ext uri="{FF2B5EF4-FFF2-40B4-BE49-F238E27FC236}">
                  <a16:creationId xmlns:a16="http://schemas.microsoft.com/office/drawing/2014/main" id="{A2C99678-C9F4-1949-BE0A-34D4D6A9C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2" name="Group 24">
            <a:extLst>
              <a:ext uri="{FF2B5EF4-FFF2-40B4-BE49-F238E27FC236}">
                <a16:creationId xmlns:a16="http://schemas.microsoft.com/office/drawing/2014/main" id="{2B181CEA-F4AD-A041-9432-B76523F09B5A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1130300"/>
            <a:ext cx="825500" cy="254000"/>
            <a:chOff x="2352" y="712"/>
            <a:chExt cx="520" cy="160"/>
          </a:xfrm>
        </p:grpSpPr>
        <p:sp>
          <p:nvSpPr>
            <p:cNvPr id="77964" name="Line 20">
              <a:extLst>
                <a:ext uri="{FF2B5EF4-FFF2-40B4-BE49-F238E27FC236}">
                  <a16:creationId xmlns:a16="http://schemas.microsoft.com/office/drawing/2014/main" id="{D5032C9E-46F4-2149-BBEC-58612C75F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65" name="Line 21">
              <a:extLst>
                <a:ext uri="{FF2B5EF4-FFF2-40B4-BE49-F238E27FC236}">
                  <a16:creationId xmlns:a16="http://schemas.microsoft.com/office/drawing/2014/main" id="{EFDDDFDD-481A-D944-BA0F-0895F00CE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66" name="Line 22">
              <a:extLst>
                <a:ext uri="{FF2B5EF4-FFF2-40B4-BE49-F238E27FC236}">
                  <a16:creationId xmlns:a16="http://schemas.microsoft.com/office/drawing/2014/main" id="{D1C15A2B-2911-4C4B-A8D0-46E9F6DA2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67" name="Line 23">
              <a:extLst>
                <a:ext uri="{FF2B5EF4-FFF2-40B4-BE49-F238E27FC236}">
                  <a16:creationId xmlns:a16="http://schemas.microsoft.com/office/drawing/2014/main" id="{0942F177-467B-C04F-A75E-D21E91BCD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3" name="Group 29">
            <a:extLst>
              <a:ext uri="{FF2B5EF4-FFF2-40B4-BE49-F238E27FC236}">
                <a16:creationId xmlns:a16="http://schemas.microsoft.com/office/drawing/2014/main" id="{55713D45-0BBB-C043-9354-DFB7FCE9E8F8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130300"/>
            <a:ext cx="825500" cy="254000"/>
            <a:chOff x="2880" y="712"/>
            <a:chExt cx="520" cy="160"/>
          </a:xfrm>
        </p:grpSpPr>
        <p:sp>
          <p:nvSpPr>
            <p:cNvPr id="77960" name="Line 25">
              <a:extLst>
                <a:ext uri="{FF2B5EF4-FFF2-40B4-BE49-F238E27FC236}">
                  <a16:creationId xmlns:a16="http://schemas.microsoft.com/office/drawing/2014/main" id="{34CAA4FB-84E5-6443-93C9-9272F2D61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61" name="Line 26">
              <a:extLst>
                <a:ext uri="{FF2B5EF4-FFF2-40B4-BE49-F238E27FC236}">
                  <a16:creationId xmlns:a16="http://schemas.microsoft.com/office/drawing/2014/main" id="{D7C0CE1A-8C1A-4E4B-B8E4-200ABB5BD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62" name="Line 27">
              <a:extLst>
                <a:ext uri="{FF2B5EF4-FFF2-40B4-BE49-F238E27FC236}">
                  <a16:creationId xmlns:a16="http://schemas.microsoft.com/office/drawing/2014/main" id="{08AC4F8F-5F86-6942-944D-E17EC45405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63" name="Line 28">
              <a:extLst>
                <a:ext uri="{FF2B5EF4-FFF2-40B4-BE49-F238E27FC236}">
                  <a16:creationId xmlns:a16="http://schemas.microsoft.com/office/drawing/2014/main" id="{6277C45C-5D33-954A-81DF-50B2CC6B7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4" name="Group 34">
            <a:extLst>
              <a:ext uri="{FF2B5EF4-FFF2-40B4-BE49-F238E27FC236}">
                <a16:creationId xmlns:a16="http://schemas.microsoft.com/office/drawing/2014/main" id="{FAC39671-EBE8-5B4B-A67B-88EB17E72820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130300"/>
            <a:ext cx="825500" cy="254000"/>
            <a:chOff x="3408" y="712"/>
            <a:chExt cx="520" cy="160"/>
          </a:xfrm>
        </p:grpSpPr>
        <p:sp>
          <p:nvSpPr>
            <p:cNvPr id="77956" name="Line 30">
              <a:extLst>
                <a:ext uri="{FF2B5EF4-FFF2-40B4-BE49-F238E27FC236}">
                  <a16:creationId xmlns:a16="http://schemas.microsoft.com/office/drawing/2014/main" id="{B3222166-8BBC-5745-BE7B-0C5E5A057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6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7" name="Line 31">
              <a:extLst>
                <a:ext uri="{FF2B5EF4-FFF2-40B4-BE49-F238E27FC236}">
                  <a16:creationId xmlns:a16="http://schemas.microsoft.com/office/drawing/2014/main" id="{1180C125-622C-F847-8155-3A32E2189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8" name="Line 32">
              <a:extLst>
                <a:ext uri="{FF2B5EF4-FFF2-40B4-BE49-F238E27FC236}">
                  <a16:creationId xmlns:a16="http://schemas.microsoft.com/office/drawing/2014/main" id="{ACB4C19A-8999-1647-A15A-F91F3446C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9" name="Line 33">
              <a:extLst>
                <a:ext uri="{FF2B5EF4-FFF2-40B4-BE49-F238E27FC236}">
                  <a16:creationId xmlns:a16="http://schemas.microsoft.com/office/drawing/2014/main" id="{02B84E62-2519-0B44-838D-64CF78FDC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5" name="Group 39">
            <a:extLst>
              <a:ext uri="{FF2B5EF4-FFF2-40B4-BE49-F238E27FC236}">
                <a16:creationId xmlns:a16="http://schemas.microsoft.com/office/drawing/2014/main" id="{69BEDBD8-E23B-B142-A1B3-AC2A23B0E122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130300"/>
            <a:ext cx="825500" cy="254000"/>
            <a:chOff x="3936" y="712"/>
            <a:chExt cx="520" cy="160"/>
          </a:xfrm>
        </p:grpSpPr>
        <p:sp>
          <p:nvSpPr>
            <p:cNvPr id="77952" name="Line 35">
              <a:extLst>
                <a:ext uri="{FF2B5EF4-FFF2-40B4-BE49-F238E27FC236}">
                  <a16:creationId xmlns:a16="http://schemas.microsoft.com/office/drawing/2014/main" id="{C377587F-612B-D84D-B949-F206EB005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3" name="Line 36">
              <a:extLst>
                <a:ext uri="{FF2B5EF4-FFF2-40B4-BE49-F238E27FC236}">
                  <a16:creationId xmlns:a16="http://schemas.microsoft.com/office/drawing/2014/main" id="{11DBA6A3-81F5-BE4F-9715-A4C0B5372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4" name="Line 37">
              <a:extLst>
                <a:ext uri="{FF2B5EF4-FFF2-40B4-BE49-F238E27FC236}">
                  <a16:creationId xmlns:a16="http://schemas.microsoft.com/office/drawing/2014/main" id="{F9182883-CE94-F240-BB3C-167B21EEC1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5" name="Line 38">
              <a:extLst>
                <a:ext uri="{FF2B5EF4-FFF2-40B4-BE49-F238E27FC236}">
                  <a16:creationId xmlns:a16="http://schemas.microsoft.com/office/drawing/2014/main" id="{ECAECBE4-FE00-804D-A5D7-894EF3797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36" name="Group 44">
            <a:extLst>
              <a:ext uri="{FF2B5EF4-FFF2-40B4-BE49-F238E27FC236}">
                <a16:creationId xmlns:a16="http://schemas.microsoft.com/office/drawing/2014/main" id="{2875D4DD-E7C6-9C42-9EEE-F3383C691221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130300"/>
            <a:ext cx="825500" cy="254000"/>
            <a:chOff x="4464" y="712"/>
            <a:chExt cx="520" cy="160"/>
          </a:xfrm>
        </p:grpSpPr>
        <p:sp>
          <p:nvSpPr>
            <p:cNvPr id="77948" name="Line 40">
              <a:extLst>
                <a:ext uri="{FF2B5EF4-FFF2-40B4-BE49-F238E27FC236}">
                  <a16:creationId xmlns:a16="http://schemas.microsoft.com/office/drawing/2014/main" id="{E2C98DB1-8227-F545-A6A1-3370B8A20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49" name="Line 41">
              <a:extLst>
                <a:ext uri="{FF2B5EF4-FFF2-40B4-BE49-F238E27FC236}">
                  <a16:creationId xmlns:a16="http://schemas.microsoft.com/office/drawing/2014/main" id="{B5DC456C-43C7-5C4D-9B2F-939FF94E4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0" name="Line 42">
              <a:extLst>
                <a:ext uri="{FF2B5EF4-FFF2-40B4-BE49-F238E27FC236}">
                  <a16:creationId xmlns:a16="http://schemas.microsoft.com/office/drawing/2014/main" id="{9934A930-496C-FC4B-B349-202DB6CD3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951" name="Line 43">
              <a:extLst>
                <a:ext uri="{FF2B5EF4-FFF2-40B4-BE49-F238E27FC236}">
                  <a16:creationId xmlns:a16="http://schemas.microsoft.com/office/drawing/2014/main" id="{47CCAC1D-C600-6045-B271-6155B2C1F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837" name="Line 45">
            <a:extLst>
              <a:ext uri="{FF2B5EF4-FFF2-40B4-BE49-F238E27FC236}">
                <a16:creationId xmlns:a16="http://schemas.microsoft.com/office/drawing/2014/main" id="{766EC53F-4E47-0F4D-91C7-AE4C8B17D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1143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8" name="Line 47">
            <a:extLst>
              <a:ext uri="{FF2B5EF4-FFF2-40B4-BE49-F238E27FC236}">
                <a16:creationId xmlns:a16="http://schemas.microsoft.com/office/drawing/2014/main" id="{8DF15073-E1A8-F248-A134-315EF9277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155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9" name="Line 48">
            <a:extLst>
              <a:ext uri="{FF2B5EF4-FFF2-40B4-BE49-F238E27FC236}">
                <a16:creationId xmlns:a16="http://schemas.microsoft.com/office/drawing/2014/main" id="{CFD54AC3-3DC7-B346-A129-255CCE487D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0" name="Line 49">
            <a:extLst>
              <a:ext uri="{FF2B5EF4-FFF2-40B4-BE49-F238E27FC236}">
                <a16:creationId xmlns:a16="http://schemas.microsoft.com/office/drawing/2014/main" id="{17F85D58-8E25-F340-91AD-A7DA7215E2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1" name="Rectangle 50">
            <a:extLst>
              <a:ext uri="{FF2B5EF4-FFF2-40B4-BE49-F238E27FC236}">
                <a16:creationId xmlns:a16="http://schemas.microsoft.com/office/drawing/2014/main" id="{764F4D67-C906-764C-9E4F-ABC0DFCCC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1</a:t>
            </a:r>
          </a:p>
        </p:txBody>
      </p:sp>
      <p:sp>
        <p:nvSpPr>
          <p:cNvPr id="77842" name="Rectangle 51">
            <a:extLst>
              <a:ext uri="{FF2B5EF4-FFF2-40B4-BE49-F238E27FC236}">
                <a16:creationId xmlns:a16="http://schemas.microsoft.com/office/drawing/2014/main" id="{89EFBC2A-4137-2345-BF22-725194AF2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2</a:t>
            </a:r>
          </a:p>
        </p:txBody>
      </p:sp>
      <p:sp>
        <p:nvSpPr>
          <p:cNvPr id="77843" name="Line 52">
            <a:extLst>
              <a:ext uri="{FF2B5EF4-FFF2-40B4-BE49-F238E27FC236}">
                <a16:creationId xmlns:a16="http://schemas.microsoft.com/office/drawing/2014/main" id="{B1D44974-173C-9B40-8A48-333BBFE15D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4" name="Line 53">
            <a:extLst>
              <a:ext uri="{FF2B5EF4-FFF2-40B4-BE49-F238E27FC236}">
                <a16:creationId xmlns:a16="http://schemas.microsoft.com/office/drawing/2014/main" id="{F3FEBF59-8A56-564B-B5E9-6DD61112CA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5" name="Line 54">
            <a:extLst>
              <a:ext uri="{FF2B5EF4-FFF2-40B4-BE49-F238E27FC236}">
                <a16:creationId xmlns:a16="http://schemas.microsoft.com/office/drawing/2014/main" id="{B15FB9A0-28CD-544A-9B16-C43158E4DB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6" name="Line 55">
            <a:extLst>
              <a:ext uri="{FF2B5EF4-FFF2-40B4-BE49-F238E27FC236}">
                <a16:creationId xmlns:a16="http://schemas.microsoft.com/office/drawing/2014/main" id="{680FFD7D-BD0B-4744-961C-7DABA7CB5E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7" name="Line 56">
            <a:extLst>
              <a:ext uri="{FF2B5EF4-FFF2-40B4-BE49-F238E27FC236}">
                <a16:creationId xmlns:a16="http://schemas.microsoft.com/office/drawing/2014/main" id="{6AD5C8C5-1394-C140-8C18-6B4A3774C8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8" name="Line 57">
            <a:extLst>
              <a:ext uri="{FF2B5EF4-FFF2-40B4-BE49-F238E27FC236}">
                <a16:creationId xmlns:a16="http://schemas.microsoft.com/office/drawing/2014/main" id="{217FE96D-8944-554C-B684-CD5EC3B652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9" name="Line 58">
            <a:extLst>
              <a:ext uri="{FF2B5EF4-FFF2-40B4-BE49-F238E27FC236}">
                <a16:creationId xmlns:a16="http://schemas.microsoft.com/office/drawing/2014/main" id="{D8230F49-6828-CE46-BBEB-62AE951105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50" name="Rectangle 59">
            <a:extLst>
              <a:ext uri="{FF2B5EF4-FFF2-40B4-BE49-F238E27FC236}">
                <a16:creationId xmlns:a16="http://schemas.microsoft.com/office/drawing/2014/main" id="{9C88C921-3CC4-8F4A-90F2-52BC7F90C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3</a:t>
            </a:r>
          </a:p>
        </p:txBody>
      </p:sp>
      <p:sp>
        <p:nvSpPr>
          <p:cNvPr id="77851" name="Rectangle 60">
            <a:extLst>
              <a:ext uri="{FF2B5EF4-FFF2-40B4-BE49-F238E27FC236}">
                <a16:creationId xmlns:a16="http://schemas.microsoft.com/office/drawing/2014/main" id="{F5C82209-72C0-354B-8734-1DFD60973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4</a:t>
            </a:r>
          </a:p>
        </p:txBody>
      </p:sp>
      <p:sp>
        <p:nvSpPr>
          <p:cNvPr id="77852" name="Rectangle 61">
            <a:extLst>
              <a:ext uri="{FF2B5EF4-FFF2-40B4-BE49-F238E27FC236}">
                <a16:creationId xmlns:a16="http://schemas.microsoft.com/office/drawing/2014/main" id="{1162387E-4B6E-0542-B3E9-EA7A8293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5</a:t>
            </a:r>
          </a:p>
        </p:txBody>
      </p:sp>
      <p:sp>
        <p:nvSpPr>
          <p:cNvPr id="77853" name="Rectangle 62">
            <a:extLst>
              <a:ext uri="{FF2B5EF4-FFF2-40B4-BE49-F238E27FC236}">
                <a16:creationId xmlns:a16="http://schemas.microsoft.com/office/drawing/2014/main" id="{7DD55BA9-3A37-EE49-9CBD-FE35AD172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6</a:t>
            </a:r>
          </a:p>
        </p:txBody>
      </p:sp>
      <p:sp>
        <p:nvSpPr>
          <p:cNvPr id="77854" name="Rectangle 63">
            <a:extLst>
              <a:ext uri="{FF2B5EF4-FFF2-40B4-BE49-F238E27FC236}">
                <a16:creationId xmlns:a16="http://schemas.microsoft.com/office/drawing/2014/main" id="{35A48965-0C48-F243-BAD3-43F94A47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7</a:t>
            </a:r>
          </a:p>
        </p:txBody>
      </p:sp>
      <p:sp>
        <p:nvSpPr>
          <p:cNvPr id="77855" name="Rectangle 64">
            <a:extLst>
              <a:ext uri="{FF2B5EF4-FFF2-40B4-BE49-F238E27FC236}">
                <a16:creationId xmlns:a16="http://schemas.microsoft.com/office/drawing/2014/main" id="{EE95C621-8084-5C44-9D81-060FF9688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8</a:t>
            </a:r>
          </a:p>
        </p:txBody>
      </p:sp>
      <p:sp>
        <p:nvSpPr>
          <p:cNvPr id="77856" name="Oval 136">
            <a:extLst>
              <a:ext uri="{FF2B5EF4-FFF2-40B4-BE49-F238E27FC236}">
                <a16:creationId xmlns:a16="http://schemas.microsoft.com/office/drawing/2014/main" id="{AACAD23F-CEBB-FF4C-A2A2-16446AA4F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073150"/>
            <a:ext cx="139700" cy="2806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7857" name="Line 46">
            <a:extLst>
              <a:ext uri="{FF2B5EF4-FFF2-40B4-BE49-F238E27FC236}">
                <a16:creationId xmlns:a16="http://schemas.microsoft.com/office/drawing/2014/main" id="{950CDEB5-4236-7B40-822A-1EFAFD27C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0" y="13716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7858" name="Group 80">
            <a:extLst>
              <a:ext uri="{FF2B5EF4-FFF2-40B4-BE49-F238E27FC236}">
                <a16:creationId xmlns:a16="http://schemas.microsoft.com/office/drawing/2014/main" id="{2840C611-E0AD-8746-AD2C-FA60C0014374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1600200"/>
            <a:ext cx="4165600" cy="333375"/>
            <a:chOff x="776" y="1008"/>
            <a:chExt cx="2624" cy="210"/>
          </a:xfrm>
        </p:grpSpPr>
        <p:grpSp>
          <p:nvGrpSpPr>
            <p:cNvPr id="77933" name="Group 67">
              <a:extLst>
                <a:ext uri="{FF2B5EF4-FFF2-40B4-BE49-F238E27FC236}">
                  <a16:creationId xmlns:a16="http://schemas.microsoft.com/office/drawing/2014/main" id="{9EC9C9C8-71E9-3447-B0A5-671645DC3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" y="1008"/>
              <a:ext cx="512" cy="210"/>
              <a:chOff x="776" y="1008"/>
              <a:chExt cx="512" cy="210"/>
            </a:xfrm>
          </p:grpSpPr>
          <p:sp>
            <p:nvSpPr>
              <p:cNvPr id="77946" name="Rectangle 65">
                <a:extLst>
                  <a:ext uri="{FF2B5EF4-FFF2-40B4-BE49-F238E27FC236}">
                    <a16:creationId xmlns:a16="http://schemas.microsoft.com/office/drawing/2014/main" id="{055252E5-5B03-464A-9200-37AB25941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47" name="Rectangle 66">
                <a:extLst>
                  <a:ext uri="{FF2B5EF4-FFF2-40B4-BE49-F238E27FC236}">
                    <a16:creationId xmlns:a16="http://schemas.microsoft.com/office/drawing/2014/main" id="{0BD94335-6600-1A43-A973-861E9628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008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7934" name="Group 70">
              <a:extLst>
                <a:ext uri="{FF2B5EF4-FFF2-40B4-BE49-F238E27FC236}">
                  <a16:creationId xmlns:a16="http://schemas.microsoft.com/office/drawing/2014/main" id="{3FD1D870-1EAD-764D-8405-83D987A48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7" y="1008"/>
              <a:ext cx="569" cy="210"/>
              <a:chOff x="1287" y="1008"/>
              <a:chExt cx="569" cy="210"/>
            </a:xfrm>
          </p:grpSpPr>
          <p:sp>
            <p:nvSpPr>
              <p:cNvPr id="77944" name="Rectangle 68">
                <a:extLst>
                  <a:ext uri="{FF2B5EF4-FFF2-40B4-BE49-F238E27FC236}">
                    <a16:creationId xmlns:a16="http://schemas.microsoft.com/office/drawing/2014/main" id="{B9E106E7-FB6E-7B4F-B812-620F23A97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4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45" name="Rectangle 69">
                <a:extLst>
                  <a:ext uri="{FF2B5EF4-FFF2-40B4-BE49-F238E27FC236}">
                    <a16:creationId xmlns:a16="http://schemas.microsoft.com/office/drawing/2014/main" id="{52B41599-4BBC-C24F-B65A-F2309E135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1008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7935" name="Group 73">
              <a:extLst>
                <a:ext uri="{FF2B5EF4-FFF2-40B4-BE49-F238E27FC236}">
                  <a16:creationId xmlns:a16="http://schemas.microsoft.com/office/drawing/2014/main" id="{B8DD0638-77F4-8443-82BE-C5161AE991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1008"/>
              <a:ext cx="512" cy="210"/>
              <a:chOff x="1832" y="1008"/>
              <a:chExt cx="512" cy="210"/>
            </a:xfrm>
          </p:grpSpPr>
          <p:sp>
            <p:nvSpPr>
              <p:cNvPr id="77942" name="Rectangle 71">
                <a:extLst>
                  <a:ext uri="{FF2B5EF4-FFF2-40B4-BE49-F238E27FC236}">
                    <a16:creationId xmlns:a16="http://schemas.microsoft.com/office/drawing/2014/main" id="{58661C3B-B159-A041-88C8-2FF2B4263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2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43" name="Rectangle 72">
                <a:extLst>
                  <a:ext uri="{FF2B5EF4-FFF2-40B4-BE49-F238E27FC236}">
                    <a16:creationId xmlns:a16="http://schemas.microsoft.com/office/drawing/2014/main" id="{F88F4F36-8369-CD43-BBC1-B00EBE88A1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1008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7936" name="Group 76">
              <a:extLst>
                <a:ext uri="{FF2B5EF4-FFF2-40B4-BE49-F238E27FC236}">
                  <a16:creationId xmlns:a16="http://schemas.microsoft.com/office/drawing/2014/main" id="{B47393ED-F0B0-1E47-A694-18BD08511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008"/>
              <a:ext cx="512" cy="210"/>
              <a:chOff x="2360" y="1008"/>
              <a:chExt cx="512" cy="210"/>
            </a:xfrm>
          </p:grpSpPr>
          <p:sp>
            <p:nvSpPr>
              <p:cNvPr id="77940" name="Rectangle 74">
                <a:extLst>
                  <a:ext uri="{FF2B5EF4-FFF2-40B4-BE49-F238E27FC236}">
                    <a16:creationId xmlns:a16="http://schemas.microsoft.com/office/drawing/2014/main" id="{50D82ECB-030F-064F-9A70-D4E09A4FB9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41" name="Rectangle 75">
                <a:extLst>
                  <a:ext uri="{FF2B5EF4-FFF2-40B4-BE49-F238E27FC236}">
                    <a16:creationId xmlns:a16="http://schemas.microsoft.com/office/drawing/2014/main" id="{9779579B-B3E5-3F43-B147-6F45670A7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008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7937" name="Group 79">
              <a:extLst>
                <a:ext uri="{FF2B5EF4-FFF2-40B4-BE49-F238E27FC236}">
                  <a16:creationId xmlns:a16="http://schemas.microsoft.com/office/drawing/2014/main" id="{26657A3F-D096-524E-AC71-4843D4E5B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1008"/>
              <a:ext cx="512" cy="210"/>
              <a:chOff x="2888" y="1008"/>
              <a:chExt cx="512" cy="210"/>
            </a:xfrm>
          </p:grpSpPr>
          <p:sp>
            <p:nvSpPr>
              <p:cNvPr id="77938" name="Rectangle 77">
                <a:extLst>
                  <a:ext uri="{FF2B5EF4-FFF2-40B4-BE49-F238E27FC236}">
                    <a16:creationId xmlns:a16="http://schemas.microsoft.com/office/drawing/2014/main" id="{747CE96A-9087-9143-8ACA-BA895F9CD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39" name="Rectangle 78">
                <a:extLst>
                  <a:ext uri="{FF2B5EF4-FFF2-40B4-BE49-F238E27FC236}">
                    <a16:creationId xmlns:a16="http://schemas.microsoft.com/office/drawing/2014/main" id="{CEF5E138-2433-1041-A3C5-4DBE89A13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008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7859" name="Rectangle 81">
            <a:extLst>
              <a:ext uri="{FF2B5EF4-FFF2-40B4-BE49-F238E27FC236}">
                <a16:creationId xmlns:a16="http://schemas.microsoft.com/office/drawing/2014/main" id="{E46C9BC4-ACA2-E04C-B006-71B53D463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585913"/>
            <a:ext cx="8524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0: Load</a:t>
            </a:r>
          </a:p>
        </p:txBody>
      </p:sp>
      <p:grpSp>
        <p:nvGrpSpPr>
          <p:cNvPr id="77860" name="Group 97">
            <a:extLst>
              <a:ext uri="{FF2B5EF4-FFF2-40B4-BE49-F238E27FC236}">
                <a16:creationId xmlns:a16="http://schemas.microsoft.com/office/drawing/2014/main" id="{A881DD88-0A72-F643-B613-04557B41ED36}"/>
              </a:ext>
            </a:extLst>
          </p:cNvPr>
          <p:cNvGrpSpPr>
            <a:grpSpLocks/>
          </p:cNvGrpSpPr>
          <p:nvPr/>
        </p:nvGrpSpPr>
        <p:grpSpPr bwMode="auto">
          <a:xfrm>
            <a:off x="2070100" y="2057400"/>
            <a:ext cx="4165600" cy="333375"/>
            <a:chOff x="1304" y="1296"/>
            <a:chExt cx="2624" cy="210"/>
          </a:xfrm>
        </p:grpSpPr>
        <p:grpSp>
          <p:nvGrpSpPr>
            <p:cNvPr id="77918" name="Group 84">
              <a:extLst>
                <a:ext uri="{FF2B5EF4-FFF2-40B4-BE49-F238E27FC236}">
                  <a16:creationId xmlns:a16="http://schemas.microsoft.com/office/drawing/2014/main" id="{70EEFAC3-F48E-094B-AD5E-D371DA03BB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4" y="1296"/>
              <a:ext cx="512" cy="210"/>
              <a:chOff x="1304" y="1296"/>
              <a:chExt cx="512" cy="210"/>
            </a:xfrm>
          </p:grpSpPr>
          <p:sp>
            <p:nvSpPr>
              <p:cNvPr id="77931" name="Rectangle 82">
                <a:extLst>
                  <a:ext uri="{FF2B5EF4-FFF2-40B4-BE49-F238E27FC236}">
                    <a16:creationId xmlns:a16="http://schemas.microsoft.com/office/drawing/2014/main" id="{302D7AA9-1D2B-E24C-AD75-F7A0BD508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4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32" name="Rectangle 83">
                <a:extLst>
                  <a:ext uri="{FF2B5EF4-FFF2-40B4-BE49-F238E27FC236}">
                    <a16:creationId xmlns:a16="http://schemas.microsoft.com/office/drawing/2014/main" id="{EE0617D2-7F96-9345-B6B0-21A243540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1296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7919" name="Group 87">
              <a:extLst>
                <a:ext uri="{FF2B5EF4-FFF2-40B4-BE49-F238E27FC236}">
                  <a16:creationId xmlns:a16="http://schemas.microsoft.com/office/drawing/2014/main" id="{47C6F4A8-6C64-5D47-B10B-9FD50DC3D4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1296"/>
              <a:ext cx="569" cy="210"/>
              <a:chOff x="1815" y="1296"/>
              <a:chExt cx="569" cy="210"/>
            </a:xfrm>
          </p:grpSpPr>
          <p:sp>
            <p:nvSpPr>
              <p:cNvPr id="77929" name="Rectangle 85">
                <a:extLst>
                  <a:ext uri="{FF2B5EF4-FFF2-40B4-BE49-F238E27FC236}">
                    <a16:creationId xmlns:a16="http://schemas.microsoft.com/office/drawing/2014/main" id="{0C434584-2170-F74A-B2E3-AEC2E8A72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2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30" name="Rectangle 86">
                <a:extLst>
                  <a:ext uri="{FF2B5EF4-FFF2-40B4-BE49-F238E27FC236}">
                    <a16:creationId xmlns:a16="http://schemas.microsoft.com/office/drawing/2014/main" id="{0F35B4B5-6339-4C46-8062-BEB096E1F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5" y="1296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7920" name="Group 90">
              <a:extLst>
                <a:ext uri="{FF2B5EF4-FFF2-40B4-BE49-F238E27FC236}">
                  <a16:creationId xmlns:a16="http://schemas.microsoft.com/office/drawing/2014/main" id="{2D06A009-4BCF-9F4E-A15E-FC2CD7723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296"/>
              <a:ext cx="512" cy="210"/>
              <a:chOff x="2360" y="1296"/>
              <a:chExt cx="512" cy="210"/>
            </a:xfrm>
          </p:grpSpPr>
          <p:sp>
            <p:nvSpPr>
              <p:cNvPr id="77927" name="Rectangle 88">
                <a:extLst>
                  <a:ext uri="{FF2B5EF4-FFF2-40B4-BE49-F238E27FC236}">
                    <a16:creationId xmlns:a16="http://schemas.microsoft.com/office/drawing/2014/main" id="{6E0D8549-67A7-9547-A8CC-BFE4905A1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28" name="Rectangle 89">
                <a:extLst>
                  <a:ext uri="{FF2B5EF4-FFF2-40B4-BE49-F238E27FC236}">
                    <a16:creationId xmlns:a16="http://schemas.microsoft.com/office/drawing/2014/main" id="{9CF8291F-4882-3844-9BAA-D6EBB4D8A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296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7921" name="Group 93">
              <a:extLst>
                <a:ext uri="{FF2B5EF4-FFF2-40B4-BE49-F238E27FC236}">
                  <a16:creationId xmlns:a16="http://schemas.microsoft.com/office/drawing/2014/main" id="{81F47692-3F7C-3D48-92F8-A03707CA0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1296"/>
              <a:ext cx="512" cy="210"/>
              <a:chOff x="2888" y="1296"/>
              <a:chExt cx="512" cy="210"/>
            </a:xfrm>
          </p:grpSpPr>
          <p:sp>
            <p:nvSpPr>
              <p:cNvPr id="77925" name="Rectangle 91">
                <a:extLst>
                  <a:ext uri="{FF2B5EF4-FFF2-40B4-BE49-F238E27FC236}">
                    <a16:creationId xmlns:a16="http://schemas.microsoft.com/office/drawing/2014/main" id="{B0605B25-29AF-6142-BE1B-A7A91D414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26" name="Rectangle 92">
                <a:extLst>
                  <a:ext uri="{FF2B5EF4-FFF2-40B4-BE49-F238E27FC236}">
                    <a16:creationId xmlns:a16="http://schemas.microsoft.com/office/drawing/2014/main" id="{ECCDDB8A-22D0-3F4A-8AC8-05FD33BD2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296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7922" name="Group 96">
              <a:extLst>
                <a:ext uri="{FF2B5EF4-FFF2-40B4-BE49-F238E27FC236}">
                  <a16:creationId xmlns:a16="http://schemas.microsoft.com/office/drawing/2014/main" id="{20433455-DAAF-C64E-9897-83A048BBC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6" y="1296"/>
              <a:ext cx="512" cy="210"/>
              <a:chOff x="3416" y="1296"/>
              <a:chExt cx="512" cy="210"/>
            </a:xfrm>
          </p:grpSpPr>
          <p:sp>
            <p:nvSpPr>
              <p:cNvPr id="77923" name="Rectangle 94">
                <a:extLst>
                  <a:ext uri="{FF2B5EF4-FFF2-40B4-BE49-F238E27FC236}">
                    <a16:creationId xmlns:a16="http://schemas.microsoft.com/office/drawing/2014/main" id="{E6A72FDE-8D02-5E45-80D5-1CD76593B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24" name="Rectangle 95">
                <a:extLst>
                  <a:ext uri="{FF2B5EF4-FFF2-40B4-BE49-F238E27FC236}">
                    <a16:creationId xmlns:a16="http://schemas.microsoft.com/office/drawing/2014/main" id="{76009E1D-7C2A-9541-BD35-96D43AF9C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1296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7861" name="Rectangle 98">
            <a:extLst>
              <a:ext uri="{FF2B5EF4-FFF2-40B4-BE49-F238E27FC236}">
                <a16:creationId xmlns:a16="http://schemas.microsoft.com/office/drawing/2014/main" id="{3CD9426D-B151-CF4B-B648-59059F7F0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2057400"/>
            <a:ext cx="706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Plus 1</a:t>
            </a:r>
          </a:p>
        </p:txBody>
      </p:sp>
      <p:grpSp>
        <p:nvGrpSpPr>
          <p:cNvPr id="77862" name="Group 114">
            <a:extLst>
              <a:ext uri="{FF2B5EF4-FFF2-40B4-BE49-F238E27FC236}">
                <a16:creationId xmlns:a16="http://schemas.microsoft.com/office/drawing/2014/main" id="{FED97D00-AE00-BB47-AB20-549ACB8E9D4F}"/>
              </a:ext>
            </a:extLst>
          </p:cNvPr>
          <p:cNvGrpSpPr>
            <a:grpSpLocks/>
          </p:cNvGrpSpPr>
          <p:nvPr/>
        </p:nvGrpSpPr>
        <p:grpSpPr bwMode="auto">
          <a:xfrm>
            <a:off x="2908300" y="2514600"/>
            <a:ext cx="4165600" cy="333375"/>
            <a:chOff x="1832" y="1584"/>
            <a:chExt cx="2624" cy="210"/>
          </a:xfrm>
        </p:grpSpPr>
        <p:grpSp>
          <p:nvGrpSpPr>
            <p:cNvPr id="77903" name="Group 101">
              <a:extLst>
                <a:ext uri="{FF2B5EF4-FFF2-40B4-BE49-F238E27FC236}">
                  <a16:creationId xmlns:a16="http://schemas.microsoft.com/office/drawing/2014/main" id="{156A72B5-2751-B64B-B7F2-744DF75ABE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1584"/>
              <a:ext cx="512" cy="210"/>
              <a:chOff x="1832" y="1584"/>
              <a:chExt cx="512" cy="210"/>
            </a:xfrm>
          </p:grpSpPr>
          <p:sp>
            <p:nvSpPr>
              <p:cNvPr id="77916" name="Rectangle 99">
                <a:extLst>
                  <a:ext uri="{FF2B5EF4-FFF2-40B4-BE49-F238E27FC236}">
                    <a16:creationId xmlns:a16="http://schemas.microsoft.com/office/drawing/2014/main" id="{9C2979A5-07B2-A34C-B5C8-E4922AFDC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2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17" name="Rectangle 100">
                <a:extLst>
                  <a:ext uri="{FF2B5EF4-FFF2-40B4-BE49-F238E27FC236}">
                    <a16:creationId xmlns:a16="http://schemas.microsoft.com/office/drawing/2014/main" id="{B742ED86-1283-074A-BA4D-2653FADDF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3" y="1584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7904" name="Group 104">
              <a:extLst>
                <a:ext uri="{FF2B5EF4-FFF2-40B4-BE49-F238E27FC236}">
                  <a16:creationId xmlns:a16="http://schemas.microsoft.com/office/drawing/2014/main" id="{CF560391-4B5D-E143-8FF1-E5E6B2CA8B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3" y="1584"/>
              <a:ext cx="569" cy="210"/>
              <a:chOff x="2343" y="1584"/>
              <a:chExt cx="569" cy="210"/>
            </a:xfrm>
          </p:grpSpPr>
          <p:sp>
            <p:nvSpPr>
              <p:cNvPr id="77914" name="Rectangle 102">
                <a:extLst>
                  <a:ext uri="{FF2B5EF4-FFF2-40B4-BE49-F238E27FC236}">
                    <a16:creationId xmlns:a16="http://schemas.microsoft.com/office/drawing/2014/main" id="{11490C38-3AA4-B749-B696-5465E4939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15" name="Rectangle 103">
                <a:extLst>
                  <a:ext uri="{FF2B5EF4-FFF2-40B4-BE49-F238E27FC236}">
                    <a16:creationId xmlns:a16="http://schemas.microsoft.com/office/drawing/2014/main" id="{E93B3E33-46A1-6D46-B8C1-C60498880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3" y="1584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7905" name="Group 107">
              <a:extLst>
                <a:ext uri="{FF2B5EF4-FFF2-40B4-BE49-F238E27FC236}">
                  <a16:creationId xmlns:a16="http://schemas.microsoft.com/office/drawing/2014/main" id="{8C9205CC-BD9F-1449-B9DA-BF4A43AF79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1584"/>
              <a:ext cx="512" cy="210"/>
              <a:chOff x="2888" y="1584"/>
              <a:chExt cx="512" cy="210"/>
            </a:xfrm>
          </p:grpSpPr>
          <p:sp>
            <p:nvSpPr>
              <p:cNvPr id="77912" name="Rectangle 105">
                <a:extLst>
                  <a:ext uri="{FF2B5EF4-FFF2-40B4-BE49-F238E27FC236}">
                    <a16:creationId xmlns:a16="http://schemas.microsoft.com/office/drawing/2014/main" id="{BB695229-4CC7-574E-8141-54795F66B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13" name="Rectangle 106">
                <a:extLst>
                  <a:ext uri="{FF2B5EF4-FFF2-40B4-BE49-F238E27FC236}">
                    <a16:creationId xmlns:a16="http://schemas.microsoft.com/office/drawing/2014/main" id="{B1DD77C5-58E2-1144-A751-14A519CD4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584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7906" name="Group 110">
              <a:extLst>
                <a:ext uri="{FF2B5EF4-FFF2-40B4-BE49-F238E27FC236}">
                  <a16:creationId xmlns:a16="http://schemas.microsoft.com/office/drawing/2014/main" id="{41199C1A-B0C8-BF44-8583-289692C458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6" y="1584"/>
              <a:ext cx="512" cy="210"/>
              <a:chOff x="3416" y="1584"/>
              <a:chExt cx="512" cy="210"/>
            </a:xfrm>
          </p:grpSpPr>
          <p:sp>
            <p:nvSpPr>
              <p:cNvPr id="77910" name="Rectangle 108">
                <a:extLst>
                  <a:ext uri="{FF2B5EF4-FFF2-40B4-BE49-F238E27FC236}">
                    <a16:creationId xmlns:a16="http://schemas.microsoft.com/office/drawing/2014/main" id="{CA5F2858-A088-D040-9A1B-041860FBC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11" name="Rectangle 109">
                <a:extLst>
                  <a:ext uri="{FF2B5EF4-FFF2-40B4-BE49-F238E27FC236}">
                    <a16:creationId xmlns:a16="http://schemas.microsoft.com/office/drawing/2014/main" id="{5A1DB37B-2D35-C145-8FB0-ED8F55017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158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7907" name="Group 113">
              <a:extLst>
                <a:ext uri="{FF2B5EF4-FFF2-40B4-BE49-F238E27FC236}">
                  <a16:creationId xmlns:a16="http://schemas.microsoft.com/office/drawing/2014/main" id="{810AA426-A762-B04F-9608-2CB96D139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" y="1584"/>
              <a:ext cx="512" cy="210"/>
              <a:chOff x="3944" y="1584"/>
              <a:chExt cx="512" cy="210"/>
            </a:xfrm>
          </p:grpSpPr>
          <p:sp>
            <p:nvSpPr>
              <p:cNvPr id="77908" name="Rectangle 111">
                <a:extLst>
                  <a:ext uri="{FF2B5EF4-FFF2-40B4-BE49-F238E27FC236}">
                    <a16:creationId xmlns:a16="http://schemas.microsoft.com/office/drawing/2014/main" id="{ACD0791C-8259-C945-A0D1-439AA03C9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09" name="Rectangle 112">
                <a:extLst>
                  <a:ext uri="{FF2B5EF4-FFF2-40B4-BE49-F238E27FC236}">
                    <a16:creationId xmlns:a16="http://schemas.microsoft.com/office/drawing/2014/main" id="{28ACE589-D525-FB47-B0CC-08FF52F3F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3" y="1584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7863" name="Rectangle 115">
            <a:extLst>
              <a:ext uri="{FF2B5EF4-FFF2-40B4-BE49-F238E27FC236}">
                <a16:creationId xmlns:a16="http://schemas.microsoft.com/office/drawing/2014/main" id="{A472C409-991F-4B4F-B56B-C26B808F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514600"/>
            <a:ext cx="706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Plus 2</a:t>
            </a:r>
          </a:p>
        </p:txBody>
      </p:sp>
      <p:grpSp>
        <p:nvGrpSpPr>
          <p:cNvPr id="77864" name="Group 131">
            <a:extLst>
              <a:ext uri="{FF2B5EF4-FFF2-40B4-BE49-F238E27FC236}">
                <a16:creationId xmlns:a16="http://schemas.microsoft.com/office/drawing/2014/main" id="{F34DA20A-8556-5E4F-BABB-67B69CB807A5}"/>
              </a:ext>
            </a:extLst>
          </p:cNvPr>
          <p:cNvGrpSpPr>
            <a:grpSpLocks/>
          </p:cNvGrpSpPr>
          <p:nvPr/>
        </p:nvGrpSpPr>
        <p:grpSpPr bwMode="auto">
          <a:xfrm>
            <a:off x="3746500" y="2971800"/>
            <a:ext cx="4165600" cy="333375"/>
            <a:chOff x="2360" y="1872"/>
            <a:chExt cx="2624" cy="210"/>
          </a:xfrm>
        </p:grpSpPr>
        <p:grpSp>
          <p:nvGrpSpPr>
            <p:cNvPr id="77888" name="Group 118">
              <a:extLst>
                <a:ext uri="{FF2B5EF4-FFF2-40B4-BE49-F238E27FC236}">
                  <a16:creationId xmlns:a16="http://schemas.microsoft.com/office/drawing/2014/main" id="{099043AA-DF92-A147-85D4-7A2314D283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872"/>
              <a:ext cx="512" cy="210"/>
              <a:chOff x="2360" y="1872"/>
              <a:chExt cx="512" cy="210"/>
            </a:xfrm>
          </p:grpSpPr>
          <p:sp>
            <p:nvSpPr>
              <p:cNvPr id="77901" name="Rectangle 116">
                <a:extLst>
                  <a:ext uri="{FF2B5EF4-FFF2-40B4-BE49-F238E27FC236}">
                    <a16:creationId xmlns:a16="http://schemas.microsoft.com/office/drawing/2014/main" id="{DB5F17D8-1EB6-DE40-BCDB-81C7A027C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02" name="Rectangle 117">
                <a:extLst>
                  <a:ext uri="{FF2B5EF4-FFF2-40B4-BE49-F238E27FC236}">
                    <a16:creationId xmlns:a16="http://schemas.microsoft.com/office/drawing/2014/main" id="{697975D1-0493-6642-BA67-F2273531F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872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7889" name="Group 121">
              <a:extLst>
                <a:ext uri="{FF2B5EF4-FFF2-40B4-BE49-F238E27FC236}">
                  <a16:creationId xmlns:a16="http://schemas.microsoft.com/office/drawing/2014/main" id="{AB73147C-AD3B-DE47-95E1-2D51CFB88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1" y="1872"/>
              <a:ext cx="569" cy="210"/>
              <a:chOff x="2871" y="1872"/>
              <a:chExt cx="569" cy="210"/>
            </a:xfrm>
          </p:grpSpPr>
          <p:sp>
            <p:nvSpPr>
              <p:cNvPr id="77899" name="Rectangle 119">
                <a:extLst>
                  <a:ext uri="{FF2B5EF4-FFF2-40B4-BE49-F238E27FC236}">
                    <a16:creationId xmlns:a16="http://schemas.microsoft.com/office/drawing/2014/main" id="{B4CB971E-AFA5-4740-B91C-0AD497923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900" name="Rectangle 120">
                <a:extLst>
                  <a:ext uri="{FF2B5EF4-FFF2-40B4-BE49-F238E27FC236}">
                    <a16:creationId xmlns:a16="http://schemas.microsoft.com/office/drawing/2014/main" id="{7070CB97-EA97-4C44-8C1B-CC9AF8DBD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1" y="1872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7890" name="Group 124">
              <a:extLst>
                <a:ext uri="{FF2B5EF4-FFF2-40B4-BE49-F238E27FC236}">
                  <a16:creationId xmlns:a16="http://schemas.microsoft.com/office/drawing/2014/main" id="{6952053E-805C-1049-8E8C-514CBC78C6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6" y="1872"/>
              <a:ext cx="512" cy="210"/>
              <a:chOff x="3416" y="1872"/>
              <a:chExt cx="512" cy="210"/>
            </a:xfrm>
          </p:grpSpPr>
          <p:sp>
            <p:nvSpPr>
              <p:cNvPr id="77897" name="Rectangle 122">
                <a:extLst>
                  <a:ext uri="{FF2B5EF4-FFF2-40B4-BE49-F238E27FC236}">
                    <a16:creationId xmlns:a16="http://schemas.microsoft.com/office/drawing/2014/main" id="{CCAA6AD3-E778-FB4F-A5F9-7063D9745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98" name="Rectangle 123">
                <a:extLst>
                  <a:ext uri="{FF2B5EF4-FFF2-40B4-BE49-F238E27FC236}">
                    <a16:creationId xmlns:a16="http://schemas.microsoft.com/office/drawing/2014/main" id="{E44C94FF-037B-FD42-9C22-81289D6FD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1872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7891" name="Group 127">
              <a:extLst>
                <a:ext uri="{FF2B5EF4-FFF2-40B4-BE49-F238E27FC236}">
                  <a16:creationId xmlns:a16="http://schemas.microsoft.com/office/drawing/2014/main" id="{9115BDD3-34C4-984A-822E-9B4911FFF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" y="1872"/>
              <a:ext cx="512" cy="210"/>
              <a:chOff x="3944" y="1872"/>
              <a:chExt cx="512" cy="210"/>
            </a:xfrm>
          </p:grpSpPr>
          <p:sp>
            <p:nvSpPr>
              <p:cNvPr id="77895" name="Rectangle 125">
                <a:extLst>
                  <a:ext uri="{FF2B5EF4-FFF2-40B4-BE49-F238E27FC236}">
                    <a16:creationId xmlns:a16="http://schemas.microsoft.com/office/drawing/2014/main" id="{BBF025DC-A823-8D4B-BF0A-B40868F45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96" name="Rectangle 126">
                <a:extLst>
                  <a:ext uri="{FF2B5EF4-FFF2-40B4-BE49-F238E27FC236}">
                    <a16:creationId xmlns:a16="http://schemas.microsoft.com/office/drawing/2014/main" id="{32A40EB0-C90A-BF4C-B96B-0F2647D07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3" y="1872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7892" name="Group 130">
              <a:extLst>
                <a:ext uri="{FF2B5EF4-FFF2-40B4-BE49-F238E27FC236}">
                  <a16:creationId xmlns:a16="http://schemas.microsoft.com/office/drawing/2014/main" id="{D9F9D58A-FD85-8240-A2D0-B8A39612A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2" y="1872"/>
              <a:ext cx="512" cy="210"/>
              <a:chOff x="4472" y="1872"/>
              <a:chExt cx="512" cy="210"/>
            </a:xfrm>
          </p:grpSpPr>
          <p:sp>
            <p:nvSpPr>
              <p:cNvPr id="77893" name="Rectangle 128">
                <a:extLst>
                  <a:ext uri="{FF2B5EF4-FFF2-40B4-BE49-F238E27FC236}">
                    <a16:creationId xmlns:a16="http://schemas.microsoft.com/office/drawing/2014/main" id="{643C9F04-A761-134A-A126-D375D95C9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94" name="Rectangle 129">
                <a:extLst>
                  <a:ext uri="{FF2B5EF4-FFF2-40B4-BE49-F238E27FC236}">
                    <a16:creationId xmlns:a16="http://schemas.microsoft.com/office/drawing/2014/main" id="{A26C504E-686E-7D40-9AB9-59835B227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1" y="1872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7865" name="Rectangle 132">
            <a:extLst>
              <a:ext uri="{FF2B5EF4-FFF2-40B4-BE49-F238E27FC236}">
                <a16:creationId xmlns:a16="http://schemas.microsoft.com/office/drawing/2014/main" id="{EB408F1A-6358-4B44-9BDC-9CA740B5D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2971800"/>
            <a:ext cx="706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Plus 3</a:t>
            </a:r>
          </a:p>
        </p:txBody>
      </p:sp>
      <p:sp>
        <p:nvSpPr>
          <p:cNvPr id="77866" name="Line 133">
            <a:extLst>
              <a:ext uri="{FF2B5EF4-FFF2-40B4-BE49-F238E27FC236}">
                <a16:creationId xmlns:a16="http://schemas.microsoft.com/office/drawing/2014/main" id="{4AEB7F86-86BC-4644-BFC8-6AA65B02D4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4351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67" name="Line 134">
            <a:extLst>
              <a:ext uri="{FF2B5EF4-FFF2-40B4-BE49-F238E27FC236}">
                <a16:creationId xmlns:a16="http://schemas.microsoft.com/office/drawing/2014/main" id="{0548B77A-3A53-FE40-A1EE-361CBE3665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4351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68" name="Line 135">
            <a:extLst>
              <a:ext uri="{FF2B5EF4-FFF2-40B4-BE49-F238E27FC236}">
                <a16:creationId xmlns:a16="http://schemas.microsoft.com/office/drawing/2014/main" id="{DA3956C8-B1B3-8744-9AF2-50117059DE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435100"/>
            <a:ext cx="0" cy="1473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7869" name="Group 152">
            <a:extLst>
              <a:ext uri="{FF2B5EF4-FFF2-40B4-BE49-F238E27FC236}">
                <a16:creationId xmlns:a16="http://schemas.microsoft.com/office/drawing/2014/main" id="{7623B165-F88F-5946-B9AB-6908FE109B01}"/>
              </a:ext>
            </a:extLst>
          </p:cNvPr>
          <p:cNvGrpSpPr>
            <a:grpSpLocks/>
          </p:cNvGrpSpPr>
          <p:nvPr/>
        </p:nvGrpSpPr>
        <p:grpSpPr bwMode="auto">
          <a:xfrm>
            <a:off x="4584700" y="3429000"/>
            <a:ext cx="4165600" cy="333375"/>
            <a:chOff x="2888" y="2160"/>
            <a:chExt cx="2624" cy="210"/>
          </a:xfrm>
        </p:grpSpPr>
        <p:grpSp>
          <p:nvGrpSpPr>
            <p:cNvPr id="77873" name="Group 139">
              <a:extLst>
                <a:ext uri="{FF2B5EF4-FFF2-40B4-BE49-F238E27FC236}">
                  <a16:creationId xmlns:a16="http://schemas.microsoft.com/office/drawing/2014/main" id="{327E2B73-CDAD-5849-BB05-A5E5A351C5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2160"/>
              <a:ext cx="512" cy="210"/>
              <a:chOff x="2888" y="2160"/>
              <a:chExt cx="512" cy="210"/>
            </a:xfrm>
          </p:grpSpPr>
          <p:sp>
            <p:nvSpPr>
              <p:cNvPr id="77886" name="Rectangle 137">
                <a:extLst>
                  <a:ext uri="{FF2B5EF4-FFF2-40B4-BE49-F238E27FC236}">
                    <a16:creationId xmlns:a16="http://schemas.microsoft.com/office/drawing/2014/main" id="{28DA8922-C210-6646-83DB-6DF6FA9F9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87" name="Rectangle 138">
                <a:extLst>
                  <a:ext uri="{FF2B5EF4-FFF2-40B4-BE49-F238E27FC236}">
                    <a16:creationId xmlns:a16="http://schemas.microsoft.com/office/drawing/2014/main" id="{19197F74-33DD-1642-BD6F-450D1BC0A7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9" y="2160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77874" name="Group 142">
              <a:extLst>
                <a:ext uri="{FF2B5EF4-FFF2-40B4-BE49-F238E27FC236}">
                  <a16:creationId xmlns:a16="http://schemas.microsoft.com/office/drawing/2014/main" id="{1BBC9842-97FD-BC4D-BE1B-177F857F5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9" y="2160"/>
              <a:ext cx="569" cy="210"/>
              <a:chOff x="3399" y="2160"/>
              <a:chExt cx="569" cy="210"/>
            </a:xfrm>
          </p:grpSpPr>
          <p:sp>
            <p:nvSpPr>
              <p:cNvPr id="77884" name="Rectangle 140">
                <a:extLst>
                  <a:ext uri="{FF2B5EF4-FFF2-40B4-BE49-F238E27FC236}">
                    <a16:creationId xmlns:a16="http://schemas.microsoft.com/office/drawing/2014/main" id="{603A9283-7031-7541-8383-F8F9D6056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85" name="Rectangle 141">
                <a:extLst>
                  <a:ext uri="{FF2B5EF4-FFF2-40B4-BE49-F238E27FC236}">
                    <a16:creationId xmlns:a16="http://schemas.microsoft.com/office/drawing/2014/main" id="{6391F166-A0D8-8547-B604-5F170B59A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9" y="2160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77875" name="Group 145">
              <a:extLst>
                <a:ext uri="{FF2B5EF4-FFF2-40B4-BE49-F238E27FC236}">
                  <a16:creationId xmlns:a16="http://schemas.microsoft.com/office/drawing/2014/main" id="{4F35003C-3B3E-FD4E-8ECD-FE18B9CDD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" y="2160"/>
              <a:ext cx="512" cy="210"/>
              <a:chOff x="3944" y="2160"/>
              <a:chExt cx="512" cy="210"/>
            </a:xfrm>
          </p:grpSpPr>
          <p:sp>
            <p:nvSpPr>
              <p:cNvPr id="77882" name="Rectangle 143">
                <a:extLst>
                  <a:ext uri="{FF2B5EF4-FFF2-40B4-BE49-F238E27FC236}">
                    <a16:creationId xmlns:a16="http://schemas.microsoft.com/office/drawing/2014/main" id="{89DD437C-1144-8549-8469-D9999879D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83" name="Rectangle 144">
                <a:extLst>
                  <a:ext uri="{FF2B5EF4-FFF2-40B4-BE49-F238E27FC236}">
                    <a16:creationId xmlns:a16="http://schemas.microsoft.com/office/drawing/2014/main" id="{ACC26C9C-58C9-AF48-A4C9-9DE7176A8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3" y="2160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77876" name="Group 148">
              <a:extLst>
                <a:ext uri="{FF2B5EF4-FFF2-40B4-BE49-F238E27FC236}">
                  <a16:creationId xmlns:a16="http://schemas.microsoft.com/office/drawing/2014/main" id="{D3B2BA58-1036-D04E-997F-F9E437E6A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2" y="2160"/>
              <a:ext cx="512" cy="210"/>
              <a:chOff x="4472" y="2160"/>
              <a:chExt cx="512" cy="210"/>
            </a:xfrm>
          </p:grpSpPr>
          <p:sp>
            <p:nvSpPr>
              <p:cNvPr id="77880" name="Rectangle 146">
                <a:extLst>
                  <a:ext uri="{FF2B5EF4-FFF2-40B4-BE49-F238E27FC236}">
                    <a16:creationId xmlns:a16="http://schemas.microsoft.com/office/drawing/2014/main" id="{6C5834F9-D145-374B-A5CC-B5CD41FFE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81" name="Rectangle 147">
                <a:extLst>
                  <a:ext uri="{FF2B5EF4-FFF2-40B4-BE49-F238E27FC236}">
                    <a16:creationId xmlns:a16="http://schemas.microsoft.com/office/drawing/2014/main" id="{15048BDA-D6FB-1F43-821A-2608BADA4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1" y="2160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77877" name="Group 151">
              <a:extLst>
                <a:ext uri="{FF2B5EF4-FFF2-40B4-BE49-F238E27FC236}">
                  <a16:creationId xmlns:a16="http://schemas.microsoft.com/office/drawing/2014/main" id="{18D9644E-3C6D-1644-8803-9629E5631C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0" y="2160"/>
              <a:ext cx="512" cy="210"/>
              <a:chOff x="5000" y="2160"/>
              <a:chExt cx="512" cy="210"/>
            </a:xfrm>
          </p:grpSpPr>
          <p:sp>
            <p:nvSpPr>
              <p:cNvPr id="77878" name="Rectangle 149">
                <a:extLst>
                  <a:ext uri="{FF2B5EF4-FFF2-40B4-BE49-F238E27FC236}">
                    <a16:creationId xmlns:a16="http://schemas.microsoft.com/office/drawing/2014/main" id="{33246102-60EC-F543-BA67-A0F44B7FEC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79" name="Rectangle 150">
                <a:extLst>
                  <a:ext uri="{FF2B5EF4-FFF2-40B4-BE49-F238E27FC236}">
                    <a16:creationId xmlns:a16="http://schemas.microsoft.com/office/drawing/2014/main" id="{8C46F8EA-83F5-5849-B349-4EA9B02B9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9" y="2160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77870" name="Rectangle 153">
            <a:extLst>
              <a:ext uri="{FF2B5EF4-FFF2-40B4-BE49-F238E27FC236}">
                <a16:creationId xmlns:a16="http://schemas.microsoft.com/office/drawing/2014/main" id="{F2733F2A-B5E1-B841-9A40-194C38973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88" y="3400425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77871" name="Line 154">
            <a:extLst>
              <a:ext uri="{FF2B5EF4-FFF2-40B4-BE49-F238E27FC236}">
                <a16:creationId xmlns:a16="http://schemas.microsoft.com/office/drawing/2014/main" id="{EBA1BADD-9DF9-2446-97E9-16DBDAFC7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1841500"/>
            <a:ext cx="279400" cy="1651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78" name="Rectangle 158">
            <a:extLst>
              <a:ext uri="{FF2B5EF4-FFF2-40B4-BE49-F238E27FC236}">
                <a16:creationId xmlns:a16="http://schemas.microsoft.com/office/drawing/2014/main" id="{0125F327-AE5D-3D4C-940F-AC964E1A5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1943100"/>
            <a:ext cx="3419475" cy="1384300"/>
          </a:xfrm>
          <a:prstGeom prst="rect">
            <a:avLst/>
          </a:prstGeom>
          <a:solidFill>
            <a:srgbClr val="FF99CC">
              <a:alpha val="45882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FA2FBE0F-3374-B74E-9A75-CEC873A6E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85738"/>
            <a:ext cx="6862763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第一讲内容小结</a:t>
            </a:r>
          </a:p>
        </p:txBody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431E0ED4-F75C-B144-B09F-CBDD7406A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6713" y="627063"/>
            <a:ext cx="8537575" cy="6089650"/>
          </a:xfrm>
        </p:spPr>
        <p:txBody>
          <a:bodyPr/>
          <a:lstStyle/>
          <a:p>
            <a:pPr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指令的执行可以像洗衣服一样，用流水线方式进行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均衡时指令吞吐率提高</a:t>
            </a:r>
            <a:r>
              <a:rPr lang="en-US" altLang="zh-CN">
                <a:ea typeface="黑体" panose="02010609060101010101" pitchFamily="49" charset="-122"/>
              </a:rPr>
              <a:t>N</a:t>
            </a:r>
            <a:r>
              <a:rPr lang="zh-CN" altLang="en-US">
                <a:ea typeface="黑体" panose="02010609060101010101" pitchFamily="49" charset="-122"/>
              </a:rPr>
              <a:t>倍，但不能缩短一条指令的执行时间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流水段数以最复杂指令所需步骤数为准</a:t>
            </a: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（有些指令的某些阶段为空操作），</a:t>
            </a:r>
            <a:r>
              <a:rPr lang="zh-CN" altLang="en-US">
                <a:ea typeface="黑体" panose="02010609060101010101" pitchFamily="49" charset="-122"/>
              </a:rPr>
              <a:t>每个阶段的宽度以最复杂阶段所需时间为准</a:t>
            </a: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（尽量调整使各阶段均衡）</a:t>
            </a:r>
          </a:p>
          <a:p>
            <a:pPr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以</a:t>
            </a:r>
            <a:r>
              <a:rPr lang="en-US" altLang="zh-CN">
                <a:ea typeface="黑体" panose="02010609060101010101" pitchFamily="49" charset="-122"/>
              </a:rPr>
              <a:t>Load</a:t>
            </a:r>
            <a:r>
              <a:rPr lang="zh-CN" altLang="en-US">
                <a:ea typeface="黑体" panose="02010609060101010101" pitchFamily="49" charset="-122"/>
              </a:rPr>
              <a:t>指令为准，分为五个阶段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取指令段</a:t>
            </a:r>
            <a:r>
              <a:rPr lang="en-US" altLang="zh-CN">
                <a:ea typeface="黑体" panose="02010609060101010101" pitchFamily="49" charset="-122"/>
              </a:rPr>
              <a:t>(IF)</a:t>
            </a:r>
            <a:endParaRPr lang="zh-CN" altLang="en-US"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取指令、计算</a:t>
            </a:r>
            <a:r>
              <a:rPr lang="en-US" altLang="zh-CN">
                <a:solidFill>
                  <a:srgbClr val="008000"/>
                </a:solidFill>
                <a:ea typeface="黑体" panose="02010609060101010101" pitchFamily="49" charset="-122"/>
              </a:rPr>
              <a:t>PC+4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（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IUnit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：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Instruction Memory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、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Adder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译码</a:t>
            </a:r>
            <a:r>
              <a:rPr lang="en-US" altLang="zh-CN">
                <a:ea typeface="黑体" panose="02010609060101010101" pitchFamily="49" charset="-122"/>
              </a:rPr>
              <a:t>/</a:t>
            </a:r>
            <a:r>
              <a:rPr lang="zh-CN" altLang="en-US">
                <a:ea typeface="黑体" panose="02010609060101010101" pitchFamily="49" charset="-122"/>
              </a:rPr>
              <a:t>读寄存器</a:t>
            </a:r>
            <a:r>
              <a:rPr lang="en-US" altLang="zh-CN">
                <a:ea typeface="黑体" panose="02010609060101010101" pitchFamily="49" charset="-122"/>
              </a:rPr>
              <a:t>(ID/RF)</a:t>
            </a:r>
            <a:r>
              <a:rPr lang="zh-CN" altLang="en-US">
                <a:ea typeface="黑体" panose="02010609060101010101" pitchFamily="49" charset="-122"/>
              </a:rPr>
              <a:t>段</a:t>
            </a: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指令译码、读</a:t>
            </a:r>
            <a:r>
              <a:rPr lang="en-US" altLang="zh-CN">
                <a:solidFill>
                  <a:srgbClr val="008000"/>
                </a:solidFill>
                <a:ea typeface="黑体" panose="02010609060101010101" pitchFamily="49" charset="-122"/>
              </a:rPr>
              <a:t>Rs</a:t>
            </a: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和</a:t>
            </a:r>
            <a:r>
              <a:rPr lang="en-US" altLang="zh-CN">
                <a:solidFill>
                  <a:srgbClr val="008000"/>
                </a:solidFill>
                <a:ea typeface="黑体" panose="02010609060101010101" pitchFamily="49" charset="-122"/>
              </a:rPr>
              <a:t>Rt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（寄存器读口）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执行</a:t>
            </a:r>
            <a:r>
              <a:rPr lang="en-US" altLang="zh-CN">
                <a:ea typeface="黑体" panose="02010609060101010101" pitchFamily="49" charset="-122"/>
              </a:rPr>
              <a:t>(EXE)</a:t>
            </a:r>
            <a:r>
              <a:rPr lang="zh-CN" altLang="en-US">
                <a:ea typeface="黑体" panose="02010609060101010101" pitchFamily="49" charset="-122"/>
              </a:rPr>
              <a:t>段</a:t>
            </a: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计算转移目标地址、</a:t>
            </a:r>
            <a:r>
              <a:rPr lang="en-US" altLang="zh-CN">
                <a:solidFill>
                  <a:srgbClr val="008000"/>
                </a:solidFill>
                <a:ea typeface="黑体" panose="02010609060101010101" pitchFamily="49" charset="-122"/>
              </a:rPr>
              <a:t>ALU</a:t>
            </a: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运算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（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Extender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、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ALU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、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Adder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存储器</a:t>
            </a:r>
            <a:r>
              <a:rPr lang="en-US" altLang="zh-CN">
                <a:ea typeface="黑体" panose="02010609060101010101" pitchFamily="49" charset="-122"/>
              </a:rPr>
              <a:t>(MEM)</a:t>
            </a:r>
            <a:r>
              <a:rPr lang="zh-CN" altLang="en-US">
                <a:ea typeface="黑体" panose="02010609060101010101" pitchFamily="49" charset="-122"/>
              </a:rPr>
              <a:t>段</a:t>
            </a: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读或写存储单元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（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</a:rPr>
              <a:t>Data Memory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写寄存器</a:t>
            </a:r>
            <a:r>
              <a:rPr lang="en-US" altLang="zh-CN">
                <a:ea typeface="黑体" panose="02010609060101010101" pitchFamily="49" charset="-122"/>
              </a:rPr>
              <a:t>(Wr)</a:t>
            </a:r>
            <a:r>
              <a:rPr lang="zh-CN" altLang="en-US">
                <a:ea typeface="黑体" panose="02010609060101010101" pitchFamily="49" charset="-122"/>
              </a:rPr>
              <a:t>段</a:t>
            </a: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en-US" altLang="zh-CN">
                <a:solidFill>
                  <a:srgbClr val="008000"/>
                </a:solidFill>
                <a:ea typeface="黑体" panose="02010609060101010101" pitchFamily="49" charset="-122"/>
              </a:rPr>
              <a:t>ALU</a:t>
            </a: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结果或从</a:t>
            </a:r>
            <a:r>
              <a:rPr lang="en-US" altLang="zh-CN">
                <a:solidFill>
                  <a:srgbClr val="008000"/>
                </a:solidFill>
                <a:ea typeface="黑体" panose="02010609060101010101" pitchFamily="49" charset="-122"/>
              </a:rPr>
              <a:t>DM</a:t>
            </a: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读出数据写到寄存器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</a:rPr>
              <a:t>（寄存器写口）</a:t>
            </a:r>
            <a:endParaRPr lang="zh-CN" altLang="en-US">
              <a:solidFill>
                <a:srgbClr val="008000"/>
              </a:solidFill>
              <a:ea typeface="黑体" panose="02010609060101010101" pitchFamily="49" charset="-122"/>
            </a:endParaRPr>
          </a:p>
          <a:p>
            <a:pPr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流水线控制器的实现</a:t>
            </a:r>
            <a:endParaRPr lang="en-US" altLang="zh-CN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en-US" altLang="zh-CN">
                <a:ea typeface="黑体" panose="02010609060101010101" pitchFamily="49" charset="-122"/>
              </a:rPr>
              <a:t>IF</a:t>
            </a:r>
            <a:r>
              <a:rPr lang="zh-CN" altLang="en-US">
                <a:ea typeface="黑体" panose="02010609060101010101" pitchFamily="49" charset="-122"/>
              </a:rPr>
              <a:t>和</a:t>
            </a:r>
            <a:r>
              <a:rPr lang="en-US" altLang="zh-CN">
                <a:ea typeface="黑体" panose="02010609060101010101" pitchFamily="49" charset="-122"/>
              </a:rPr>
              <a:t>ID/RF</a:t>
            </a:r>
            <a:r>
              <a:rPr lang="zh-CN" altLang="en-US">
                <a:ea typeface="黑体" panose="02010609060101010101" pitchFamily="49" charset="-122"/>
              </a:rPr>
              <a:t>段不需控制信号控制，只有</a:t>
            </a:r>
            <a:r>
              <a:rPr lang="en-US" altLang="zh-CN">
                <a:ea typeface="黑体" panose="02010609060101010101" pitchFamily="49" charset="-122"/>
              </a:rPr>
              <a:t>EXE</a:t>
            </a:r>
            <a:r>
              <a:rPr lang="zh-CN" altLang="en-US">
                <a:ea typeface="黑体" panose="02010609060101010101" pitchFamily="49" charset="-122"/>
              </a:rPr>
              <a:t>、</a:t>
            </a:r>
            <a:r>
              <a:rPr lang="en-US" altLang="zh-CN">
                <a:ea typeface="黑体" panose="02010609060101010101" pitchFamily="49" charset="-122"/>
              </a:rPr>
              <a:t>MEM</a:t>
            </a:r>
            <a:r>
              <a:rPr lang="zh-CN" altLang="en-US">
                <a:ea typeface="黑体" panose="02010609060101010101" pitchFamily="49" charset="-122"/>
              </a:rPr>
              <a:t>和</a:t>
            </a:r>
            <a:r>
              <a:rPr lang="en-US" altLang="zh-CN">
                <a:ea typeface="黑体" panose="02010609060101010101" pitchFamily="49" charset="-122"/>
              </a:rPr>
              <a:t>Wr</a:t>
            </a:r>
            <a:r>
              <a:rPr lang="zh-CN" altLang="en-US">
                <a:ea typeface="黑体" panose="02010609060101010101" pitchFamily="49" charset="-122"/>
              </a:rPr>
              <a:t>需要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en-US" altLang="zh-CN">
                <a:ea typeface="黑体" panose="02010609060101010101" pitchFamily="49" charset="-122"/>
              </a:rPr>
              <a:t>ID</a:t>
            </a:r>
            <a:r>
              <a:rPr lang="zh-CN" altLang="en-US">
                <a:ea typeface="黑体" panose="02010609060101010101" pitchFamily="49" charset="-122"/>
              </a:rPr>
              <a:t>段生成所有控制信号，并随指令的数据同步向后续阶段流动</a:t>
            </a:r>
          </a:p>
          <a:p>
            <a:pPr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寄存器和存储器的竞争问题可利用时钟信号来解决</a:t>
            </a:r>
          </a:p>
          <a:p>
            <a:pPr>
              <a:spcBef>
                <a:spcPct val="5000"/>
              </a:spcBef>
            </a:pPr>
            <a:r>
              <a:rPr lang="zh-CN" altLang="en-US">
                <a:ea typeface="黑体" panose="02010609060101010101" pitchFamily="49" charset="-122"/>
              </a:rPr>
              <a:t>流水线冒险：结构冒险、控制冒险、数据冒险</a:t>
            </a:r>
          </a:p>
          <a:p>
            <a:pPr>
              <a:spcBef>
                <a:spcPct val="5000"/>
              </a:spcBef>
              <a:buFont typeface="Times New Roman" panose="02020603050405020304" pitchFamily="18" charset="0"/>
              <a:buNone/>
            </a:pP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     （下一讲主要介绍解决流水线冒险的数据通路如何设计）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1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1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1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1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17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17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17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17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717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2184116660</TotalTime>
  <Pages>42</Pages>
  <Words>6350</Words>
  <Application>Microsoft Macintosh PowerPoint</Application>
  <PresentationFormat>全屏显示(4:3)</PresentationFormat>
  <Paragraphs>1774</Paragraphs>
  <Slides>43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方正舒体</vt:lpstr>
      <vt:lpstr>黑体</vt:lpstr>
      <vt:lpstr>微软雅黑</vt:lpstr>
      <vt:lpstr>Arial</vt:lpstr>
      <vt:lpstr>Times New Roman</vt:lpstr>
      <vt:lpstr>Wingdings</vt:lpstr>
      <vt:lpstr>lecture1</vt:lpstr>
      <vt:lpstr>PowerPoint 演示文稿</vt:lpstr>
      <vt:lpstr>第一讲  流水线数据通路和控制</vt:lpstr>
      <vt:lpstr>复习：A Single Cycle Processor</vt:lpstr>
      <vt:lpstr>复习：Multiple Cycle Processor</vt:lpstr>
      <vt:lpstr>复习：Timing Diagram of a Load Instruction</vt:lpstr>
      <vt:lpstr>一个日常生活中的例子—洗衣服</vt:lpstr>
      <vt:lpstr>Sequential Laundry（串行方式）</vt:lpstr>
      <vt:lpstr>Pipelined Laundry: (Start work ASAP)</vt:lpstr>
      <vt:lpstr>复习：Load指令的5个阶段</vt:lpstr>
      <vt:lpstr>单周期指令模型与流水模型的性能比较</vt:lpstr>
      <vt:lpstr>流水线指令集的设计</vt:lpstr>
      <vt:lpstr>Load指令的流水线</vt:lpstr>
      <vt:lpstr>R-type指令的4个阶段</vt:lpstr>
      <vt:lpstr>含R-type和 Load 指令的流水线</vt:lpstr>
      <vt:lpstr> R-type的Wr操作延后一个周期执行</vt:lpstr>
      <vt:lpstr>Store指令的四个阶段</vt:lpstr>
      <vt:lpstr>Beq的四个阶段</vt:lpstr>
      <vt:lpstr>A Pipelined Datapath（五阶段流水线数据通路）</vt:lpstr>
      <vt:lpstr>取指令（Ifetch) 阶段</vt:lpstr>
      <vt:lpstr>指令部件 IUnit的设计</vt:lpstr>
      <vt:lpstr>译码/取数（Reg/Dec）阶段</vt:lpstr>
      <vt:lpstr>Load指令的地址计算阶段</vt:lpstr>
      <vt:lpstr>执行部件（Exec Unit）的设计</vt:lpstr>
      <vt:lpstr>Load指令的存储器读(Mem)周期</vt:lpstr>
      <vt:lpstr>Load指令的回写（Write Back）阶段</vt:lpstr>
      <vt:lpstr>流水线中的Control Signals如何获得?</vt:lpstr>
      <vt:lpstr>Load指令:流水线中的控制信号</vt:lpstr>
      <vt:lpstr>流水线中的Control Signals</vt:lpstr>
      <vt:lpstr>控制逻辑 Control)的设计</vt:lpstr>
      <vt:lpstr>PowerPoint 演示文稿</vt:lpstr>
      <vt:lpstr>Load指令:流水线中的控制信号</vt:lpstr>
      <vt:lpstr>Wr阶段的开始: 存在一个实际的问题！</vt:lpstr>
      <vt:lpstr>流水线中的“竞争”问题</vt:lpstr>
      <vt:lpstr>寄存器组的同步和存储器的同步</vt:lpstr>
      <vt:lpstr>流水线举例：考察流水线DataPath的数据流动情况</vt:lpstr>
      <vt:lpstr>第四周期结束时的状态：</vt:lpstr>
      <vt:lpstr>第五周期结束时的状态：</vt:lpstr>
      <vt:lpstr>第六周期结束时的状态：</vt:lpstr>
      <vt:lpstr>第七周期结束时的状态：</vt:lpstr>
      <vt:lpstr>总结前面的流水线执行过程</vt:lpstr>
      <vt:lpstr>转移分支指令(Branch)引起的“延迟”现象</vt:lpstr>
      <vt:lpstr>装入指令(Load)引起的“延迟”现象</vt:lpstr>
      <vt:lpstr>第一讲内容小结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Designing a Pipeline Processor</dc:subject>
  <dc:creator>CFYUAN</dc:creator>
  <cp:keywords/>
  <dc:description/>
  <cp:lastModifiedBy>Sen Liu</cp:lastModifiedBy>
  <cp:revision>755</cp:revision>
  <cp:lastPrinted>1999-10-25T19:18:20Z</cp:lastPrinted>
  <dcterms:created xsi:type="dcterms:W3CDTF">1996-09-09T11:47:24Z</dcterms:created>
  <dcterms:modified xsi:type="dcterms:W3CDTF">2024-05-13T04:08:41Z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